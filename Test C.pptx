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6.xml" ContentType="application/vnd.openxmlformats-officedocument.them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7.xml" ContentType="application/vnd.openxmlformats-officedocument.them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8.xml" ContentType="application/vnd.openxmlformats-officedocument.them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9.xml" ContentType="application/vnd.openxmlformats-officedocument.them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10.xml" ContentType="application/vnd.openxmlformats-officedocument.them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11.xml" ContentType="application/vnd.openxmlformats-officedocument.theme+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12.xml" ContentType="application/vnd.openxmlformats-officedocument.theme+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13.xml" ContentType="application/vnd.openxmlformats-officedocument.theme+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theme/theme14.xml" ContentType="application/vnd.openxmlformats-officedocument.theme+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heme/theme15.xml" ContentType="application/vnd.openxmlformats-officedocument.theme+xml"/>
  <Override PartName="/ppt/theme/theme1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51" r:id="rId8"/>
    <p:sldMasterId id="2147484161" r:id="rId9"/>
    <p:sldMasterId id="2147484175" r:id="rId10"/>
    <p:sldMasterId id="2147484184" r:id="rId11"/>
    <p:sldMasterId id="2147484192" r:id="rId12"/>
    <p:sldMasterId id="2147484205" r:id="rId13"/>
    <p:sldMasterId id="2147484214" r:id="rId14"/>
    <p:sldMasterId id="2147484222" r:id="rId15"/>
    <p:sldMasterId id="2147484231" r:id="rId16"/>
    <p:sldMasterId id="2147484240" r:id="rId17"/>
    <p:sldMasterId id="2147484252" r:id="rId18"/>
    <p:sldMasterId id="2147484262" r:id="rId19"/>
    <p:sldMasterId id="2147484271" r:id="rId20"/>
    <p:sldMasterId id="2147484282" r:id="rId21"/>
  </p:sldMasterIdLst>
  <p:notesMasterIdLst>
    <p:notesMasterId r:id="rId40"/>
  </p:notesMasterIdLst>
  <p:handoutMasterIdLst>
    <p:handoutMasterId r:id="rId41"/>
  </p:handoutMasterIdLst>
  <p:sldIdLst>
    <p:sldId id="424" r:id="rId22"/>
    <p:sldId id="2147482620" r:id="rId23"/>
    <p:sldId id="2147482638" r:id="rId24"/>
    <p:sldId id="2147482645" r:id="rId25"/>
    <p:sldId id="2147482623" r:id="rId26"/>
    <p:sldId id="2147482617" r:id="rId27"/>
    <p:sldId id="2147482601" r:id="rId28"/>
    <p:sldId id="2147482622" r:id="rId29"/>
    <p:sldId id="2147482636" r:id="rId30"/>
    <p:sldId id="2147482637" r:id="rId31"/>
    <p:sldId id="825" r:id="rId32"/>
    <p:sldId id="2146846758" r:id="rId33"/>
    <p:sldId id="852" r:id="rId34"/>
    <p:sldId id="2147482639" r:id="rId35"/>
    <p:sldId id="858" r:id="rId36"/>
    <p:sldId id="2147482633" r:id="rId37"/>
    <p:sldId id="789" r:id="rId38"/>
    <p:sldId id="2147482630" r:id="rId39"/>
  </p:sldIdLst>
  <p:sldSz cx="12192000" cy="6858000"/>
  <p:notesSz cx="6797675" cy="9926638"/>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GIA BAC Pack - 11 December 2025" id="{557474B0-F53A-48D4-9F43-8B0A9B5260F4}">
          <p14:sldIdLst>
            <p14:sldId id="424"/>
            <p14:sldId id="2147482620"/>
            <p14:sldId id="2147482638"/>
            <p14:sldId id="2147482645"/>
            <p14:sldId id="2147482623"/>
            <p14:sldId id="2147482617"/>
            <p14:sldId id="2147482601"/>
            <p14:sldId id="2147482622"/>
            <p14:sldId id="2147482636"/>
            <p14:sldId id="2147482637"/>
            <p14:sldId id="825"/>
            <p14:sldId id="2146846758"/>
            <p14:sldId id="852"/>
            <p14:sldId id="2147482639"/>
            <p14:sldId id="858"/>
            <p14:sldId id="2147482633"/>
            <p14:sldId id="789"/>
            <p14:sldId id="2147482630"/>
          </p14:sldIdLst>
        </p14:section>
      </p14:sectionLst>
    </p:ext>
    <p:ext uri="{EFAFB233-063F-42B5-8137-9DF3F51BA10A}">
      <p15:sldGuideLst xmlns:p15="http://schemas.microsoft.com/office/powerpoint/2012/main">
        <p15:guide id="1" orient="horz" pos="2112" userDrawn="1">
          <p15:clr>
            <a:srgbClr val="A4A3A4"/>
          </p15:clr>
        </p15:guide>
        <p15:guide id="2" orient="horz" pos="2160" userDrawn="1">
          <p15:clr>
            <a:srgbClr val="A4A3A4"/>
          </p15:clr>
        </p15:guide>
        <p15:guide id="3" orient="horz" pos="1152" userDrawn="1">
          <p15:clr>
            <a:srgbClr val="A4A3A4"/>
          </p15:clr>
        </p15:guide>
        <p15:guide id="4" orient="horz" pos="1632" userDrawn="1">
          <p15:clr>
            <a:srgbClr val="A4A3A4"/>
          </p15:clr>
        </p15:guide>
        <p15:guide id="5" pos="7488" userDrawn="1">
          <p15:clr>
            <a:srgbClr val="A4A3A4"/>
          </p15:clr>
        </p15:guide>
        <p15:guide id="6" pos="192"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E266C29-396B-6B8D-233E-AA26C3346A2C}" name="George Samuel George" initials="GS" userId="S::George.Samuel@rakbank.ae::8889df73-5a36-471c-96a9-21c49ac2a5f4" providerId="AD"/>
  <p188:author id="{7B201F55-0452-A4A2-7A28-2D21E235C91F}" name="Sangeetha Abraham" initials="SA" userId="S::Sangeetha.Abraham@rakbank.ae::652685ec-42c3-4c40-ac50-971e0e7c5202" providerId="AD"/>
  <p188:author id="{426ACF5D-A9C9-C2D6-8742-D62684363EBB}" name="Moez Sassi" initials="MS" userId="S::Moez.Sassi@rakbank.ae::fcada67b-5996-48fa-b7c8-6977e7470a7a" providerId="AD"/>
  <p188:author id="{9851EF5F-F1CD-75BD-5047-C272893A3951}" name="Nicola Jane Thompson" initials="NJT" userId="S::Nicola.Thompson@rakbank.ae::45c7a252-a058-45b4-a439-7ccd6fde1f8c" providerId="AD"/>
  <p188:author id="{4A086466-0B81-631F-E049-F9B956B17880}" name="Neil Jarman" initials="NJ" userId="S::Neil.Jarman@rakbank.ae::ff1d8595-40d7-47e7-9b74-01cb31aa504a" providerId="AD"/>
  <p188:author id="{C8C659CC-C268-FC41-8802-91BC1E87DF18}" name="Biju Varughese Skariah" initials="BV" userId="S::Biju.Skariah@rakbank.ae::368b7a8b-66ca-4f44-bc11-60defecf1f51" providerId="AD"/>
  <p188:author id="{2902DCF6-50F7-1C34-C966-20DD7EC140EF}" name="Sameer Yusuf Tayeb Chandiwala" initials="SYTC" userId="S::Sameer.Chandiwala@rakbank.ae::e99563e6-efb0-4985-bb9d-0f28bcccbb5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Neil Paul Jarman" initials="NPJ" lastIdx="48" clrIdx="0">
    <p:extLst>
      <p:ext uri="{19B8F6BF-5375-455C-9EA6-DF929625EA0E}">
        <p15:presenceInfo xmlns:p15="http://schemas.microsoft.com/office/powerpoint/2012/main" userId="S-1-5-21-1241872456-1058172877-1847928074-147530" providerId="AD"/>
      </p:ext>
    </p:extLst>
  </p:cmAuthor>
  <p:cmAuthor id="2" name="Nicola Jane Thompson" initials="NJT" lastIdx="5" clrIdx="1">
    <p:extLst>
      <p:ext uri="{19B8F6BF-5375-455C-9EA6-DF929625EA0E}">
        <p15:presenceInfo xmlns:p15="http://schemas.microsoft.com/office/powerpoint/2012/main" userId="S-1-5-21-1241872456-1058172877-1847928074-140552" providerId="AD"/>
      </p:ext>
    </p:extLst>
  </p:cmAuthor>
  <p:cmAuthor id="3" name="Sangeetha Abraham" initials="SA" lastIdx="18" clrIdx="2">
    <p:extLst>
      <p:ext uri="{19B8F6BF-5375-455C-9EA6-DF929625EA0E}">
        <p15:presenceInfo xmlns:p15="http://schemas.microsoft.com/office/powerpoint/2012/main" userId="S-1-5-21-1241872456-1058172877-1847928074-128563" providerId="AD"/>
      </p:ext>
    </p:extLst>
  </p:cmAuthor>
  <p:cmAuthor id="4" name="Moez Sassi" initials="MS" lastIdx="2" clrIdx="3">
    <p:extLst>
      <p:ext uri="{19B8F6BF-5375-455C-9EA6-DF929625EA0E}">
        <p15:presenceInfo xmlns:p15="http://schemas.microsoft.com/office/powerpoint/2012/main" userId="S-1-5-21-1241872456-1058172877-1847928074-1537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FFCC00"/>
    <a:srgbClr val="00B050"/>
    <a:srgbClr val="005089"/>
    <a:srgbClr val="FFFFFF"/>
    <a:srgbClr val="675E57"/>
    <a:srgbClr val="77DD77"/>
    <a:srgbClr val="5B9BD5"/>
    <a:srgbClr val="98E3D6"/>
    <a:srgbClr val="015A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1EF645-0187-4741-81F1-D5A2E20E15A4}" v="136" dt="2025-12-04T12:25:14.6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09" autoAdjust="0"/>
    <p:restoredTop sz="94660"/>
  </p:normalViewPr>
  <p:slideViewPr>
    <p:cSldViewPr snapToGrid="0">
      <p:cViewPr varScale="1">
        <p:scale>
          <a:sx n="111" d="100"/>
          <a:sy n="111" d="100"/>
        </p:scale>
        <p:origin x="390" y="108"/>
      </p:cViewPr>
      <p:guideLst>
        <p:guide orient="horz" pos="2112"/>
        <p:guide orient="horz" pos="2160"/>
        <p:guide orient="horz" pos="1152"/>
        <p:guide orient="horz" pos="1632"/>
        <p:guide pos="7488"/>
        <p:guide pos="192"/>
      </p:guideLst>
    </p:cSldViewPr>
  </p:slideViewPr>
  <p:notesTextViewPr>
    <p:cViewPr>
      <p:scale>
        <a:sx n="1" d="1"/>
        <a:sy n="1" d="1"/>
      </p:scale>
      <p:origin x="0" y="0"/>
    </p:cViewPr>
  </p:notesTextViewPr>
  <p:notesViewPr>
    <p:cSldViewPr snapToGrid="0">
      <p:cViewPr>
        <p:scale>
          <a:sx n="1" d="2"/>
          <a:sy n="1" d="2"/>
        </p:scale>
        <p:origin x="0" y="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6.xml"/><Relationship Id="rId18" Type="http://schemas.openxmlformats.org/officeDocument/2006/relationships/slideMaster" Target="slideMasters/slideMaster11.xml"/><Relationship Id="rId26" Type="http://schemas.openxmlformats.org/officeDocument/2006/relationships/slide" Target="slides/slide5.xml"/><Relationship Id="rId39" Type="http://schemas.openxmlformats.org/officeDocument/2006/relationships/slide" Target="slides/slide18.xml"/><Relationship Id="rId21" Type="http://schemas.openxmlformats.org/officeDocument/2006/relationships/slideMaster" Target="slideMasters/slideMaster14.xml"/><Relationship Id="rId34" Type="http://schemas.openxmlformats.org/officeDocument/2006/relationships/slide" Target="slides/slide13.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Master" Target="slideMasters/slideMaster9.xml"/><Relationship Id="rId29" Type="http://schemas.openxmlformats.org/officeDocument/2006/relationships/slide" Target="slides/slide8.xml"/><Relationship Id="rId11" Type="http://schemas.openxmlformats.org/officeDocument/2006/relationships/slideMaster" Target="slideMasters/slideMaster4.xml"/><Relationship Id="rId24" Type="http://schemas.openxmlformats.org/officeDocument/2006/relationships/slide" Target="slides/slide3.xml"/><Relationship Id="rId32" Type="http://schemas.openxmlformats.org/officeDocument/2006/relationships/slide" Target="slides/slide11.xml"/><Relationship Id="rId37" Type="http://schemas.openxmlformats.org/officeDocument/2006/relationships/slide" Target="slides/slide16.xml"/><Relationship Id="rId40" Type="http://schemas.openxmlformats.org/officeDocument/2006/relationships/notesMaster" Target="notesMasters/notesMaster1.xml"/><Relationship Id="rId45"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slideMaster" Target="slideMasters/slideMaster8.xml"/><Relationship Id="rId23" Type="http://schemas.openxmlformats.org/officeDocument/2006/relationships/slide" Target="slides/slide2.xml"/><Relationship Id="rId28" Type="http://schemas.openxmlformats.org/officeDocument/2006/relationships/slide" Target="slides/slide7.xml"/><Relationship Id="rId36" Type="http://schemas.openxmlformats.org/officeDocument/2006/relationships/slide" Target="slides/slide15.xml"/><Relationship Id="rId49" Type="http://schemas.microsoft.com/office/2018/10/relationships/authors" Target="authors.xml"/><Relationship Id="rId10" Type="http://schemas.openxmlformats.org/officeDocument/2006/relationships/slideMaster" Target="slideMasters/slideMaster3.xml"/><Relationship Id="rId19" Type="http://schemas.openxmlformats.org/officeDocument/2006/relationships/slideMaster" Target="slideMasters/slideMaster12.xml"/><Relationship Id="rId31" Type="http://schemas.openxmlformats.org/officeDocument/2006/relationships/slide" Target="slides/slide10.xml"/><Relationship Id="rId44"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Master" Target="slideMasters/slideMaster2.xml"/><Relationship Id="rId14" Type="http://schemas.openxmlformats.org/officeDocument/2006/relationships/slideMaster" Target="slideMasters/slideMaster7.xml"/><Relationship Id="rId22" Type="http://schemas.openxmlformats.org/officeDocument/2006/relationships/slide" Target="slides/slide1.xml"/><Relationship Id="rId27" Type="http://schemas.openxmlformats.org/officeDocument/2006/relationships/slide" Target="slides/slide6.xml"/><Relationship Id="rId30" Type="http://schemas.openxmlformats.org/officeDocument/2006/relationships/slide" Target="slides/slide9.xml"/><Relationship Id="rId35" Type="http://schemas.openxmlformats.org/officeDocument/2006/relationships/slide" Target="slides/slide1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Master" Target="slideMasters/slideMaster1.xml"/><Relationship Id="rId3" Type="http://schemas.openxmlformats.org/officeDocument/2006/relationships/customXml" Target="../customXml/item3.xml"/><Relationship Id="rId12" Type="http://schemas.openxmlformats.org/officeDocument/2006/relationships/slideMaster" Target="slideMasters/slideMaster5.xml"/><Relationship Id="rId17" Type="http://schemas.openxmlformats.org/officeDocument/2006/relationships/slideMaster" Target="slideMasters/slideMaster10.xml"/><Relationship Id="rId25" Type="http://schemas.openxmlformats.org/officeDocument/2006/relationships/slide" Target="slides/slide4.xml"/><Relationship Id="rId33" Type="http://schemas.openxmlformats.org/officeDocument/2006/relationships/slide" Target="slides/slide12.xml"/><Relationship Id="rId38" Type="http://schemas.openxmlformats.org/officeDocument/2006/relationships/slide" Target="slides/slide17.xml"/><Relationship Id="rId46" Type="http://schemas.openxmlformats.org/officeDocument/2006/relationships/tableStyles" Target="tableStyles.xml"/><Relationship Id="rId20" Type="http://schemas.openxmlformats.org/officeDocument/2006/relationships/slideMaster" Target="slideMasters/slideMaster13.xml"/><Relationship Id="rId41"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customXml" Target="../customXml/item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e Samuel George" userId="S::george.samuel@rakbank.ae::8889df73-5a36-471c-96a9-21c49ac2a5f4" providerId="AD" clId="Web-{05BE226D-74B7-498D-B67D-16063728ACC5}"/>
    <pc:docChg chg="modSld">
      <pc:chgData name="George Samuel George" userId="S::george.samuel@rakbank.ae::8889df73-5a36-471c-96a9-21c49ac2a5f4" providerId="AD" clId="Web-{05BE226D-74B7-498D-B67D-16063728ACC5}" dt="2025-11-24T16:36:35.214" v="3" actId="14100"/>
      <pc:docMkLst>
        <pc:docMk/>
      </pc:docMkLst>
      <pc:sldChg chg="modSp">
        <pc:chgData name="George Samuel George" userId="S::george.samuel@rakbank.ae::8889df73-5a36-471c-96a9-21c49ac2a5f4" providerId="AD" clId="Web-{05BE226D-74B7-498D-B67D-16063728ACC5}" dt="2025-11-24T16:36:35.214" v="3" actId="14100"/>
        <pc:sldMkLst>
          <pc:docMk/>
          <pc:sldMk cId="274633079" sldId="2147482625"/>
        </pc:sldMkLst>
      </pc:sldChg>
    </pc:docChg>
  </pc:docChgLst>
  <pc:docChgLst>
    <pc:chgData name="Sameer Yusuf Tayeb Chandiwala" userId="e99563e6-efb0-4985-bb9d-0f28bcccbb5d" providerId="ADAL" clId="{359D87DF-329E-49BC-B1B4-A97342C99ED7}"/>
    <pc:docChg chg="custSel modSld">
      <pc:chgData name="Sameer Yusuf Tayeb Chandiwala" userId="e99563e6-efb0-4985-bb9d-0f28bcccbb5d" providerId="ADAL" clId="{359D87DF-329E-49BC-B1B4-A97342C99ED7}" dt="2025-11-28T06:26:43.437" v="41" actId="6549"/>
      <pc:docMkLst>
        <pc:docMk/>
      </pc:docMkLst>
      <pc:sldChg chg="modSp mod">
        <pc:chgData name="Sameer Yusuf Tayeb Chandiwala" userId="e99563e6-efb0-4985-bb9d-0f28bcccbb5d" providerId="ADAL" clId="{359D87DF-329E-49BC-B1B4-A97342C99ED7}" dt="2025-11-28T06:26:43.437" v="41" actId="6549"/>
        <pc:sldMkLst>
          <pc:docMk/>
          <pc:sldMk cId="273208784" sldId="2147482601"/>
        </pc:sldMkLst>
        <pc:spChg chg="mod">
          <ac:chgData name="Sameer Yusuf Tayeb Chandiwala" userId="e99563e6-efb0-4985-bb9d-0f28bcccbb5d" providerId="ADAL" clId="{359D87DF-329E-49BC-B1B4-A97342C99ED7}" dt="2025-11-28T06:22:21.797" v="25" actId="6549"/>
          <ac:spMkLst>
            <pc:docMk/>
            <pc:sldMk cId="273208784" sldId="2147482601"/>
            <ac:spMk id="21" creationId="{F0C694CA-7866-4830-5991-2410340FDF2B}"/>
          </ac:spMkLst>
        </pc:spChg>
      </pc:sldChg>
      <pc:sldChg chg="modSp mod">
        <pc:chgData name="Sameer Yusuf Tayeb Chandiwala" userId="e99563e6-efb0-4985-bb9d-0f28bcccbb5d" providerId="ADAL" clId="{359D87DF-329E-49BC-B1B4-A97342C99ED7}" dt="2025-11-28T06:21:21.652" v="22" actId="27918"/>
        <pc:sldMkLst>
          <pc:docMk/>
          <pc:sldMk cId="3759075074" sldId="2147482635"/>
        </pc:sldMkLst>
        <pc:spChg chg="mod">
          <ac:chgData name="Sameer Yusuf Tayeb Chandiwala" userId="e99563e6-efb0-4985-bb9d-0f28bcccbb5d" providerId="ADAL" clId="{359D87DF-329E-49BC-B1B4-A97342C99ED7}" dt="2025-11-28T06:19:47.071" v="8" actId="6549"/>
          <ac:spMkLst>
            <pc:docMk/>
            <pc:sldMk cId="3759075074" sldId="2147482635"/>
            <ac:spMk id="3" creationId="{C23BC6C5-5920-5047-06CE-4B7B8530EBBC}"/>
          </ac:spMkLst>
        </pc:spChg>
        <pc:spChg chg="mod">
          <ac:chgData name="Sameer Yusuf Tayeb Chandiwala" userId="e99563e6-efb0-4985-bb9d-0f28bcccbb5d" providerId="ADAL" clId="{359D87DF-329E-49BC-B1B4-A97342C99ED7}" dt="2025-11-28T06:20:07.932" v="10" actId="20577"/>
          <ac:spMkLst>
            <pc:docMk/>
            <pc:sldMk cId="3759075074" sldId="2147482635"/>
            <ac:spMk id="22" creationId="{5C67DD63-611F-327E-0FF8-58E423738B4B}"/>
          </ac:spMkLst>
        </pc:spChg>
        <pc:graphicFrameChg chg="mod">
          <ac:chgData name="Sameer Yusuf Tayeb Chandiwala" userId="e99563e6-efb0-4985-bb9d-0f28bcccbb5d" providerId="ADAL" clId="{359D87DF-329E-49BC-B1B4-A97342C99ED7}" dt="2025-11-28T06:21:09.687" v="19" actId="207"/>
          <ac:graphicFrameMkLst>
            <pc:docMk/>
            <pc:sldMk cId="3759075074" sldId="2147482635"/>
            <ac:graphicFrameMk id="20" creationId="{AB059216-A8A1-F99B-6A02-C62FE8B986D3}"/>
          </ac:graphicFrameMkLst>
        </pc:graphicFrameChg>
        <pc:graphicFrameChg chg="mod modGraphic">
          <ac:chgData name="Sameer Yusuf Tayeb Chandiwala" userId="e99563e6-efb0-4985-bb9d-0f28bcccbb5d" providerId="ADAL" clId="{359D87DF-329E-49BC-B1B4-A97342C99ED7}" dt="2025-11-28T06:19:34.851" v="5" actId="798"/>
          <ac:graphicFrameMkLst>
            <pc:docMk/>
            <pc:sldMk cId="3759075074" sldId="2147482635"/>
            <ac:graphicFrameMk id="30" creationId="{1BA54357-F97E-BC35-448C-646AD33A688E}"/>
          </ac:graphicFrameMkLst>
        </pc:graphicFrameChg>
      </pc:sldChg>
    </pc:docChg>
  </pc:docChgLst>
  <pc:docChgLst>
    <pc:chgData name="Moez Sassi" userId="fcada67b-5996-48fa-b7c8-6977e7470a7a" providerId="ADAL" clId="{B286423D-6CAA-4C86-A5C4-D8276CC69735}"/>
    <pc:docChg chg="custSel modSld">
      <pc:chgData name="Moez Sassi" userId="fcada67b-5996-48fa-b7c8-6977e7470a7a" providerId="ADAL" clId="{B286423D-6CAA-4C86-A5C4-D8276CC69735}" dt="2025-12-03T08:15:13.832" v="226" actId="1036"/>
      <pc:docMkLst>
        <pc:docMk/>
      </pc:docMkLst>
      <pc:sldChg chg="modSp mod">
        <pc:chgData name="Moez Sassi" userId="fcada67b-5996-48fa-b7c8-6977e7470a7a" providerId="ADAL" clId="{B286423D-6CAA-4C86-A5C4-D8276CC69735}" dt="2025-12-03T07:07:38.508" v="95" actId="400"/>
        <pc:sldMkLst>
          <pc:docMk/>
          <pc:sldMk cId="356968630" sldId="2147482620"/>
        </pc:sldMkLst>
        <pc:spChg chg="mod">
          <ac:chgData name="Moez Sassi" userId="fcada67b-5996-48fa-b7c8-6977e7470a7a" providerId="ADAL" clId="{B286423D-6CAA-4C86-A5C4-D8276CC69735}" dt="2025-12-03T07:06:50.482" v="94" actId="20577"/>
          <ac:spMkLst>
            <pc:docMk/>
            <pc:sldMk cId="356968630" sldId="2147482620"/>
            <ac:spMk id="8" creationId="{00000000-0000-0000-0000-000000000000}"/>
          </ac:spMkLst>
        </pc:spChg>
        <pc:spChg chg="mod">
          <ac:chgData name="Moez Sassi" userId="fcada67b-5996-48fa-b7c8-6977e7470a7a" providerId="ADAL" clId="{B286423D-6CAA-4C86-A5C4-D8276CC69735}" dt="2025-12-03T06:51:34.372" v="64" actId="1036"/>
          <ac:spMkLst>
            <pc:docMk/>
            <pc:sldMk cId="356968630" sldId="2147482620"/>
            <ac:spMk id="13" creationId="{934CEC17-19D4-7DB6-72C5-C8240CF45A42}"/>
          </ac:spMkLst>
        </pc:spChg>
        <pc:spChg chg="mod">
          <ac:chgData name="Moez Sassi" userId="fcada67b-5996-48fa-b7c8-6977e7470a7a" providerId="ADAL" clId="{B286423D-6CAA-4C86-A5C4-D8276CC69735}" dt="2025-12-03T06:51:29.821" v="58" actId="1036"/>
          <ac:spMkLst>
            <pc:docMk/>
            <pc:sldMk cId="356968630" sldId="2147482620"/>
            <ac:spMk id="68" creationId="{00000000-0000-0000-0000-000000000000}"/>
          </ac:spMkLst>
        </pc:spChg>
        <pc:spChg chg="mod">
          <ac:chgData name="Moez Sassi" userId="fcada67b-5996-48fa-b7c8-6977e7470a7a" providerId="ADAL" clId="{B286423D-6CAA-4C86-A5C4-D8276CC69735}" dt="2025-12-03T07:07:38.508" v="95" actId="400"/>
          <ac:spMkLst>
            <pc:docMk/>
            <pc:sldMk cId="356968630" sldId="2147482620"/>
            <ac:spMk id="79" creationId="{00000000-0000-0000-0000-000000000000}"/>
          </ac:spMkLst>
        </pc:spChg>
        <pc:spChg chg="mod">
          <ac:chgData name="Moez Sassi" userId="fcada67b-5996-48fa-b7c8-6977e7470a7a" providerId="ADAL" clId="{B286423D-6CAA-4C86-A5C4-D8276CC69735}" dt="2025-12-03T06:51:55.799" v="67" actId="207"/>
          <ac:spMkLst>
            <pc:docMk/>
            <pc:sldMk cId="356968630" sldId="2147482620"/>
            <ac:spMk id="93" creationId="{85D7D397-6011-AF6E-C0BC-6965117C2484}"/>
          </ac:spMkLst>
        </pc:spChg>
      </pc:sldChg>
      <pc:sldChg chg="modSp mod">
        <pc:chgData name="Moez Sassi" userId="fcada67b-5996-48fa-b7c8-6977e7470a7a" providerId="ADAL" clId="{B286423D-6CAA-4C86-A5C4-D8276CC69735}" dt="2025-12-03T08:15:13.832" v="226" actId="1036"/>
        <pc:sldMkLst>
          <pc:docMk/>
          <pc:sldMk cId="4193340814" sldId="2147482628"/>
        </pc:sldMkLst>
        <pc:spChg chg="mod">
          <ac:chgData name="Moez Sassi" userId="fcada67b-5996-48fa-b7c8-6977e7470a7a" providerId="ADAL" clId="{B286423D-6CAA-4C86-A5C4-D8276CC69735}" dt="2025-12-03T07:09:57.183" v="131" actId="14100"/>
          <ac:spMkLst>
            <pc:docMk/>
            <pc:sldMk cId="4193340814" sldId="2147482628"/>
            <ac:spMk id="5" creationId="{EBA1E9B3-D8FD-691A-7E3D-3865EF4B97B1}"/>
          </ac:spMkLst>
        </pc:spChg>
        <pc:spChg chg="mod">
          <ac:chgData name="Moez Sassi" userId="fcada67b-5996-48fa-b7c8-6977e7470a7a" providerId="ADAL" clId="{B286423D-6CAA-4C86-A5C4-D8276CC69735}" dt="2025-12-03T08:15:13.832" v="226" actId="1036"/>
          <ac:spMkLst>
            <pc:docMk/>
            <pc:sldMk cId="4193340814" sldId="2147482628"/>
            <ac:spMk id="47" creationId="{0488930C-1C22-A962-63C7-B36BA641B180}"/>
          </ac:spMkLst>
        </pc:spChg>
        <pc:spChg chg="mod">
          <ac:chgData name="Moez Sassi" userId="fcada67b-5996-48fa-b7c8-6977e7470a7a" providerId="ADAL" clId="{B286423D-6CAA-4C86-A5C4-D8276CC69735}" dt="2025-12-03T07:11:36.075" v="152" actId="207"/>
          <ac:spMkLst>
            <pc:docMk/>
            <pc:sldMk cId="4193340814" sldId="2147482628"/>
            <ac:spMk id="54" creationId="{00000000-0000-0000-0000-000000000000}"/>
          </ac:spMkLst>
        </pc:spChg>
        <pc:spChg chg="mod">
          <ac:chgData name="Moez Sassi" userId="fcada67b-5996-48fa-b7c8-6977e7470a7a" providerId="ADAL" clId="{B286423D-6CAA-4C86-A5C4-D8276CC69735}" dt="2025-12-03T08:15:02.986" v="224" actId="1037"/>
          <ac:spMkLst>
            <pc:docMk/>
            <pc:sldMk cId="4193340814" sldId="2147482628"/>
            <ac:spMk id="63" creationId="{D55F6460-7F9B-44E9-77B7-FAA2B84F99BF}"/>
          </ac:spMkLst>
        </pc:spChg>
      </pc:sldChg>
      <pc:sldChg chg="modSp mod">
        <pc:chgData name="Moez Sassi" userId="fcada67b-5996-48fa-b7c8-6977e7470a7a" providerId="ADAL" clId="{B286423D-6CAA-4C86-A5C4-D8276CC69735}" dt="2025-12-03T08:14:32.467" v="219" actId="207"/>
        <pc:sldMkLst>
          <pc:docMk/>
          <pc:sldMk cId="3866438544" sldId="2147482633"/>
        </pc:sldMkLst>
        <pc:graphicFrameChg chg="modGraphic">
          <ac:chgData name="Moez Sassi" userId="fcada67b-5996-48fa-b7c8-6977e7470a7a" providerId="ADAL" clId="{B286423D-6CAA-4C86-A5C4-D8276CC69735}" dt="2025-12-03T08:14:32.467" v="219" actId="207"/>
          <ac:graphicFrameMkLst>
            <pc:docMk/>
            <pc:sldMk cId="3866438544" sldId="2147482633"/>
            <ac:graphicFrameMk id="3" creationId="{E1571DAA-60E7-2345-9971-79FB6C628FD8}"/>
          </ac:graphicFrameMkLst>
        </pc:graphicFrameChg>
      </pc:sldChg>
      <pc:sldChg chg="modSp mod">
        <pc:chgData name="Moez Sassi" userId="fcada67b-5996-48fa-b7c8-6977e7470a7a" providerId="ADAL" clId="{B286423D-6CAA-4C86-A5C4-D8276CC69735}" dt="2025-12-03T07:14:45.909" v="199" actId="400"/>
        <pc:sldMkLst>
          <pc:docMk/>
          <pc:sldMk cId="3759075074" sldId="2147482635"/>
        </pc:sldMkLst>
        <pc:spChg chg="mod">
          <ac:chgData name="Moez Sassi" userId="fcada67b-5996-48fa-b7c8-6977e7470a7a" providerId="ADAL" clId="{B286423D-6CAA-4C86-A5C4-D8276CC69735}" dt="2025-12-03T07:14:13.282" v="198" actId="207"/>
          <ac:spMkLst>
            <pc:docMk/>
            <pc:sldMk cId="3759075074" sldId="2147482635"/>
            <ac:spMk id="3" creationId="{C23BC6C5-5920-5047-06CE-4B7B8530EBBC}"/>
          </ac:spMkLst>
        </pc:spChg>
        <pc:spChg chg="mod">
          <ac:chgData name="Moez Sassi" userId="fcada67b-5996-48fa-b7c8-6977e7470a7a" providerId="ADAL" clId="{B286423D-6CAA-4C86-A5C4-D8276CC69735}" dt="2025-12-03T07:14:45.909" v="199" actId="400"/>
          <ac:spMkLst>
            <pc:docMk/>
            <pc:sldMk cId="3759075074" sldId="2147482635"/>
            <ac:spMk id="5" creationId="{FFDEBAE5-32FD-CCB9-EEBD-37A00733109A}"/>
          </ac:spMkLst>
        </pc:spChg>
      </pc:sldChg>
    </pc:docChg>
  </pc:docChgLst>
  <pc:docChgLst>
    <pc:chgData name="George Samuel George" userId="S::george.samuel@rakbank.ae::8889df73-5a36-471c-96a9-21c49ac2a5f4" providerId="AD" clId="Web-{D9D4CEE8-D6DE-FE11-693F-C8B21AB6754D}"/>
    <pc:docChg chg="modSld">
      <pc:chgData name="George Samuel George" userId="S::george.samuel@rakbank.ae::8889df73-5a36-471c-96a9-21c49ac2a5f4" providerId="AD" clId="Web-{D9D4CEE8-D6DE-FE11-693F-C8B21AB6754D}" dt="2025-11-25T14:48:51.100" v="76" actId="20577"/>
      <pc:docMkLst>
        <pc:docMk/>
      </pc:docMkLst>
      <pc:sldChg chg="modSp">
        <pc:chgData name="George Samuel George" userId="S::george.samuel@rakbank.ae::8889df73-5a36-471c-96a9-21c49ac2a5f4" providerId="AD" clId="Web-{D9D4CEE8-D6DE-FE11-693F-C8B21AB6754D}" dt="2025-11-25T14:48:51.100" v="76" actId="20577"/>
        <pc:sldMkLst>
          <pc:docMk/>
          <pc:sldMk cId="274633079" sldId="2147482625"/>
        </pc:sldMkLst>
      </pc:sldChg>
    </pc:docChg>
  </pc:docChgLst>
  <pc:docChgLst>
    <pc:chgData name="Sameer Yusuf Tayeb Chandiwala" userId="e99563e6-efb0-4985-bb9d-0f28bcccbb5d" providerId="ADAL" clId="{5C1EF645-0187-4741-81F1-D5A2E20E15A4}"/>
    <pc:docChg chg="undo redo custSel addSld delSld modSld modSection">
      <pc:chgData name="Sameer Yusuf Tayeb Chandiwala" userId="e99563e6-efb0-4985-bb9d-0f28bcccbb5d" providerId="ADAL" clId="{5C1EF645-0187-4741-81F1-D5A2E20E15A4}" dt="2025-12-04T12:25:23.628" v="1188" actId="6549"/>
      <pc:docMkLst>
        <pc:docMk/>
      </pc:docMkLst>
      <pc:sldChg chg="modSp mod">
        <pc:chgData name="Sameer Yusuf Tayeb Chandiwala" userId="e99563e6-efb0-4985-bb9d-0f28bcccbb5d" providerId="ADAL" clId="{5C1EF645-0187-4741-81F1-D5A2E20E15A4}" dt="2025-12-04T07:56:22.724" v="129" actId="20577"/>
        <pc:sldMkLst>
          <pc:docMk/>
          <pc:sldMk cId="2140758429" sldId="858"/>
        </pc:sldMkLst>
        <pc:graphicFrameChg chg="mod modGraphic">
          <ac:chgData name="Sameer Yusuf Tayeb Chandiwala" userId="e99563e6-efb0-4985-bb9d-0f28bcccbb5d" providerId="ADAL" clId="{5C1EF645-0187-4741-81F1-D5A2E20E15A4}" dt="2025-12-04T07:56:22.724" v="129" actId="20577"/>
          <ac:graphicFrameMkLst>
            <pc:docMk/>
            <pc:sldMk cId="2140758429" sldId="858"/>
            <ac:graphicFrameMk id="6" creationId="{90BC3575-D3F3-8019-BD39-AAD58C090A89}"/>
          </ac:graphicFrameMkLst>
        </pc:graphicFrameChg>
      </pc:sldChg>
      <pc:sldChg chg="addSp delSp modSp mod">
        <pc:chgData name="Sameer Yusuf Tayeb Chandiwala" userId="e99563e6-efb0-4985-bb9d-0f28bcccbb5d" providerId="ADAL" clId="{5C1EF645-0187-4741-81F1-D5A2E20E15A4}" dt="2025-12-04T09:07:07.763" v="913" actId="478"/>
        <pc:sldMkLst>
          <pc:docMk/>
          <pc:sldMk cId="273208784" sldId="2147482601"/>
        </pc:sldMkLst>
        <pc:spChg chg="add del mod">
          <ac:chgData name="Sameer Yusuf Tayeb Chandiwala" userId="e99563e6-efb0-4985-bb9d-0f28bcccbb5d" providerId="ADAL" clId="{5C1EF645-0187-4741-81F1-D5A2E20E15A4}" dt="2025-12-04T09:02:34.577" v="875" actId="478"/>
          <ac:spMkLst>
            <pc:docMk/>
            <pc:sldMk cId="273208784" sldId="2147482601"/>
            <ac:spMk id="2" creationId="{2F09E7A0-0176-6BF2-A0B3-E23432BEB59B}"/>
          </ac:spMkLst>
        </pc:spChg>
        <pc:spChg chg="add del mod">
          <ac:chgData name="Sameer Yusuf Tayeb Chandiwala" userId="e99563e6-efb0-4985-bb9d-0f28bcccbb5d" providerId="ADAL" clId="{5C1EF645-0187-4741-81F1-D5A2E20E15A4}" dt="2025-12-04T09:02:35.842" v="876" actId="478"/>
          <ac:spMkLst>
            <pc:docMk/>
            <pc:sldMk cId="273208784" sldId="2147482601"/>
            <ac:spMk id="4" creationId="{4293F082-513B-70C3-A921-6340C37D5779}"/>
          </ac:spMkLst>
        </pc:spChg>
        <pc:spChg chg="add mod">
          <ac:chgData name="Sameer Yusuf Tayeb Chandiwala" userId="e99563e6-efb0-4985-bb9d-0f28bcccbb5d" providerId="ADAL" clId="{5C1EF645-0187-4741-81F1-D5A2E20E15A4}" dt="2025-12-04T09:05:58.767" v="907" actId="1076"/>
          <ac:spMkLst>
            <pc:docMk/>
            <pc:sldMk cId="273208784" sldId="2147482601"/>
            <ac:spMk id="7" creationId="{28DC9072-9D9C-7CF0-4409-14A372733EAF}"/>
          </ac:spMkLst>
        </pc:spChg>
        <pc:spChg chg="add mod">
          <ac:chgData name="Sameer Yusuf Tayeb Chandiwala" userId="e99563e6-efb0-4985-bb9d-0f28bcccbb5d" providerId="ADAL" clId="{5C1EF645-0187-4741-81F1-D5A2E20E15A4}" dt="2025-12-04T09:03:31.904" v="887" actId="1076"/>
          <ac:spMkLst>
            <pc:docMk/>
            <pc:sldMk cId="273208784" sldId="2147482601"/>
            <ac:spMk id="8" creationId="{0BFEAC8E-B542-FB78-04A3-8EE6E09C8939}"/>
          </ac:spMkLst>
        </pc:spChg>
        <pc:spChg chg="add mod">
          <ac:chgData name="Sameer Yusuf Tayeb Chandiwala" userId="e99563e6-efb0-4985-bb9d-0f28bcccbb5d" providerId="ADAL" clId="{5C1EF645-0187-4741-81F1-D5A2E20E15A4}" dt="2025-12-04T08:35:10.274" v="544" actId="1076"/>
          <ac:spMkLst>
            <pc:docMk/>
            <pc:sldMk cId="273208784" sldId="2147482601"/>
            <ac:spMk id="11" creationId="{B7C72F26-9905-3B8B-2A37-6E4B5C4ABF54}"/>
          </ac:spMkLst>
        </pc:spChg>
        <pc:spChg chg="add mod">
          <ac:chgData name="Sameer Yusuf Tayeb Chandiwala" userId="e99563e6-efb0-4985-bb9d-0f28bcccbb5d" providerId="ADAL" clId="{5C1EF645-0187-4741-81F1-D5A2E20E15A4}" dt="2025-12-04T09:03:34.678" v="888" actId="1076"/>
          <ac:spMkLst>
            <pc:docMk/>
            <pc:sldMk cId="273208784" sldId="2147482601"/>
            <ac:spMk id="12" creationId="{C32105B0-F4B8-544F-B81D-7D89C04C951A}"/>
          </ac:spMkLst>
        </pc:spChg>
        <pc:spChg chg="del">
          <ac:chgData name="Sameer Yusuf Tayeb Chandiwala" userId="e99563e6-efb0-4985-bb9d-0f28bcccbb5d" providerId="ADAL" clId="{5C1EF645-0187-4741-81F1-D5A2E20E15A4}" dt="2025-12-04T08:34:17.936" v="539" actId="21"/>
          <ac:spMkLst>
            <pc:docMk/>
            <pc:sldMk cId="273208784" sldId="2147482601"/>
            <ac:spMk id="16" creationId="{6E62F40E-4A5D-BE00-FF90-19FFCF57602F}"/>
          </ac:spMkLst>
        </pc:spChg>
        <pc:spChg chg="del">
          <ac:chgData name="Sameer Yusuf Tayeb Chandiwala" userId="e99563e6-efb0-4985-bb9d-0f28bcccbb5d" providerId="ADAL" clId="{5C1EF645-0187-4741-81F1-D5A2E20E15A4}" dt="2025-12-04T08:34:17.936" v="539" actId="21"/>
          <ac:spMkLst>
            <pc:docMk/>
            <pc:sldMk cId="273208784" sldId="2147482601"/>
            <ac:spMk id="17" creationId="{836747D8-ACBA-C16A-E612-4E8993F6A2EE}"/>
          </ac:spMkLst>
        </pc:spChg>
        <pc:spChg chg="del">
          <ac:chgData name="Sameer Yusuf Tayeb Chandiwala" userId="e99563e6-efb0-4985-bb9d-0f28bcccbb5d" providerId="ADAL" clId="{5C1EF645-0187-4741-81F1-D5A2E20E15A4}" dt="2025-12-04T09:02:26.879" v="872" actId="478"/>
          <ac:spMkLst>
            <pc:docMk/>
            <pc:sldMk cId="273208784" sldId="2147482601"/>
            <ac:spMk id="19" creationId="{3E4E7C12-E0C6-2E99-91E6-D82D8EE19DEB}"/>
          </ac:spMkLst>
        </pc:spChg>
        <pc:spChg chg="del">
          <ac:chgData name="Sameer Yusuf Tayeb Chandiwala" userId="e99563e6-efb0-4985-bb9d-0f28bcccbb5d" providerId="ADAL" clId="{5C1EF645-0187-4741-81F1-D5A2E20E15A4}" dt="2025-12-04T09:02:29.428" v="873" actId="478"/>
          <ac:spMkLst>
            <pc:docMk/>
            <pc:sldMk cId="273208784" sldId="2147482601"/>
            <ac:spMk id="22" creationId="{CA73C905-C1F9-C239-2F4A-9B104BA8FEE3}"/>
          </ac:spMkLst>
        </pc:spChg>
        <pc:spChg chg="mod">
          <ac:chgData name="Sameer Yusuf Tayeb Chandiwala" userId="e99563e6-efb0-4985-bb9d-0f28bcccbb5d" providerId="ADAL" clId="{5C1EF645-0187-4741-81F1-D5A2E20E15A4}" dt="2025-12-04T09:06:25.431" v="910" actId="1076"/>
          <ac:spMkLst>
            <pc:docMk/>
            <pc:sldMk cId="273208784" sldId="2147482601"/>
            <ac:spMk id="23" creationId="{C3D6029F-8E99-50BE-BC40-FC25C9D0C2CF}"/>
          </ac:spMkLst>
        </pc:spChg>
        <pc:spChg chg="del">
          <ac:chgData name="Sameer Yusuf Tayeb Chandiwala" userId="e99563e6-efb0-4985-bb9d-0f28bcccbb5d" providerId="ADAL" clId="{5C1EF645-0187-4741-81F1-D5A2E20E15A4}" dt="2025-12-04T08:34:17.936" v="539" actId="21"/>
          <ac:spMkLst>
            <pc:docMk/>
            <pc:sldMk cId="273208784" sldId="2147482601"/>
            <ac:spMk id="24" creationId="{612783E9-D6DD-BCB3-A469-24D71310D08E}"/>
          </ac:spMkLst>
        </pc:spChg>
        <pc:spChg chg="add mod">
          <ac:chgData name="Sameer Yusuf Tayeb Chandiwala" userId="e99563e6-efb0-4985-bb9d-0f28bcccbb5d" providerId="ADAL" clId="{5C1EF645-0187-4741-81F1-D5A2E20E15A4}" dt="2025-12-04T09:03:38.421" v="889" actId="1076"/>
          <ac:spMkLst>
            <pc:docMk/>
            <pc:sldMk cId="273208784" sldId="2147482601"/>
            <ac:spMk id="25" creationId="{B9A5E135-6339-E084-E24B-C478E949526D}"/>
          </ac:spMkLst>
        </pc:spChg>
        <pc:spChg chg="del">
          <ac:chgData name="Sameer Yusuf Tayeb Chandiwala" userId="e99563e6-efb0-4985-bb9d-0f28bcccbb5d" providerId="ADAL" clId="{5C1EF645-0187-4741-81F1-D5A2E20E15A4}" dt="2025-12-04T09:02:31.013" v="874" actId="478"/>
          <ac:spMkLst>
            <pc:docMk/>
            <pc:sldMk cId="273208784" sldId="2147482601"/>
            <ac:spMk id="27" creationId="{5F4D7052-ED9E-0BF7-8C4F-785627A888B7}"/>
          </ac:spMkLst>
        </pc:spChg>
        <pc:spChg chg="mod">
          <ac:chgData name="Sameer Yusuf Tayeb Chandiwala" userId="e99563e6-efb0-4985-bb9d-0f28bcccbb5d" providerId="ADAL" clId="{5C1EF645-0187-4741-81F1-D5A2E20E15A4}" dt="2025-12-04T09:05:52.952" v="906" actId="1076"/>
          <ac:spMkLst>
            <pc:docMk/>
            <pc:sldMk cId="273208784" sldId="2147482601"/>
            <ac:spMk id="28" creationId="{E5C914D3-6955-2588-26AF-4E02E7249974}"/>
          </ac:spMkLst>
        </pc:spChg>
        <pc:spChg chg="add mod">
          <ac:chgData name="Sameer Yusuf Tayeb Chandiwala" userId="e99563e6-efb0-4985-bb9d-0f28bcccbb5d" providerId="ADAL" clId="{5C1EF645-0187-4741-81F1-D5A2E20E15A4}" dt="2025-12-04T09:03:46.647" v="890" actId="1076"/>
          <ac:spMkLst>
            <pc:docMk/>
            <pc:sldMk cId="273208784" sldId="2147482601"/>
            <ac:spMk id="29" creationId="{9E215D61-CA5B-7AED-7A1B-BE63A5C158CB}"/>
          </ac:spMkLst>
        </pc:spChg>
        <pc:spChg chg="add mod">
          <ac:chgData name="Sameer Yusuf Tayeb Chandiwala" userId="e99563e6-efb0-4985-bb9d-0f28bcccbb5d" providerId="ADAL" clId="{5C1EF645-0187-4741-81F1-D5A2E20E15A4}" dt="2025-12-04T09:03:51.255" v="891" actId="1076"/>
          <ac:spMkLst>
            <pc:docMk/>
            <pc:sldMk cId="273208784" sldId="2147482601"/>
            <ac:spMk id="30" creationId="{C31FEC0A-DB19-961A-F651-07F28549B260}"/>
          </ac:spMkLst>
        </pc:spChg>
        <pc:spChg chg="add mod">
          <ac:chgData name="Sameer Yusuf Tayeb Chandiwala" userId="e99563e6-efb0-4985-bb9d-0f28bcccbb5d" providerId="ADAL" clId="{5C1EF645-0187-4741-81F1-D5A2E20E15A4}" dt="2025-12-04T08:35:32.663" v="550" actId="14100"/>
          <ac:spMkLst>
            <pc:docMk/>
            <pc:sldMk cId="273208784" sldId="2147482601"/>
            <ac:spMk id="32" creationId="{9974BBD4-5CE9-7432-EC24-F3229047A919}"/>
          </ac:spMkLst>
        </pc:spChg>
        <pc:spChg chg="add mod">
          <ac:chgData name="Sameer Yusuf Tayeb Chandiwala" userId="e99563e6-efb0-4985-bb9d-0f28bcccbb5d" providerId="ADAL" clId="{5C1EF645-0187-4741-81F1-D5A2E20E15A4}" dt="2025-12-04T08:44:49.385" v="801" actId="20577"/>
          <ac:spMkLst>
            <pc:docMk/>
            <pc:sldMk cId="273208784" sldId="2147482601"/>
            <ac:spMk id="35" creationId="{7E44E44F-4259-61AC-1EC8-AF474DB58825}"/>
          </ac:spMkLst>
        </pc:spChg>
        <pc:graphicFrameChg chg="add mod modGraphic">
          <ac:chgData name="Sameer Yusuf Tayeb Chandiwala" userId="e99563e6-efb0-4985-bb9d-0f28bcccbb5d" providerId="ADAL" clId="{5C1EF645-0187-4741-81F1-D5A2E20E15A4}" dt="2025-12-04T08:39:23.648" v="584" actId="179"/>
          <ac:graphicFrameMkLst>
            <pc:docMk/>
            <pc:sldMk cId="273208784" sldId="2147482601"/>
            <ac:graphicFrameMk id="9" creationId="{8860D8B5-7FEE-44A1-F834-1D6C99580FF8}"/>
          </ac:graphicFrameMkLst>
        </pc:graphicFrameChg>
        <pc:graphicFrameChg chg="del mod">
          <ac:chgData name="Sameer Yusuf Tayeb Chandiwala" userId="e99563e6-efb0-4985-bb9d-0f28bcccbb5d" providerId="ADAL" clId="{5C1EF645-0187-4741-81F1-D5A2E20E15A4}" dt="2025-12-04T08:34:17.936" v="539" actId="21"/>
          <ac:graphicFrameMkLst>
            <pc:docMk/>
            <pc:sldMk cId="273208784" sldId="2147482601"/>
            <ac:graphicFrameMk id="15" creationId="{B770CDE2-C225-39C8-30CD-8DFE46816C39}"/>
          </ac:graphicFrameMkLst>
        </pc:graphicFrameChg>
        <pc:graphicFrameChg chg="del">
          <ac:chgData name="Sameer Yusuf Tayeb Chandiwala" userId="e99563e6-efb0-4985-bb9d-0f28bcccbb5d" providerId="ADAL" clId="{5C1EF645-0187-4741-81F1-D5A2E20E15A4}" dt="2025-12-04T09:07:07.763" v="913" actId="478"/>
          <ac:graphicFrameMkLst>
            <pc:docMk/>
            <pc:sldMk cId="273208784" sldId="2147482601"/>
            <ac:graphicFrameMk id="36" creationId="{8B3C6831-1DDF-EDFF-EBE8-682F0648D683}"/>
          </ac:graphicFrameMkLst>
        </pc:graphicFrameChg>
      </pc:sldChg>
      <pc:sldChg chg="addSp delSp modSp mod">
        <pc:chgData name="Sameer Yusuf Tayeb Chandiwala" userId="e99563e6-efb0-4985-bb9d-0f28bcccbb5d" providerId="ADAL" clId="{5C1EF645-0187-4741-81F1-D5A2E20E15A4}" dt="2025-12-04T09:07:04.380" v="912" actId="478"/>
        <pc:sldMkLst>
          <pc:docMk/>
          <pc:sldMk cId="2442735338" sldId="2147482617"/>
        </pc:sldMkLst>
        <pc:spChg chg="add del mod">
          <ac:chgData name="Sameer Yusuf Tayeb Chandiwala" userId="e99563e6-efb0-4985-bb9d-0f28bcccbb5d" providerId="ADAL" clId="{5C1EF645-0187-4741-81F1-D5A2E20E15A4}" dt="2025-12-04T08:58:02.757" v="845" actId="21"/>
          <ac:spMkLst>
            <pc:docMk/>
            <pc:sldMk cId="2442735338" sldId="2147482617"/>
            <ac:spMk id="4" creationId="{7FE6A163-B0F3-C780-32D1-E0B61B662F33}"/>
          </ac:spMkLst>
        </pc:spChg>
        <pc:spChg chg="mod">
          <ac:chgData name="Sameer Yusuf Tayeb Chandiwala" userId="e99563e6-efb0-4985-bb9d-0f28bcccbb5d" providerId="ADAL" clId="{5C1EF645-0187-4741-81F1-D5A2E20E15A4}" dt="2025-12-04T09:05:06.577" v="900" actId="1076"/>
          <ac:spMkLst>
            <pc:docMk/>
            <pc:sldMk cId="2442735338" sldId="2147482617"/>
            <ac:spMk id="12" creationId="{00F9042D-E910-0631-36A4-508D8E9E9DA3}"/>
          </ac:spMkLst>
        </pc:spChg>
        <pc:spChg chg="mod">
          <ac:chgData name="Sameer Yusuf Tayeb Chandiwala" userId="e99563e6-efb0-4985-bb9d-0f28bcccbb5d" providerId="ADAL" clId="{5C1EF645-0187-4741-81F1-D5A2E20E15A4}" dt="2025-12-04T08:44:26.804" v="792" actId="20577"/>
          <ac:spMkLst>
            <pc:docMk/>
            <pc:sldMk cId="2442735338" sldId="2147482617"/>
            <ac:spMk id="13" creationId="{ABF5CF6A-FAB7-7097-0805-C83BB94C6117}"/>
          </ac:spMkLst>
        </pc:spChg>
        <pc:spChg chg="mod">
          <ac:chgData name="Sameer Yusuf Tayeb Chandiwala" userId="e99563e6-efb0-4985-bb9d-0f28bcccbb5d" providerId="ADAL" clId="{5C1EF645-0187-4741-81F1-D5A2E20E15A4}" dt="2025-12-04T09:05:14.091" v="901" actId="1076"/>
          <ac:spMkLst>
            <pc:docMk/>
            <pc:sldMk cId="2442735338" sldId="2147482617"/>
            <ac:spMk id="14" creationId="{9969E8D9-5BA1-C90C-86CF-8D3CB2087041}"/>
          </ac:spMkLst>
        </pc:spChg>
        <pc:spChg chg="del mod">
          <ac:chgData name="Sameer Yusuf Tayeb Chandiwala" userId="e99563e6-efb0-4985-bb9d-0f28bcccbb5d" providerId="ADAL" clId="{5C1EF645-0187-4741-81F1-D5A2E20E15A4}" dt="2025-12-04T08:58:06.843" v="847" actId="478"/>
          <ac:spMkLst>
            <pc:docMk/>
            <pc:sldMk cId="2442735338" sldId="2147482617"/>
            <ac:spMk id="15" creationId="{DB03EE55-5968-24B1-E421-758DA00E3541}"/>
          </ac:spMkLst>
        </pc:spChg>
        <pc:spChg chg="del mod">
          <ac:chgData name="Sameer Yusuf Tayeb Chandiwala" userId="e99563e6-efb0-4985-bb9d-0f28bcccbb5d" providerId="ADAL" clId="{5C1EF645-0187-4741-81F1-D5A2E20E15A4}" dt="2025-12-04T08:58:05.327" v="846" actId="478"/>
          <ac:spMkLst>
            <pc:docMk/>
            <pc:sldMk cId="2442735338" sldId="2147482617"/>
            <ac:spMk id="16" creationId="{FD11BB83-7261-20A4-075A-9482C1E22B37}"/>
          </ac:spMkLst>
        </pc:spChg>
        <pc:spChg chg="mod">
          <ac:chgData name="Sameer Yusuf Tayeb Chandiwala" userId="e99563e6-efb0-4985-bb9d-0f28bcccbb5d" providerId="ADAL" clId="{5C1EF645-0187-4741-81F1-D5A2E20E15A4}" dt="2025-12-04T09:05:18.634" v="902" actId="1076"/>
          <ac:spMkLst>
            <pc:docMk/>
            <pc:sldMk cId="2442735338" sldId="2147482617"/>
            <ac:spMk id="19" creationId="{FC058F32-8F8D-B467-961A-18EE5D7A4E34}"/>
          </ac:spMkLst>
        </pc:spChg>
        <pc:spChg chg="del mod">
          <ac:chgData name="Sameer Yusuf Tayeb Chandiwala" userId="e99563e6-efb0-4985-bb9d-0f28bcccbb5d" providerId="ADAL" clId="{5C1EF645-0187-4741-81F1-D5A2E20E15A4}" dt="2025-12-04T08:58:08.171" v="848" actId="478"/>
          <ac:spMkLst>
            <pc:docMk/>
            <pc:sldMk cId="2442735338" sldId="2147482617"/>
            <ac:spMk id="20" creationId="{87B75109-2310-D427-F322-25370F4A90C2}"/>
          </ac:spMkLst>
        </pc:spChg>
        <pc:spChg chg="add mod">
          <ac:chgData name="Sameer Yusuf Tayeb Chandiwala" userId="e99563e6-efb0-4985-bb9d-0f28bcccbb5d" providerId="ADAL" clId="{5C1EF645-0187-4741-81F1-D5A2E20E15A4}" dt="2025-12-04T09:01:19.141" v="865" actId="1076"/>
          <ac:spMkLst>
            <pc:docMk/>
            <pc:sldMk cId="2442735338" sldId="2147482617"/>
            <ac:spMk id="21" creationId="{7FE6A163-B0F3-C780-32D1-E0B61B662F33}"/>
          </ac:spMkLst>
        </pc:spChg>
        <pc:spChg chg="add mod">
          <ac:chgData name="Sameer Yusuf Tayeb Chandiwala" userId="e99563e6-efb0-4985-bb9d-0f28bcccbb5d" providerId="ADAL" clId="{5C1EF645-0187-4741-81F1-D5A2E20E15A4}" dt="2025-12-04T09:01:34.641" v="866" actId="1076"/>
          <ac:spMkLst>
            <pc:docMk/>
            <pc:sldMk cId="2442735338" sldId="2147482617"/>
            <ac:spMk id="23" creationId="{39B8CB9D-A34F-1DB9-1B17-587641DC6711}"/>
          </ac:spMkLst>
        </pc:spChg>
        <pc:spChg chg="add mod">
          <ac:chgData name="Sameer Yusuf Tayeb Chandiwala" userId="e99563e6-efb0-4985-bb9d-0f28bcccbb5d" providerId="ADAL" clId="{5C1EF645-0187-4741-81F1-D5A2E20E15A4}" dt="2025-12-04T09:01:46.746" v="867" actId="1076"/>
          <ac:spMkLst>
            <pc:docMk/>
            <pc:sldMk cId="2442735338" sldId="2147482617"/>
            <ac:spMk id="24" creationId="{586BACD5-3DD9-B333-2DC4-2F32699575BE}"/>
          </ac:spMkLst>
        </pc:spChg>
        <pc:spChg chg="add mod">
          <ac:chgData name="Sameer Yusuf Tayeb Chandiwala" userId="e99563e6-efb0-4985-bb9d-0f28bcccbb5d" providerId="ADAL" clId="{5C1EF645-0187-4741-81F1-D5A2E20E15A4}" dt="2025-12-04T09:01:55.153" v="868" actId="1076"/>
          <ac:spMkLst>
            <pc:docMk/>
            <pc:sldMk cId="2442735338" sldId="2147482617"/>
            <ac:spMk id="25" creationId="{9CAABD33-227F-97D9-BF3C-205DEAE2C6F5}"/>
          </ac:spMkLst>
        </pc:spChg>
        <pc:spChg chg="del mod">
          <ac:chgData name="Sameer Yusuf Tayeb Chandiwala" userId="e99563e6-efb0-4985-bb9d-0f28bcccbb5d" providerId="ADAL" clId="{5C1EF645-0187-4741-81F1-D5A2E20E15A4}" dt="2025-12-04T08:58:09.321" v="849" actId="478"/>
          <ac:spMkLst>
            <pc:docMk/>
            <pc:sldMk cId="2442735338" sldId="2147482617"/>
            <ac:spMk id="27" creationId="{3538F2FA-1C58-6AC0-8E8C-2C351FDCAF7B}"/>
          </ac:spMkLst>
        </pc:spChg>
        <pc:spChg chg="mod">
          <ac:chgData name="Sameer Yusuf Tayeb Chandiwala" userId="e99563e6-efb0-4985-bb9d-0f28bcccbb5d" providerId="ADAL" clId="{5C1EF645-0187-4741-81F1-D5A2E20E15A4}" dt="2025-12-04T08:44:31.596" v="794" actId="20577"/>
          <ac:spMkLst>
            <pc:docMk/>
            <pc:sldMk cId="2442735338" sldId="2147482617"/>
            <ac:spMk id="32" creationId="{89D59230-A541-34B8-D7F0-688DC2D1FBC4}"/>
          </ac:spMkLst>
        </pc:spChg>
        <pc:spChg chg="mod">
          <ac:chgData name="Sameer Yusuf Tayeb Chandiwala" userId="e99563e6-efb0-4985-bb9d-0f28bcccbb5d" providerId="ADAL" clId="{5C1EF645-0187-4741-81F1-D5A2E20E15A4}" dt="2025-12-04T09:05:23.363" v="903" actId="1076"/>
          <ac:spMkLst>
            <pc:docMk/>
            <pc:sldMk cId="2442735338" sldId="2147482617"/>
            <ac:spMk id="33" creationId="{199E27ED-B913-A61A-7FE6-CAD570F4EB6D}"/>
          </ac:spMkLst>
        </pc:spChg>
        <pc:spChg chg="mod">
          <ac:chgData name="Sameer Yusuf Tayeb Chandiwala" userId="e99563e6-efb0-4985-bb9d-0f28bcccbb5d" providerId="ADAL" clId="{5C1EF645-0187-4741-81F1-D5A2E20E15A4}" dt="2025-12-04T09:02:00.484" v="869" actId="1076"/>
          <ac:spMkLst>
            <pc:docMk/>
            <pc:sldMk cId="2442735338" sldId="2147482617"/>
            <ac:spMk id="34" creationId="{D35752A9-9932-A960-BB83-14B33B3E082B}"/>
          </ac:spMkLst>
        </pc:spChg>
        <pc:spChg chg="del mod">
          <ac:chgData name="Sameer Yusuf Tayeb Chandiwala" userId="e99563e6-efb0-4985-bb9d-0f28bcccbb5d" providerId="ADAL" clId="{5C1EF645-0187-4741-81F1-D5A2E20E15A4}" dt="2025-12-04T08:58:10.763" v="850" actId="478"/>
          <ac:spMkLst>
            <pc:docMk/>
            <pc:sldMk cId="2442735338" sldId="2147482617"/>
            <ac:spMk id="35" creationId="{16C18930-56B6-2769-FC4F-230D925A1F2E}"/>
          </ac:spMkLst>
        </pc:spChg>
        <pc:spChg chg="add mod">
          <ac:chgData name="Sameer Yusuf Tayeb Chandiwala" userId="e99563e6-efb0-4985-bb9d-0f28bcccbb5d" providerId="ADAL" clId="{5C1EF645-0187-4741-81F1-D5A2E20E15A4}" dt="2025-12-04T09:02:15.272" v="871" actId="1076"/>
          <ac:spMkLst>
            <pc:docMk/>
            <pc:sldMk cId="2442735338" sldId="2147482617"/>
            <ac:spMk id="37" creationId="{21CCE41F-7ACC-A7CE-FDF2-E9FC3F78AFBC}"/>
          </ac:spMkLst>
        </pc:spChg>
        <pc:spChg chg="add del mod">
          <ac:chgData name="Sameer Yusuf Tayeb Chandiwala" userId="e99563e6-efb0-4985-bb9d-0f28bcccbb5d" providerId="ADAL" clId="{5C1EF645-0187-4741-81F1-D5A2E20E15A4}" dt="2025-12-04T08:58:37.244" v="862" actId="478"/>
          <ac:spMkLst>
            <pc:docMk/>
            <pc:sldMk cId="2442735338" sldId="2147482617"/>
            <ac:spMk id="38" creationId="{CA2CE319-FE45-9947-5B43-A5CA363533EA}"/>
          </ac:spMkLst>
        </pc:spChg>
        <pc:graphicFrameChg chg="modGraphic">
          <ac:chgData name="Sameer Yusuf Tayeb Chandiwala" userId="e99563e6-efb0-4985-bb9d-0f28bcccbb5d" providerId="ADAL" clId="{5C1EF645-0187-4741-81F1-D5A2E20E15A4}" dt="2025-12-04T08:36:16.108" v="557" actId="114"/>
          <ac:graphicFrameMkLst>
            <pc:docMk/>
            <pc:sldMk cId="2442735338" sldId="2147482617"/>
            <ac:graphicFrameMk id="2" creationId="{28D43289-3B0E-E5D8-252A-06DC79BBE617}"/>
          </ac:graphicFrameMkLst>
        </pc:graphicFrameChg>
        <pc:graphicFrameChg chg="mod modGraphic">
          <ac:chgData name="Sameer Yusuf Tayeb Chandiwala" userId="e99563e6-efb0-4985-bb9d-0f28bcccbb5d" providerId="ADAL" clId="{5C1EF645-0187-4741-81F1-D5A2E20E15A4}" dt="2025-12-04T09:01:01.931" v="864" actId="14100"/>
          <ac:graphicFrameMkLst>
            <pc:docMk/>
            <pc:sldMk cId="2442735338" sldId="2147482617"/>
            <ac:graphicFrameMk id="29" creationId="{3CFFD0E6-F6A9-3259-306A-347E97226566}"/>
          </ac:graphicFrameMkLst>
        </pc:graphicFrameChg>
        <pc:graphicFrameChg chg="del">
          <ac:chgData name="Sameer Yusuf Tayeb Chandiwala" userId="e99563e6-efb0-4985-bb9d-0f28bcccbb5d" providerId="ADAL" clId="{5C1EF645-0187-4741-81F1-D5A2E20E15A4}" dt="2025-12-04T09:07:04.380" v="912" actId="478"/>
          <ac:graphicFrameMkLst>
            <pc:docMk/>
            <pc:sldMk cId="2442735338" sldId="2147482617"/>
            <ac:graphicFrameMk id="36" creationId="{B7E8C3CF-83AA-4431-E209-70E131393074}"/>
          </ac:graphicFrameMkLst>
        </pc:graphicFrameChg>
      </pc:sldChg>
      <pc:sldChg chg="addSp modSp mod modCm">
        <pc:chgData name="Sameer Yusuf Tayeb Chandiwala" userId="e99563e6-efb0-4985-bb9d-0f28bcccbb5d" providerId="ADAL" clId="{5C1EF645-0187-4741-81F1-D5A2E20E15A4}" dt="2025-12-04T09:36:25.005" v="1186" actId="20577"/>
        <pc:sldMkLst>
          <pc:docMk/>
          <pc:sldMk cId="356968630" sldId="2147482620"/>
        </pc:sldMkLst>
        <pc:spChg chg="mod">
          <ac:chgData name="Sameer Yusuf Tayeb Chandiwala" userId="e99563e6-efb0-4985-bb9d-0f28bcccbb5d" providerId="ADAL" clId="{5C1EF645-0187-4741-81F1-D5A2E20E15A4}" dt="2025-12-04T07:58:58.225" v="149" actId="1076"/>
          <ac:spMkLst>
            <pc:docMk/>
            <pc:sldMk cId="356968630" sldId="2147482620"/>
            <ac:spMk id="3" creationId="{937ED2F7-7EE4-F446-07AC-1CCC1206787D}"/>
          </ac:spMkLst>
        </pc:spChg>
        <pc:spChg chg="mod">
          <ac:chgData name="Sameer Yusuf Tayeb Chandiwala" userId="e99563e6-efb0-4985-bb9d-0f28bcccbb5d" providerId="ADAL" clId="{5C1EF645-0187-4741-81F1-D5A2E20E15A4}" dt="2025-12-04T09:36:17.078" v="1182" actId="20577"/>
          <ac:spMkLst>
            <pc:docMk/>
            <pc:sldMk cId="356968630" sldId="2147482620"/>
            <ac:spMk id="6" creationId="{ACFBA0ED-DEDB-A4E7-896F-F186A7EB03E5}"/>
          </ac:spMkLst>
        </pc:spChg>
        <pc:spChg chg="mod">
          <ac:chgData name="Sameer Yusuf Tayeb Chandiwala" userId="e99563e6-efb0-4985-bb9d-0f28bcccbb5d" providerId="ADAL" clId="{5C1EF645-0187-4741-81F1-D5A2E20E15A4}" dt="2025-12-04T07:58:41.903" v="148" actId="20577"/>
          <ac:spMkLst>
            <pc:docMk/>
            <pc:sldMk cId="356968630" sldId="2147482620"/>
            <ac:spMk id="8" creationId="{00000000-0000-0000-0000-000000000000}"/>
          </ac:spMkLst>
        </pc:spChg>
        <pc:spChg chg="mod">
          <ac:chgData name="Sameer Yusuf Tayeb Chandiwala" userId="e99563e6-efb0-4985-bb9d-0f28bcccbb5d" providerId="ADAL" clId="{5C1EF645-0187-4741-81F1-D5A2E20E15A4}" dt="2025-12-04T09:36:25.005" v="1186" actId="20577"/>
          <ac:spMkLst>
            <pc:docMk/>
            <pc:sldMk cId="356968630" sldId="2147482620"/>
            <ac:spMk id="9" creationId="{ADF395B0-7E4F-8A73-E460-483DFADD4A62}"/>
          </ac:spMkLst>
        </pc:spChg>
        <pc:spChg chg="mod">
          <ac:chgData name="Sameer Yusuf Tayeb Chandiwala" userId="e99563e6-efb0-4985-bb9d-0f28bcccbb5d" providerId="ADAL" clId="{5C1EF645-0187-4741-81F1-D5A2E20E15A4}" dt="2025-12-04T07:59:01.640" v="150" actId="1076"/>
          <ac:spMkLst>
            <pc:docMk/>
            <pc:sldMk cId="356968630" sldId="2147482620"/>
            <ac:spMk id="11" creationId="{93FCA7C2-26DC-CAD9-9134-153C0C336FF7}"/>
          </ac:spMkLst>
        </pc:spChg>
        <pc:spChg chg="mod">
          <ac:chgData name="Sameer Yusuf Tayeb Chandiwala" userId="e99563e6-efb0-4985-bb9d-0f28bcccbb5d" providerId="ADAL" clId="{5C1EF645-0187-4741-81F1-D5A2E20E15A4}" dt="2025-12-04T09:36:20.882" v="1184" actId="20577"/>
          <ac:spMkLst>
            <pc:docMk/>
            <pc:sldMk cId="356968630" sldId="2147482620"/>
            <ac:spMk id="13" creationId="{934CEC17-19D4-7DB6-72C5-C8240CF45A42}"/>
          </ac:spMkLst>
        </pc:spChg>
        <pc:spChg chg="mod">
          <ac:chgData name="Sameer Yusuf Tayeb Chandiwala" userId="e99563e6-efb0-4985-bb9d-0f28bcccbb5d" providerId="ADAL" clId="{5C1EF645-0187-4741-81F1-D5A2E20E15A4}" dt="2025-12-04T08:05:29.219" v="242" actId="20577"/>
          <ac:spMkLst>
            <pc:docMk/>
            <pc:sldMk cId="356968630" sldId="2147482620"/>
            <ac:spMk id="16" creationId="{1A36C666-9BCE-5EA0-2A4C-E83FE61B4FDA}"/>
          </ac:spMkLst>
        </pc:spChg>
        <pc:spChg chg="add mod">
          <ac:chgData name="Sameer Yusuf Tayeb Chandiwala" userId="e99563e6-efb0-4985-bb9d-0f28bcccbb5d" providerId="ADAL" clId="{5C1EF645-0187-4741-81F1-D5A2E20E15A4}" dt="2025-12-04T08:00:03.514" v="196" actId="1036"/>
          <ac:spMkLst>
            <pc:docMk/>
            <pc:sldMk cId="356968630" sldId="2147482620"/>
            <ac:spMk id="17" creationId="{79DB7A61-0E4B-7411-56DB-03F275B70E01}"/>
          </ac:spMkLst>
        </pc:spChg>
        <pc:spChg chg="mod">
          <ac:chgData name="Sameer Yusuf Tayeb Chandiwala" userId="e99563e6-efb0-4985-bb9d-0f28bcccbb5d" providerId="ADAL" clId="{5C1EF645-0187-4741-81F1-D5A2E20E15A4}" dt="2025-12-04T07:52:38.413" v="63" actId="20577"/>
          <ac:spMkLst>
            <pc:docMk/>
            <pc:sldMk cId="356968630" sldId="2147482620"/>
            <ac:spMk id="18" creationId="{2970A98D-43C9-A4CB-6D8A-3EBFAF2107BB}"/>
          </ac:spMkLst>
        </pc:spChg>
        <pc:spChg chg="mod">
          <ac:chgData name="Sameer Yusuf Tayeb Chandiwala" userId="e99563e6-efb0-4985-bb9d-0f28bcccbb5d" providerId="ADAL" clId="{5C1EF645-0187-4741-81F1-D5A2E20E15A4}" dt="2025-12-04T08:00:15.757" v="229" actId="1036"/>
          <ac:spMkLst>
            <pc:docMk/>
            <pc:sldMk cId="356968630" sldId="2147482620"/>
            <ac:spMk id="68" creationId="{00000000-0000-0000-0000-000000000000}"/>
          </ac:spMkLst>
        </pc:spChg>
        <pc:spChg chg="mod">
          <ac:chgData name="Sameer Yusuf Tayeb Chandiwala" userId="e99563e6-efb0-4985-bb9d-0f28bcccbb5d" providerId="ADAL" clId="{5C1EF645-0187-4741-81F1-D5A2E20E15A4}" dt="2025-12-04T08:00:27.695" v="238" actId="20577"/>
          <ac:spMkLst>
            <pc:docMk/>
            <pc:sldMk cId="356968630" sldId="2147482620"/>
            <ac:spMk id="79" creationId="{00000000-0000-0000-0000-000000000000}"/>
          </ac:spMkLst>
        </pc:spChg>
        <pc:spChg chg="mod">
          <ac:chgData name="Sameer Yusuf Tayeb Chandiwala" userId="e99563e6-efb0-4985-bb9d-0f28bcccbb5d" providerId="ADAL" clId="{5C1EF645-0187-4741-81F1-D5A2E20E15A4}" dt="2025-12-04T07:59:44.101" v="176" actId="21"/>
          <ac:spMkLst>
            <pc:docMk/>
            <pc:sldMk cId="356968630" sldId="2147482620"/>
            <ac:spMk id="93" creationId="{85D7D397-6011-AF6E-C0BC-6965117C2484}"/>
          </ac:spMkLst>
        </pc:spChg>
        <pc:extLst>
          <p:ext xmlns:p="http://schemas.openxmlformats.org/presentationml/2006/main" uri="{D6D511B9-2390-475A-947B-AFAB55BFBCF1}">
            <pc226:cmChg xmlns:pc226="http://schemas.microsoft.com/office/powerpoint/2022/06/main/command" chg="mod">
              <pc226:chgData name="Sameer Yusuf Tayeb Chandiwala" userId="e99563e6-efb0-4985-bb9d-0f28bcccbb5d" providerId="ADAL" clId="{5C1EF645-0187-4741-81F1-D5A2E20E15A4}" dt="2025-12-04T07:52:38.413" v="63" actId="20577"/>
              <pc2:cmMkLst xmlns:pc2="http://schemas.microsoft.com/office/powerpoint/2019/9/main/command">
                <pc:docMk/>
                <pc:sldMk cId="356968630" sldId="2147482620"/>
                <pc2:cmMk id="{869572B2-9F48-4DCD-B578-54E88F43982A}"/>
              </pc2:cmMkLst>
            </pc226:cmChg>
          </p:ext>
        </pc:extLst>
      </pc:sldChg>
      <pc:sldChg chg="addSp delSp modSp mod">
        <pc:chgData name="Sameer Yusuf Tayeb Chandiwala" userId="e99563e6-efb0-4985-bb9d-0f28bcccbb5d" providerId="ADAL" clId="{5C1EF645-0187-4741-81F1-D5A2E20E15A4}" dt="2025-12-04T09:14:20.903" v="922" actId="478"/>
        <pc:sldMkLst>
          <pc:docMk/>
          <pc:sldMk cId="4098097096" sldId="2147482622"/>
        </pc:sldMkLst>
        <pc:spChg chg="add del mod">
          <ac:chgData name="Sameer Yusuf Tayeb Chandiwala" userId="e99563e6-efb0-4985-bb9d-0f28bcccbb5d" providerId="ADAL" clId="{5C1EF645-0187-4741-81F1-D5A2E20E15A4}" dt="2025-12-04T08:40:16.118" v="611" actId="21"/>
          <ac:spMkLst>
            <pc:docMk/>
            <pc:sldMk cId="4098097096" sldId="2147482622"/>
            <ac:spMk id="7" creationId="{C40509B7-B0AE-FE64-C13B-672455F33320}"/>
          </ac:spMkLst>
        </pc:spChg>
        <pc:spChg chg="add del mod">
          <ac:chgData name="Sameer Yusuf Tayeb Chandiwala" userId="e99563e6-efb0-4985-bb9d-0f28bcccbb5d" providerId="ADAL" clId="{5C1EF645-0187-4741-81F1-D5A2E20E15A4}" dt="2025-12-04T08:34:59.291" v="542" actId="21"/>
          <ac:spMkLst>
            <pc:docMk/>
            <pc:sldMk cId="4098097096" sldId="2147482622"/>
            <ac:spMk id="11" creationId="{B7C72F26-9905-3B8B-2A37-6E4B5C4ABF54}"/>
          </ac:spMkLst>
        </pc:spChg>
        <pc:spChg chg="del mod">
          <ac:chgData name="Sameer Yusuf Tayeb Chandiwala" userId="e99563e6-efb0-4985-bb9d-0f28bcccbb5d" providerId="ADAL" clId="{5C1EF645-0187-4741-81F1-D5A2E20E15A4}" dt="2025-12-04T08:40:16.118" v="611" actId="21"/>
          <ac:spMkLst>
            <pc:docMk/>
            <pc:sldMk cId="4098097096" sldId="2147482622"/>
            <ac:spMk id="13" creationId="{3B3A33A7-8781-BF37-05C4-8A659A8AC9CF}"/>
          </ac:spMkLst>
        </pc:spChg>
        <pc:spChg chg="del mod">
          <ac:chgData name="Sameer Yusuf Tayeb Chandiwala" userId="e99563e6-efb0-4985-bb9d-0f28bcccbb5d" providerId="ADAL" clId="{5C1EF645-0187-4741-81F1-D5A2E20E15A4}" dt="2025-12-04T08:40:16.118" v="611" actId="21"/>
          <ac:spMkLst>
            <pc:docMk/>
            <pc:sldMk cId="4098097096" sldId="2147482622"/>
            <ac:spMk id="14" creationId="{B507E32F-8836-29A6-271B-59CC7902827A}"/>
          </ac:spMkLst>
        </pc:spChg>
        <pc:spChg chg="add del mod">
          <ac:chgData name="Sameer Yusuf Tayeb Chandiwala" userId="e99563e6-efb0-4985-bb9d-0f28bcccbb5d" providerId="ADAL" clId="{5C1EF645-0187-4741-81F1-D5A2E20E15A4}" dt="2025-12-04T08:34:59.291" v="542" actId="21"/>
          <ac:spMkLst>
            <pc:docMk/>
            <pc:sldMk cId="4098097096" sldId="2147482622"/>
            <ac:spMk id="15" creationId="{2F09E7A0-0176-6BF2-A0B3-E23432BEB59B}"/>
          </ac:spMkLst>
        </pc:spChg>
        <pc:spChg chg="add del mod">
          <ac:chgData name="Sameer Yusuf Tayeb Chandiwala" userId="e99563e6-efb0-4985-bb9d-0f28bcccbb5d" providerId="ADAL" clId="{5C1EF645-0187-4741-81F1-D5A2E20E15A4}" dt="2025-12-04T08:34:59.291" v="542" actId="21"/>
          <ac:spMkLst>
            <pc:docMk/>
            <pc:sldMk cId="4098097096" sldId="2147482622"/>
            <ac:spMk id="16" creationId="{4293F082-513B-70C3-A921-6340C37D5779}"/>
          </ac:spMkLst>
        </pc:spChg>
        <pc:spChg chg="add del mod">
          <ac:chgData name="Sameer Yusuf Tayeb Chandiwala" userId="e99563e6-efb0-4985-bb9d-0f28bcccbb5d" providerId="ADAL" clId="{5C1EF645-0187-4741-81F1-D5A2E20E15A4}" dt="2025-12-04T08:34:59.291" v="542" actId="21"/>
          <ac:spMkLst>
            <pc:docMk/>
            <pc:sldMk cId="4098097096" sldId="2147482622"/>
            <ac:spMk id="17" creationId="{28DC9072-9D9C-7CF0-4409-14A372733EAF}"/>
          </ac:spMkLst>
        </pc:spChg>
        <pc:spChg chg="add del mod">
          <ac:chgData name="Sameer Yusuf Tayeb Chandiwala" userId="e99563e6-efb0-4985-bb9d-0f28bcccbb5d" providerId="ADAL" clId="{5C1EF645-0187-4741-81F1-D5A2E20E15A4}" dt="2025-12-04T08:40:16.118" v="611" actId="21"/>
          <ac:spMkLst>
            <pc:docMk/>
            <pc:sldMk cId="4098097096" sldId="2147482622"/>
            <ac:spMk id="19" creationId="{CB663473-80F5-B5A1-5244-09D3A9199DB6}"/>
          </ac:spMkLst>
        </pc:spChg>
        <pc:spChg chg="add del mod">
          <ac:chgData name="Sameer Yusuf Tayeb Chandiwala" userId="e99563e6-efb0-4985-bb9d-0f28bcccbb5d" providerId="ADAL" clId="{5C1EF645-0187-4741-81F1-D5A2E20E15A4}" dt="2025-12-04T08:40:16.118" v="611" actId="21"/>
          <ac:spMkLst>
            <pc:docMk/>
            <pc:sldMk cId="4098097096" sldId="2147482622"/>
            <ac:spMk id="20" creationId="{5B0E689D-25EA-5133-10D2-54A8064E43C4}"/>
          </ac:spMkLst>
        </pc:spChg>
        <pc:spChg chg="del">
          <ac:chgData name="Sameer Yusuf Tayeb Chandiwala" userId="e99563e6-efb0-4985-bb9d-0f28bcccbb5d" providerId="ADAL" clId="{5C1EF645-0187-4741-81F1-D5A2E20E15A4}" dt="2025-12-04T08:40:16.118" v="611" actId="21"/>
          <ac:spMkLst>
            <pc:docMk/>
            <pc:sldMk cId="4098097096" sldId="2147482622"/>
            <ac:spMk id="21" creationId="{86B6EF5F-3311-C288-1612-14EA367C6122}"/>
          </ac:spMkLst>
        </pc:spChg>
        <pc:spChg chg="add del mod">
          <ac:chgData name="Sameer Yusuf Tayeb Chandiwala" userId="e99563e6-efb0-4985-bb9d-0f28bcccbb5d" providerId="ADAL" clId="{5C1EF645-0187-4741-81F1-D5A2E20E15A4}" dt="2025-12-04T08:40:32.226" v="707" actId="21"/>
          <ac:spMkLst>
            <pc:docMk/>
            <pc:sldMk cId="4098097096" sldId="2147482622"/>
            <ac:spMk id="23" creationId="{6E62F40E-4A5D-BE00-FF90-19FFCF57602F}"/>
          </ac:spMkLst>
        </pc:spChg>
        <pc:spChg chg="add del mod">
          <ac:chgData name="Sameer Yusuf Tayeb Chandiwala" userId="e99563e6-efb0-4985-bb9d-0f28bcccbb5d" providerId="ADAL" clId="{5C1EF645-0187-4741-81F1-D5A2E20E15A4}" dt="2025-12-04T08:40:32.226" v="707" actId="21"/>
          <ac:spMkLst>
            <pc:docMk/>
            <pc:sldMk cId="4098097096" sldId="2147482622"/>
            <ac:spMk id="24" creationId="{612783E9-D6DD-BCB3-A469-24D71310D08E}"/>
          </ac:spMkLst>
        </pc:spChg>
        <pc:spChg chg="add del mod">
          <ac:chgData name="Sameer Yusuf Tayeb Chandiwala" userId="e99563e6-efb0-4985-bb9d-0f28bcccbb5d" providerId="ADAL" clId="{5C1EF645-0187-4741-81F1-D5A2E20E15A4}" dt="2025-12-04T08:40:32.226" v="707" actId="21"/>
          <ac:spMkLst>
            <pc:docMk/>
            <pc:sldMk cId="4098097096" sldId="2147482622"/>
            <ac:spMk id="25" creationId="{836747D8-ACBA-C16A-E612-4E8993F6A2EE}"/>
          </ac:spMkLst>
        </pc:spChg>
        <pc:spChg chg="add mod">
          <ac:chgData name="Sameer Yusuf Tayeb Chandiwala" userId="e99563e6-efb0-4985-bb9d-0f28bcccbb5d" providerId="ADAL" clId="{5C1EF645-0187-4741-81F1-D5A2E20E15A4}" dt="2025-12-04T08:41:31.902" v="747" actId="1035"/>
          <ac:spMkLst>
            <pc:docMk/>
            <pc:sldMk cId="4098097096" sldId="2147482622"/>
            <ac:spMk id="27" creationId="{86B6EF5F-3311-C288-1612-14EA367C6122}"/>
          </ac:spMkLst>
        </pc:spChg>
        <pc:spChg chg="add mod">
          <ac:chgData name="Sameer Yusuf Tayeb Chandiwala" userId="e99563e6-efb0-4985-bb9d-0f28bcccbb5d" providerId="ADAL" clId="{5C1EF645-0187-4741-81F1-D5A2E20E15A4}" dt="2025-12-04T08:41:31.902" v="747" actId="1035"/>
          <ac:spMkLst>
            <pc:docMk/>
            <pc:sldMk cId="4098097096" sldId="2147482622"/>
            <ac:spMk id="30" creationId="{3B3A33A7-8781-BF37-05C4-8A659A8AC9CF}"/>
          </ac:spMkLst>
        </pc:spChg>
        <pc:spChg chg="del mod">
          <ac:chgData name="Sameer Yusuf Tayeb Chandiwala" userId="e99563e6-efb0-4985-bb9d-0f28bcccbb5d" providerId="ADAL" clId="{5C1EF645-0187-4741-81F1-D5A2E20E15A4}" dt="2025-12-04T08:34:59.291" v="542" actId="21"/>
          <ac:spMkLst>
            <pc:docMk/>
            <pc:sldMk cId="4098097096" sldId="2147482622"/>
            <ac:spMk id="32" creationId="{9974BBD4-5CE9-7432-EC24-F3229047A919}"/>
          </ac:spMkLst>
        </pc:spChg>
        <pc:spChg chg="add mod">
          <ac:chgData name="Sameer Yusuf Tayeb Chandiwala" userId="e99563e6-efb0-4985-bb9d-0f28bcccbb5d" providerId="ADAL" clId="{5C1EF645-0187-4741-81F1-D5A2E20E15A4}" dt="2025-12-04T08:44:58.300" v="806" actId="20577"/>
          <ac:spMkLst>
            <pc:docMk/>
            <pc:sldMk cId="4098097096" sldId="2147482622"/>
            <ac:spMk id="33" creationId="{B507E32F-8836-29A6-271B-59CC7902827A}"/>
          </ac:spMkLst>
        </pc:spChg>
        <pc:spChg chg="add mod">
          <ac:chgData name="Sameer Yusuf Tayeb Chandiwala" userId="e99563e6-efb0-4985-bb9d-0f28bcccbb5d" providerId="ADAL" clId="{5C1EF645-0187-4741-81F1-D5A2E20E15A4}" dt="2025-12-04T09:06:06.715" v="908" actId="1076"/>
          <ac:spMkLst>
            <pc:docMk/>
            <pc:sldMk cId="4098097096" sldId="2147482622"/>
            <ac:spMk id="34" creationId="{C40509B7-B0AE-FE64-C13B-672455F33320}"/>
          </ac:spMkLst>
        </pc:spChg>
        <pc:spChg chg="del mod">
          <ac:chgData name="Sameer Yusuf Tayeb Chandiwala" userId="e99563e6-efb0-4985-bb9d-0f28bcccbb5d" providerId="ADAL" clId="{5C1EF645-0187-4741-81F1-D5A2E20E15A4}" dt="2025-12-04T08:34:59.291" v="542" actId="21"/>
          <ac:spMkLst>
            <pc:docMk/>
            <pc:sldMk cId="4098097096" sldId="2147482622"/>
            <ac:spMk id="35" creationId="{7E44E44F-4259-61AC-1EC8-AF474DB58825}"/>
          </ac:spMkLst>
        </pc:spChg>
        <pc:spChg chg="add del mod">
          <ac:chgData name="Sameer Yusuf Tayeb Chandiwala" userId="e99563e6-efb0-4985-bb9d-0f28bcccbb5d" providerId="ADAL" clId="{5C1EF645-0187-4741-81F1-D5A2E20E15A4}" dt="2025-12-04T09:04:08.210" v="893" actId="478"/>
          <ac:spMkLst>
            <pc:docMk/>
            <pc:sldMk cId="4098097096" sldId="2147482622"/>
            <ac:spMk id="37" creationId="{CB663473-80F5-B5A1-5244-09D3A9199DB6}"/>
          </ac:spMkLst>
        </pc:spChg>
        <pc:spChg chg="add del mod">
          <ac:chgData name="Sameer Yusuf Tayeb Chandiwala" userId="e99563e6-efb0-4985-bb9d-0f28bcccbb5d" providerId="ADAL" clId="{5C1EF645-0187-4741-81F1-D5A2E20E15A4}" dt="2025-12-04T09:04:03.675" v="892" actId="478"/>
          <ac:spMkLst>
            <pc:docMk/>
            <pc:sldMk cId="4098097096" sldId="2147482622"/>
            <ac:spMk id="38" creationId="{5B0E689D-25EA-5133-10D2-54A8064E43C4}"/>
          </ac:spMkLst>
        </pc:spChg>
        <pc:spChg chg="add mod">
          <ac:chgData name="Sameer Yusuf Tayeb Chandiwala" userId="e99563e6-efb0-4985-bb9d-0f28bcccbb5d" providerId="ADAL" clId="{5C1EF645-0187-4741-81F1-D5A2E20E15A4}" dt="2025-12-04T08:41:55.229" v="783" actId="1076"/>
          <ac:spMkLst>
            <pc:docMk/>
            <pc:sldMk cId="4098097096" sldId="2147482622"/>
            <ac:spMk id="40" creationId="{6E62F40E-4A5D-BE00-FF90-19FFCF57602F}"/>
          </ac:spMkLst>
        </pc:spChg>
        <pc:spChg chg="add mod">
          <ac:chgData name="Sameer Yusuf Tayeb Chandiwala" userId="e99563e6-efb0-4985-bb9d-0f28bcccbb5d" providerId="ADAL" clId="{5C1EF645-0187-4741-81F1-D5A2E20E15A4}" dt="2025-12-04T09:06:13.750" v="909" actId="1076"/>
          <ac:spMkLst>
            <pc:docMk/>
            <pc:sldMk cId="4098097096" sldId="2147482622"/>
            <ac:spMk id="41" creationId="{612783E9-D6DD-BCB3-A469-24D71310D08E}"/>
          </ac:spMkLst>
        </pc:spChg>
        <pc:spChg chg="add mod">
          <ac:chgData name="Sameer Yusuf Tayeb Chandiwala" userId="e99563e6-efb0-4985-bb9d-0f28bcccbb5d" providerId="ADAL" clId="{5C1EF645-0187-4741-81F1-D5A2E20E15A4}" dt="2025-12-04T08:45:03.979" v="808" actId="20577"/>
          <ac:spMkLst>
            <pc:docMk/>
            <pc:sldMk cId="4098097096" sldId="2147482622"/>
            <ac:spMk id="42" creationId="{836747D8-ACBA-C16A-E612-4E8993F6A2EE}"/>
          </ac:spMkLst>
        </pc:spChg>
        <pc:spChg chg="add mod">
          <ac:chgData name="Sameer Yusuf Tayeb Chandiwala" userId="e99563e6-efb0-4985-bb9d-0f28bcccbb5d" providerId="ADAL" clId="{5C1EF645-0187-4741-81F1-D5A2E20E15A4}" dt="2025-12-04T09:04:34.123" v="899" actId="1076"/>
          <ac:spMkLst>
            <pc:docMk/>
            <pc:sldMk cId="4098097096" sldId="2147482622"/>
            <ac:spMk id="43" creationId="{A4CC509D-77D7-3666-538C-E8A0F55D9F76}"/>
          </ac:spMkLst>
        </pc:spChg>
        <pc:spChg chg="add mod">
          <ac:chgData name="Sameer Yusuf Tayeb Chandiwala" userId="e99563e6-efb0-4985-bb9d-0f28bcccbb5d" providerId="ADAL" clId="{5C1EF645-0187-4741-81F1-D5A2E20E15A4}" dt="2025-12-04T09:04:28.175" v="898" actId="1076"/>
          <ac:spMkLst>
            <pc:docMk/>
            <pc:sldMk cId="4098097096" sldId="2147482622"/>
            <ac:spMk id="44" creationId="{B38610F5-A3F0-16BE-691C-8C5BA4B0A379}"/>
          </ac:spMkLst>
        </pc:spChg>
        <pc:graphicFrameChg chg="add mod">
          <ac:chgData name="Sameer Yusuf Tayeb Chandiwala" userId="e99563e6-efb0-4985-bb9d-0f28bcccbb5d" providerId="ADAL" clId="{5C1EF645-0187-4741-81F1-D5A2E20E15A4}" dt="2025-12-04T08:23:44.740" v="459"/>
          <ac:graphicFrameMkLst>
            <pc:docMk/>
            <pc:sldMk cId="4098097096" sldId="2147482622"/>
            <ac:graphicFrameMk id="2" creationId="{3B7C2570-869E-86DB-049A-AEB288F19EFE}"/>
          </ac:graphicFrameMkLst>
        </pc:graphicFrameChg>
        <pc:graphicFrameChg chg="add del mod modGraphic">
          <ac:chgData name="Sameer Yusuf Tayeb Chandiwala" userId="e99563e6-efb0-4985-bb9d-0f28bcccbb5d" providerId="ADAL" clId="{5C1EF645-0187-4741-81F1-D5A2E20E15A4}" dt="2025-12-04T08:24:22.103" v="465" actId="478"/>
          <ac:graphicFrameMkLst>
            <pc:docMk/>
            <pc:sldMk cId="4098097096" sldId="2147482622"/>
            <ac:graphicFrameMk id="4" creationId="{E04704E8-FDD6-97EC-4BF8-6B445E089441}"/>
          </ac:graphicFrameMkLst>
        </pc:graphicFrameChg>
        <pc:graphicFrameChg chg="add del mod">
          <ac:chgData name="Sameer Yusuf Tayeb Chandiwala" userId="e99563e6-efb0-4985-bb9d-0f28bcccbb5d" providerId="ADAL" clId="{5C1EF645-0187-4741-81F1-D5A2E20E15A4}" dt="2025-12-04T08:27:05.154" v="491" actId="478"/>
          <ac:graphicFrameMkLst>
            <pc:docMk/>
            <pc:sldMk cId="4098097096" sldId="2147482622"/>
            <ac:graphicFrameMk id="8" creationId="{035DAF91-815E-4E3A-A191-ACFB31BCB088}"/>
          </ac:graphicFrameMkLst>
        </pc:graphicFrameChg>
        <pc:graphicFrameChg chg="del mod">
          <ac:chgData name="Sameer Yusuf Tayeb Chandiwala" userId="e99563e6-efb0-4985-bb9d-0f28bcccbb5d" providerId="ADAL" clId="{5C1EF645-0187-4741-81F1-D5A2E20E15A4}" dt="2025-12-04T08:34:59.291" v="542" actId="21"/>
          <ac:graphicFrameMkLst>
            <pc:docMk/>
            <pc:sldMk cId="4098097096" sldId="2147482622"/>
            <ac:graphicFrameMk id="9" creationId="{8860D8B5-7FEE-44A1-F834-1D6C99580FF8}"/>
          </ac:graphicFrameMkLst>
        </pc:graphicFrameChg>
        <pc:graphicFrameChg chg="del mod modGraphic">
          <ac:chgData name="Sameer Yusuf Tayeb Chandiwala" userId="e99563e6-efb0-4985-bb9d-0f28bcccbb5d" providerId="ADAL" clId="{5C1EF645-0187-4741-81F1-D5A2E20E15A4}" dt="2025-12-04T08:40:16.118" v="611" actId="21"/>
          <ac:graphicFrameMkLst>
            <pc:docMk/>
            <pc:sldMk cId="4098097096" sldId="2147482622"/>
            <ac:graphicFrameMk id="12" creationId="{6738169B-8918-1155-5864-F45F6AD58C3C}"/>
          </ac:graphicFrameMkLst>
        </pc:graphicFrameChg>
        <pc:graphicFrameChg chg="add del mod">
          <ac:chgData name="Sameer Yusuf Tayeb Chandiwala" userId="e99563e6-efb0-4985-bb9d-0f28bcccbb5d" providerId="ADAL" clId="{5C1EF645-0187-4741-81F1-D5A2E20E15A4}" dt="2025-12-04T08:40:32.226" v="707" actId="21"/>
          <ac:graphicFrameMkLst>
            <pc:docMk/>
            <pc:sldMk cId="4098097096" sldId="2147482622"/>
            <ac:graphicFrameMk id="22" creationId="{B770CDE2-C225-39C8-30CD-8DFE46816C39}"/>
          </ac:graphicFrameMkLst>
        </pc:graphicFrameChg>
        <pc:graphicFrameChg chg="add mod modGraphic">
          <ac:chgData name="Sameer Yusuf Tayeb Chandiwala" userId="e99563e6-efb0-4985-bb9d-0f28bcccbb5d" providerId="ADAL" clId="{5C1EF645-0187-4741-81F1-D5A2E20E15A4}" dt="2025-12-04T08:45:27.901" v="812" actId="20577"/>
          <ac:graphicFrameMkLst>
            <pc:docMk/>
            <pc:sldMk cId="4098097096" sldId="2147482622"/>
            <ac:graphicFrameMk id="28" creationId="{6738169B-8918-1155-5864-F45F6AD58C3C}"/>
          </ac:graphicFrameMkLst>
        </pc:graphicFrameChg>
        <pc:graphicFrameChg chg="add del">
          <ac:chgData name="Sameer Yusuf Tayeb Chandiwala" userId="e99563e6-efb0-4985-bb9d-0f28bcccbb5d" providerId="ADAL" clId="{5C1EF645-0187-4741-81F1-D5A2E20E15A4}" dt="2025-12-04T09:14:20.903" v="922" actId="478"/>
          <ac:graphicFrameMkLst>
            <pc:docMk/>
            <pc:sldMk cId="4098097096" sldId="2147482622"/>
            <ac:graphicFrameMk id="36" creationId="{E655E6FC-64B9-46E4-C70E-9825EB4A06F8}"/>
          </ac:graphicFrameMkLst>
        </pc:graphicFrameChg>
        <pc:graphicFrameChg chg="add mod">
          <ac:chgData name="Sameer Yusuf Tayeb Chandiwala" userId="e99563e6-efb0-4985-bb9d-0f28bcccbb5d" providerId="ADAL" clId="{5C1EF645-0187-4741-81F1-D5A2E20E15A4}" dt="2025-12-04T08:42:03.694" v="784" actId="1076"/>
          <ac:graphicFrameMkLst>
            <pc:docMk/>
            <pc:sldMk cId="4098097096" sldId="2147482622"/>
            <ac:graphicFrameMk id="39" creationId="{B770CDE2-C225-39C8-30CD-8DFE46816C39}"/>
          </ac:graphicFrameMkLst>
        </pc:graphicFrameChg>
      </pc:sldChg>
      <pc:sldChg chg="addSp delSp modSp mod">
        <pc:chgData name="Sameer Yusuf Tayeb Chandiwala" userId="e99563e6-efb0-4985-bb9d-0f28bcccbb5d" providerId="ADAL" clId="{5C1EF645-0187-4741-81F1-D5A2E20E15A4}" dt="2025-12-04T09:07:00.749" v="911" actId="478"/>
        <pc:sldMkLst>
          <pc:docMk/>
          <pc:sldMk cId="2644251192" sldId="2147482623"/>
        </pc:sldMkLst>
        <pc:spChg chg="add mod">
          <ac:chgData name="Sameer Yusuf Tayeb Chandiwala" userId="e99563e6-efb0-4985-bb9d-0f28bcccbb5d" providerId="ADAL" clId="{5C1EF645-0187-4741-81F1-D5A2E20E15A4}" dt="2025-12-04T08:54:48.460" v="825" actId="1076"/>
          <ac:spMkLst>
            <pc:docMk/>
            <pc:sldMk cId="2644251192" sldId="2147482623"/>
            <ac:spMk id="4" creationId="{DE8F4568-85C6-020A-3B53-EB21C29527E3}"/>
          </ac:spMkLst>
        </pc:spChg>
        <pc:spChg chg="add mod">
          <ac:chgData name="Sameer Yusuf Tayeb Chandiwala" userId="e99563e6-efb0-4985-bb9d-0f28bcccbb5d" providerId="ADAL" clId="{5C1EF645-0187-4741-81F1-D5A2E20E15A4}" dt="2025-12-04T08:55:57.103" v="834" actId="1076"/>
          <ac:spMkLst>
            <pc:docMk/>
            <pc:sldMk cId="2644251192" sldId="2147482623"/>
            <ac:spMk id="6" creationId="{FDE8AB4C-84BA-364C-4CA7-165A2E36DF4A}"/>
          </ac:spMkLst>
        </pc:spChg>
        <pc:spChg chg="del mod">
          <ac:chgData name="Sameer Yusuf Tayeb Chandiwala" userId="e99563e6-efb0-4985-bb9d-0f28bcccbb5d" providerId="ADAL" clId="{5C1EF645-0187-4741-81F1-D5A2E20E15A4}" dt="2025-12-04T08:54:02.036" v="818" actId="478"/>
          <ac:spMkLst>
            <pc:docMk/>
            <pc:sldMk cId="2644251192" sldId="2147482623"/>
            <ac:spMk id="7" creationId="{BD5F2D8C-332D-925E-2C10-F32BDAE1C6F6}"/>
          </ac:spMkLst>
        </pc:spChg>
        <pc:spChg chg="mod">
          <ac:chgData name="Sameer Yusuf Tayeb Chandiwala" userId="e99563e6-efb0-4985-bb9d-0f28bcccbb5d" providerId="ADAL" clId="{5C1EF645-0187-4741-81F1-D5A2E20E15A4}" dt="2025-12-04T08:38:13.200" v="575" actId="14100"/>
          <ac:spMkLst>
            <pc:docMk/>
            <pc:sldMk cId="2644251192" sldId="2147482623"/>
            <ac:spMk id="9" creationId="{857DF0F9-FED4-E9D7-511C-4F0B1BF7E2AE}"/>
          </ac:spMkLst>
        </pc:spChg>
        <pc:spChg chg="add mod">
          <ac:chgData name="Sameer Yusuf Tayeb Chandiwala" userId="e99563e6-efb0-4985-bb9d-0f28bcccbb5d" providerId="ADAL" clId="{5C1EF645-0187-4741-81F1-D5A2E20E15A4}" dt="2025-12-04T08:56:05.434" v="835" actId="1076"/>
          <ac:spMkLst>
            <pc:docMk/>
            <pc:sldMk cId="2644251192" sldId="2147482623"/>
            <ac:spMk id="11" creationId="{CE1D9CC9-2A23-B00A-DB52-E94ED5C9A2B8}"/>
          </ac:spMkLst>
        </pc:spChg>
        <pc:spChg chg="mod">
          <ac:chgData name="Sameer Yusuf Tayeb Chandiwala" userId="e99563e6-efb0-4985-bb9d-0f28bcccbb5d" providerId="ADAL" clId="{5C1EF645-0187-4741-81F1-D5A2E20E15A4}" dt="2025-12-04T08:55:01.232" v="826" actId="1076"/>
          <ac:spMkLst>
            <pc:docMk/>
            <pc:sldMk cId="2644251192" sldId="2147482623"/>
            <ac:spMk id="13" creationId="{DB20D9D7-1BFA-9635-87BD-D2F04EFE7C26}"/>
          </ac:spMkLst>
        </pc:spChg>
        <pc:spChg chg="add mod">
          <ac:chgData name="Sameer Yusuf Tayeb Chandiwala" userId="e99563e6-efb0-4985-bb9d-0f28bcccbb5d" providerId="ADAL" clId="{5C1EF645-0187-4741-81F1-D5A2E20E15A4}" dt="2025-12-04T08:56:10.642" v="836" actId="1076"/>
          <ac:spMkLst>
            <pc:docMk/>
            <pc:sldMk cId="2644251192" sldId="2147482623"/>
            <ac:spMk id="14" creationId="{C58901AE-7875-7236-F1FB-965E0ABD9D8A}"/>
          </ac:spMkLst>
        </pc:spChg>
        <pc:spChg chg="mod">
          <ac:chgData name="Sameer Yusuf Tayeb Chandiwala" userId="e99563e6-efb0-4985-bb9d-0f28bcccbb5d" providerId="ADAL" clId="{5C1EF645-0187-4741-81F1-D5A2E20E15A4}" dt="2025-12-04T09:05:31.332" v="904" actId="1076"/>
          <ac:spMkLst>
            <pc:docMk/>
            <pc:sldMk cId="2644251192" sldId="2147482623"/>
            <ac:spMk id="19" creationId="{39190F58-1E35-83C6-D1CC-B5FF36D2A0FE}"/>
          </ac:spMkLst>
        </pc:spChg>
        <pc:spChg chg="del mod">
          <ac:chgData name="Sameer Yusuf Tayeb Chandiwala" userId="e99563e6-efb0-4985-bb9d-0f28bcccbb5d" providerId="ADAL" clId="{5C1EF645-0187-4741-81F1-D5A2E20E15A4}" dt="2025-12-04T08:53:56.267" v="817" actId="478"/>
          <ac:spMkLst>
            <pc:docMk/>
            <pc:sldMk cId="2644251192" sldId="2147482623"/>
            <ac:spMk id="20" creationId="{89F66143-0E27-7DA1-93D0-F1782A784A58}"/>
          </ac:spMkLst>
        </pc:spChg>
        <pc:spChg chg="mod">
          <ac:chgData name="Sameer Yusuf Tayeb Chandiwala" userId="e99563e6-efb0-4985-bb9d-0f28bcccbb5d" providerId="ADAL" clId="{5C1EF645-0187-4741-81F1-D5A2E20E15A4}" dt="2025-12-04T08:43:59.464" v="788" actId="20577"/>
          <ac:spMkLst>
            <pc:docMk/>
            <pc:sldMk cId="2644251192" sldId="2147482623"/>
            <ac:spMk id="21" creationId="{D98B4016-7E30-EB58-F677-6853FCEB8E7E}"/>
          </ac:spMkLst>
        </pc:spChg>
        <pc:spChg chg="del mod">
          <ac:chgData name="Sameer Yusuf Tayeb Chandiwala" userId="e99563e6-efb0-4985-bb9d-0f28bcccbb5d" providerId="ADAL" clId="{5C1EF645-0187-4741-81F1-D5A2E20E15A4}" dt="2025-12-04T08:54:11.426" v="820" actId="478"/>
          <ac:spMkLst>
            <pc:docMk/>
            <pc:sldMk cId="2644251192" sldId="2147482623"/>
            <ac:spMk id="25" creationId="{7B2D2D7E-D2FB-29C4-563A-80311A9B3917}"/>
          </ac:spMkLst>
        </pc:spChg>
        <pc:spChg chg="mod">
          <ac:chgData name="Sameer Yusuf Tayeb Chandiwala" userId="e99563e6-efb0-4985-bb9d-0f28bcccbb5d" providerId="ADAL" clId="{5C1EF645-0187-4741-81F1-D5A2E20E15A4}" dt="2025-12-04T09:05:41.266" v="905" actId="1076"/>
          <ac:spMkLst>
            <pc:docMk/>
            <pc:sldMk cId="2644251192" sldId="2147482623"/>
            <ac:spMk id="27" creationId="{6A05702B-D400-0330-F792-EBDBD1C612BB}"/>
          </ac:spMkLst>
        </pc:spChg>
        <pc:spChg chg="mod">
          <ac:chgData name="Sameer Yusuf Tayeb Chandiwala" userId="e99563e6-efb0-4985-bb9d-0f28bcccbb5d" providerId="ADAL" clId="{5C1EF645-0187-4741-81F1-D5A2E20E15A4}" dt="2025-12-04T08:43:54.385" v="786" actId="20577"/>
          <ac:spMkLst>
            <pc:docMk/>
            <pc:sldMk cId="2644251192" sldId="2147482623"/>
            <ac:spMk id="30" creationId="{6A7AA2BA-8087-F018-8121-853ECA0555C5}"/>
          </ac:spMkLst>
        </pc:spChg>
        <pc:spChg chg="del mod">
          <ac:chgData name="Sameer Yusuf Tayeb Chandiwala" userId="e99563e6-efb0-4985-bb9d-0f28bcccbb5d" providerId="ADAL" clId="{5C1EF645-0187-4741-81F1-D5A2E20E15A4}" dt="2025-12-04T08:54:05.234" v="819" actId="478"/>
          <ac:spMkLst>
            <pc:docMk/>
            <pc:sldMk cId="2644251192" sldId="2147482623"/>
            <ac:spMk id="32" creationId="{11B9D6DD-D042-99FC-ABFB-49A1C032629C}"/>
          </ac:spMkLst>
        </pc:spChg>
        <pc:graphicFrameChg chg="modGraphic">
          <ac:chgData name="Sameer Yusuf Tayeb Chandiwala" userId="e99563e6-efb0-4985-bb9d-0f28bcccbb5d" providerId="ADAL" clId="{5C1EF645-0187-4741-81F1-D5A2E20E15A4}" dt="2025-12-04T08:37:21.482" v="571" actId="14734"/>
          <ac:graphicFrameMkLst>
            <pc:docMk/>
            <pc:sldMk cId="2644251192" sldId="2147482623"/>
            <ac:graphicFrameMk id="8" creationId="{10404DC5-4B18-9C5D-403B-287B3C1E75D9}"/>
          </ac:graphicFrameMkLst>
        </pc:graphicFrameChg>
        <pc:graphicFrameChg chg="modGraphic">
          <ac:chgData name="Sameer Yusuf Tayeb Chandiwala" userId="e99563e6-efb0-4985-bb9d-0f28bcccbb5d" providerId="ADAL" clId="{5C1EF645-0187-4741-81F1-D5A2E20E15A4}" dt="2025-12-04T08:36:45.717" v="566" actId="114"/>
          <ac:graphicFrameMkLst>
            <pc:docMk/>
            <pc:sldMk cId="2644251192" sldId="2147482623"/>
            <ac:graphicFrameMk id="22" creationId="{507D233B-4743-9BAD-F319-B1912588CA75}"/>
          </ac:graphicFrameMkLst>
        </pc:graphicFrameChg>
        <pc:graphicFrameChg chg="del">
          <ac:chgData name="Sameer Yusuf Tayeb Chandiwala" userId="e99563e6-efb0-4985-bb9d-0f28bcccbb5d" providerId="ADAL" clId="{5C1EF645-0187-4741-81F1-D5A2E20E15A4}" dt="2025-12-04T09:07:00.749" v="911" actId="478"/>
          <ac:graphicFrameMkLst>
            <pc:docMk/>
            <pc:sldMk cId="2644251192" sldId="2147482623"/>
            <ac:graphicFrameMk id="36" creationId="{81922F20-2B05-17EE-A757-8A4D402913F3}"/>
          </ac:graphicFrameMkLst>
        </pc:graphicFrameChg>
      </pc:sldChg>
      <pc:sldChg chg="modSp del mod">
        <pc:chgData name="Sameer Yusuf Tayeb Chandiwala" userId="e99563e6-efb0-4985-bb9d-0f28bcccbb5d" providerId="ADAL" clId="{5C1EF645-0187-4741-81F1-D5A2E20E15A4}" dt="2025-12-04T08:16:44.355" v="337" actId="47"/>
        <pc:sldMkLst>
          <pc:docMk/>
          <pc:sldMk cId="4193340814" sldId="2147482628"/>
        </pc:sldMkLst>
        <pc:spChg chg="mod">
          <ac:chgData name="Sameer Yusuf Tayeb Chandiwala" userId="e99563e6-efb0-4985-bb9d-0f28bcccbb5d" providerId="ADAL" clId="{5C1EF645-0187-4741-81F1-D5A2E20E15A4}" dt="2025-12-04T08:15:47.286" v="320" actId="207"/>
          <ac:spMkLst>
            <pc:docMk/>
            <pc:sldMk cId="4193340814" sldId="2147482628"/>
            <ac:spMk id="5" creationId="{EBA1E9B3-D8FD-691A-7E3D-3865EF4B97B1}"/>
          </ac:spMkLst>
        </pc:spChg>
        <pc:spChg chg="mod">
          <ac:chgData name="Sameer Yusuf Tayeb Chandiwala" userId="e99563e6-efb0-4985-bb9d-0f28bcccbb5d" providerId="ADAL" clId="{5C1EF645-0187-4741-81F1-D5A2E20E15A4}" dt="2025-12-04T08:10:01.720" v="250" actId="20577"/>
          <ac:spMkLst>
            <pc:docMk/>
            <pc:sldMk cId="4193340814" sldId="2147482628"/>
            <ac:spMk id="57" creationId="{A0449C81-8433-AF82-1C05-612057FB6E83}"/>
          </ac:spMkLst>
        </pc:spChg>
        <pc:spChg chg="mod">
          <ac:chgData name="Sameer Yusuf Tayeb Chandiwala" userId="e99563e6-efb0-4985-bb9d-0f28bcccbb5d" providerId="ADAL" clId="{5C1EF645-0187-4741-81F1-D5A2E20E15A4}" dt="2025-12-04T08:10:10.522" v="251" actId="1076"/>
          <ac:spMkLst>
            <pc:docMk/>
            <pc:sldMk cId="4193340814" sldId="2147482628"/>
            <ac:spMk id="63" creationId="{D55F6460-7F9B-44E9-77B7-FAA2B84F99BF}"/>
          </ac:spMkLst>
        </pc:spChg>
      </pc:sldChg>
      <pc:sldChg chg="addSp modSp mod">
        <pc:chgData name="Sameer Yusuf Tayeb Chandiwala" userId="e99563e6-efb0-4985-bb9d-0f28bcccbb5d" providerId="ADAL" clId="{5C1EF645-0187-4741-81F1-D5A2E20E15A4}" dt="2025-12-04T09:33:10.638" v="1179" actId="20577"/>
        <pc:sldMkLst>
          <pc:docMk/>
          <pc:sldMk cId="1996230046" sldId="2147482630"/>
        </pc:sldMkLst>
        <pc:spChg chg="mod">
          <ac:chgData name="Sameer Yusuf Tayeb Chandiwala" userId="e99563e6-efb0-4985-bb9d-0f28bcccbb5d" providerId="ADAL" clId="{5C1EF645-0187-4741-81F1-D5A2E20E15A4}" dt="2025-12-04T09:33:10.638" v="1179" actId="20577"/>
          <ac:spMkLst>
            <pc:docMk/>
            <pc:sldMk cId="1996230046" sldId="2147482630"/>
            <ac:spMk id="13" creationId="{C38DAEE3-A386-CCCB-4EBB-889B80667577}"/>
          </ac:spMkLst>
        </pc:spChg>
        <pc:graphicFrameChg chg="add mod">
          <ac:chgData name="Sameer Yusuf Tayeb Chandiwala" userId="e99563e6-efb0-4985-bb9d-0f28bcccbb5d" providerId="ADAL" clId="{5C1EF645-0187-4741-81F1-D5A2E20E15A4}" dt="2025-12-04T09:29:29.626" v="1087"/>
          <ac:graphicFrameMkLst>
            <pc:docMk/>
            <pc:sldMk cId="1996230046" sldId="2147482630"/>
            <ac:graphicFrameMk id="7" creationId="{23CDE353-7039-1B30-BDF0-FEFF560E79C1}"/>
          </ac:graphicFrameMkLst>
        </pc:graphicFrameChg>
        <pc:graphicFrameChg chg="add mod">
          <ac:chgData name="Sameer Yusuf Tayeb Chandiwala" userId="e99563e6-efb0-4985-bb9d-0f28bcccbb5d" providerId="ADAL" clId="{5C1EF645-0187-4741-81F1-D5A2E20E15A4}" dt="2025-12-04T09:29:34.250" v="1089"/>
          <ac:graphicFrameMkLst>
            <pc:docMk/>
            <pc:sldMk cId="1996230046" sldId="2147482630"/>
            <ac:graphicFrameMk id="8" creationId="{6561167A-359C-45BD-980D-4BA1C77BEA30}"/>
          </ac:graphicFrameMkLst>
        </pc:graphicFrameChg>
        <pc:graphicFrameChg chg="add mod">
          <ac:chgData name="Sameer Yusuf Tayeb Chandiwala" userId="e99563e6-efb0-4985-bb9d-0f28bcccbb5d" providerId="ADAL" clId="{5C1EF645-0187-4741-81F1-D5A2E20E15A4}" dt="2025-12-04T09:29:44.815" v="1090"/>
          <ac:graphicFrameMkLst>
            <pc:docMk/>
            <pc:sldMk cId="1996230046" sldId="2147482630"/>
            <ac:graphicFrameMk id="15" creationId="{4CA64FE3-4C25-3D56-E179-1A346E1A1AE0}"/>
          </ac:graphicFrameMkLst>
        </pc:graphicFrameChg>
      </pc:sldChg>
      <pc:sldChg chg="modSp mod">
        <pc:chgData name="Sameer Yusuf Tayeb Chandiwala" userId="e99563e6-efb0-4985-bb9d-0f28bcccbb5d" providerId="ADAL" clId="{5C1EF645-0187-4741-81F1-D5A2E20E15A4}" dt="2025-12-04T09:27:54.430" v="1086" actId="114"/>
        <pc:sldMkLst>
          <pc:docMk/>
          <pc:sldMk cId="3866438544" sldId="2147482633"/>
        </pc:sldMkLst>
        <pc:spChg chg="mod">
          <ac:chgData name="Sameer Yusuf Tayeb Chandiwala" userId="e99563e6-efb0-4985-bb9d-0f28bcccbb5d" providerId="ADAL" clId="{5C1EF645-0187-4741-81F1-D5A2E20E15A4}" dt="2025-12-04T09:27:54.430" v="1086" actId="114"/>
          <ac:spMkLst>
            <pc:docMk/>
            <pc:sldMk cId="3866438544" sldId="2147482633"/>
            <ac:spMk id="5" creationId="{D7C8722D-826C-9589-D13E-F1281FBE7714}"/>
          </ac:spMkLst>
        </pc:spChg>
        <pc:graphicFrameChg chg="modGraphic">
          <ac:chgData name="Sameer Yusuf Tayeb Chandiwala" userId="e99563e6-efb0-4985-bb9d-0f28bcccbb5d" providerId="ADAL" clId="{5C1EF645-0187-4741-81F1-D5A2E20E15A4}" dt="2025-12-04T09:25:48.761" v="1074" actId="207"/>
          <ac:graphicFrameMkLst>
            <pc:docMk/>
            <pc:sldMk cId="3866438544" sldId="2147482633"/>
            <ac:graphicFrameMk id="3" creationId="{E1571DAA-60E7-2345-9971-79FB6C628FD8}"/>
          </ac:graphicFrameMkLst>
        </pc:graphicFrameChg>
      </pc:sldChg>
      <pc:sldChg chg="modSp mod">
        <pc:chgData name="Sameer Yusuf Tayeb Chandiwala" userId="e99563e6-efb0-4985-bb9d-0f28bcccbb5d" providerId="ADAL" clId="{5C1EF645-0187-4741-81F1-D5A2E20E15A4}" dt="2025-12-04T12:25:23.628" v="1188" actId="6549"/>
        <pc:sldMkLst>
          <pc:docMk/>
          <pc:sldMk cId="3759075074" sldId="2147482635"/>
        </pc:sldMkLst>
        <pc:spChg chg="mod">
          <ac:chgData name="Sameer Yusuf Tayeb Chandiwala" userId="e99563e6-efb0-4985-bb9d-0f28bcccbb5d" providerId="ADAL" clId="{5C1EF645-0187-4741-81F1-D5A2E20E15A4}" dt="2025-12-04T09:25:22.725" v="1073" actId="20577"/>
          <ac:spMkLst>
            <pc:docMk/>
            <pc:sldMk cId="3759075074" sldId="2147482635"/>
            <ac:spMk id="3" creationId="{C23BC6C5-5920-5047-06CE-4B7B8530EBBC}"/>
          </ac:spMkLst>
        </pc:spChg>
        <pc:spChg chg="mod">
          <ac:chgData name="Sameer Yusuf Tayeb Chandiwala" userId="e99563e6-efb0-4985-bb9d-0f28bcccbb5d" providerId="ADAL" clId="{5C1EF645-0187-4741-81F1-D5A2E20E15A4}" dt="2025-12-04T08:19:22.800" v="458" actId="403"/>
          <ac:spMkLst>
            <pc:docMk/>
            <pc:sldMk cId="3759075074" sldId="2147482635"/>
            <ac:spMk id="5" creationId="{FFDEBAE5-32FD-CCB9-EEBD-37A00733109A}"/>
          </ac:spMkLst>
        </pc:spChg>
        <pc:spChg chg="mod">
          <ac:chgData name="Sameer Yusuf Tayeb Chandiwala" userId="e99563e6-efb0-4985-bb9d-0f28bcccbb5d" providerId="ADAL" clId="{5C1EF645-0187-4741-81F1-D5A2E20E15A4}" dt="2025-12-04T08:18:54.713" v="451" actId="6549"/>
          <ac:spMkLst>
            <pc:docMk/>
            <pc:sldMk cId="3759075074" sldId="2147482635"/>
            <ac:spMk id="8" creationId="{B4120923-0D44-E4A8-9038-9EDC344FC96C}"/>
          </ac:spMkLst>
        </pc:spChg>
        <pc:spChg chg="mod">
          <ac:chgData name="Sameer Yusuf Tayeb Chandiwala" userId="e99563e6-efb0-4985-bb9d-0f28bcccbb5d" providerId="ADAL" clId="{5C1EF645-0187-4741-81F1-D5A2E20E15A4}" dt="2025-12-04T09:25:13.738" v="1071" actId="20577"/>
          <ac:spMkLst>
            <pc:docMk/>
            <pc:sldMk cId="3759075074" sldId="2147482635"/>
            <ac:spMk id="22" creationId="{5C67DD63-611F-327E-0FF8-58E423738B4B}"/>
          </ac:spMkLst>
        </pc:spChg>
        <pc:graphicFrameChg chg="mod">
          <ac:chgData name="Sameer Yusuf Tayeb Chandiwala" userId="e99563e6-efb0-4985-bb9d-0f28bcccbb5d" providerId="ADAL" clId="{5C1EF645-0187-4741-81F1-D5A2E20E15A4}" dt="2025-12-04T09:24:37.638" v="989" actId="207"/>
          <ac:graphicFrameMkLst>
            <pc:docMk/>
            <pc:sldMk cId="3759075074" sldId="2147482635"/>
            <ac:graphicFrameMk id="20" creationId="{AB059216-A8A1-F99B-6A02-C62FE8B986D3}"/>
          </ac:graphicFrameMkLst>
        </pc:graphicFrameChg>
        <pc:graphicFrameChg chg="mod">
          <ac:chgData name="Sameer Yusuf Tayeb Chandiwala" userId="e99563e6-efb0-4985-bb9d-0f28bcccbb5d" providerId="ADAL" clId="{5C1EF645-0187-4741-81F1-D5A2E20E15A4}" dt="2025-12-04T09:23:41.118" v="972"/>
          <ac:graphicFrameMkLst>
            <pc:docMk/>
            <pc:sldMk cId="3759075074" sldId="2147482635"/>
            <ac:graphicFrameMk id="27" creationId="{14FA6487-8C3F-3A2A-3B7A-CE1683997609}"/>
          </ac:graphicFrameMkLst>
        </pc:graphicFrameChg>
        <pc:graphicFrameChg chg="mod modGraphic">
          <ac:chgData name="Sameer Yusuf Tayeb Chandiwala" userId="e99563e6-efb0-4985-bb9d-0f28bcccbb5d" providerId="ADAL" clId="{5C1EF645-0187-4741-81F1-D5A2E20E15A4}" dt="2025-12-04T12:25:23.628" v="1188" actId="6549"/>
          <ac:graphicFrameMkLst>
            <pc:docMk/>
            <pc:sldMk cId="3759075074" sldId="2147482635"/>
            <ac:graphicFrameMk id="30" creationId="{1BA54357-F97E-BC35-448C-646AD33A688E}"/>
          </ac:graphicFrameMkLst>
        </pc:graphicFrameChg>
      </pc:sldChg>
      <pc:sldChg chg="modSp add mod">
        <pc:chgData name="Sameer Yusuf Tayeb Chandiwala" userId="e99563e6-efb0-4985-bb9d-0f28bcccbb5d" providerId="ADAL" clId="{5C1EF645-0187-4741-81F1-D5A2E20E15A4}" dt="2025-12-04T08:18:02.225" v="396" actId="1076"/>
        <pc:sldMkLst>
          <pc:docMk/>
          <pc:sldMk cId="3778550220" sldId="2147482638"/>
        </pc:sldMkLst>
        <pc:spChg chg="mod">
          <ac:chgData name="Sameer Yusuf Tayeb Chandiwala" userId="e99563e6-efb0-4985-bb9d-0f28bcccbb5d" providerId="ADAL" clId="{5C1EF645-0187-4741-81F1-D5A2E20E15A4}" dt="2025-12-04T08:15:56.054" v="321" actId="6549"/>
          <ac:spMkLst>
            <pc:docMk/>
            <pc:sldMk cId="3778550220" sldId="2147482638"/>
            <ac:spMk id="5" creationId="{3662E212-EB28-F851-1B32-528112FF12EC}"/>
          </ac:spMkLst>
        </pc:spChg>
        <pc:spChg chg="mod">
          <ac:chgData name="Sameer Yusuf Tayeb Chandiwala" userId="e99563e6-efb0-4985-bb9d-0f28bcccbb5d" providerId="ADAL" clId="{5C1EF645-0187-4741-81F1-D5A2E20E15A4}" dt="2025-12-04T08:09:13.348" v="245" actId="20577"/>
          <ac:spMkLst>
            <pc:docMk/>
            <pc:sldMk cId="3778550220" sldId="2147482638"/>
            <ac:spMk id="15" creationId="{EA00D30D-77AA-708D-34A2-9597E5B77A4C}"/>
          </ac:spMkLst>
        </pc:spChg>
        <pc:spChg chg="mod">
          <ac:chgData name="Sameer Yusuf Tayeb Chandiwala" userId="e99563e6-efb0-4985-bb9d-0f28bcccbb5d" providerId="ADAL" clId="{5C1EF645-0187-4741-81F1-D5A2E20E15A4}" dt="2025-12-04T08:12:27.594" v="295" actId="20577"/>
          <ac:spMkLst>
            <pc:docMk/>
            <pc:sldMk cId="3778550220" sldId="2147482638"/>
            <ac:spMk id="16" creationId="{C5EFC09E-79E9-CE4B-F973-B2A0EAC32D87}"/>
          </ac:spMkLst>
        </pc:spChg>
        <pc:spChg chg="mod">
          <ac:chgData name="Sameer Yusuf Tayeb Chandiwala" userId="e99563e6-efb0-4985-bb9d-0f28bcccbb5d" providerId="ADAL" clId="{5C1EF645-0187-4741-81F1-D5A2E20E15A4}" dt="2025-12-04T08:13:01.245" v="310" actId="20577"/>
          <ac:spMkLst>
            <pc:docMk/>
            <pc:sldMk cId="3778550220" sldId="2147482638"/>
            <ac:spMk id="23" creationId="{3F9B489F-FA39-0027-25EA-651A36466192}"/>
          </ac:spMkLst>
        </pc:spChg>
        <pc:spChg chg="mod">
          <ac:chgData name="Sameer Yusuf Tayeb Chandiwala" userId="e99563e6-efb0-4985-bb9d-0f28bcccbb5d" providerId="ADAL" clId="{5C1EF645-0187-4741-81F1-D5A2E20E15A4}" dt="2025-12-04T08:13:04.284" v="312" actId="20577"/>
          <ac:spMkLst>
            <pc:docMk/>
            <pc:sldMk cId="3778550220" sldId="2147482638"/>
            <ac:spMk id="24" creationId="{E23362FA-F85D-18D4-2923-39774473517E}"/>
          </ac:spMkLst>
        </pc:spChg>
        <pc:spChg chg="mod">
          <ac:chgData name="Sameer Yusuf Tayeb Chandiwala" userId="e99563e6-efb0-4985-bb9d-0f28bcccbb5d" providerId="ADAL" clId="{5C1EF645-0187-4741-81F1-D5A2E20E15A4}" dt="2025-12-04T08:12:52.859" v="306" actId="20577"/>
          <ac:spMkLst>
            <pc:docMk/>
            <pc:sldMk cId="3778550220" sldId="2147482638"/>
            <ac:spMk id="28" creationId="{D163A55B-F247-95F0-C5F8-8E5706DFC949}"/>
          </ac:spMkLst>
        </pc:spChg>
        <pc:spChg chg="mod">
          <ac:chgData name="Sameer Yusuf Tayeb Chandiwala" userId="e99563e6-efb0-4985-bb9d-0f28bcccbb5d" providerId="ADAL" clId="{5C1EF645-0187-4741-81F1-D5A2E20E15A4}" dt="2025-12-04T08:12:57.930" v="308" actId="20577"/>
          <ac:spMkLst>
            <pc:docMk/>
            <pc:sldMk cId="3778550220" sldId="2147482638"/>
            <ac:spMk id="29" creationId="{4309632D-FCEF-7887-BBA9-8F5C222EBBB9}"/>
          </ac:spMkLst>
        </pc:spChg>
        <pc:spChg chg="mod">
          <ac:chgData name="Sameer Yusuf Tayeb Chandiwala" userId="e99563e6-efb0-4985-bb9d-0f28bcccbb5d" providerId="ADAL" clId="{5C1EF645-0187-4741-81F1-D5A2E20E15A4}" dt="2025-12-04T08:12:43.924" v="301" actId="20577"/>
          <ac:spMkLst>
            <pc:docMk/>
            <pc:sldMk cId="3778550220" sldId="2147482638"/>
            <ac:spMk id="33" creationId="{CB031E11-F3CD-AC66-6101-E6B6F70A402A}"/>
          </ac:spMkLst>
        </pc:spChg>
        <pc:spChg chg="mod">
          <ac:chgData name="Sameer Yusuf Tayeb Chandiwala" userId="e99563e6-efb0-4985-bb9d-0f28bcccbb5d" providerId="ADAL" clId="{5C1EF645-0187-4741-81F1-D5A2E20E15A4}" dt="2025-12-04T08:12:49.711" v="304" actId="20577"/>
          <ac:spMkLst>
            <pc:docMk/>
            <pc:sldMk cId="3778550220" sldId="2147482638"/>
            <ac:spMk id="34" creationId="{F49FD36C-762A-F221-EB3C-8998A322D13D}"/>
          </ac:spMkLst>
        </pc:spChg>
        <pc:spChg chg="mod">
          <ac:chgData name="Sameer Yusuf Tayeb Chandiwala" userId="e99563e6-efb0-4985-bb9d-0f28bcccbb5d" providerId="ADAL" clId="{5C1EF645-0187-4741-81F1-D5A2E20E15A4}" dt="2025-12-04T08:12:06.957" v="291" actId="20577"/>
          <ac:spMkLst>
            <pc:docMk/>
            <pc:sldMk cId="3778550220" sldId="2147482638"/>
            <ac:spMk id="38" creationId="{7B08DE5A-730C-ED59-C472-E99559F2D086}"/>
          </ac:spMkLst>
        </pc:spChg>
        <pc:spChg chg="mod">
          <ac:chgData name="Sameer Yusuf Tayeb Chandiwala" userId="e99563e6-efb0-4985-bb9d-0f28bcccbb5d" providerId="ADAL" clId="{5C1EF645-0187-4741-81F1-D5A2E20E15A4}" dt="2025-12-04T08:12:23.408" v="293" actId="20577"/>
          <ac:spMkLst>
            <pc:docMk/>
            <pc:sldMk cId="3778550220" sldId="2147482638"/>
            <ac:spMk id="39" creationId="{9B028A67-AB11-2DE4-8BBE-3D957B440182}"/>
          </ac:spMkLst>
        </pc:spChg>
        <pc:spChg chg="mod">
          <ac:chgData name="Sameer Yusuf Tayeb Chandiwala" userId="e99563e6-efb0-4985-bb9d-0f28bcccbb5d" providerId="ADAL" clId="{5C1EF645-0187-4741-81F1-D5A2E20E15A4}" dt="2025-12-04T08:17:15.623" v="339" actId="20577"/>
          <ac:spMkLst>
            <pc:docMk/>
            <pc:sldMk cId="3778550220" sldId="2147482638"/>
            <ac:spMk id="40" creationId="{70C658C6-78AB-D2AF-E60F-88CCE9E4007F}"/>
          </ac:spMkLst>
        </pc:spChg>
        <pc:spChg chg="mod">
          <ac:chgData name="Sameer Yusuf Tayeb Chandiwala" userId="e99563e6-efb0-4985-bb9d-0f28bcccbb5d" providerId="ADAL" clId="{5C1EF645-0187-4741-81F1-D5A2E20E15A4}" dt="2025-12-04T08:11:58.484" v="287" actId="20577"/>
          <ac:spMkLst>
            <pc:docMk/>
            <pc:sldMk cId="3778550220" sldId="2147482638"/>
            <ac:spMk id="43" creationId="{D8A0786C-890B-DFD7-EC45-77DCA4BD7B1D}"/>
          </ac:spMkLst>
        </pc:spChg>
        <pc:spChg chg="mod">
          <ac:chgData name="Sameer Yusuf Tayeb Chandiwala" userId="e99563e6-efb0-4985-bb9d-0f28bcccbb5d" providerId="ADAL" clId="{5C1EF645-0187-4741-81F1-D5A2E20E15A4}" dt="2025-12-04T08:12:03.046" v="288" actId="20577"/>
          <ac:spMkLst>
            <pc:docMk/>
            <pc:sldMk cId="3778550220" sldId="2147482638"/>
            <ac:spMk id="44" creationId="{2FE1D136-95A8-7C97-CC01-FA4E4C06365D}"/>
          </ac:spMkLst>
        </pc:spChg>
        <pc:spChg chg="mod">
          <ac:chgData name="Sameer Yusuf Tayeb Chandiwala" userId="e99563e6-efb0-4985-bb9d-0f28bcccbb5d" providerId="ADAL" clId="{5C1EF645-0187-4741-81F1-D5A2E20E15A4}" dt="2025-12-04T08:11:50.826" v="269"/>
          <ac:spMkLst>
            <pc:docMk/>
            <pc:sldMk cId="3778550220" sldId="2147482638"/>
            <ac:spMk id="49" creationId="{A2E477A5-9451-5531-A6CA-D97106339FE1}"/>
          </ac:spMkLst>
        </pc:spChg>
        <pc:spChg chg="mod">
          <ac:chgData name="Sameer Yusuf Tayeb Chandiwala" userId="e99563e6-efb0-4985-bb9d-0f28bcccbb5d" providerId="ADAL" clId="{5C1EF645-0187-4741-81F1-D5A2E20E15A4}" dt="2025-12-04T08:11:46.699" v="268" actId="21"/>
          <ac:spMkLst>
            <pc:docMk/>
            <pc:sldMk cId="3778550220" sldId="2147482638"/>
            <ac:spMk id="50" creationId="{C9150D51-44BF-4902-F3CC-CA663DD4E6A2}"/>
          </ac:spMkLst>
        </pc:spChg>
        <pc:spChg chg="mod">
          <ac:chgData name="Sameer Yusuf Tayeb Chandiwala" userId="e99563e6-efb0-4985-bb9d-0f28bcccbb5d" providerId="ADAL" clId="{5C1EF645-0187-4741-81F1-D5A2E20E15A4}" dt="2025-12-04T08:16:15.556" v="336" actId="207"/>
          <ac:spMkLst>
            <pc:docMk/>
            <pc:sldMk cId="3778550220" sldId="2147482638"/>
            <ac:spMk id="54" creationId="{CB204467-FB26-5F1B-3595-6824B5F9B63A}"/>
          </ac:spMkLst>
        </pc:spChg>
        <pc:spChg chg="mod">
          <ac:chgData name="Sameer Yusuf Tayeb Chandiwala" userId="e99563e6-efb0-4985-bb9d-0f28bcccbb5d" providerId="ADAL" clId="{5C1EF645-0187-4741-81F1-D5A2E20E15A4}" dt="2025-12-04T08:11:38.139" v="264"/>
          <ac:spMkLst>
            <pc:docMk/>
            <pc:sldMk cId="3778550220" sldId="2147482638"/>
            <ac:spMk id="56" creationId="{7990BE71-F046-66B9-8840-65A0AB76156C}"/>
          </ac:spMkLst>
        </pc:spChg>
        <pc:spChg chg="mod">
          <ac:chgData name="Sameer Yusuf Tayeb Chandiwala" userId="e99563e6-efb0-4985-bb9d-0f28bcccbb5d" providerId="ADAL" clId="{5C1EF645-0187-4741-81F1-D5A2E20E15A4}" dt="2025-12-04T08:11:34.365" v="260" actId="20577"/>
          <ac:spMkLst>
            <pc:docMk/>
            <pc:sldMk cId="3778550220" sldId="2147482638"/>
            <ac:spMk id="57" creationId="{966A89D5-FDEC-790F-6343-153EDD957091}"/>
          </ac:spMkLst>
        </pc:spChg>
        <pc:spChg chg="mod">
          <ac:chgData name="Sameer Yusuf Tayeb Chandiwala" userId="e99563e6-efb0-4985-bb9d-0f28bcccbb5d" providerId="ADAL" clId="{5C1EF645-0187-4741-81F1-D5A2E20E15A4}" dt="2025-12-04T08:17:36.855" v="360" actId="20577"/>
          <ac:spMkLst>
            <pc:docMk/>
            <pc:sldMk cId="3778550220" sldId="2147482638"/>
            <ac:spMk id="58" creationId="{1C8C14DB-EF80-FF14-0D8D-D155AB254860}"/>
          </ac:spMkLst>
        </pc:spChg>
        <pc:spChg chg="mod">
          <ac:chgData name="Sameer Yusuf Tayeb Chandiwala" userId="e99563e6-efb0-4985-bb9d-0f28bcccbb5d" providerId="ADAL" clId="{5C1EF645-0187-4741-81F1-D5A2E20E15A4}" dt="2025-12-04T08:18:02.225" v="396" actId="1076"/>
          <ac:spMkLst>
            <pc:docMk/>
            <pc:sldMk cId="3778550220" sldId="2147482638"/>
            <ac:spMk id="63" creationId="{05ABDC6C-BD8D-527C-F9A9-19802999AA53}"/>
          </ac:spMkLst>
        </pc:spChg>
      </pc:sldChg>
      <pc:sldChg chg="addSp delSp modSp add del mod">
        <pc:chgData name="Sameer Yusuf Tayeb Chandiwala" userId="e99563e6-efb0-4985-bb9d-0f28bcccbb5d" providerId="ADAL" clId="{5C1EF645-0187-4741-81F1-D5A2E20E15A4}" dt="2025-12-04T08:41:14.791" v="710" actId="47"/>
        <pc:sldMkLst>
          <pc:docMk/>
          <pc:sldMk cId="1371672549" sldId="2147482639"/>
        </pc:sldMkLst>
        <pc:spChg chg="add del mod">
          <ac:chgData name="Sameer Yusuf Tayeb Chandiwala" userId="e99563e6-efb0-4985-bb9d-0f28bcccbb5d" providerId="ADAL" clId="{5C1EF645-0187-4741-81F1-D5A2E20E15A4}" dt="2025-12-04T08:40:03.237" v="586" actId="21"/>
          <ac:spMkLst>
            <pc:docMk/>
            <pc:sldMk cId="1371672549" sldId="2147482639"/>
            <ac:spMk id="16" creationId="{6E62F40E-4A5D-BE00-FF90-19FFCF57602F}"/>
          </ac:spMkLst>
        </pc:spChg>
        <pc:spChg chg="add del mod">
          <ac:chgData name="Sameer Yusuf Tayeb Chandiwala" userId="e99563e6-efb0-4985-bb9d-0f28bcccbb5d" providerId="ADAL" clId="{5C1EF645-0187-4741-81F1-D5A2E20E15A4}" dt="2025-12-04T08:40:03.237" v="586" actId="21"/>
          <ac:spMkLst>
            <pc:docMk/>
            <pc:sldMk cId="1371672549" sldId="2147482639"/>
            <ac:spMk id="17" creationId="{836747D8-ACBA-C16A-E612-4E8993F6A2EE}"/>
          </ac:spMkLst>
        </pc:spChg>
        <pc:spChg chg="add del mod">
          <ac:chgData name="Sameer Yusuf Tayeb Chandiwala" userId="e99563e6-efb0-4985-bb9d-0f28bcccbb5d" providerId="ADAL" clId="{5C1EF645-0187-4741-81F1-D5A2E20E15A4}" dt="2025-12-04T08:40:03.237" v="586" actId="21"/>
          <ac:spMkLst>
            <pc:docMk/>
            <pc:sldMk cId="1371672549" sldId="2147482639"/>
            <ac:spMk id="24" creationId="{612783E9-D6DD-BCB3-A469-24D71310D08E}"/>
          </ac:spMkLst>
        </pc:spChg>
        <pc:graphicFrameChg chg="add del mod">
          <ac:chgData name="Sameer Yusuf Tayeb Chandiwala" userId="e99563e6-efb0-4985-bb9d-0f28bcccbb5d" providerId="ADAL" clId="{5C1EF645-0187-4741-81F1-D5A2E20E15A4}" dt="2025-12-04T08:40:03.237" v="586" actId="21"/>
          <ac:graphicFrameMkLst>
            <pc:docMk/>
            <pc:sldMk cId="1371672549" sldId="2147482639"/>
            <ac:graphicFrameMk id="15" creationId="{B770CDE2-C225-39C8-30CD-8DFE46816C39}"/>
          </ac:graphicFrameMkLst>
        </pc:graphicFrameChg>
      </pc:sldChg>
    </pc:docChg>
  </pc:docChgLst>
  <pc:docChgLst>
    <pc:chgData name="Mona AlHakim" userId="S::mona.alhakim@rakbank.ae::f9251bd5-e131-4428-b10e-b710c710fe06" providerId="AD" clId="Web-{776EF51C-D33C-DFDE-A3E8-C392DC1987EE}"/>
    <pc:docChg chg="modSld">
      <pc:chgData name="Mona AlHakim" userId="S::mona.alhakim@rakbank.ae::f9251bd5-e131-4428-b10e-b710c710fe06" providerId="AD" clId="Web-{776EF51C-D33C-DFDE-A3E8-C392DC1987EE}" dt="2025-11-25T14:40:25.270" v="3"/>
      <pc:docMkLst>
        <pc:docMk/>
      </pc:docMkLst>
      <pc:sldChg chg="modSp">
        <pc:chgData name="Mona AlHakim" userId="S::mona.alhakim@rakbank.ae::f9251bd5-e131-4428-b10e-b710c710fe06" providerId="AD" clId="Web-{776EF51C-D33C-DFDE-A3E8-C392DC1987EE}" dt="2025-11-25T14:40:25.270" v="3"/>
        <pc:sldMkLst>
          <pc:docMk/>
          <pc:sldMk cId="3866438544" sldId="2147482633"/>
        </pc:sldMkLst>
        <pc:graphicFrameChg chg="mod modGraphic">
          <ac:chgData name="Mona AlHakim" userId="S::mona.alhakim@rakbank.ae::f9251bd5-e131-4428-b10e-b710c710fe06" providerId="AD" clId="Web-{776EF51C-D33C-DFDE-A3E8-C392DC1987EE}" dt="2025-11-25T14:40:25.270" v="3"/>
          <ac:graphicFrameMkLst>
            <pc:docMk/>
            <pc:sldMk cId="3866438544" sldId="2147482633"/>
            <ac:graphicFrameMk id="3" creationId="{E1571DAA-60E7-2345-9971-79FB6C628FD8}"/>
          </ac:graphicFrameMkLst>
        </pc:graphicFrameChg>
      </pc:sldChg>
    </pc:docChg>
  </pc:docChgLst>
  <pc:docChgLst>
    <pc:chgData name="George Samuel George" userId="S::george.samuel@rakbank.ae::8889df73-5a36-471c-96a9-21c49ac2a5f4" providerId="AD" clId="Web-{D2018274-1254-90EA-DA3F-5054ED74EC4D}"/>
    <pc:docChg chg="modSld">
      <pc:chgData name="George Samuel George" userId="S::george.samuel@rakbank.ae::8889df73-5a36-471c-96a9-21c49ac2a5f4" providerId="AD" clId="Web-{D2018274-1254-90EA-DA3F-5054ED74EC4D}" dt="2025-11-24T17:00:10.066" v="3" actId="14100"/>
      <pc:docMkLst>
        <pc:docMk/>
      </pc:docMkLst>
      <pc:sldChg chg="modSp">
        <pc:chgData name="George Samuel George" userId="S::george.samuel@rakbank.ae::8889df73-5a36-471c-96a9-21c49ac2a5f4" providerId="AD" clId="Web-{D2018274-1254-90EA-DA3F-5054ED74EC4D}" dt="2025-11-24T17:00:10.066" v="3" actId="14100"/>
        <pc:sldMkLst>
          <pc:docMk/>
          <pc:sldMk cId="274633079" sldId="2147482625"/>
        </pc:sldMkLst>
      </pc:sldChg>
    </pc:docChg>
  </pc:docChgLst>
  <pc:docChgLst>
    <pc:chgData name="Sameer Yusuf Tayeb Chandiwala" userId="e99563e6-efb0-4985-bb9d-0f28bcccbb5d" providerId="ADAL" clId="{B4977FF7-9428-41C9-A0E6-59A7962E83B7}"/>
    <pc:docChg chg="undo custSel addSld delSld modSld sldOrd modSection">
      <pc:chgData name="Sameer Yusuf Tayeb Chandiwala" userId="e99563e6-efb0-4985-bb9d-0f28bcccbb5d" providerId="ADAL" clId="{B4977FF7-9428-41C9-A0E6-59A7962E83B7}" dt="2025-11-20T08:27:03.064" v="425" actId="47"/>
      <pc:docMkLst>
        <pc:docMk/>
      </pc:docMkLst>
      <pc:sldChg chg="ord">
        <pc:chgData name="Sameer Yusuf Tayeb Chandiwala" userId="e99563e6-efb0-4985-bb9d-0f28bcccbb5d" providerId="ADAL" clId="{B4977FF7-9428-41C9-A0E6-59A7962E83B7}" dt="2025-11-20T08:15:22.213" v="192"/>
        <pc:sldMkLst>
          <pc:docMk/>
          <pc:sldMk cId="356968630" sldId="2147482620"/>
        </pc:sldMkLst>
      </pc:sldChg>
      <pc:sldChg chg="addSp delSp modSp add mod">
        <pc:chgData name="Sameer Yusuf Tayeb Chandiwala" userId="e99563e6-efb0-4985-bb9d-0f28bcccbb5d" providerId="ADAL" clId="{B4977FF7-9428-41C9-A0E6-59A7962E83B7}" dt="2025-11-20T03:55:59.994" v="92" actId="1035"/>
        <pc:sldMkLst>
          <pc:docMk/>
          <pc:sldMk cId="1996230046" sldId="2147482630"/>
        </pc:sldMkLst>
        <pc:spChg chg="mod">
          <ac:chgData name="Sameer Yusuf Tayeb Chandiwala" userId="e99563e6-efb0-4985-bb9d-0f28bcccbb5d" providerId="ADAL" clId="{B4977FF7-9428-41C9-A0E6-59A7962E83B7}" dt="2025-11-20T03:55:45.012" v="57" actId="20577"/>
          <ac:spMkLst>
            <pc:docMk/>
            <pc:sldMk cId="1996230046" sldId="2147482630"/>
            <ac:spMk id="2" creationId="{FC7D8A73-9B7F-1F19-8AAA-37179614C991}"/>
          </ac:spMkLst>
        </pc:spChg>
      </pc:sldChg>
      <pc:sldMasterChg chg="delSldLayout">
        <pc:chgData name="Sameer Yusuf Tayeb Chandiwala" userId="e99563e6-efb0-4985-bb9d-0f28bcccbb5d" providerId="ADAL" clId="{B4977FF7-9428-41C9-A0E6-59A7962E83B7}" dt="2025-11-20T08:15:55.615" v="195" actId="47"/>
        <pc:sldMasterMkLst>
          <pc:docMk/>
          <pc:sldMasterMk cId="3365621574" sldId="2147484175"/>
        </pc:sldMasterMkLst>
      </pc:sldMasterChg>
    </pc:docChg>
  </pc:docChgLst>
  <pc:docChgLst>
    <pc:chgData name="Sameer Yusuf Tayeb Chandiwala" userId="e99563e6-efb0-4985-bb9d-0f28bcccbb5d" providerId="ADAL" clId="{A0E80923-6C53-4CD7-A557-CE307C81BCE7}"/>
    <pc:docChg chg="undo custSel modSld sldOrd">
      <pc:chgData name="Sameer Yusuf Tayeb Chandiwala" userId="e99563e6-efb0-4985-bb9d-0f28bcccbb5d" providerId="ADAL" clId="{A0E80923-6C53-4CD7-A557-CE307C81BCE7}" dt="2025-11-23T20:29:05.743" v="8"/>
      <pc:docMkLst>
        <pc:docMk/>
      </pc:docMkLst>
      <pc:sldChg chg="ord">
        <pc:chgData name="Sameer Yusuf Tayeb Chandiwala" userId="e99563e6-efb0-4985-bb9d-0f28bcccbb5d" providerId="ADAL" clId="{A0E80923-6C53-4CD7-A557-CE307C81BCE7}" dt="2025-11-23T20:28:44.366" v="6"/>
        <pc:sldMkLst>
          <pc:docMk/>
          <pc:sldMk cId="2290426786" sldId="825"/>
        </pc:sldMkLst>
      </pc:sldChg>
      <pc:sldChg chg="modSp mod">
        <pc:chgData name="Sameer Yusuf Tayeb Chandiwala" userId="e99563e6-efb0-4985-bb9d-0f28bcccbb5d" providerId="ADAL" clId="{A0E80923-6C53-4CD7-A557-CE307C81BCE7}" dt="2025-11-23T20:21:42.350" v="2" actId="13926"/>
        <pc:sldMkLst>
          <pc:docMk/>
          <pc:sldMk cId="2140758429" sldId="858"/>
        </pc:sldMkLst>
        <pc:graphicFrameChg chg="modGraphic">
          <ac:chgData name="Sameer Yusuf Tayeb Chandiwala" userId="e99563e6-efb0-4985-bb9d-0f28bcccbb5d" providerId="ADAL" clId="{A0E80923-6C53-4CD7-A557-CE307C81BCE7}" dt="2025-11-23T20:21:42.350" v="2" actId="13926"/>
          <ac:graphicFrameMkLst>
            <pc:docMk/>
            <pc:sldMk cId="2140758429" sldId="858"/>
            <ac:graphicFrameMk id="6" creationId="{90BC3575-D3F3-8019-BD39-AAD58C090A89}"/>
          </ac:graphicFrameMkLst>
        </pc:graphicFrameChg>
      </pc:sldChg>
    </pc:docChg>
  </pc:docChgLst>
  <pc:docChgLst>
    <pc:chgData name="Ibrahim Saeed Ghulam Hussain" userId="S::ibrahim.hussain@rakbank.ae::908e65c7-c072-41f8-9dd9-53e6769df480" providerId="AD" clId="Web-{A76612F2-2FBF-3AED-83F3-6F3353AB87F3}"/>
    <pc:docChg chg="modSld">
      <pc:chgData name="Ibrahim Saeed Ghulam Hussain" userId="S::ibrahim.hussain@rakbank.ae::908e65c7-c072-41f8-9dd9-53e6769df480" providerId="AD" clId="Web-{A76612F2-2FBF-3AED-83F3-6F3353AB87F3}" dt="2025-11-25T12:37:56.210" v="146" actId="20577"/>
      <pc:docMkLst>
        <pc:docMk/>
      </pc:docMkLst>
      <pc:sldChg chg="modSp">
        <pc:chgData name="Ibrahim Saeed Ghulam Hussain" userId="S::ibrahim.hussain@rakbank.ae::908e65c7-c072-41f8-9dd9-53e6769df480" providerId="AD" clId="Web-{A76612F2-2FBF-3AED-83F3-6F3353AB87F3}" dt="2025-11-25T12:37:56.210" v="146" actId="20577"/>
        <pc:sldMkLst>
          <pc:docMk/>
          <pc:sldMk cId="6344405" sldId="2147482616"/>
        </pc:sldMkLst>
      </pc:sldChg>
      <pc:sldChg chg="addSp delSp modSp">
        <pc:chgData name="Ibrahim Saeed Ghulam Hussain" userId="S::ibrahim.hussain@rakbank.ae::908e65c7-c072-41f8-9dd9-53e6769df480" providerId="AD" clId="Web-{A76612F2-2FBF-3AED-83F3-6F3353AB87F3}" dt="2025-11-25T12:33:46.144" v="123"/>
        <pc:sldMkLst>
          <pc:docMk/>
          <pc:sldMk cId="2644251192" sldId="2147482623"/>
        </pc:sldMkLst>
        <pc:spChg chg="add mod">
          <ac:chgData name="Ibrahim Saeed Ghulam Hussain" userId="S::ibrahim.hussain@rakbank.ae::908e65c7-c072-41f8-9dd9-53e6769df480" providerId="AD" clId="Web-{A76612F2-2FBF-3AED-83F3-6F3353AB87F3}" dt="2025-11-25T10:08:14.060" v="47" actId="1076"/>
          <ac:spMkLst>
            <pc:docMk/>
            <pc:sldMk cId="2644251192" sldId="2147482623"/>
            <ac:spMk id="13" creationId="{DB20D9D7-1BFA-9635-87BD-D2F04EFE7C26}"/>
          </ac:spMkLst>
        </pc:spChg>
        <pc:graphicFrameChg chg="mod modGraphic">
          <ac:chgData name="Ibrahim Saeed Ghulam Hussain" userId="S::ibrahim.hussain@rakbank.ae::908e65c7-c072-41f8-9dd9-53e6769df480" providerId="AD" clId="Web-{A76612F2-2FBF-3AED-83F3-6F3353AB87F3}" dt="2025-11-25T12:33:46.144" v="123"/>
          <ac:graphicFrameMkLst>
            <pc:docMk/>
            <pc:sldMk cId="2644251192" sldId="2147482623"/>
            <ac:graphicFrameMk id="22" creationId="{507D233B-4743-9BAD-F319-B1912588CA75}"/>
          </ac:graphicFrameMkLst>
        </pc:graphicFrameChg>
      </pc:sldChg>
    </pc:docChg>
  </pc:docChgLst>
  <pc:docChgLst>
    <pc:chgData name="Sameer Yusuf Tayeb Chandiwala" userId="e99563e6-efb0-4985-bb9d-0f28bcccbb5d" providerId="ADAL" clId="{456D3D02-3766-4627-A0A3-529BFAFC3ACD}"/>
    <pc:docChg chg="undo custSel addSld delSld modSld modSection">
      <pc:chgData name="Sameer Yusuf Tayeb Chandiwala" userId="e99563e6-efb0-4985-bb9d-0f28bcccbb5d" providerId="ADAL" clId="{456D3D02-3766-4627-A0A3-529BFAFC3ACD}" dt="2025-11-27T14:04:24.237" v="223" actId="14100"/>
      <pc:docMkLst>
        <pc:docMk/>
      </pc:docMkLst>
      <pc:sldChg chg="modSp mod">
        <pc:chgData name="Sameer Yusuf Tayeb Chandiwala" userId="e99563e6-efb0-4985-bb9d-0f28bcccbb5d" providerId="ADAL" clId="{456D3D02-3766-4627-A0A3-529BFAFC3ACD}" dt="2025-11-27T14:04:24.237" v="223" actId="14100"/>
        <pc:sldMkLst>
          <pc:docMk/>
          <pc:sldMk cId="979784705" sldId="852"/>
        </pc:sldMkLst>
        <pc:graphicFrameChg chg="mod modGraphic">
          <ac:chgData name="Sameer Yusuf Tayeb Chandiwala" userId="e99563e6-efb0-4985-bb9d-0f28bcccbb5d" providerId="ADAL" clId="{456D3D02-3766-4627-A0A3-529BFAFC3ACD}" dt="2025-11-27T14:04:24.237" v="223" actId="14100"/>
          <ac:graphicFrameMkLst>
            <pc:docMk/>
            <pc:sldMk cId="979784705" sldId="852"/>
            <ac:graphicFrameMk id="7" creationId="{6B843121-4BE6-9373-8BE4-207E0DFC1E3C}"/>
          </ac:graphicFrameMkLst>
        </pc:graphicFrameChg>
      </pc:sldChg>
      <pc:sldChg chg="modSp mod">
        <pc:chgData name="Sameer Yusuf Tayeb Chandiwala" userId="e99563e6-efb0-4985-bb9d-0f28bcccbb5d" providerId="ADAL" clId="{456D3D02-3766-4627-A0A3-529BFAFC3ACD}" dt="2025-11-27T11:11:39.967" v="22" actId="20577"/>
        <pc:sldMkLst>
          <pc:docMk/>
          <pc:sldMk cId="2140758429" sldId="858"/>
        </pc:sldMkLst>
        <pc:graphicFrameChg chg="mod modGraphic">
          <ac:chgData name="Sameer Yusuf Tayeb Chandiwala" userId="e99563e6-efb0-4985-bb9d-0f28bcccbb5d" providerId="ADAL" clId="{456D3D02-3766-4627-A0A3-529BFAFC3ACD}" dt="2025-11-27T11:11:39.967" v="22" actId="20577"/>
          <ac:graphicFrameMkLst>
            <pc:docMk/>
            <pc:sldMk cId="2140758429" sldId="858"/>
            <ac:graphicFrameMk id="6" creationId="{90BC3575-D3F3-8019-BD39-AAD58C090A89}"/>
          </ac:graphicFrameMkLst>
        </pc:graphicFrameChg>
      </pc:sldChg>
      <pc:sldChg chg="add del">
        <pc:chgData name="Sameer Yusuf Tayeb Chandiwala" userId="e99563e6-efb0-4985-bb9d-0f28bcccbb5d" providerId="ADAL" clId="{456D3D02-3766-4627-A0A3-529BFAFC3ACD}" dt="2025-11-27T11:11:49.038" v="23" actId="47"/>
        <pc:sldMkLst>
          <pc:docMk/>
          <pc:sldMk cId="783307877" sldId="868"/>
        </pc:sldMkLst>
      </pc:sldChg>
      <pc:sldChg chg="delSp mod">
        <pc:chgData name="Sameer Yusuf Tayeb Chandiwala" userId="e99563e6-efb0-4985-bb9d-0f28bcccbb5d" providerId="ADAL" clId="{456D3D02-3766-4627-A0A3-529BFAFC3ACD}" dt="2025-11-27T11:09:15.427" v="0" actId="478"/>
        <pc:sldMkLst>
          <pc:docMk/>
          <pc:sldMk cId="4098097096" sldId="2147482622"/>
        </pc:sldMkLst>
      </pc:sldChg>
      <pc:sldChg chg="del">
        <pc:chgData name="Sameer Yusuf Tayeb Chandiwala" userId="e99563e6-efb0-4985-bb9d-0f28bcccbb5d" providerId="ADAL" clId="{456D3D02-3766-4627-A0A3-529BFAFC3ACD}" dt="2025-11-27T11:10:08.943" v="4" actId="2696"/>
        <pc:sldMkLst>
          <pc:docMk/>
          <pc:sldMk cId="274633079" sldId="2147482625"/>
        </pc:sldMkLst>
      </pc:sldChg>
      <pc:sldChg chg="modSp mod">
        <pc:chgData name="Sameer Yusuf Tayeb Chandiwala" userId="e99563e6-efb0-4985-bb9d-0f28bcccbb5d" providerId="ADAL" clId="{456D3D02-3766-4627-A0A3-529BFAFC3ACD}" dt="2025-11-27T11:14:36.882" v="204" actId="20577"/>
        <pc:sldMkLst>
          <pc:docMk/>
          <pc:sldMk cId="4193340814" sldId="2147482628"/>
        </pc:sldMkLst>
      </pc:sldChg>
      <pc:sldChg chg="del">
        <pc:chgData name="Sameer Yusuf Tayeb Chandiwala" userId="e99563e6-efb0-4985-bb9d-0f28bcccbb5d" providerId="ADAL" clId="{456D3D02-3766-4627-A0A3-529BFAFC3ACD}" dt="2025-11-27T11:10:08.943" v="4" actId="2696"/>
        <pc:sldMkLst>
          <pc:docMk/>
          <pc:sldMk cId="566800098" sldId="2147482634"/>
        </pc:sldMkLst>
      </pc:sldChg>
      <pc:sldChg chg="modSp mod">
        <pc:chgData name="Sameer Yusuf Tayeb Chandiwala" userId="e99563e6-efb0-4985-bb9d-0f28bcccbb5d" providerId="ADAL" clId="{456D3D02-3766-4627-A0A3-529BFAFC3ACD}" dt="2025-11-27T11:09:28.620" v="3" actId="20577"/>
        <pc:sldMkLst>
          <pc:docMk/>
          <pc:sldMk cId="3759075074" sldId="2147482635"/>
        </pc:sldMkLst>
        <pc:spChg chg="mod">
          <ac:chgData name="Sameer Yusuf Tayeb Chandiwala" userId="e99563e6-efb0-4985-bb9d-0f28bcccbb5d" providerId="ADAL" clId="{456D3D02-3766-4627-A0A3-529BFAFC3ACD}" dt="2025-11-27T11:09:28.620" v="3" actId="20577"/>
          <ac:spMkLst>
            <pc:docMk/>
            <pc:sldMk cId="3759075074" sldId="2147482635"/>
            <ac:spMk id="3" creationId="{C23BC6C5-5920-5047-06CE-4B7B8530EBBC}"/>
          </ac:spMkLst>
        </pc:spChg>
      </pc:sldChg>
    </pc:docChg>
  </pc:docChgLst>
  <pc:docChgLst>
    <pc:chgData name="Deepa Ajit" userId="S::deepa.george@rakbank.ae::0a050ac3-cef9-43ed-9e90-ff8c16ae193a" providerId="AD" clId="Web-{79EC33B1-B4D2-59A8-4084-E3086A5040D9}"/>
    <pc:docChg chg="delSld modSld modSection">
      <pc:chgData name="Deepa Ajit" userId="S::deepa.george@rakbank.ae::0a050ac3-cef9-43ed-9e90-ff8c16ae193a" providerId="AD" clId="Web-{79EC33B1-B4D2-59A8-4084-E3086A5040D9}" dt="2025-11-25T13:10:38.812" v="22"/>
      <pc:docMkLst>
        <pc:docMk/>
      </pc:docMkLst>
      <pc:sldChg chg="del">
        <pc:chgData name="Deepa Ajit" userId="S::deepa.george@rakbank.ae::0a050ac3-cef9-43ed-9e90-ff8c16ae193a" providerId="AD" clId="Web-{79EC33B1-B4D2-59A8-4084-E3086A5040D9}" dt="2025-11-25T13:10:28.328" v="18"/>
        <pc:sldMkLst>
          <pc:docMk/>
          <pc:sldMk cId="208882367" sldId="838"/>
        </pc:sldMkLst>
      </pc:sldChg>
      <pc:sldChg chg="del">
        <pc:chgData name="Deepa Ajit" userId="S::deepa.george@rakbank.ae::0a050ac3-cef9-43ed-9e90-ff8c16ae193a" providerId="AD" clId="Web-{79EC33B1-B4D2-59A8-4084-E3086A5040D9}" dt="2025-11-25T13:09:11.905" v="16"/>
        <pc:sldMkLst>
          <pc:docMk/>
          <pc:sldMk cId="1696076613" sldId="849"/>
        </pc:sldMkLst>
      </pc:sldChg>
      <pc:sldChg chg="modSp">
        <pc:chgData name="Deepa Ajit" userId="S::deepa.george@rakbank.ae::0a050ac3-cef9-43ed-9e90-ff8c16ae193a" providerId="AD" clId="Web-{79EC33B1-B4D2-59A8-4084-E3086A5040D9}" dt="2025-11-25T13:10:38.812" v="22"/>
        <pc:sldMkLst>
          <pc:docMk/>
          <pc:sldMk cId="979784705" sldId="852"/>
        </pc:sldMkLst>
        <pc:graphicFrameChg chg="modGraphic">
          <ac:chgData name="Deepa Ajit" userId="S::deepa.george@rakbank.ae::0a050ac3-cef9-43ed-9e90-ff8c16ae193a" providerId="AD" clId="Web-{79EC33B1-B4D2-59A8-4084-E3086A5040D9}" dt="2025-11-25T13:10:38.812" v="22"/>
          <ac:graphicFrameMkLst>
            <pc:docMk/>
            <pc:sldMk cId="979784705" sldId="852"/>
            <ac:graphicFrameMk id="7" creationId="{6B843121-4BE6-9373-8BE4-207E0DFC1E3C}"/>
          </ac:graphicFrameMkLst>
        </pc:graphicFrameChg>
      </pc:sldChg>
      <pc:sldChg chg="addSp delSp modSp">
        <pc:chgData name="Deepa Ajit" userId="S::deepa.george@rakbank.ae::0a050ac3-cef9-43ed-9e90-ff8c16ae193a" providerId="AD" clId="Web-{79EC33B1-B4D2-59A8-4084-E3086A5040D9}" dt="2025-11-25T13:08:50.593" v="15" actId="1076"/>
        <pc:sldMkLst>
          <pc:docMk/>
          <pc:sldMk cId="1562787217" sldId="2146846758"/>
        </pc:sldMkLst>
        <pc:spChg chg="mod">
          <ac:chgData name="Deepa Ajit" userId="S::deepa.george@rakbank.ae::0a050ac3-cef9-43ed-9e90-ff8c16ae193a" providerId="AD" clId="Web-{79EC33B1-B4D2-59A8-4084-E3086A5040D9}" dt="2025-11-25T13:08:50.593" v="15" actId="1076"/>
          <ac:spMkLst>
            <pc:docMk/>
            <pc:sldMk cId="1562787217" sldId="2146846758"/>
            <ac:spMk id="12" creationId="{DF03E7CF-0F96-B682-4819-ADD54FE27639}"/>
          </ac:spMkLst>
        </pc:spChg>
        <pc:picChg chg="add mod ord">
          <ac:chgData name="Deepa Ajit" userId="S::deepa.george@rakbank.ae::0a050ac3-cef9-43ed-9e90-ff8c16ae193a" providerId="AD" clId="Web-{79EC33B1-B4D2-59A8-4084-E3086A5040D9}" dt="2025-11-25T13:08:32.204" v="7"/>
          <ac:picMkLst>
            <pc:docMk/>
            <pc:sldMk cId="1562787217" sldId="2146846758"/>
            <ac:picMk id="15" creationId="{6D2F9369-FEB5-239F-C355-A215F3174D58}"/>
          </ac:picMkLst>
        </pc:picChg>
      </pc:sldChg>
      <pc:sldChg chg="del">
        <pc:chgData name="Deepa Ajit" userId="S::deepa.george@rakbank.ae::0a050ac3-cef9-43ed-9e90-ff8c16ae193a" providerId="AD" clId="Web-{79EC33B1-B4D2-59A8-4084-E3086A5040D9}" dt="2025-11-25T13:09:15.265" v="17"/>
        <pc:sldMkLst>
          <pc:docMk/>
          <pc:sldMk cId="2439797403" sldId="2147482632"/>
        </pc:sldMkLst>
      </pc:sldChg>
    </pc:docChg>
  </pc:docChgLst>
  <pc:docChgLst>
    <pc:chgData name="George Samuel George" userId="S::george.samuel@rakbank.ae::8889df73-5a36-471c-96a9-21c49ac2a5f4" providerId="AD" clId="Web-{26F65265-F398-64EE-233A-528D324BF738}"/>
    <pc:docChg chg="modSld">
      <pc:chgData name="George Samuel George" userId="S::george.samuel@rakbank.ae::8889df73-5a36-471c-96a9-21c49ac2a5f4" providerId="AD" clId="Web-{26F65265-F398-64EE-233A-528D324BF738}" dt="2025-11-25T14:58:02.419" v="25" actId="20577"/>
      <pc:docMkLst>
        <pc:docMk/>
      </pc:docMkLst>
      <pc:sldChg chg="modSp">
        <pc:chgData name="George Samuel George" userId="S::george.samuel@rakbank.ae::8889df73-5a36-471c-96a9-21c49ac2a5f4" providerId="AD" clId="Web-{26F65265-F398-64EE-233A-528D324BF738}" dt="2025-11-25T14:58:02.419" v="25" actId="20577"/>
        <pc:sldMkLst>
          <pc:docMk/>
          <pc:sldMk cId="566800098" sldId="2147482634"/>
        </pc:sldMkLst>
      </pc:sldChg>
    </pc:docChg>
  </pc:docChgLst>
  <pc:docChgLst>
    <pc:chgData name="Sameer Yusuf Tayeb Chandiwala" userId="e99563e6-efb0-4985-bb9d-0f28bcccbb5d" providerId="ADAL" clId="{2656C2A8-F8E3-4DDA-8DD0-C948A879D690}"/>
    <pc:docChg chg="undo redo custSel modSld">
      <pc:chgData name="Sameer Yusuf Tayeb Chandiwala" userId="e99563e6-efb0-4985-bb9d-0f28bcccbb5d" providerId="ADAL" clId="{2656C2A8-F8E3-4DDA-8DD0-C948A879D690}" dt="2025-11-24T10:59:38.333" v="709" actId="27918"/>
      <pc:docMkLst>
        <pc:docMk/>
      </pc:docMkLst>
      <pc:sldChg chg="modSp mod">
        <pc:chgData name="Sameer Yusuf Tayeb Chandiwala" userId="e99563e6-efb0-4985-bb9d-0f28bcccbb5d" providerId="ADAL" clId="{2656C2A8-F8E3-4DDA-8DD0-C948A879D690}" dt="2025-11-24T10:00:56.739" v="248" actId="20577"/>
        <pc:sldMkLst>
          <pc:docMk/>
          <pc:sldMk cId="2140758429" sldId="858"/>
        </pc:sldMkLst>
        <pc:graphicFrameChg chg="modGraphic">
          <ac:chgData name="Sameer Yusuf Tayeb Chandiwala" userId="e99563e6-efb0-4985-bb9d-0f28bcccbb5d" providerId="ADAL" clId="{2656C2A8-F8E3-4DDA-8DD0-C948A879D690}" dt="2025-11-24T10:00:56.739" v="248" actId="20577"/>
          <ac:graphicFrameMkLst>
            <pc:docMk/>
            <pc:sldMk cId="2140758429" sldId="858"/>
            <ac:graphicFrameMk id="6" creationId="{90BC3575-D3F3-8019-BD39-AAD58C090A89}"/>
          </ac:graphicFrameMkLst>
        </pc:graphicFrameChg>
      </pc:sldChg>
      <pc:sldChg chg="addSp delSp modSp mod">
        <pc:chgData name="Sameer Yusuf Tayeb Chandiwala" userId="e99563e6-efb0-4985-bb9d-0f28bcccbb5d" providerId="ADAL" clId="{2656C2A8-F8E3-4DDA-8DD0-C948A879D690}" dt="2025-11-24T10:59:38.333" v="709" actId="27918"/>
        <pc:sldMkLst>
          <pc:docMk/>
          <pc:sldMk cId="6344405" sldId="2147482616"/>
        </pc:sldMkLst>
      </pc:sldChg>
      <pc:sldChg chg="addSp delSp modSp mod">
        <pc:chgData name="Sameer Yusuf Tayeb Chandiwala" userId="e99563e6-efb0-4985-bb9d-0f28bcccbb5d" providerId="ADAL" clId="{2656C2A8-F8E3-4DDA-8DD0-C948A879D690}" dt="2025-11-24T10:20:32.159" v="310"/>
        <pc:sldMkLst>
          <pc:docMk/>
          <pc:sldMk cId="2931256637" sldId="2147482628"/>
        </pc:sldMkLst>
      </pc:sldChg>
    </pc:docChg>
  </pc:docChgLst>
  <pc:docChgLst>
    <pc:chgData name="Sameer Yusuf Tayeb Chandiwala" userId="e99563e6-efb0-4985-bb9d-0f28bcccbb5d" providerId="ADAL" clId="{99D53CE3-9F97-403C-B602-FCFD561CC46F}"/>
    <pc:docChg chg="undo redo custSel delSld modSld modSection">
      <pc:chgData name="Sameer Yusuf Tayeb Chandiwala" userId="e99563e6-efb0-4985-bb9d-0f28bcccbb5d" providerId="ADAL" clId="{99D53CE3-9F97-403C-B602-FCFD561CC46F}" dt="2025-11-21T13:56:32.518" v="25" actId="47"/>
      <pc:docMkLst>
        <pc:docMk/>
      </pc:docMkLst>
      <pc:sldChg chg="addSp delSp modSp mod">
        <pc:chgData name="Sameer Yusuf Tayeb Chandiwala" userId="e99563e6-efb0-4985-bb9d-0f28bcccbb5d" providerId="ADAL" clId="{99D53CE3-9F97-403C-B602-FCFD561CC46F}" dt="2025-11-21T13:56:10.385" v="24" actId="1036"/>
        <pc:sldMkLst>
          <pc:docMk/>
          <pc:sldMk cId="2286666002" sldId="789"/>
        </pc:sldMkLst>
        <pc:spChg chg="mod">
          <ac:chgData name="Sameer Yusuf Tayeb Chandiwala" userId="e99563e6-efb0-4985-bb9d-0f28bcccbb5d" providerId="ADAL" clId="{99D53CE3-9F97-403C-B602-FCFD561CC46F}" dt="2025-11-21T13:56:10.385" v="24" actId="1036"/>
          <ac:spMkLst>
            <pc:docMk/>
            <pc:sldMk cId="2286666002" sldId="789"/>
            <ac:spMk id="3" creationId="{9F3FA437-8421-59D0-B613-F9D66BF0A97C}"/>
          </ac:spMkLst>
        </pc:spChg>
        <pc:graphicFrameChg chg="mod">
          <ac:chgData name="Sameer Yusuf Tayeb Chandiwala" userId="e99563e6-efb0-4985-bb9d-0f28bcccbb5d" providerId="ADAL" clId="{99D53CE3-9F97-403C-B602-FCFD561CC46F}" dt="2025-11-21T13:56:10.385" v="24" actId="1036"/>
          <ac:graphicFrameMkLst>
            <pc:docMk/>
            <pc:sldMk cId="2286666002" sldId="789"/>
            <ac:graphicFrameMk id="6" creationId="{0FE0C710-8A57-72C0-378E-786968E4F16B}"/>
          </ac:graphicFrameMkLst>
        </pc:graphicFrameChg>
      </pc:sldChg>
    </pc:docChg>
  </pc:docChgLst>
  <pc:docChgLst>
    <pc:chgData name="Biju Varughese Skariah" userId="S::biju.skariah@rakbank.ae::368b7a8b-66ca-4f44-bc11-60defecf1f51" providerId="AD" clId="Web-{DC0B2655-8D53-06E4-0DB3-6FAD06D19FE4}"/>
    <pc:docChg chg="modSld">
      <pc:chgData name="Biju Varughese Skariah" userId="S::biju.skariah@rakbank.ae::368b7a8b-66ca-4f44-bc11-60defecf1f51" providerId="AD" clId="Web-{DC0B2655-8D53-06E4-0DB3-6FAD06D19FE4}" dt="2025-11-25T12:35:27.834" v="163" actId="20577"/>
      <pc:docMkLst>
        <pc:docMk/>
      </pc:docMkLst>
      <pc:sldChg chg="modSp">
        <pc:chgData name="Biju Varughese Skariah" userId="S::biju.skariah@rakbank.ae::368b7a8b-66ca-4f44-bc11-60defecf1f51" providerId="AD" clId="Web-{DC0B2655-8D53-06E4-0DB3-6FAD06D19FE4}" dt="2025-11-25T12:29:00.470" v="0" actId="20577"/>
        <pc:sldMkLst>
          <pc:docMk/>
          <pc:sldMk cId="6344405" sldId="2147482616"/>
        </pc:sldMkLst>
      </pc:sldChg>
      <pc:sldChg chg="modSp">
        <pc:chgData name="Biju Varughese Skariah" userId="S::biju.skariah@rakbank.ae::368b7a8b-66ca-4f44-bc11-60defecf1f51" providerId="AD" clId="Web-{DC0B2655-8D53-06E4-0DB3-6FAD06D19FE4}" dt="2025-11-25T12:34:55.521" v="154" actId="1076"/>
        <pc:sldMkLst>
          <pc:docMk/>
          <pc:sldMk cId="4098097096" sldId="2147482622"/>
        </pc:sldMkLst>
      </pc:sldChg>
      <pc:sldChg chg="modSp">
        <pc:chgData name="Biju Varughese Skariah" userId="S::biju.skariah@rakbank.ae::368b7a8b-66ca-4f44-bc11-60defecf1f51" providerId="AD" clId="Web-{DC0B2655-8D53-06E4-0DB3-6FAD06D19FE4}" dt="2025-11-25T12:35:27.834" v="163" actId="20577"/>
        <pc:sldMkLst>
          <pc:docMk/>
          <pc:sldMk cId="274633079" sldId="2147482625"/>
        </pc:sldMkLst>
      </pc:sldChg>
    </pc:docChg>
  </pc:docChgLst>
  <pc:docChgLst>
    <pc:chgData name="Biju Varughese Skariah" userId="S::biju.skariah@rakbank.ae::368b7a8b-66ca-4f44-bc11-60defecf1f51" providerId="AD" clId="Web-{7F3CBC3A-EECF-A7C8-605E-6B5683E40A51}"/>
    <pc:docChg chg="addSld delSld modSld sldOrd modSection">
      <pc:chgData name="Biju Varughese Skariah" userId="S::biju.skariah@rakbank.ae::368b7a8b-66ca-4f44-bc11-60defecf1f51" providerId="AD" clId="Web-{7F3CBC3A-EECF-A7C8-605E-6B5683E40A51}" dt="2025-11-25T15:02:57.927" v="316" actId="20577"/>
      <pc:docMkLst>
        <pc:docMk/>
      </pc:docMkLst>
      <pc:sldChg chg="addSp delSp modSp ord">
        <pc:chgData name="Biju Varughese Skariah" userId="S::biju.skariah@rakbank.ae::368b7a8b-66ca-4f44-bc11-60defecf1f51" providerId="AD" clId="Web-{7F3CBC3A-EECF-A7C8-605E-6B5683E40A51}" dt="2025-11-25T13:53:04.532" v="143" actId="1076"/>
        <pc:sldMkLst>
          <pc:docMk/>
          <pc:sldMk cId="4098097096" sldId="2147482622"/>
        </pc:sldMkLst>
      </pc:sldChg>
      <pc:sldChg chg="addSp delSp modSp del">
        <pc:chgData name="Biju Varughese Skariah" userId="S::biju.skariah@rakbank.ae::368b7a8b-66ca-4f44-bc11-60defecf1f51" providerId="AD" clId="Web-{7F3CBC3A-EECF-A7C8-605E-6B5683E40A51}" dt="2025-11-25T14:07:40.658" v="271"/>
        <pc:sldMkLst>
          <pc:docMk/>
          <pc:sldMk cId="4045358827" sldId="2147482624"/>
        </pc:sldMkLst>
      </pc:sldChg>
      <pc:sldChg chg="modSp">
        <pc:chgData name="Biju Varughese Skariah" userId="S::biju.skariah@rakbank.ae::368b7a8b-66ca-4f44-bc11-60defecf1f51" providerId="AD" clId="Web-{7F3CBC3A-EECF-A7C8-605E-6B5683E40A51}" dt="2025-11-25T14:25:54.191" v="281" actId="20577"/>
        <pc:sldMkLst>
          <pc:docMk/>
          <pc:sldMk cId="274633079" sldId="2147482625"/>
        </pc:sldMkLst>
      </pc:sldChg>
      <pc:sldChg chg="modSp">
        <pc:chgData name="Biju Varughese Skariah" userId="S::biju.skariah@rakbank.ae::368b7a8b-66ca-4f44-bc11-60defecf1f51" providerId="AD" clId="Web-{7F3CBC3A-EECF-A7C8-605E-6B5683E40A51}" dt="2025-11-25T14:09:04.331" v="277" actId="20577"/>
        <pc:sldMkLst>
          <pc:docMk/>
          <pc:sldMk cId="566800098" sldId="2147482634"/>
        </pc:sldMkLst>
      </pc:sldChg>
      <pc:sldChg chg="modSp">
        <pc:chgData name="Biju Varughese Skariah" userId="S::biju.skariah@rakbank.ae::368b7a8b-66ca-4f44-bc11-60defecf1f51" providerId="AD" clId="Web-{7F3CBC3A-EECF-A7C8-605E-6B5683E40A51}" dt="2025-11-25T13:59:10.923" v="252" actId="20577"/>
        <pc:sldMkLst>
          <pc:docMk/>
          <pc:sldMk cId="3759075074" sldId="2147482635"/>
        </pc:sldMkLst>
        <pc:spChg chg="mod">
          <ac:chgData name="Biju Varughese Skariah" userId="S::biju.skariah@rakbank.ae::368b7a8b-66ca-4f44-bc11-60defecf1f51" providerId="AD" clId="Web-{7F3CBC3A-EECF-A7C8-605E-6B5683E40A51}" dt="2025-11-25T13:59:10.923" v="252" actId="20577"/>
          <ac:spMkLst>
            <pc:docMk/>
            <pc:sldMk cId="3759075074" sldId="2147482635"/>
            <ac:spMk id="5" creationId="{FFDEBAE5-32FD-CCB9-EEBD-37A00733109A}"/>
          </ac:spMkLst>
        </pc:spChg>
      </pc:sldChg>
      <pc:sldChg chg="modSp add del">
        <pc:chgData name="Biju Varughese Skariah" userId="S::biju.skariah@rakbank.ae::368b7a8b-66ca-4f44-bc11-60defecf1f51" providerId="AD" clId="Web-{7F3CBC3A-EECF-A7C8-605E-6B5683E40A51}" dt="2025-11-25T14:16:42.475" v="280" actId="20577"/>
        <pc:sldMkLst>
          <pc:docMk/>
          <pc:sldMk cId="1154255640" sldId="2147482636"/>
        </pc:sldMkLst>
        <pc:spChg chg="mod">
          <ac:chgData name="Biju Varughese Skariah" userId="S::biju.skariah@rakbank.ae::368b7a8b-66ca-4f44-bc11-60defecf1f51" providerId="AD" clId="Web-{7F3CBC3A-EECF-A7C8-605E-6B5683E40A51}" dt="2025-11-25T14:07:33.252" v="270" actId="20577"/>
          <ac:spMkLst>
            <pc:docMk/>
            <pc:sldMk cId="1154255640" sldId="2147482636"/>
            <ac:spMk id="6" creationId="{AFE9A72F-43FC-687D-D9D6-58B0EBABD3DE}"/>
          </ac:spMkLst>
        </pc:spChg>
        <pc:spChg chg="mod">
          <ac:chgData name="Biju Varughese Skariah" userId="S::biju.skariah@rakbank.ae::368b7a8b-66ca-4f44-bc11-60defecf1f51" providerId="AD" clId="Web-{7F3CBC3A-EECF-A7C8-605E-6B5683E40A51}" dt="2025-11-25T14:16:42.475" v="280" actId="20577"/>
          <ac:spMkLst>
            <pc:docMk/>
            <pc:sldMk cId="1154255640" sldId="2147482636"/>
            <ac:spMk id="8" creationId="{E7DED456-CE4E-116E-5913-46D40F9EE1B1}"/>
          </ac:spMkLst>
        </pc:spChg>
        <pc:spChg chg="mod">
          <ac:chgData name="Biju Varughese Skariah" userId="S::biju.skariah@rakbank.ae::368b7a8b-66ca-4f44-bc11-60defecf1f51" providerId="AD" clId="Web-{7F3CBC3A-EECF-A7C8-605E-6B5683E40A51}" dt="2025-11-25T14:09:46.128" v="278" actId="14100"/>
          <ac:spMkLst>
            <pc:docMk/>
            <pc:sldMk cId="1154255640" sldId="2147482636"/>
            <ac:spMk id="24" creationId="{B985D751-15DE-219A-6665-41BB7EE01FB2}"/>
          </ac:spMkLst>
        </pc:spChg>
      </pc:sldChg>
      <pc:sldChg chg="modSp add">
        <pc:chgData name="Biju Varughese Skariah" userId="S::biju.skariah@rakbank.ae::368b7a8b-66ca-4f44-bc11-60defecf1f51" providerId="AD" clId="Web-{7F3CBC3A-EECF-A7C8-605E-6B5683E40A51}" dt="2025-11-25T15:02:57.927" v="316" actId="20577"/>
        <pc:sldMkLst>
          <pc:docMk/>
          <pc:sldMk cId="2177589427" sldId="2147482637"/>
        </pc:sldMkLst>
        <pc:spChg chg="mod">
          <ac:chgData name="Biju Varughese Skariah" userId="S::biju.skariah@rakbank.ae::368b7a8b-66ca-4f44-bc11-60defecf1f51" providerId="AD" clId="Web-{7F3CBC3A-EECF-A7C8-605E-6B5683E40A51}" dt="2025-11-25T15:01:38.989" v="303" actId="20577"/>
          <ac:spMkLst>
            <pc:docMk/>
            <pc:sldMk cId="2177589427" sldId="2147482637"/>
            <ac:spMk id="3" creationId="{BC0DA943-BA6E-4B39-3FAF-3632FEF6CB72}"/>
          </ac:spMkLst>
        </pc:spChg>
        <pc:spChg chg="mod">
          <ac:chgData name="Biju Varughese Skariah" userId="S::biju.skariah@rakbank.ae::368b7a8b-66ca-4f44-bc11-60defecf1f51" providerId="AD" clId="Web-{7F3CBC3A-EECF-A7C8-605E-6B5683E40A51}" dt="2025-11-25T15:00:26.269" v="284" actId="1076"/>
          <ac:spMkLst>
            <pc:docMk/>
            <pc:sldMk cId="2177589427" sldId="2147482637"/>
            <ac:spMk id="6" creationId="{80026683-75AB-0E60-9962-2B4FD373C150}"/>
          </ac:spMkLst>
        </pc:spChg>
        <pc:spChg chg="mod">
          <ac:chgData name="Biju Varughese Skariah" userId="S::biju.skariah@rakbank.ae::368b7a8b-66ca-4f44-bc11-60defecf1f51" providerId="AD" clId="Web-{7F3CBC3A-EECF-A7C8-605E-6B5683E40A51}" dt="2025-11-25T15:01:47.067" v="305" actId="14100"/>
          <ac:spMkLst>
            <pc:docMk/>
            <pc:sldMk cId="2177589427" sldId="2147482637"/>
            <ac:spMk id="13" creationId="{87CD5585-8B4A-7767-B2AD-E0954155524A}"/>
          </ac:spMkLst>
        </pc:spChg>
        <pc:spChg chg="mod">
          <ac:chgData name="Biju Varughese Skariah" userId="S::biju.skariah@rakbank.ae::368b7a8b-66ca-4f44-bc11-60defecf1f51" providerId="AD" clId="Web-{7F3CBC3A-EECF-A7C8-605E-6B5683E40A51}" dt="2025-11-25T15:00:33.473" v="285" actId="14100"/>
          <ac:spMkLst>
            <pc:docMk/>
            <pc:sldMk cId="2177589427" sldId="2147482637"/>
            <ac:spMk id="24" creationId="{5B4F7340-8B12-49CA-47E2-8F0C1BF17B0C}"/>
          </ac:spMkLst>
        </pc:spChg>
      </pc:sldChg>
    </pc:docChg>
  </pc:docChgLst>
  <pc:docChgLst>
    <pc:chgData name="Sameer Yusuf Tayeb Chandiwala" userId="e99563e6-efb0-4985-bb9d-0f28bcccbb5d" providerId="ADAL" clId="{834149A0-B5F8-486A-AFC6-3D5D5CAFA495}"/>
    <pc:docChg chg="modSld">
      <pc:chgData name="Sameer Yusuf Tayeb Chandiwala" userId="e99563e6-efb0-4985-bb9d-0f28bcccbb5d" providerId="ADAL" clId="{834149A0-B5F8-486A-AFC6-3D5D5CAFA495}" dt="2025-11-24T15:30:00.619" v="236" actId="20577"/>
      <pc:docMkLst>
        <pc:docMk/>
      </pc:docMkLst>
      <pc:sldChg chg="addSp modSp">
        <pc:chgData name="Sameer Yusuf Tayeb Chandiwala" userId="e99563e6-efb0-4985-bb9d-0f28bcccbb5d" providerId="ADAL" clId="{834149A0-B5F8-486A-AFC6-3D5D5CAFA495}" dt="2025-11-24T15:26:06.406" v="12" actId="1076"/>
        <pc:sldMkLst>
          <pc:docMk/>
          <pc:sldMk cId="2140758429" sldId="858"/>
        </pc:sldMkLst>
        <pc:spChg chg="add mod">
          <ac:chgData name="Sameer Yusuf Tayeb Chandiwala" userId="e99563e6-efb0-4985-bb9d-0f28bcccbb5d" providerId="ADAL" clId="{834149A0-B5F8-486A-AFC6-3D5D5CAFA495}" dt="2025-11-24T15:26:06.406" v="12" actId="1076"/>
          <ac:spMkLst>
            <pc:docMk/>
            <pc:sldMk cId="2140758429" sldId="858"/>
            <ac:spMk id="2" creationId="{FB4DA5A8-2233-197E-B99C-C68D62B1B0DA}"/>
          </ac:spMkLst>
        </pc:spChg>
      </pc:sldChg>
      <pc:sldChg chg="addSp modSp">
        <pc:chgData name="Sameer Yusuf Tayeb Chandiwala" userId="e99563e6-efb0-4985-bb9d-0f28bcccbb5d" providerId="ADAL" clId="{834149A0-B5F8-486A-AFC6-3D5D5CAFA495}" dt="2025-11-24T15:26:11.406" v="14" actId="1076"/>
        <pc:sldMkLst>
          <pc:docMk/>
          <pc:sldMk cId="783307877" sldId="868"/>
        </pc:sldMkLst>
      </pc:sldChg>
      <pc:sldChg chg="addSp modSp mod">
        <pc:chgData name="Sameer Yusuf Tayeb Chandiwala" userId="e99563e6-efb0-4985-bb9d-0f28bcccbb5d" providerId="ADAL" clId="{834149A0-B5F8-486A-AFC6-3D5D5CAFA495}" dt="2025-11-24T15:25:28.125" v="5" actId="1076"/>
        <pc:sldMkLst>
          <pc:docMk/>
          <pc:sldMk cId="356968630" sldId="2147482620"/>
        </pc:sldMkLst>
        <pc:spChg chg="add mod">
          <ac:chgData name="Sameer Yusuf Tayeb Chandiwala" userId="e99563e6-efb0-4985-bb9d-0f28bcccbb5d" providerId="ADAL" clId="{834149A0-B5F8-486A-AFC6-3D5D5CAFA495}" dt="2025-11-24T15:25:28.125" v="5" actId="1076"/>
          <ac:spMkLst>
            <pc:docMk/>
            <pc:sldMk cId="356968630" sldId="2147482620"/>
            <ac:spMk id="11" creationId="{93FCA7C2-26DC-CAD9-9134-153C0C336FF7}"/>
          </ac:spMkLst>
        </pc:spChg>
        <pc:spChg chg="mod">
          <ac:chgData name="Sameer Yusuf Tayeb Chandiwala" userId="e99563e6-efb0-4985-bb9d-0f28bcccbb5d" providerId="ADAL" clId="{834149A0-B5F8-486A-AFC6-3D5D5CAFA495}" dt="2025-11-24T15:24:25.140" v="3" actId="20577"/>
          <ac:spMkLst>
            <pc:docMk/>
            <pc:sldMk cId="356968630" sldId="2147482620"/>
            <ac:spMk id="93" creationId="{85D7D397-6011-AF6E-C0BC-6965117C2484}"/>
          </ac:spMkLst>
        </pc:spChg>
      </pc:sldChg>
      <pc:sldChg chg="addSp modSp">
        <pc:chgData name="Sameer Yusuf Tayeb Chandiwala" userId="e99563e6-efb0-4985-bb9d-0f28bcccbb5d" providerId="ADAL" clId="{834149A0-B5F8-486A-AFC6-3D5D5CAFA495}" dt="2025-11-24T15:25:52.313" v="10" actId="1076"/>
        <pc:sldMkLst>
          <pc:docMk/>
          <pc:sldMk cId="274633079" sldId="2147482625"/>
        </pc:sldMkLst>
      </pc:sldChg>
      <pc:sldChg chg="addSp modSp mod">
        <pc:chgData name="Sameer Yusuf Tayeb Chandiwala" userId="e99563e6-efb0-4985-bb9d-0f28bcccbb5d" providerId="ADAL" clId="{834149A0-B5F8-486A-AFC6-3D5D5CAFA495}" dt="2025-11-24T15:30:00.619" v="236" actId="20577"/>
        <pc:sldMkLst>
          <pc:docMk/>
          <pc:sldMk cId="4193340814" sldId="2147482628"/>
        </pc:sldMkLst>
      </pc:sldChg>
      <pc:sldChg chg="modSp">
        <pc:chgData name="Sameer Yusuf Tayeb Chandiwala" userId="e99563e6-efb0-4985-bb9d-0f28bcccbb5d" providerId="ADAL" clId="{834149A0-B5F8-486A-AFC6-3D5D5CAFA495}" dt="2025-11-24T15:26:19.031" v="15" actId="1076"/>
        <pc:sldMkLst>
          <pc:docMk/>
          <pc:sldMk cId="1996230046" sldId="2147482630"/>
        </pc:sldMkLst>
        <pc:spChg chg="mod">
          <ac:chgData name="Sameer Yusuf Tayeb Chandiwala" userId="e99563e6-efb0-4985-bb9d-0f28bcccbb5d" providerId="ADAL" clId="{834149A0-B5F8-486A-AFC6-3D5D5CAFA495}" dt="2025-11-24T15:26:19.031" v="15" actId="1076"/>
          <ac:spMkLst>
            <pc:docMk/>
            <pc:sldMk cId="1996230046" sldId="2147482630"/>
            <ac:spMk id="5" creationId="{CE1AC94A-5100-6329-A0F8-DEE44BCA73E9}"/>
          </ac:spMkLst>
        </pc:spChg>
      </pc:sldChg>
    </pc:docChg>
  </pc:docChgLst>
  <pc:docChgLst>
    <pc:chgData name="Sameer Yusuf Tayeb Chandiwala" userId="e99563e6-efb0-4985-bb9d-0f28bcccbb5d" providerId="ADAL" clId="{80D4CE00-F08F-4A65-BA62-E17866EE1F7F}"/>
    <pc:docChg chg="undo redo custSel addSld delSld modSld sldOrd modSection">
      <pc:chgData name="Sameer Yusuf Tayeb Chandiwala" userId="e99563e6-efb0-4985-bb9d-0f28bcccbb5d" providerId="ADAL" clId="{80D4CE00-F08F-4A65-BA62-E17866EE1F7F}" dt="2025-11-18T12:06:24.552" v="1807" actId="5793"/>
      <pc:docMkLst>
        <pc:docMk/>
      </pc:docMkLst>
      <pc:sldChg chg="modSp mod">
        <pc:chgData name="Sameer Yusuf Tayeb Chandiwala" userId="e99563e6-efb0-4985-bb9d-0f28bcccbb5d" providerId="ADAL" clId="{80D4CE00-F08F-4A65-BA62-E17866EE1F7F}" dt="2025-11-18T07:33:22.083" v="11" actId="20577"/>
        <pc:sldMkLst>
          <pc:docMk/>
          <pc:sldMk cId="2491282753" sldId="424"/>
        </pc:sldMkLst>
        <pc:spChg chg="mod">
          <ac:chgData name="Sameer Yusuf Tayeb Chandiwala" userId="e99563e6-efb0-4985-bb9d-0f28bcccbb5d" providerId="ADAL" clId="{80D4CE00-F08F-4A65-BA62-E17866EE1F7F}" dt="2025-11-18T07:33:22.083" v="11" actId="20577"/>
          <ac:spMkLst>
            <pc:docMk/>
            <pc:sldMk cId="2491282753" sldId="424"/>
            <ac:spMk id="4" creationId="{A3619D27-C803-DCF2-CBCF-E6E8763D3B56}"/>
          </ac:spMkLst>
        </pc:spChg>
      </pc:sldChg>
      <pc:sldChg chg="addSp delSp modSp add del mod ord">
        <pc:chgData name="Sameer Yusuf Tayeb Chandiwala" userId="e99563e6-efb0-4985-bb9d-0f28bcccbb5d" providerId="ADAL" clId="{80D4CE00-F08F-4A65-BA62-E17866EE1F7F}" dt="2025-11-18T12:06:24.552" v="1807" actId="5793"/>
        <pc:sldMkLst>
          <pc:docMk/>
          <pc:sldMk cId="6344405" sldId="2147482616"/>
        </pc:sldMkLst>
      </pc:sldChg>
      <pc:sldChg chg="addSp delSp modSp mod">
        <pc:chgData name="Sameer Yusuf Tayeb Chandiwala" userId="e99563e6-efb0-4985-bb9d-0f28bcccbb5d" providerId="ADAL" clId="{80D4CE00-F08F-4A65-BA62-E17866EE1F7F}" dt="2025-11-18T11:56:11.293" v="1659" actId="14100"/>
        <pc:sldMkLst>
          <pc:docMk/>
          <pc:sldMk cId="356968630" sldId="2147482620"/>
        </pc:sldMkLst>
        <pc:spChg chg="add mod">
          <ac:chgData name="Sameer Yusuf Tayeb Chandiwala" userId="e99563e6-efb0-4985-bb9d-0f28bcccbb5d" providerId="ADAL" clId="{80D4CE00-F08F-4A65-BA62-E17866EE1F7F}" dt="2025-11-18T11:36:40.431" v="1376" actId="1076"/>
          <ac:spMkLst>
            <pc:docMk/>
            <pc:sldMk cId="356968630" sldId="2147482620"/>
            <ac:spMk id="6" creationId="{ACFBA0ED-DEDB-A4E7-896F-F186A7EB03E5}"/>
          </ac:spMkLst>
        </pc:spChg>
        <pc:spChg chg="add mod">
          <ac:chgData name="Sameer Yusuf Tayeb Chandiwala" userId="e99563e6-efb0-4985-bb9d-0f28bcccbb5d" providerId="ADAL" clId="{80D4CE00-F08F-4A65-BA62-E17866EE1F7F}" dt="2025-11-18T11:38:32.270" v="1414" actId="1036"/>
          <ac:spMkLst>
            <pc:docMk/>
            <pc:sldMk cId="356968630" sldId="2147482620"/>
            <ac:spMk id="9" creationId="{ADF395B0-7E4F-8A73-E460-483DFADD4A62}"/>
          </ac:spMkLst>
        </pc:spChg>
        <pc:spChg chg="add mod">
          <ac:chgData name="Sameer Yusuf Tayeb Chandiwala" userId="e99563e6-efb0-4985-bb9d-0f28bcccbb5d" providerId="ADAL" clId="{80D4CE00-F08F-4A65-BA62-E17866EE1F7F}" dt="2025-11-18T11:38:39.718" v="1449" actId="1036"/>
          <ac:spMkLst>
            <pc:docMk/>
            <pc:sldMk cId="356968630" sldId="2147482620"/>
            <ac:spMk id="12" creationId="{00000000-0000-0000-0000-000000000000}"/>
          </ac:spMkLst>
        </pc:spChg>
        <pc:spChg chg="add mod">
          <ac:chgData name="Sameer Yusuf Tayeb Chandiwala" userId="e99563e6-efb0-4985-bb9d-0f28bcccbb5d" providerId="ADAL" clId="{80D4CE00-F08F-4A65-BA62-E17866EE1F7F}" dt="2025-11-18T11:38:39.718" v="1449" actId="1036"/>
          <ac:spMkLst>
            <pc:docMk/>
            <pc:sldMk cId="356968630" sldId="2147482620"/>
            <ac:spMk id="14" creationId="{C9DB5B9C-FB10-42BE-A5A7-C20F93521D7E}"/>
          </ac:spMkLst>
        </pc:spChg>
        <pc:spChg chg="add mod">
          <ac:chgData name="Sameer Yusuf Tayeb Chandiwala" userId="e99563e6-efb0-4985-bb9d-0f28bcccbb5d" providerId="ADAL" clId="{80D4CE00-F08F-4A65-BA62-E17866EE1F7F}" dt="2025-11-18T11:54:29.882" v="1634" actId="1076"/>
          <ac:spMkLst>
            <pc:docMk/>
            <pc:sldMk cId="356968630" sldId="2147482620"/>
            <ac:spMk id="16" creationId="{1A36C666-9BCE-5EA0-2A4C-E83FE61B4FDA}"/>
          </ac:spMkLst>
        </pc:spChg>
        <pc:spChg chg="add del mod">
          <ac:chgData name="Sameer Yusuf Tayeb Chandiwala" userId="e99563e6-efb0-4985-bb9d-0f28bcccbb5d" providerId="ADAL" clId="{80D4CE00-F08F-4A65-BA62-E17866EE1F7F}" dt="2025-11-18T11:38:06.587" v="1378" actId="21"/>
          <ac:spMkLst>
            <pc:docMk/>
            <pc:sldMk cId="356968630" sldId="2147482620"/>
            <ac:spMk id="47" creationId="{96C51951-C256-7F12-519F-62438C0D956E}"/>
          </ac:spMkLst>
        </pc:spChg>
        <pc:spChg chg="mod">
          <ac:chgData name="Sameer Yusuf Tayeb Chandiwala" userId="e99563e6-efb0-4985-bb9d-0f28bcccbb5d" providerId="ADAL" clId="{80D4CE00-F08F-4A65-BA62-E17866EE1F7F}" dt="2025-11-18T11:56:11.293" v="1659" actId="14100"/>
          <ac:spMkLst>
            <pc:docMk/>
            <pc:sldMk cId="356968630" sldId="2147482620"/>
            <ac:spMk id="59" creationId="{00000000-0000-0000-0000-000000000000}"/>
          </ac:spMkLst>
        </pc:spChg>
        <pc:spChg chg="mod">
          <ac:chgData name="Sameer Yusuf Tayeb Chandiwala" userId="e99563e6-efb0-4985-bb9d-0f28bcccbb5d" providerId="ADAL" clId="{80D4CE00-F08F-4A65-BA62-E17866EE1F7F}" dt="2025-11-18T11:55:27.544" v="1639" actId="20577"/>
          <ac:spMkLst>
            <pc:docMk/>
            <pc:sldMk cId="356968630" sldId="2147482620"/>
            <ac:spMk id="60" creationId="{00000000-0000-0000-0000-000000000000}"/>
          </ac:spMkLst>
        </pc:spChg>
        <pc:spChg chg="mod">
          <ac:chgData name="Sameer Yusuf Tayeb Chandiwala" userId="e99563e6-efb0-4985-bb9d-0f28bcccbb5d" providerId="ADAL" clId="{80D4CE00-F08F-4A65-BA62-E17866EE1F7F}" dt="2025-11-18T11:33:30.053" v="1285" actId="1037"/>
          <ac:spMkLst>
            <pc:docMk/>
            <pc:sldMk cId="356968630" sldId="2147482620"/>
            <ac:spMk id="67" creationId="{00000000-0000-0000-0000-000000000000}"/>
          </ac:spMkLst>
        </pc:spChg>
        <pc:spChg chg="mod">
          <ac:chgData name="Sameer Yusuf Tayeb Chandiwala" userId="e99563e6-efb0-4985-bb9d-0f28bcccbb5d" providerId="ADAL" clId="{80D4CE00-F08F-4A65-BA62-E17866EE1F7F}" dt="2025-11-18T11:34:41.640" v="1362" actId="6549"/>
          <ac:spMkLst>
            <pc:docMk/>
            <pc:sldMk cId="356968630" sldId="2147482620"/>
            <ac:spMk id="68" creationId="{00000000-0000-0000-0000-000000000000}"/>
          </ac:spMkLst>
        </pc:spChg>
        <pc:spChg chg="mod">
          <ac:chgData name="Sameer Yusuf Tayeb Chandiwala" userId="e99563e6-efb0-4985-bb9d-0f28bcccbb5d" providerId="ADAL" clId="{80D4CE00-F08F-4A65-BA62-E17866EE1F7F}" dt="2025-11-18T11:38:32.270" v="1414" actId="1036"/>
          <ac:spMkLst>
            <pc:docMk/>
            <pc:sldMk cId="356968630" sldId="2147482620"/>
            <ac:spMk id="72" creationId="{00000000-0000-0000-0000-000000000000}"/>
          </ac:spMkLst>
        </pc:spChg>
        <pc:spChg chg="mod">
          <ac:chgData name="Sameer Yusuf Tayeb Chandiwala" userId="e99563e6-efb0-4985-bb9d-0f28bcccbb5d" providerId="ADAL" clId="{80D4CE00-F08F-4A65-BA62-E17866EE1F7F}" dt="2025-11-18T11:34:08.550" v="1357" actId="1038"/>
          <ac:spMkLst>
            <pc:docMk/>
            <pc:sldMk cId="356968630" sldId="2147482620"/>
            <ac:spMk id="78" creationId="{00000000-0000-0000-0000-000000000000}"/>
          </ac:spMkLst>
        </pc:spChg>
        <pc:spChg chg="mod">
          <ac:chgData name="Sameer Yusuf Tayeb Chandiwala" userId="e99563e6-efb0-4985-bb9d-0f28bcccbb5d" providerId="ADAL" clId="{80D4CE00-F08F-4A65-BA62-E17866EE1F7F}" dt="2025-11-18T11:34:51.657" v="1363" actId="1076"/>
          <ac:spMkLst>
            <pc:docMk/>
            <pc:sldMk cId="356968630" sldId="2147482620"/>
            <ac:spMk id="79" creationId="{00000000-0000-0000-0000-000000000000}"/>
          </ac:spMkLst>
        </pc:spChg>
        <pc:spChg chg="mod">
          <ac:chgData name="Sameer Yusuf Tayeb Chandiwala" userId="e99563e6-efb0-4985-bb9d-0f28bcccbb5d" providerId="ADAL" clId="{80D4CE00-F08F-4A65-BA62-E17866EE1F7F}" dt="2025-11-18T11:33:50.395" v="1330" actId="1037"/>
          <ac:spMkLst>
            <pc:docMk/>
            <pc:sldMk cId="356968630" sldId="2147482620"/>
            <ac:spMk id="82" creationId="{3C8C5FD2-ADA5-4100-DC77-A9A14AB88018}"/>
          </ac:spMkLst>
        </pc:spChg>
        <pc:spChg chg="mod">
          <ac:chgData name="Sameer Yusuf Tayeb Chandiwala" userId="e99563e6-efb0-4985-bb9d-0f28bcccbb5d" providerId="ADAL" clId="{80D4CE00-F08F-4A65-BA62-E17866EE1F7F}" dt="2025-11-18T11:33:30.053" v="1285" actId="1037"/>
          <ac:spMkLst>
            <pc:docMk/>
            <pc:sldMk cId="356968630" sldId="2147482620"/>
            <ac:spMk id="84" creationId="{C71D6396-45FB-6CF4-BFD5-EE2C9569C2D0}"/>
          </ac:spMkLst>
        </pc:spChg>
        <pc:spChg chg="mod">
          <ac:chgData name="Sameer Yusuf Tayeb Chandiwala" userId="e99563e6-efb0-4985-bb9d-0f28bcccbb5d" providerId="ADAL" clId="{80D4CE00-F08F-4A65-BA62-E17866EE1F7F}" dt="2025-11-18T11:38:32.270" v="1414" actId="1036"/>
          <ac:spMkLst>
            <pc:docMk/>
            <pc:sldMk cId="356968630" sldId="2147482620"/>
            <ac:spMk id="88" creationId="{944DEB82-7FFB-CD20-65BF-B7BB0FD36426}"/>
          </ac:spMkLst>
        </pc:spChg>
        <pc:spChg chg="mod">
          <ac:chgData name="Sameer Yusuf Tayeb Chandiwala" userId="e99563e6-efb0-4985-bb9d-0f28bcccbb5d" providerId="ADAL" clId="{80D4CE00-F08F-4A65-BA62-E17866EE1F7F}" dt="2025-11-18T11:34:08.550" v="1357" actId="1038"/>
          <ac:spMkLst>
            <pc:docMk/>
            <pc:sldMk cId="356968630" sldId="2147482620"/>
            <ac:spMk id="90" creationId="{74D691C4-717C-56B1-E464-71FC0C43035C}"/>
          </ac:spMkLst>
        </pc:spChg>
        <pc:spChg chg="mod">
          <ac:chgData name="Sameer Yusuf Tayeb Chandiwala" userId="e99563e6-efb0-4985-bb9d-0f28bcccbb5d" providerId="ADAL" clId="{80D4CE00-F08F-4A65-BA62-E17866EE1F7F}" dt="2025-11-18T11:34:26.637" v="1358" actId="1076"/>
          <ac:spMkLst>
            <pc:docMk/>
            <pc:sldMk cId="356968630" sldId="2147482620"/>
            <ac:spMk id="93" creationId="{85D7D397-6011-AF6E-C0BC-6965117C2484}"/>
          </ac:spMkLst>
        </pc:spChg>
        <pc:picChg chg="add mod">
          <ac:chgData name="Sameer Yusuf Tayeb Chandiwala" userId="e99563e6-efb0-4985-bb9d-0f28bcccbb5d" providerId="ADAL" clId="{80D4CE00-F08F-4A65-BA62-E17866EE1F7F}" dt="2025-11-18T11:38:39.718" v="1449" actId="1036"/>
          <ac:picMkLst>
            <pc:docMk/>
            <pc:sldMk cId="356968630" sldId="2147482620"/>
            <ac:picMk id="15" creationId="{5F278998-B4EB-BB10-FB1C-C763CEEDD648}"/>
          </ac:picMkLst>
        </pc:picChg>
        <pc:picChg chg="mod">
          <ac:chgData name="Sameer Yusuf Tayeb Chandiwala" userId="e99563e6-efb0-4985-bb9d-0f28bcccbb5d" providerId="ADAL" clId="{80D4CE00-F08F-4A65-BA62-E17866EE1F7F}" dt="2025-11-18T11:33:50.395" v="1330" actId="1037"/>
          <ac:picMkLst>
            <pc:docMk/>
            <pc:sldMk cId="356968630" sldId="2147482620"/>
            <ac:picMk id="83" creationId="{84EDF373-EA13-9AF4-2B4A-061D8BE1E9A1}"/>
          </ac:picMkLst>
        </pc:picChg>
        <pc:picChg chg="mod">
          <ac:chgData name="Sameer Yusuf Tayeb Chandiwala" userId="e99563e6-efb0-4985-bb9d-0f28bcccbb5d" providerId="ADAL" clId="{80D4CE00-F08F-4A65-BA62-E17866EE1F7F}" dt="2025-11-18T11:33:30.053" v="1285" actId="1037"/>
          <ac:picMkLst>
            <pc:docMk/>
            <pc:sldMk cId="356968630" sldId="2147482620"/>
            <ac:picMk id="85" creationId="{D75B4BAB-E345-8171-D2CD-CADAF60B50D4}"/>
          </ac:picMkLst>
        </pc:picChg>
        <pc:picChg chg="mod">
          <ac:chgData name="Sameer Yusuf Tayeb Chandiwala" userId="e99563e6-efb0-4985-bb9d-0f28bcccbb5d" providerId="ADAL" clId="{80D4CE00-F08F-4A65-BA62-E17866EE1F7F}" dt="2025-11-18T11:38:32.270" v="1414" actId="1036"/>
          <ac:picMkLst>
            <pc:docMk/>
            <pc:sldMk cId="356968630" sldId="2147482620"/>
            <ac:picMk id="89" creationId="{81953375-DB58-C03E-76CA-1F37ACFD5081}"/>
          </ac:picMkLst>
        </pc:picChg>
        <pc:picChg chg="mod">
          <ac:chgData name="Sameer Yusuf Tayeb Chandiwala" userId="e99563e6-efb0-4985-bb9d-0f28bcccbb5d" providerId="ADAL" clId="{80D4CE00-F08F-4A65-BA62-E17866EE1F7F}" dt="2025-11-18T11:34:08.550" v="1357" actId="1038"/>
          <ac:picMkLst>
            <pc:docMk/>
            <pc:sldMk cId="356968630" sldId="2147482620"/>
            <ac:picMk id="91" creationId="{31B4D7FF-9EA3-E175-B9B1-C76955A0B644}"/>
          </ac:picMkLst>
        </pc:picChg>
      </pc:sldChg>
      <pc:sldMasterChg chg="delSldLayout">
        <pc:chgData name="Sameer Yusuf Tayeb Chandiwala" userId="e99563e6-efb0-4985-bb9d-0f28bcccbb5d" providerId="ADAL" clId="{80D4CE00-F08F-4A65-BA62-E17866EE1F7F}" dt="2025-11-18T11:03:30.991" v="450" actId="47"/>
        <pc:sldMasterMkLst>
          <pc:docMk/>
          <pc:sldMasterMk cId="3365621574" sldId="2147484175"/>
        </pc:sldMasterMkLst>
      </pc:sldMasterChg>
    </pc:docChg>
  </pc:docChgLst>
  <pc:docChgLst>
    <pc:chgData name="Biju Varughese Skariah" userId="S::biju.skariah@rakbank.ae::368b7a8b-66ca-4f44-bc11-60defecf1f51" providerId="AD" clId="Web-{07968436-18A8-C053-6624-63891E211E3D}"/>
    <pc:docChg chg="modSld sldOrd">
      <pc:chgData name="Biju Varughese Skariah" userId="S::biju.skariah@rakbank.ae::368b7a8b-66ca-4f44-bc11-60defecf1f51" providerId="AD" clId="Web-{07968436-18A8-C053-6624-63891E211E3D}" dt="2025-11-25T07:05:12.725" v="184" actId="20577"/>
      <pc:docMkLst>
        <pc:docMk/>
      </pc:docMkLst>
      <pc:sldChg chg="addSp delSp modSp">
        <pc:chgData name="Biju Varughese Skariah" userId="S::biju.skariah@rakbank.ae::368b7a8b-66ca-4f44-bc11-60defecf1f51" providerId="AD" clId="Web-{07968436-18A8-C053-6624-63891E211E3D}" dt="2025-11-25T06:44:33.100" v="8"/>
        <pc:sldMkLst>
          <pc:docMk/>
          <pc:sldMk cId="783307877" sldId="868"/>
        </pc:sldMkLst>
      </pc:sldChg>
      <pc:sldChg chg="modSp">
        <pc:chgData name="Biju Varughese Skariah" userId="S::biju.skariah@rakbank.ae::368b7a8b-66ca-4f44-bc11-60defecf1f51" providerId="AD" clId="Web-{07968436-18A8-C053-6624-63891E211E3D}" dt="2025-11-25T06:49:49.933" v="105" actId="20577"/>
        <pc:sldMkLst>
          <pc:docMk/>
          <pc:sldMk cId="6344405" sldId="2147482616"/>
        </pc:sldMkLst>
      </pc:sldChg>
      <pc:sldChg chg="modSp">
        <pc:chgData name="Biju Varughese Skariah" userId="S::biju.skariah@rakbank.ae::368b7a8b-66ca-4f44-bc11-60defecf1f51" providerId="AD" clId="Web-{07968436-18A8-C053-6624-63891E211E3D}" dt="2025-11-25T05:08:31.328" v="1" actId="1076"/>
        <pc:sldMkLst>
          <pc:docMk/>
          <pc:sldMk cId="4098097096" sldId="2147482622"/>
        </pc:sldMkLst>
      </pc:sldChg>
      <pc:sldChg chg="modSp">
        <pc:chgData name="Biju Varughese Skariah" userId="S::biju.skariah@rakbank.ae::368b7a8b-66ca-4f44-bc11-60defecf1f51" providerId="AD" clId="Web-{07968436-18A8-C053-6624-63891E211E3D}" dt="2025-11-25T07:05:12.725" v="184" actId="20577"/>
        <pc:sldMkLst>
          <pc:docMk/>
          <pc:sldMk cId="274633079" sldId="2147482625"/>
        </pc:sldMkLst>
      </pc:sldChg>
      <pc:sldChg chg="ord">
        <pc:chgData name="Biju Varughese Skariah" userId="S::biju.skariah@rakbank.ae::368b7a8b-66ca-4f44-bc11-60defecf1f51" providerId="AD" clId="Web-{07968436-18A8-C053-6624-63891E211E3D}" dt="2025-11-25T06:50:09.105" v="106"/>
        <pc:sldMkLst>
          <pc:docMk/>
          <pc:sldMk cId="1996230046" sldId="2147482630"/>
        </pc:sldMkLst>
      </pc:sldChg>
    </pc:docChg>
  </pc:docChgLst>
  <pc:docChgLst>
    <pc:chgData name="Biju Varughese Skariah" userId="S::biju.skariah@rakbank.ae::368b7a8b-66ca-4f44-bc11-60defecf1f51" providerId="AD" clId="Web-{7E0FBD71-74FD-5B2F-D411-72B2A28B92E1}"/>
    <pc:docChg chg="modSld">
      <pc:chgData name="Biju Varughese Skariah" userId="S::biju.skariah@rakbank.ae::368b7a8b-66ca-4f44-bc11-60defecf1f51" providerId="AD" clId="Web-{7E0FBD71-74FD-5B2F-D411-72B2A28B92E1}" dt="2025-11-24T18:11:57.079" v="290"/>
      <pc:docMkLst>
        <pc:docMk/>
      </pc:docMkLst>
      <pc:sldChg chg="modSp">
        <pc:chgData name="Biju Varughese Skariah" userId="S::biju.skariah@rakbank.ae::368b7a8b-66ca-4f44-bc11-60defecf1f51" providerId="AD" clId="Web-{7E0FBD71-74FD-5B2F-D411-72B2A28B92E1}" dt="2025-11-24T18:11:57.079" v="290"/>
        <pc:sldMkLst>
          <pc:docMk/>
          <pc:sldMk cId="979784705" sldId="852"/>
        </pc:sldMkLst>
        <pc:graphicFrameChg chg="mod modGraphic">
          <ac:chgData name="Biju Varughese Skariah" userId="S::biju.skariah@rakbank.ae::368b7a8b-66ca-4f44-bc11-60defecf1f51" providerId="AD" clId="Web-{7E0FBD71-74FD-5B2F-D411-72B2A28B92E1}" dt="2025-11-24T18:11:57.079" v="290"/>
          <ac:graphicFrameMkLst>
            <pc:docMk/>
            <pc:sldMk cId="979784705" sldId="852"/>
            <ac:graphicFrameMk id="7" creationId="{6B843121-4BE6-9373-8BE4-207E0DFC1E3C}"/>
          </ac:graphicFrameMkLst>
        </pc:graphicFrameChg>
      </pc:sldChg>
      <pc:sldChg chg="modSp">
        <pc:chgData name="Biju Varughese Skariah" userId="S::biju.skariah@rakbank.ae::368b7a8b-66ca-4f44-bc11-60defecf1f51" providerId="AD" clId="Web-{7E0FBD71-74FD-5B2F-D411-72B2A28B92E1}" dt="2025-11-24T17:25:54.963" v="51" actId="20577"/>
        <pc:sldMkLst>
          <pc:docMk/>
          <pc:sldMk cId="6344405" sldId="2147482616"/>
        </pc:sldMkLst>
      </pc:sldChg>
      <pc:sldChg chg="addSp delSp modSp">
        <pc:chgData name="Biju Varughese Skariah" userId="S::biju.skariah@rakbank.ae::368b7a8b-66ca-4f44-bc11-60defecf1f51" providerId="AD" clId="Web-{7E0FBD71-74FD-5B2F-D411-72B2A28B92E1}" dt="2025-11-24T17:41:20.080" v="223" actId="1076"/>
        <pc:sldMkLst>
          <pc:docMk/>
          <pc:sldMk cId="4098097096" sldId="2147482622"/>
        </pc:sldMkLst>
      </pc:sldChg>
    </pc:docChg>
  </pc:docChgLst>
  <pc:docChgLst>
    <pc:chgData name="Deepa Ajit" userId="S::deepa.george@rakbank.ae::0a050ac3-cef9-43ed-9e90-ff8c16ae193a" providerId="AD" clId="Web-{056B2766-CB12-488B-EFBC-80ABCB7E2ED3}"/>
    <pc:docChg chg="modSld">
      <pc:chgData name="Deepa Ajit" userId="S::deepa.george@rakbank.ae::0a050ac3-cef9-43ed-9e90-ff8c16ae193a" providerId="AD" clId="Web-{056B2766-CB12-488B-EFBC-80ABCB7E2ED3}" dt="2025-11-25T13:05:03.022" v="17" actId="20577"/>
      <pc:docMkLst>
        <pc:docMk/>
      </pc:docMkLst>
      <pc:sldChg chg="addSp delSp modSp">
        <pc:chgData name="Deepa Ajit" userId="S::deepa.george@rakbank.ae::0a050ac3-cef9-43ed-9e90-ff8c16ae193a" providerId="AD" clId="Web-{056B2766-CB12-488B-EFBC-80ABCB7E2ED3}" dt="2025-11-25T13:05:03.022" v="17" actId="20577"/>
        <pc:sldMkLst>
          <pc:docMk/>
          <pc:sldMk cId="1562787217" sldId="2146846758"/>
        </pc:sldMkLst>
        <pc:spChg chg="mod">
          <ac:chgData name="Deepa Ajit" userId="S::deepa.george@rakbank.ae::0a050ac3-cef9-43ed-9e90-ff8c16ae193a" providerId="AD" clId="Web-{056B2766-CB12-488B-EFBC-80ABCB7E2ED3}" dt="2025-11-25T13:04:39.131" v="15" actId="20577"/>
          <ac:spMkLst>
            <pc:docMk/>
            <pc:sldMk cId="1562787217" sldId="2146846758"/>
            <ac:spMk id="3" creationId="{12D25B6C-1ED9-8AE8-0AAD-C0EE1F48C04E}"/>
          </ac:spMkLst>
        </pc:spChg>
        <pc:spChg chg="mod">
          <ac:chgData name="Deepa Ajit" userId="S::deepa.george@rakbank.ae::0a050ac3-cef9-43ed-9e90-ff8c16ae193a" providerId="AD" clId="Web-{056B2766-CB12-488B-EFBC-80ABCB7E2ED3}" dt="2025-11-25T13:04:59.771" v="16" actId="20577"/>
          <ac:spMkLst>
            <pc:docMk/>
            <pc:sldMk cId="1562787217" sldId="2146846758"/>
            <ac:spMk id="5" creationId="{20FA2408-BE60-D965-0D4C-7231815CEFE4}"/>
          </ac:spMkLst>
        </pc:spChg>
        <pc:spChg chg="mod">
          <ac:chgData name="Deepa Ajit" userId="S::deepa.george@rakbank.ae::0a050ac3-cef9-43ed-9e90-ff8c16ae193a" providerId="AD" clId="Web-{056B2766-CB12-488B-EFBC-80ABCB7E2ED3}" dt="2025-11-25T13:05:03.022" v="17" actId="20577"/>
          <ac:spMkLst>
            <pc:docMk/>
            <pc:sldMk cId="1562787217" sldId="2146846758"/>
            <ac:spMk id="7" creationId="{100AB1AC-9A03-2768-FBA8-FD36E7E4D202}"/>
          </ac:spMkLst>
        </pc:spChg>
        <pc:spChg chg="mod">
          <ac:chgData name="Deepa Ajit" userId="S::deepa.george@rakbank.ae::0a050ac3-cef9-43ed-9e90-ff8c16ae193a" providerId="AD" clId="Web-{056B2766-CB12-488B-EFBC-80ABCB7E2ED3}" dt="2025-11-25T13:04:29.974" v="14" actId="1076"/>
          <ac:spMkLst>
            <pc:docMk/>
            <pc:sldMk cId="1562787217" sldId="2146846758"/>
            <ac:spMk id="12" creationId="{DF03E7CF-0F96-B682-4819-ADD54FE27639}"/>
          </ac:spMkLst>
        </pc:spChg>
      </pc:sldChg>
    </pc:docChg>
  </pc:docChgLst>
  <pc:docChgLst>
    <pc:chgData name="Moez Sassi" userId="S::moez.sassi@rakbank.ae::fcada67b-5996-48fa-b7c8-6977e7470a7a" providerId="AD" clId="Web-{FD08E827-FA0E-6F1F-759B-28617E3F0C15}"/>
    <pc:docChg chg="modSld">
      <pc:chgData name="Moez Sassi" userId="S::moez.sassi@rakbank.ae::fcada67b-5996-48fa-b7c8-6977e7470a7a" providerId="AD" clId="Web-{FD08E827-FA0E-6F1F-759B-28617E3F0C15}" dt="2025-11-25T12:52:38.615" v="268" actId="20577"/>
      <pc:docMkLst>
        <pc:docMk/>
      </pc:docMkLst>
      <pc:sldChg chg="modSp">
        <pc:chgData name="Moez Sassi" userId="S::moez.sassi@rakbank.ae::fcada67b-5996-48fa-b7c8-6977e7470a7a" providerId="AD" clId="Web-{FD08E827-FA0E-6F1F-759B-28617E3F0C15}" dt="2025-11-25T12:52:38.615" v="268" actId="20577"/>
        <pc:sldMkLst>
          <pc:docMk/>
          <pc:sldMk cId="566800098" sldId="2147482634"/>
        </pc:sldMkLst>
      </pc:sldChg>
    </pc:docChg>
  </pc:docChgLst>
  <pc:docChgLst>
    <pc:chgData name="Sameer Yusuf Tayeb Chandiwala" userId="e99563e6-efb0-4985-bb9d-0f28bcccbb5d" providerId="ADAL" clId="{6905DC88-07A5-40EC-8080-3069291217A8}"/>
    <pc:docChg chg="undo redo custSel addSld delSld modSld sldOrd modSection">
      <pc:chgData name="Sameer Yusuf Tayeb Chandiwala" userId="e99563e6-efb0-4985-bb9d-0f28bcccbb5d" providerId="ADAL" clId="{6905DC88-07A5-40EC-8080-3069291217A8}" dt="2025-11-25T15:09:08.921" v="2542" actId="14100"/>
      <pc:docMkLst>
        <pc:docMk/>
      </pc:docMkLst>
      <pc:sldChg chg="modSp mod">
        <pc:chgData name="Sameer Yusuf Tayeb Chandiwala" userId="e99563e6-efb0-4985-bb9d-0f28bcccbb5d" providerId="ADAL" clId="{6905DC88-07A5-40EC-8080-3069291217A8}" dt="2025-11-25T10:04:19.074" v="1052" actId="947"/>
        <pc:sldMkLst>
          <pc:docMk/>
          <pc:sldMk cId="208882367" sldId="838"/>
        </pc:sldMkLst>
      </pc:sldChg>
      <pc:sldChg chg="modSp mod">
        <pc:chgData name="Sameer Yusuf Tayeb Chandiwala" userId="e99563e6-efb0-4985-bb9d-0f28bcccbb5d" providerId="ADAL" clId="{6905DC88-07A5-40EC-8080-3069291217A8}" dt="2025-11-25T10:03:42.150" v="1017" actId="947"/>
        <pc:sldMkLst>
          <pc:docMk/>
          <pc:sldMk cId="1696076613" sldId="849"/>
        </pc:sldMkLst>
      </pc:sldChg>
      <pc:sldChg chg="delSp modSp mod ord">
        <pc:chgData name="Sameer Yusuf Tayeb Chandiwala" userId="e99563e6-efb0-4985-bb9d-0f28bcccbb5d" providerId="ADAL" clId="{6905DC88-07A5-40EC-8080-3069291217A8}" dt="2025-11-25T14:07:32.728" v="2019" actId="14100"/>
        <pc:sldMkLst>
          <pc:docMk/>
          <pc:sldMk cId="273208784" sldId="2147482601"/>
        </pc:sldMkLst>
        <pc:spChg chg="mod">
          <ac:chgData name="Sameer Yusuf Tayeb Chandiwala" userId="e99563e6-efb0-4985-bb9d-0f28bcccbb5d" providerId="ADAL" clId="{6905DC88-07A5-40EC-8080-3069291217A8}" dt="2025-11-25T13:38:33.048" v="1747" actId="14100"/>
          <ac:spMkLst>
            <pc:docMk/>
            <pc:sldMk cId="273208784" sldId="2147482601"/>
            <ac:spMk id="21" creationId="{F0C694CA-7866-4830-5991-2410340FDF2B}"/>
          </ac:spMkLst>
        </pc:spChg>
        <pc:spChg chg="mod">
          <ac:chgData name="Sameer Yusuf Tayeb Chandiwala" userId="e99563e6-efb0-4985-bb9d-0f28bcccbb5d" providerId="ADAL" clId="{6905DC88-07A5-40EC-8080-3069291217A8}" dt="2025-11-25T13:41:57.891" v="1753" actId="1076"/>
          <ac:spMkLst>
            <pc:docMk/>
            <pc:sldMk cId="273208784" sldId="2147482601"/>
            <ac:spMk id="23" creationId="{C3D6029F-8E99-50BE-BC40-FC25C9D0C2CF}"/>
          </ac:spMkLst>
        </pc:spChg>
        <pc:graphicFrameChg chg="modGraphic">
          <ac:chgData name="Sameer Yusuf Tayeb Chandiwala" userId="e99563e6-efb0-4985-bb9d-0f28bcccbb5d" providerId="ADAL" clId="{6905DC88-07A5-40EC-8080-3069291217A8}" dt="2025-11-25T13:32:32.939" v="1627" actId="6549"/>
          <ac:graphicFrameMkLst>
            <pc:docMk/>
            <pc:sldMk cId="273208784" sldId="2147482601"/>
            <ac:graphicFrameMk id="20" creationId="{C1AF4D06-05D6-8C0E-7B28-80D461CBF484}"/>
          </ac:graphicFrameMkLst>
        </pc:graphicFrameChg>
      </pc:sldChg>
      <pc:sldChg chg="addSp delSp modSp del mod">
        <pc:chgData name="Sameer Yusuf Tayeb Chandiwala" userId="e99563e6-efb0-4985-bb9d-0f28bcccbb5d" providerId="ADAL" clId="{6905DC88-07A5-40EC-8080-3069291217A8}" dt="2025-11-25T13:19:17.745" v="1575" actId="47"/>
        <pc:sldMkLst>
          <pc:docMk/>
          <pc:sldMk cId="6344405" sldId="2147482616"/>
        </pc:sldMkLst>
      </pc:sldChg>
      <pc:sldChg chg="addSp delSp modSp mod">
        <pc:chgData name="Sameer Yusuf Tayeb Chandiwala" userId="e99563e6-efb0-4985-bb9d-0f28bcccbb5d" providerId="ADAL" clId="{6905DC88-07A5-40EC-8080-3069291217A8}" dt="2025-11-25T13:35:04.555" v="1734" actId="20577"/>
        <pc:sldMkLst>
          <pc:docMk/>
          <pc:sldMk cId="2442735338" sldId="2147482617"/>
        </pc:sldMkLst>
        <pc:spChg chg="add mod">
          <ac:chgData name="Sameer Yusuf Tayeb Chandiwala" userId="e99563e6-efb0-4985-bb9d-0f28bcccbb5d" providerId="ADAL" clId="{6905DC88-07A5-40EC-8080-3069291217A8}" dt="2025-11-25T13:34:10.331" v="1710" actId="1036"/>
          <ac:spMkLst>
            <pc:docMk/>
            <pc:sldMk cId="2442735338" sldId="2147482617"/>
            <ac:spMk id="11" creationId="{9010C892-7F91-709C-DA09-FC28E7AC6857}"/>
          </ac:spMkLst>
        </pc:spChg>
        <pc:spChg chg="add mod">
          <ac:chgData name="Sameer Yusuf Tayeb Chandiwala" userId="e99563e6-efb0-4985-bb9d-0f28bcccbb5d" providerId="ADAL" clId="{6905DC88-07A5-40EC-8080-3069291217A8}" dt="2025-11-25T13:34:10.331" v="1710" actId="1036"/>
          <ac:spMkLst>
            <pc:docMk/>
            <pc:sldMk cId="2442735338" sldId="2147482617"/>
            <ac:spMk id="12" creationId="{00F9042D-E910-0631-36A4-508D8E9E9DA3}"/>
          </ac:spMkLst>
        </pc:spChg>
        <pc:spChg chg="add mod">
          <ac:chgData name="Sameer Yusuf Tayeb Chandiwala" userId="e99563e6-efb0-4985-bb9d-0f28bcccbb5d" providerId="ADAL" clId="{6905DC88-07A5-40EC-8080-3069291217A8}" dt="2025-11-25T13:34:10.331" v="1710" actId="1036"/>
          <ac:spMkLst>
            <pc:docMk/>
            <pc:sldMk cId="2442735338" sldId="2147482617"/>
            <ac:spMk id="14" creationId="{9969E8D9-5BA1-C90C-86CF-8D3CB2087041}"/>
          </ac:spMkLst>
        </pc:spChg>
        <pc:spChg chg="add mod">
          <ac:chgData name="Sameer Yusuf Tayeb Chandiwala" userId="e99563e6-efb0-4985-bb9d-0f28bcccbb5d" providerId="ADAL" clId="{6905DC88-07A5-40EC-8080-3069291217A8}" dt="2025-11-25T13:34:16.396" v="1711" actId="1076"/>
          <ac:spMkLst>
            <pc:docMk/>
            <pc:sldMk cId="2442735338" sldId="2147482617"/>
            <ac:spMk id="17" creationId="{28CCDC22-D498-1D76-9743-506F3AE68527}"/>
          </ac:spMkLst>
        </pc:spChg>
        <pc:spChg chg="add mod">
          <ac:chgData name="Sameer Yusuf Tayeb Chandiwala" userId="e99563e6-efb0-4985-bb9d-0f28bcccbb5d" providerId="ADAL" clId="{6905DC88-07A5-40EC-8080-3069291217A8}" dt="2025-11-25T13:34:10.331" v="1710" actId="1036"/>
          <ac:spMkLst>
            <pc:docMk/>
            <pc:sldMk cId="2442735338" sldId="2147482617"/>
            <ac:spMk id="22" creationId="{97B0B3BA-BFF2-BE6D-6521-77B0DF9B0211}"/>
          </ac:spMkLst>
        </pc:spChg>
        <pc:graphicFrameChg chg="add mod modGraphic">
          <ac:chgData name="Sameer Yusuf Tayeb Chandiwala" userId="e99563e6-efb0-4985-bb9d-0f28bcccbb5d" providerId="ADAL" clId="{6905DC88-07A5-40EC-8080-3069291217A8}" dt="2025-11-25T13:34:10.331" v="1710" actId="1036"/>
          <ac:graphicFrameMkLst>
            <pc:docMk/>
            <pc:sldMk cId="2442735338" sldId="2147482617"/>
            <ac:graphicFrameMk id="2" creationId="{28D43289-3B0E-E5D8-252A-06DC79BBE617}"/>
          </ac:graphicFrameMkLst>
        </pc:graphicFrameChg>
      </pc:sldChg>
      <pc:sldChg chg="addSp modSp mod">
        <pc:chgData name="Sameer Yusuf Tayeb Chandiwala" userId="e99563e6-efb0-4985-bb9d-0f28bcccbb5d" providerId="ADAL" clId="{6905DC88-07A5-40EC-8080-3069291217A8}" dt="2025-11-25T15:06:51.352" v="2512" actId="20577"/>
        <pc:sldMkLst>
          <pc:docMk/>
          <pc:sldMk cId="356968630" sldId="2147482620"/>
        </pc:sldMkLst>
        <pc:spChg chg="mod">
          <ac:chgData name="Sameer Yusuf Tayeb Chandiwala" userId="e99563e6-efb0-4985-bb9d-0f28bcccbb5d" providerId="ADAL" clId="{6905DC88-07A5-40EC-8080-3069291217A8}" dt="2025-11-25T14:10:48.930" v="2063" actId="1036"/>
          <ac:spMkLst>
            <pc:docMk/>
            <pc:sldMk cId="356968630" sldId="2147482620"/>
            <ac:spMk id="5" creationId="{7C95DF84-4603-0C19-2CDB-0DF1F6040B28}"/>
          </ac:spMkLst>
        </pc:spChg>
        <pc:spChg chg="mod">
          <ac:chgData name="Sameer Yusuf Tayeb Chandiwala" userId="e99563e6-efb0-4985-bb9d-0f28bcccbb5d" providerId="ADAL" clId="{6905DC88-07A5-40EC-8080-3069291217A8}" dt="2025-11-25T15:06:15.887" v="2505" actId="20577"/>
          <ac:spMkLst>
            <pc:docMk/>
            <pc:sldMk cId="356968630" sldId="2147482620"/>
            <ac:spMk id="8" creationId="{00000000-0000-0000-0000-000000000000}"/>
          </ac:spMkLst>
        </pc:spChg>
        <pc:spChg chg="add mod">
          <ac:chgData name="Sameer Yusuf Tayeb Chandiwala" userId="e99563e6-efb0-4985-bb9d-0f28bcccbb5d" providerId="ADAL" clId="{6905DC88-07A5-40EC-8080-3069291217A8}" dt="2025-11-25T14:10:48.930" v="2063" actId="1036"/>
          <ac:spMkLst>
            <pc:docMk/>
            <pc:sldMk cId="356968630" sldId="2147482620"/>
            <ac:spMk id="13" creationId="{934CEC17-19D4-7DB6-72C5-C8240CF45A42}"/>
          </ac:spMkLst>
        </pc:spChg>
        <pc:spChg chg="mod">
          <ac:chgData name="Sameer Yusuf Tayeb Chandiwala" userId="e99563e6-efb0-4985-bb9d-0f28bcccbb5d" providerId="ADAL" clId="{6905DC88-07A5-40EC-8080-3069291217A8}" dt="2025-11-25T15:05:53.117" v="2502" actId="20577"/>
          <ac:spMkLst>
            <pc:docMk/>
            <pc:sldMk cId="356968630" sldId="2147482620"/>
            <ac:spMk id="18" creationId="{2970A98D-43C9-A4CB-6D8A-3EBFAF2107BB}"/>
          </ac:spMkLst>
        </pc:spChg>
        <pc:spChg chg="mod">
          <ac:chgData name="Sameer Yusuf Tayeb Chandiwala" userId="e99563e6-efb0-4985-bb9d-0f28bcccbb5d" providerId="ADAL" clId="{6905DC88-07A5-40EC-8080-3069291217A8}" dt="2025-11-25T15:06:51.352" v="2512" actId="20577"/>
          <ac:spMkLst>
            <pc:docMk/>
            <pc:sldMk cId="356968630" sldId="2147482620"/>
            <ac:spMk id="20" creationId="{DC3973FE-274F-AE1E-65FF-759146955901}"/>
          </ac:spMkLst>
        </pc:spChg>
        <pc:spChg chg="mod">
          <ac:chgData name="Sameer Yusuf Tayeb Chandiwala" userId="e99563e6-efb0-4985-bb9d-0f28bcccbb5d" providerId="ADAL" clId="{6905DC88-07A5-40EC-8080-3069291217A8}" dt="2025-11-25T09:31:59.318" v="342" actId="1076"/>
          <ac:spMkLst>
            <pc:docMk/>
            <pc:sldMk cId="356968630" sldId="2147482620"/>
            <ac:spMk id="47" creationId="{96C51951-C256-7F12-519F-62438C0D956E}"/>
          </ac:spMkLst>
        </pc:spChg>
        <pc:spChg chg="mod">
          <ac:chgData name="Sameer Yusuf Tayeb Chandiwala" userId="e99563e6-efb0-4985-bb9d-0f28bcccbb5d" providerId="ADAL" clId="{6905DC88-07A5-40EC-8080-3069291217A8}" dt="2025-11-25T14:10:59.946" v="2065" actId="1036"/>
          <ac:spMkLst>
            <pc:docMk/>
            <pc:sldMk cId="356968630" sldId="2147482620"/>
            <ac:spMk id="68" creationId="{00000000-0000-0000-0000-000000000000}"/>
          </ac:spMkLst>
        </pc:spChg>
        <pc:spChg chg="mod">
          <ac:chgData name="Sameer Yusuf Tayeb Chandiwala" userId="e99563e6-efb0-4985-bb9d-0f28bcccbb5d" providerId="ADAL" clId="{6905DC88-07A5-40EC-8080-3069291217A8}" dt="2025-11-25T15:06:30.571" v="2508" actId="20577"/>
          <ac:spMkLst>
            <pc:docMk/>
            <pc:sldMk cId="356968630" sldId="2147482620"/>
            <ac:spMk id="79" creationId="{00000000-0000-0000-0000-000000000000}"/>
          </ac:spMkLst>
        </pc:spChg>
        <pc:spChg chg="mod">
          <ac:chgData name="Sameer Yusuf Tayeb Chandiwala" userId="e99563e6-efb0-4985-bb9d-0f28bcccbb5d" providerId="ADAL" clId="{6905DC88-07A5-40EC-8080-3069291217A8}" dt="2025-11-25T15:05:47.794" v="2497" actId="20577"/>
          <ac:spMkLst>
            <pc:docMk/>
            <pc:sldMk cId="356968630" sldId="2147482620"/>
            <ac:spMk id="93" creationId="{85D7D397-6011-AF6E-C0BC-6965117C2484}"/>
          </ac:spMkLst>
        </pc:spChg>
      </pc:sldChg>
      <pc:sldChg chg="addSp delSp modSp mod ord">
        <pc:chgData name="Sameer Yusuf Tayeb Chandiwala" userId="e99563e6-efb0-4985-bb9d-0f28bcccbb5d" providerId="ADAL" clId="{6905DC88-07A5-40EC-8080-3069291217A8}" dt="2025-11-25T14:08:36.455" v="2023" actId="478"/>
        <pc:sldMkLst>
          <pc:docMk/>
          <pc:sldMk cId="4098097096" sldId="2147482622"/>
        </pc:sldMkLst>
        <pc:spChg chg="add mod">
          <ac:chgData name="Sameer Yusuf Tayeb Chandiwala" userId="e99563e6-efb0-4985-bb9d-0f28bcccbb5d" providerId="ADAL" clId="{6905DC88-07A5-40EC-8080-3069291217A8}" dt="2025-11-25T13:38:17.242" v="1742" actId="1076"/>
          <ac:spMkLst>
            <pc:docMk/>
            <pc:sldMk cId="4098097096" sldId="2147482622"/>
            <ac:spMk id="29" creationId="{DB864103-D7DA-ED29-931B-CB88A64CDCD2}"/>
          </ac:spMkLst>
        </pc:spChg>
      </pc:sldChg>
      <pc:sldChg chg="addSp delSp modSp mod">
        <pc:chgData name="Sameer Yusuf Tayeb Chandiwala" userId="e99563e6-efb0-4985-bb9d-0f28bcccbb5d" providerId="ADAL" clId="{6905DC88-07A5-40EC-8080-3069291217A8}" dt="2025-11-25T13:06:59.703" v="1512" actId="1076"/>
        <pc:sldMkLst>
          <pc:docMk/>
          <pc:sldMk cId="2644251192" sldId="2147482623"/>
        </pc:sldMkLst>
        <pc:spChg chg="add mod">
          <ac:chgData name="Sameer Yusuf Tayeb Chandiwala" userId="e99563e6-efb0-4985-bb9d-0f28bcccbb5d" providerId="ADAL" clId="{6905DC88-07A5-40EC-8080-3069291217A8}" dt="2025-11-25T13:00:43.950" v="1505" actId="1036"/>
          <ac:spMkLst>
            <pc:docMk/>
            <pc:sldMk cId="2644251192" sldId="2147482623"/>
            <ac:spMk id="9" creationId="{857DF0F9-FED4-E9D7-511C-4F0B1BF7E2AE}"/>
          </ac:spMkLst>
        </pc:spChg>
        <pc:spChg chg="add del">
          <ac:chgData name="Sameer Yusuf Tayeb Chandiwala" userId="e99563e6-efb0-4985-bb9d-0f28bcccbb5d" providerId="ADAL" clId="{6905DC88-07A5-40EC-8080-3069291217A8}" dt="2025-11-25T09:52:33.756" v="711" actId="478"/>
          <ac:spMkLst>
            <pc:docMk/>
            <pc:sldMk cId="2644251192" sldId="2147482623"/>
            <ac:spMk id="19" creationId="{39190F58-1E35-83C6-D1CC-B5FF36D2A0FE}"/>
          </ac:spMkLst>
        </pc:spChg>
        <pc:spChg chg="add mod">
          <ac:chgData name="Sameer Yusuf Tayeb Chandiwala" userId="e99563e6-efb0-4985-bb9d-0f28bcccbb5d" providerId="ADAL" clId="{6905DC88-07A5-40EC-8080-3069291217A8}" dt="2025-11-25T13:00:43.950" v="1505" actId="1036"/>
          <ac:spMkLst>
            <pc:docMk/>
            <pc:sldMk cId="2644251192" sldId="2147482623"/>
            <ac:spMk id="21" creationId="{D98B4016-7E30-EB58-F677-6853FCEB8E7E}"/>
          </ac:spMkLst>
        </pc:spChg>
        <pc:spChg chg="mod">
          <ac:chgData name="Sameer Yusuf Tayeb Chandiwala" userId="e99563e6-efb0-4985-bb9d-0f28bcccbb5d" providerId="ADAL" clId="{6905DC88-07A5-40EC-8080-3069291217A8}" dt="2025-11-25T13:06:54.713" v="1511" actId="14100"/>
          <ac:spMkLst>
            <pc:docMk/>
            <pc:sldMk cId="2644251192" sldId="2147482623"/>
            <ac:spMk id="23" creationId="{4D498771-C326-0017-9DE9-7BF9BFBA2998}"/>
          </ac:spMkLst>
        </pc:spChg>
        <pc:spChg chg="add mod">
          <ac:chgData name="Sameer Yusuf Tayeb Chandiwala" userId="e99563e6-efb0-4985-bb9d-0f28bcccbb5d" providerId="ADAL" clId="{6905DC88-07A5-40EC-8080-3069291217A8}" dt="2025-11-25T13:00:43.950" v="1505" actId="1036"/>
          <ac:spMkLst>
            <pc:docMk/>
            <pc:sldMk cId="2644251192" sldId="2147482623"/>
            <ac:spMk id="27" creationId="{6A05702B-D400-0330-F792-EBDBD1C612BB}"/>
          </ac:spMkLst>
        </pc:spChg>
        <pc:spChg chg="add mod">
          <ac:chgData name="Sameer Yusuf Tayeb Chandiwala" userId="e99563e6-efb0-4985-bb9d-0f28bcccbb5d" providerId="ADAL" clId="{6905DC88-07A5-40EC-8080-3069291217A8}" dt="2025-11-25T13:00:43.950" v="1505" actId="1036"/>
          <ac:spMkLst>
            <pc:docMk/>
            <pc:sldMk cId="2644251192" sldId="2147482623"/>
            <ac:spMk id="28" creationId="{33661D76-207D-9182-1AF4-30C5C9293BD9}"/>
          </ac:spMkLst>
        </pc:spChg>
        <pc:spChg chg="add mod">
          <ac:chgData name="Sameer Yusuf Tayeb Chandiwala" userId="e99563e6-efb0-4985-bb9d-0f28bcccbb5d" providerId="ADAL" clId="{6905DC88-07A5-40EC-8080-3069291217A8}" dt="2025-11-25T13:00:43.950" v="1505" actId="1036"/>
          <ac:spMkLst>
            <pc:docMk/>
            <pc:sldMk cId="2644251192" sldId="2147482623"/>
            <ac:spMk id="29" creationId="{04764390-55F0-3943-E877-072A4867E153}"/>
          </ac:spMkLst>
        </pc:spChg>
        <pc:spChg chg="mod">
          <ac:chgData name="Sameer Yusuf Tayeb Chandiwala" userId="e99563e6-efb0-4985-bb9d-0f28bcccbb5d" providerId="ADAL" clId="{6905DC88-07A5-40EC-8080-3069291217A8}" dt="2025-11-25T13:06:59.703" v="1512" actId="1076"/>
          <ac:spMkLst>
            <pc:docMk/>
            <pc:sldMk cId="2644251192" sldId="2147482623"/>
            <ac:spMk id="30" creationId="{6A7AA2BA-8087-F018-8121-853ECA0555C5}"/>
          </ac:spMkLst>
        </pc:spChg>
        <pc:graphicFrameChg chg="add mod modGraphic">
          <ac:chgData name="Sameer Yusuf Tayeb Chandiwala" userId="e99563e6-efb0-4985-bb9d-0f28bcccbb5d" providerId="ADAL" clId="{6905DC88-07A5-40EC-8080-3069291217A8}" dt="2025-11-25T13:00:43.950" v="1505" actId="1036"/>
          <ac:graphicFrameMkLst>
            <pc:docMk/>
            <pc:sldMk cId="2644251192" sldId="2147482623"/>
            <ac:graphicFrameMk id="8" creationId="{10404DC5-4B18-9C5D-403B-287B3C1E75D9}"/>
          </ac:graphicFrameMkLst>
        </pc:graphicFrameChg>
        <pc:graphicFrameChg chg="mod modGraphic">
          <ac:chgData name="Sameer Yusuf Tayeb Chandiwala" userId="e99563e6-efb0-4985-bb9d-0f28bcccbb5d" providerId="ADAL" clId="{6905DC88-07A5-40EC-8080-3069291217A8}" dt="2025-11-25T13:00:53.968" v="1507" actId="6549"/>
          <ac:graphicFrameMkLst>
            <pc:docMk/>
            <pc:sldMk cId="2644251192" sldId="2147482623"/>
            <ac:graphicFrameMk id="22" creationId="{507D233B-4743-9BAD-F319-B1912588CA75}"/>
          </ac:graphicFrameMkLst>
        </pc:graphicFrameChg>
      </pc:sldChg>
      <pc:sldChg chg="addSp delSp modSp mod">
        <pc:chgData name="Sameer Yusuf Tayeb Chandiwala" userId="e99563e6-efb0-4985-bb9d-0f28bcccbb5d" providerId="ADAL" clId="{6905DC88-07A5-40EC-8080-3069291217A8}" dt="2025-11-25T14:53:51.456" v="2482"/>
        <pc:sldMkLst>
          <pc:docMk/>
          <pc:sldMk cId="274633079" sldId="2147482625"/>
        </pc:sldMkLst>
      </pc:sldChg>
      <pc:sldChg chg="addSp modSp mod">
        <pc:chgData name="Sameer Yusuf Tayeb Chandiwala" userId="e99563e6-efb0-4985-bb9d-0f28bcccbb5d" providerId="ADAL" clId="{6905DC88-07A5-40EC-8080-3069291217A8}" dt="2025-11-25T14:19:54.569" v="2074" actId="20577"/>
        <pc:sldMkLst>
          <pc:docMk/>
          <pc:sldMk cId="4193340814" sldId="2147482628"/>
        </pc:sldMkLst>
      </pc:sldChg>
      <pc:sldChg chg="modSp mod">
        <pc:chgData name="Sameer Yusuf Tayeb Chandiwala" userId="e99563e6-efb0-4985-bb9d-0f28bcccbb5d" providerId="ADAL" clId="{6905DC88-07A5-40EC-8080-3069291217A8}" dt="2025-11-25T10:03:46.887" v="1018" actId="947"/>
        <pc:sldMkLst>
          <pc:docMk/>
          <pc:sldMk cId="2439797403" sldId="2147482632"/>
        </pc:sldMkLst>
      </pc:sldChg>
      <pc:sldChg chg="addSp delSp modSp add mod">
        <pc:chgData name="Sameer Yusuf Tayeb Chandiwala" userId="e99563e6-efb0-4985-bb9d-0f28bcccbb5d" providerId="ADAL" clId="{6905DC88-07A5-40EC-8080-3069291217A8}" dt="2025-11-25T15:03:28.891" v="2484" actId="6549"/>
        <pc:sldMkLst>
          <pc:docMk/>
          <pc:sldMk cId="566800098" sldId="2147482634"/>
        </pc:sldMkLst>
      </pc:sldChg>
      <pc:sldChg chg="add del">
        <pc:chgData name="Sameer Yusuf Tayeb Chandiwala" userId="e99563e6-efb0-4985-bb9d-0f28bcccbb5d" providerId="ADAL" clId="{6905DC88-07A5-40EC-8080-3069291217A8}" dt="2025-11-25T10:01:56.709" v="943" actId="47"/>
        <pc:sldMkLst>
          <pc:docMk/>
          <pc:sldMk cId="1066648761" sldId="2147482634"/>
        </pc:sldMkLst>
      </pc:sldChg>
      <pc:sldChg chg="modSp add mod">
        <pc:chgData name="Sameer Yusuf Tayeb Chandiwala" userId="e99563e6-efb0-4985-bb9d-0f28bcccbb5d" providerId="ADAL" clId="{6905DC88-07A5-40EC-8080-3069291217A8}" dt="2025-11-25T14:10:22.759" v="2061"/>
        <pc:sldMkLst>
          <pc:docMk/>
          <pc:sldMk cId="3759075074" sldId="2147482635"/>
        </pc:sldMkLst>
        <pc:graphicFrameChg chg="mod">
          <ac:chgData name="Sameer Yusuf Tayeb Chandiwala" userId="e99563e6-efb0-4985-bb9d-0f28bcccbb5d" providerId="ADAL" clId="{6905DC88-07A5-40EC-8080-3069291217A8}" dt="2025-11-25T13:19:24.087" v="1576" actId="1076"/>
          <ac:graphicFrameMkLst>
            <pc:docMk/>
            <pc:sldMk cId="3759075074" sldId="2147482635"/>
            <ac:graphicFrameMk id="13" creationId="{07A832A5-9DDC-D04E-9E4F-B7DF2B184A9E}"/>
          </ac:graphicFrameMkLst>
        </pc:graphicFrameChg>
        <pc:graphicFrameChg chg="mod">
          <ac:chgData name="Sameer Yusuf Tayeb Chandiwala" userId="e99563e6-efb0-4985-bb9d-0f28bcccbb5d" providerId="ADAL" clId="{6905DC88-07A5-40EC-8080-3069291217A8}" dt="2025-11-25T13:19:30.225" v="1577"/>
          <ac:graphicFrameMkLst>
            <pc:docMk/>
            <pc:sldMk cId="3759075074" sldId="2147482635"/>
            <ac:graphicFrameMk id="20" creationId="{AB059216-A8A1-F99B-6A02-C62FE8B986D3}"/>
          </ac:graphicFrameMkLst>
        </pc:graphicFrameChg>
        <pc:graphicFrameChg chg="mod">
          <ac:chgData name="Sameer Yusuf Tayeb Chandiwala" userId="e99563e6-efb0-4985-bb9d-0f28bcccbb5d" providerId="ADAL" clId="{6905DC88-07A5-40EC-8080-3069291217A8}" dt="2025-11-25T14:10:22.759" v="2061"/>
          <ac:graphicFrameMkLst>
            <pc:docMk/>
            <pc:sldMk cId="3759075074" sldId="2147482635"/>
            <ac:graphicFrameMk id="30" creationId="{1BA54357-F97E-BC35-448C-646AD33A688E}"/>
          </ac:graphicFrameMkLst>
        </pc:graphicFrameChg>
      </pc:sldChg>
      <pc:sldChg chg="addSp delSp modSp mod">
        <pc:chgData name="Sameer Yusuf Tayeb Chandiwala" userId="e99563e6-efb0-4985-bb9d-0f28bcccbb5d" providerId="ADAL" clId="{6905DC88-07A5-40EC-8080-3069291217A8}" dt="2025-11-25T15:08:56.784" v="2541"/>
        <pc:sldMkLst>
          <pc:docMk/>
          <pc:sldMk cId="1154255640" sldId="2147482636"/>
        </pc:sldMkLst>
        <pc:spChg chg="add mod">
          <ac:chgData name="Sameer Yusuf Tayeb Chandiwala" userId="e99563e6-efb0-4985-bb9d-0f28bcccbb5d" providerId="ADAL" clId="{6905DC88-07A5-40EC-8080-3069291217A8}" dt="2025-11-25T15:08:55.253" v="2539" actId="14100"/>
          <ac:spMkLst>
            <pc:docMk/>
            <pc:sldMk cId="1154255640" sldId="2147482636"/>
            <ac:spMk id="3" creationId="{430CA98B-28B6-B427-BEC8-1635C4805BEF}"/>
          </ac:spMkLst>
        </pc:spChg>
      </pc:sldChg>
      <pc:sldChg chg="addSp delSp modSp mod">
        <pc:chgData name="Sameer Yusuf Tayeb Chandiwala" userId="e99563e6-efb0-4985-bb9d-0f28bcccbb5d" providerId="ADAL" clId="{6905DC88-07A5-40EC-8080-3069291217A8}" dt="2025-11-25T15:09:08.921" v="2542" actId="14100"/>
        <pc:sldMkLst>
          <pc:docMk/>
          <pc:sldMk cId="2177589427" sldId="2147482637"/>
        </pc:sldMkLst>
        <pc:spChg chg="add mod">
          <ac:chgData name="Sameer Yusuf Tayeb Chandiwala" userId="e99563e6-efb0-4985-bb9d-0f28bcccbb5d" providerId="ADAL" clId="{6905DC88-07A5-40EC-8080-3069291217A8}" dt="2025-11-25T15:09:08.921" v="2542" actId="14100"/>
          <ac:spMkLst>
            <pc:docMk/>
            <pc:sldMk cId="2177589427" sldId="2147482637"/>
            <ac:spMk id="7" creationId="{F8BED065-7AA1-7503-F94C-5B4AB5CA071F}"/>
          </ac:spMkLst>
        </pc:spChg>
      </pc:sldChg>
    </pc:docChg>
  </pc:docChgLst>
  <pc:docChgLst>
    <pc:chgData name="Sameer Yusuf Tayeb Chandiwala" userId="e99563e6-efb0-4985-bb9d-0f28bcccbb5d" providerId="ADAL" clId="{D55BDE1B-3688-477B-A207-CA3374A33A42}"/>
    <pc:docChg chg="undo custSel modSld">
      <pc:chgData name="Sameer Yusuf Tayeb Chandiwala" userId="e99563e6-efb0-4985-bb9d-0f28bcccbb5d" providerId="ADAL" clId="{D55BDE1B-3688-477B-A207-CA3374A33A42}" dt="2025-11-28T11:59:47.217" v="969" actId="1035"/>
      <pc:docMkLst>
        <pc:docMk/>
      </pc:docMkLst>
      <pc:sldChg chg="addSp delSp modSp mod">
        <pc:chgData name="Sameer Yusuf Tayeb Chandiwala" userId="e99563e6-efb0-4985-bb9d-0f28bcccbb5d" providerId="ADAL" clId="{D55BDE1B-3688-477B-A207-CA3374A33A42}" dt="2025-11-28T11:59:38.207" v="947" actId="1036"/>
        <pc:sldMkLst>
          <pc:docMk/>
          <pc:sldMk cId="273208784" sldId="2147482601"/>
        </pc:sldMkLst>
        <pc:spChg chg="mod">
          <ac:chgData name="Sameer Yusuf Tayeb Chandiwala" userId="e99563e6-efb0-4985-bb9d-0f28bcccbb5d" providerId="ADAL" clId="{D55BDE1B-3688-477B-A207-CA3374A33A42}" dt="2025-11-28T11:59:38.207" v="947" actId="1036"/>
          <ac:spMkLst>
            <pc:docMk/>
            <pc:sldMk cId="273208784" sldId="2147482601"/>
            <ac:spMk id="13" creationId="{8F1FC0D5-23F9-2DD5-CDB5-FBAF483F2E46}"/>
          </ac:spMkLst>
        </pc:spChg>
        <pc:spChg chg="add mod">
          <ac:chgData name="Sameer Yusuf Tayeb Chandiwala" userId="e99563e6-efb0-4985-bb9d-0f28bcccbb5d" providerId="ADAL" clId="{D55BDE1B-3688-477B-A207-CA3374A33A42}" dt="2025-11-28T11:48:23.458" v="612" actId="1036"/>
          <ac:spMkLst>
            <pc:docMk/>
            <pc:sldMk cId="273208784" sldId="2147482601"/>
            <ac:spMk id="14" creationId="{AF768A33-36BA-B91F-4168-5B48976DDDF9}"/>
          </ac:spMkLst>
        </pc:spChg>
        <pc:spChg chg="mod">
          <ac:chgData name="Sameer Yusuf Tayeb Chandiwala" userId="e99563e6-efb0-4985-bb9d-0f28bcccbb5d" providerId="ADAL" clId="{D55BDE1B-3688-477B-A207-CA3374A33A42}" dt="2025-11-28T11:53:14.976" v="805" actId="14100"/>
          <ac:spMkLst>
            <pc:docMk/>
            <pc:sldMk cId="273208784" sldId="2147482601"/>
            <ac:spMk id="21" creationId="{F0C694CA-7866-4830-5991-2410340FDF2B}"/>
          </ac:spMkLst>
        </pc:spChg>
        <pc:spChg chg="mod">
          <ac:chgData name="Sameer Yusuf Tayeb Chandiwala" userId="e99563e6-efb0-4985-bb9d-0f28bcccbb5d" providerId="ADAL" clId="{D55BDE1B-3688-477B-A207-CA3374A33A42}" dt="2025-11-28T11:53:18.303" v="806" actId="1076"/>
          <ac:spMkLst>
            <pc:docMk/>
            <pc:sldMk cId="273208784" sldId="2147482601"/>
            <ac:spMk id="23" creationId="{C3D6029F-8E99-50BE-BC40-FC25C9D0C2CF}"/>
          </ac:spMkLst>
        </pc:spChg>
        <pc:spChg chg="add mod">
          <ac:chgData name="Sameer Yusuf Tayeb Chandiwala" userId="e99563e6-efb0-4985-bb9d-0f28bcccbb5d" providerId="ADAL" clId="{D55BDE1B-3688-477B-A207-CA3374A33A42}" dt="2025-11-28T11:58:50.069" v="913" actId="1076"/>
          <ac:spMkLst>
            <pc:docMk/>
            <pc:sldMk cId="273208784" sldId="2147482601"/>
            <ac:spMk id="28" creationId="{E5C914D3-6955-2588-26AF-4E02E7249974}"/>
          </ac:spMkLst>
        </pc:spChg>
        <pc:graphicFrameChg chg="mod modGraphic">
          <ac:chgData name="Sameer Yusuf Tayeb Chandiwala" userId="e99563e6-efb0-4985-bb9d-0f28bcccbb5d" providerId="ADAL" clId="{D55BDE1B-3688-477B-A207-CA3374A33A42}" dt="2025-11-28T11:53:10.671" v="804" actId="20577"/>
          <ac:graphicFrameMkLst>
            <pc:docMk/>
            <pc:sldMk cId="273208784" sldId="2147482601"/>
            <ac:graphicFrameMk id="20" creationId="{C1AF4D06-05D6-8C0E-7B28-80D461CBF484}"/>
          </ac:graphicFrameMkLst>
        </pc:graphicFrameChg>
        <pc:cxnChg chg="mod">
          <ac:chgData name="Sameer Yusuf Tayeb Chandiwala" userId="e99563e6-efb0-4985-bb9d-0f28bcccbb5d" providerId="ADAL" clId="{D55BDE1B-3688-477B-A207-CA3374A33A42}" dt="2025-11-28T11:54:11.054" v="869" actId="1036"/>
          <ac:cxnSpMkLst>
            <pc:docMk/>
            <pc:sldMk cId="273208784" sldId="2147482601"/>
            <ac:cxnSpMk id="10" creationId="{2A3905E0-82BF-B084-0F82-9DC9BFA2B608}"/>
          </ac:cxnSpMkLst>
        </pc:cxnChg>
      </pc:sldChg>
      <pc:sldChg chg="addSp delSp modSp mod">
        <pc:chgData name="Sameer Yusuf Tayeb Chandiwala" userId="e99563e6-efb0-4985-bb9d-0f28bcccbb5d" providerId="ADAL" clId="{D55BDE1B-3688-477B-A207-CA3374A33A42}" dt="2025-11-28T11:58:24.902" v="909" actId="1076"/>
        <pc:sldMkLst>
          <pc:docMk/>
          <pc:sldMk cId="2442735338" sldId="2147482617"/>
        </pc:sldMkLst>
        <pc:spChg chg="mod">
          <ac:chgData name="Sameer Yusuf Tayeb Chandiwala" userId="e99563e6-efb0-4985-bb9d-0f28bcccbb5d" providerId="ADAL" clId="{D55BDE1B-3688-477B-A207-CA3374A33A42}" dt="2025-11-28T11:44:36.055" v="454" actId="1036"/>
          <ac:spMkLst>
            <pc:docMk/>
            <pc:sldMk cId="2442735338" sldId="2147482617"/>
            <ac:spMk id="7" creationId="{E4524B05-224F-5438-44A7-4E39A0C43DCD}"/>
          </ac:spMkLst>
        </pc:spChg>
        <pc:spChg chg="mod">
          <ac:chgData name="Sameer Yusuf Tayeb Chandiwala" userId="e99563e6-efb0-4985-bb9d-0f28bcccbb5d" providerId="ADAL" clId="{D55BDE1B-3688-477B-A207-CA3374A33A42}" dt="2025-11-28T11:43:03.384" v="427" actId="1035"/>
          <ac:spMkLst>
            <pc:docMk/>
            <pc:sldMk cId="2442735338" sldId="2147482617"/>
            <ac:spMk id="9" creationId="{B7323819-D046-E475-F04B-657554844065}"/>
          </ac:spMkLst>
        </pc:spChg>
        <pc:spChg chg="mod">
          <ac:chgData name="Sameer Yusuf Tayeb Chandiwala" userId="e99563e6-efb0-4985-bb9d-0f28bcccbb5d" providerId="ADAL" clId="{D55BDE1B-3688-477B-A207-CA3374A33A42}" dt="2025-11-28T11:44:43.190" v="457" actId="1036"/>
          <ac:spMkLst>
            <pc:docMk/>
            <pc:sldMk cId="2442735338" sldId="2147482617"/>
            <ac:spMk id="11" creationId="{9010C892-7F91-709C-DA09-FC28E7AC6857}"/>
          </ac:spMkLst>
        </pc:spChg>
        <pc:spChg chg="mod">
          <ac:chgData name="Sameer Yusuf Tayeb Chandiwala" userId="e99563e6-efb0-4985-bb9d-0f28bcccbb5d" providerId="ADAL" clId="{D55BDE1B-3688-477B-A207-CA3374A33A42}" dt="2025-11-28T11:44:36.055" v="454" actId="1036"/>
          <ac:spMkLst>
            <pc:docMk/>
            <pc:sldMk cId="2442735338" sldId="2147482617"/>
            <ac:spMk id="12" creationId="{00F9042D-E910-0631-36A4-508D8E9E9DA3}"/>
          </ac:spMkLst>
        </pc:spChg>
        <pc:spChg chg="mod">
          <ac:chgData name="Sameer Yusuf Tayeb Chandiwala" userId="e99563e6-efb0-4985-bb9d-0f28bcccbb5d" providerId="ADAL" clId="{D55BDE1B-3688-477B-A207-CA3374A33A42}" dt="2025-11-28T11:43:08.342" v="430" actId="1035"/>
          <ac:spMkLst>
            <pc:docMk/>
            <pc:sldMk cId="2442735338" sldId="2147482617"/>
            <ac:spMk id="13" creationId="{ABF5CF6A-FAB7-7097-0805-C83BB94C6117}"/>
          </ac:spMkLst>
        </pc:spChg>
        <pc:spChg chg="mod">
          <ac:chgData name="Sameer Yusuf Tayeb Chandiwala" userId="e99563e6-efb0-4985-bb9d-0f28bcccbb5d" providerId="ADAL" clId="{D55BDE1B-3688-477B-A207-CA3374A33A42}" dt="2025-11-28T11:44:36.055" v="454" actId="1036"/>
          <ac:spMkLst>
            <pc:docMk/>
            <pc:sldMk cId="2442735338" sldId="2147482617"/>
            <ac:spMk id="14" creationId="{9969E8D9-5BA1-C90C-86CF-8D3CB2087041}"/>
          </ac:spMkLst>
        </pc:spChg>
        <pc:spChg chg="mod">
          <ac:chgData name="Sameer Yusuf Tayeb Chandiwala" userId="e99563e6-efb0-4985-bb9d-0f28bcccbb5d" providerId="ADAL" clId="{D55BDE1B-3688-477B-A207-CA3374A33A42}" dt="2025-11-28T11:42:36.478" v="389" actId="1076"/>
          <ac:spMkLst>
            <pc:docMk/>
            <pc:sldMk cId="2442735338" sldId="2147482617"/>
            <ac:spMk id="17" creationId="{28CCDC22-D498-1D76-9743-506F3AE68527}"/>
          </ac:spMkLst>
        </pc:spChg>
        <pc:spChg chg="mod">
          <ac:chgData name="Sameer Yusuf Tayeb Chandiwala" userId="e99563e6-efb0-4985-bb9d-0f28bcccbb5d" providerId="ADAL" clId="{D55BDE1B-3688-477B-A207-CA3374A33A42}" dt="2025-11-28T11:58:24.902" v="909" actId="1076"/>
          <ac:spMkLst>
            <pc:docMk/>
            <pc:sldMk cId="2442735338" sldId="2147482617"/>
            <ac:spMk id="19" creationId="{FC058F32-8F8D-B467-961A-18EE5D7A4E34}"/>
          </ac:spMkLst>
        </pc:spChg>
        <pc:spChg chg="mod">
          <ac:chgData name="Sameer Yusuf Tayeb Chandiwala" userId="e99563e6-efb0-4985-bb9d-0f28bcccbb5d" providerId="ADAL" clId="{D55BDE1B-3688-477B-A207-CA3374A33A42}" dt="2025-11-28T11:44:36.055" v="454" actId="1036"/>
          <ac:spMkLst>
            <pc:docMk/>
            <pc:sldMk cId="2442735338" sldId="2147482617"/>
            <ac:spMk id="22" creationId="{97B0B3BA-BFF2-BE6D-6521-77B0DF9B0211}"/>
          </ac:spMkLst>
        </pc:spChg>
        <pc:spChg chg="add mod">
          <ac:chgData name="Sameer Yusuf Tayeb Chandiwala" userId="e99563e6-efb0-4985-bb9d-0f28bcccbb5d" providerId="ADAL" clId="{D55BDE1B-3688-477B-A207-CA3374A33A42}" dt="2025-11-28T11:44:36.055" v="454" actId="1036"/>
          <ac:spMkLst>
            <pc:docMk/>
            <pc:sldMk cId="2442735338" sldId="2147482617"/>
            <ac:spMk id="28" creationId="{ABC4C509-A3C3-9ECA-979A-88B0595CEDBA}"/>
          </ac:spMkLst>
        </pc:spChg>
        <pc:spChg chg="add mod">
          <ac:chgData name="Sameer Yusuf Tayeb Chandiwala" userId="e99563e6-efb0-4985-bb9d-0f28bcccbb5d" providerId="ADAL" clId="{D55BDE1B-3688-477B-A207-CA3374A33A42}" dt="2025-11-28T11:47:21.559" v="478" actId="14100"/>
          <ac:spMkLst>
            <pc:docMk/>
            <pc:sldMk cId="2442735338" sldId="2147482617"/>
            <ac:spMk id="30" creationId="{412FE6C1-4DBE-41D3-38F1-3B4C2DA45ED8}"/>
          </ac:spMkLst>
        </pc:spChg>
        <pc:spChg chg="add mod">
          <ac:chgData name="Sameer Yusuf Tayeb Chandiwala" userId="e99563e6-efb0-4985-bb9d-0f28bcccbb5d" providerId="ADAL" clId="{D55BDE1B-3688-477B-A207-CA3374A33A42}" dt="2025-11-28T11:47:52.587" v="479" actId="1076"/>
          <ac:spMkLst>
            <pc:docMk/>
            <pc:sldMk cId="2442735338" sldId="2147482617"/>
            <ac:spMk id="32" creationId="{89D59230-A541-34B8-D7F0-688DC2D1FBC4}"/>
          </ac:spMkLst>
        </pc:spChg>
        <pc:spChg chg="add mod">
          <ac:chgData name="Sameer Yusuf Tayeb Chandiwala" userId="e99563e6-efb0-4985-bb9d-0f28bcccbb5d" providerId="ADAL" clId="{D55BDE1B-3688-477B-A207-CA3374A33A42}" dt="2025-11-28T11:45:04.659" v="467" actId="1076"/>
          <ac:spMkLst>
            <pc:docMk/>
            <pc:sldMk cId="2442735338" sldId="2147482617"/>
            <ac:spMk id="33" creationId="{199E27ED-B913-A61A-7FE6-CAD570F4EB6D}"/>
          </ac:spMkLst>
        </pc:spChg>
        <pc:spChg chg="add mod">
          <ac:chgData name="Sameer Yusuf Tayeb Chandiwala" userId="e99563e6-efb0-4985-bb9d-0f28bcccbb5d" providerId="ADAL" clId="{D55BDE1B-3688-477B-A207-CA3374A33A42}" dt="2025-11-28T11:46:31.258" v="469" actId="1076"/>
          <ac:spMkLst>
            <pc:docMk/>
            <pc:sldMk cId="2442735338" sldId="2147482617"/>
            <ac:spMk id="34" creationId="{D35752A9-9932-A960-BB83-14B33B3E082B}"/>
          </ac:spMkLst>
        </pc:spChg>
        <pc:graphicFrameChg chg="mod modGraphic">
          <ac:chgData name="Sameer Yusuf Tayeb Chandiwala" userId="e99563e6-efb0-4985-bb9d-0f28bcccbb5d" providerId="ADAL" clId="{D55BDE1B-3688-477B-A207-CA3374A33A42}" dt="2025-11-28T11:43:03.384" v="427" actId="1035"/>
          <ac:graphicFrameMkLst>
            <pc:docMk/>
            <pc:sldMk cId="2442735338" sldId="2147482617"/>
            <ac:graphicFrameMk id="8" creationId="{ACB63D47-7B10-7C88-7403-A7AF8799F9D5}"/>
          </ac:graphicFrameMkLst>
        </pc:graphicFrameChg>
        <pc:graphicFrameChg chg="add mod modGraphic">
          <ac:chgData name="Sameer Yusuf Tayeb Chandiwala" userId="e99563e6-efb0-4985-bb9d-0f28bcccbb5d" providerId="ADAL" clId="{D55BDE1B-3688-477B-A207-CA3374A33A42}" dt="2025-11-28T11:47:00.164" v="476" actId="5793"/>
          <ac:graphicFrameMkLst>
            <pc:docMk/>
            <pc:sldMk cId="2442735338" sldId="2147482617"/>
            <ac:graphicFrameMk id="29" creationId="{3CFFD0E6-F6A9-3259-306A-347E97226566}"/>
          </ac:graphicFrameMkLst>
        </pc:graphicFrameChg>
      </pc:sldChg>
      <pc:sldChg chg="modSp mod">
        <pc:chgData name="Sameer Yusuf Tayeb Chandiwala" userId="e99563e6-efb0-4985-bb9d-0f28bcccbb5d" providerId="ADAL" clId="{D55BDE1B-3688-477B-A207-CA3374A33A42}" dt="2025-11-28T11:57:58.947" v="908" actId="20577"/>
        <pc:sldMkLst>
          <pc:docMk/>
          <pc:sldMk cId="356968630" sldId="2147482620"/>
        </pc:sldMkLst>
        <pc:spChg chg="mod">
          <ac:chgData name="Sameer Yusuf Tayeb Chandiwala" userId="e99563e6-efb0-4985-bb9d-0f28bcccbb5d" providerId="ADAL" clId="{D55BDE1B-3688-477B-A207-CA3374A33A42}" dt="2025-11-28T11:57:27.475" v="902" actId="20577"/>
          <ac:spMkLst>
            <pc:docMk/>
            <pc:sldMk cId="356968630" sldId="2147482620"/>
            <ac:spMk id="8" creationId="{00000000-0000-0000-0000-000000000000}"/>
          </ac:spMkLst>
        </pc:spChg>
        <pc:spChg chg="mod">
          <ac:chgData name="Sameer Yusuf Tayeb Chandiwala" userId="e99563e6-efb0-4985-bb9d-0f28bcccbb5d" providerId="ADAL" clId="{D55BDE1B-3688-477B-A207-CA3374A33A42}" dt="2025-11-28T11:57:58.947" v="908" actId="20577"/>
          <ac:spMkLst>
            <pc:docMk/>
            <pc:sldMk cId="356968630" sldId="2147482620"/>
            <ac:spMk id="20" creationId="{DC3973FE-274F-AE1E-65FF-759146955901}"/>
          </ac:spMkLst>
        </pc:spChg>
        <pc:spChg chg="mod">
          <ac:chgData name="Sameer Yusuf Tayeb Chandiwala" userId="e99563e6-efb0-4985-bb9d-0f28bcccbb5d" providerId="ADAL" clId="{D55BDE1B-3688-477B-A207-CA3374A33A42}" dt="2025-11-28T11:57:42.977" v="905" actId="20577"/>
          <ac:spMkLst>
            <pc:docMk/>
            <pc:sldMk cId="356968630" sldId="2147482620"/>
            <ac:spMk id="79" creationId="{00000000-0000-0000-0000-000000000000}"/>
          </ac:spMkLst>
        </pc:spChg>
        <pc:spChg chg="mod">
          <ac:chgData name="Sameer Yusuf Tayeb Chandiwala" userId="e99563e6-efb0-4985-bb9d-0f28bcccbb5d" providerId="ADAL" clId="{D55BDE1B-3688-477B-A207-CA3374A33A42}" dt="2025-11-28T11:56:50.539" v="897" actId="20577"/>
          <ac:spMkLst>
            <pc:docMk/>
            <pc:sldMk cId="356968630" sldId="2147482620"/>
            <ac:spMk id="93" creationId="{85D7D397-6011-AF6E-C0BC-6965117C2484}"/>
          </ac:spMkLst>
        </pc:spChg>
      </pc:sldChg>
      <pc:sldChg chg="addSp delSp modSp mod">
        <pc:chgData name="Sameer Yusuf Tayeb Chandiwala" userId="e99563e6-efb0-4985-bb9d-0f28bcccbb5d" providerId="ADAL" clId="{D55BDE1B-3688-477B-A207-CA3374A33A42}" dt="2025-11-28T11:59:47.217" v="969" actId="1035"/>
        <pc:sldMkLst>
          <pc:docMk/>
          <pc:sldMk cId="4098097096" sldId="2147482622"/>
        </pc:sldMkLst>
        <pc:spChg chg="mod">
          <ac:chgData name="Sameer Yusuf Tayeb Chandiwala" userId="e99563e6-efb0-4985-bb9d-0f28bcccbb5d" providerId="ADAL" clId="{D55BDE1B-3688-477B-A207-CA3374A33A42}" dt="2025-11-28T11:59:47.217" v="969" actId="1035"/>
          <ac:spMkLst>
            <pc:docMk/>
            <pc:sldMk cId="4098097096" sldId="2147482622"/>
            <ac:spMk id="29" creationId="{DB864103-D7DA-ED29-931B-CB88A64CDCD2}"/>
          </ac:spMkLst>
        </pc:spChg>
      </pc:sldChg>
      <pc:sldChg chg="addSp delSp modSp mod">
        <pc:chgData name="Sameer Yusuf Tayeb Chandiwala" userId="e99563e6-efb0-4985-bb9d-0f28bcccbb5d" providerId="ADAL" clId="{D55BDE1B-3688-477B-A207-CA3374A33A42}" dt="2025-11-28T11:59:28.497" v="932" actId="1036"/>
        <pc:sldMkLst>
          <pc:docMk/>
          <pc:sldMk cId="2644251192" sldId="2147482623"/>
        </pc:sldMkLst>
        <pc:spChg chg="mod">
          <ac:chgData name="Sameer Yusuf Tayeb Chandiwala" userId="e99563e6-efb0-4985-bb9d-0f28bcccbb5d" providerId="ADAL" clId="{D55BDE1B-3688-477B-A207-CA3374A33A42}" dt="2025-11-28T11:59:28.497" v="932" actId="1036"/>
          <ac:spMkLst>
            <pc:docMk/>
            <pc:sldMk cId="2644251192" sldId="2147482623"/>
            <ac:spMk id="29" creationId="{04764390-55F0-3943-E877-072A4867E153}"/>
          </ac:spMkLst>
        </pc:spChg>
        <pc:graphicFrameChg chg="add mod">
          <ac:chgData name="Sameer Yusuf Tayeb Chandiwala" userId="e99563e6-efb0-4985-bb9d-0f28bcccbb5d" providerId="ADAL" clId="{D55BDE1B-3688-477B-A207-CA3374A33A42}" dt="2025-11-28T11:59:17.705" v="916"/>
          <ac:graphicFrameMkLst>
            <pc:docMk/>
            <pc:sldMk cId="2644251192" sldId="2147482623"/>
            <ac:graphicFrameMk id="2" creationId="{BFD5726F-4A25-6E0A-BB54-C07FDC840090}"/>
          </ac:graphicFrameMkLst>
        </pc:graphicFrameChg>
      </pc:sldChg>
      <pc:sldChg chg="modSp mod">
        <pc:chgData name="Sameer Yusuf Tayeb Chandiwala" userId="e99563e6-efb0-4985-bb9d-0f28bcccbb5d" providerId="ADAL" clId="{D55BDE1B-3688-477B-A207-CA3374A33A42}" dt="2025-11-28T11:38:16.585" v="273" actId="20577"/>
        <pc:sldMkLst>
          <pc:docMk/>
          <pc:sldMk cId="4193340814" sldId="2147482628"/>
        </pc:sldMkLst>
      </pc:sldChg>
      <pc:sldChg chg="modSp mod">
        <pc:chgData name="Sameer Yusuf Tayeb Chandiwala" userId="e99563e6-efb0-4985-bb9d-0f28bcccbb5d" providerId="ADAL" clId="{D55BDE1B-3688-477B-A207-CA3374A33A42}" dt="2025-11-28T11:55:17.946" v="884" actId="20577"/>
        <pc:sldMkLst>
          <pc:docMk/>
          <pc:sldMk cId="3759075074" sldId="2147482635"/>
        </pc:sldMkLst>
        <pc:spChg chg="mod">
          <ac:chgData name="Sameer Yusuf Tayeb Chandiwala" userId="e99563e6-efb0-4985-bb9d-0f28bcccbb5d" providerId="ADAL" clId="{D55BDE1B-3688-477B-A207-CA3374A33A42}" dt="2025-11-28T11:37:31.782" v="269" actId="6549"/>
          <ac:spMkLst>
            <pc:docMk/>
            <pc:sldMk cId="3759075074" sldId="2147482635"/>
            <ac:spMk id="3" creationId="{C23BC6C5-5920-5047-06CE-4B7B8530EBBC}"/>
          </ac:spMkLst>
        </pc:spChg>
        <pc:spChg chg="mod">
          <ac:chgData name="Sameer Yusuf Tayeb Chandiwala" userId="e99563e6-efb0-4985-bb9d-0f28bcccbb5d" providerId="ADAL" clId="{D55BDE1B-3688-477B-A207-CA3374A33A42}" dt="2025-11-28T11:36:40.176" v="258" actId="20577"/>
          <ac:spMkLst>
            <pc:docMk/>
            <pc:sldMk cId="3759075074" sldId="2147482635"/>
            <ac:spMk id="22" creationId="{5C67DD63-611F-327E-0FF8-58E423738B4B}"/>
          </ac:spMkLst>
        </pc:spChg>
        <pc:graphicFrameChg chg="mod">
          <ac:chgData name="Sameer Yusuf Tayeb Chandiwala" userId="e99563e6-efb0-4985-bb9d-0f28bcccbb5d" providerId="ADAL" clId="{D55BDE1B-3688-477B-A207-CA3374A33A42}" dt="2025-11-28T11:36:24.292" v="256"/>
          <ac:graphicFrameMkLst>
            <pc:docMk/>
            <pc:sldMk cId="3759075074" sldId="2147482635"/>
            <ac:graphicFrameMk id="20" creationId="{AB059216-A8A1-F99B-6A02-C62FE8B986D3}"/>
          </ac:graphicFrameMkLst>
        </pc:graphicFrameChg>
        <pc:graphicFrameChg chg="mod">
          <ac:chgData name="Sameer Yusuf Tayeb Chandiwala" userId="e99563e6-efb0-4985-bb9d-0f28bcccbb5d" providerId="ADAL" clId="{D55BDE1B-3688-477B-A207-CA3374A33A42}" dt="2025-11-28T11:35:59.862" v="254"/>
          <ac:graphicFrameMkLst>
            <pc:docMk/>
            <pc:sldMk cId="3759075074" sldId="2147482635"/>
            <ac:graphicFrameMk id="27" creationId="{14FA6487-8C3F-3A2A-3B7A-CE1683997609}"/>
          </ac:graphicFrameMkLst>
        </pc:graphicFrameChg>
        <pc:graphicFrameChg chg="mod modGraphic">
          <ac:chgData name="Sameer Yusuf Tayeb Chandiwala" userId="e99563e6-efb0-4985-bb9d-0f28bcccbb5d" providerId="ADAL" clId="{D55BDE1B-3688-477B-A207-CA3374A33A42}" dt="2025-11-28T11:55:17.946" v="884" actId="20577"/>
          <ac:graphicFrameMkLst>
            <pc:docMk/>
            <pc:sldMk cId="3759075074" sldId="2147482635"/>
            <ac:graphicFrameMk id="30" creationId="{1BA54357-F97E-BC35-448C-646AD33A688E}"/>
          </ac:graphicFrameMkLst>
        </pc:graphicFrameChg>
      </pc:sldChg>
    </pc:docChg>
  </pc:docChgLst>
  <pc:docChgLst>
    <pc:chgData name="Sameer Yusuf Tayeb Chandiwala" userId="e99563e6-efb0-4985-bb9d-0f28bcccbb5d" providerId="ADAL" clId="{A70678D1-4CDC-491F-9BED-CCD013CCCB3F}"/>
    <pc:docChg chg="undo redo custSel addSld delSld modSld sldOrd modSection">
      <pc:chgData name="Sameer Yusuf Tayeb Chandiwala" userId="e99563e6-efb0-4985-bb9d-0f28bcccbb5d" providerId="ADAL" clId="{A70678D1-4CDC-491F-9BED-CCD013CCCB3F}" dt="2025-11-19T10:43:58.296" v="1395"/>
      <pc:docMkLst>
        <pc:docMk/>
      </pc:docMkLst>
      <pc:sldChg chg="ord">
        <pc:chgData name="Sameer Yusuf Tayeb Chandiwala" userId="e99563e6-efb0-4985-bb9d-0f28bcccbb5d" providerId="ADAL" clId="{A70678D1-4CDC-491F-9BED-CCD013CCCB3F}" dt="2025-11-19T06:35:18.073" v="219"/>
        <pc:sldMkLst>
          <pc:docMk/>
          <pc:sldMk cId="2290426786" sldId="825"/>
        </pc:sldMkLst>
      </pc:sldChg>
      <pc:sldChg chg="modSp mod">
        <pc:chgData name="Sameer Yusuf Tayeb Chandiwala" userId="e99563e6-efb0-4985-bb9d-0f28bcccbb5d" providerId="ADAL" clId="{A70678D1-4CDC-491F-9BED-CCD013CCCB3F}" dt="2025-11-19T06:35:59.255" v="232" actId="13926"/>
        <pc:sldMkLst>
          <pc:docMk/>
          <pc:sldMk cId="208882367" sldId="838"/>
        </pc:sldMkLst>
      </pc:sldChg>
      <pc:sldChg chg="modSp mod ord">
        <pc:chgData name="Sameer Yusuf Tayeb Chandiwala" userId="e99563e6-efb0-4985-bb9d-0f28bcccbb5d" providerId="ADAL" clId="{A70678D1-4CDC-491F-9BED-CCD013CCCB3F}" dt="2025-11-19T06:35:38.886" v="228" actId="13926"/>
        <pc:sldMkLst>
          <pc:docMk/>
          <pc:sldMk cId="1696076613" sldId="849"/>
        </pc:sldMkLst>
      </pc:sldChg>
      <pc:sldChg chg="modSp mod ord">
        <pc:chgData name="Sameer Yusuf Tayeb Chandiwala" userId="e99563e6-efb0-4985-bb9d-0f28bcccbb5d" providerId="ADAL" clId="{A70678D1-4CDC-491F-9BED-CCD013CCCB3F}" dt="2025-11-19T06:35:44.347" v="229" actId="13926"/>
        <pc:sldMkLst>
          <pc:docMk/>
          <pc:sldMk cId="979784705" sldId="852"/>
        </pc:sldMkLst>
        <pc:graphicFrameChg chg="modGraphic">
          <ac:chgData name="Sameer Yusuf Tayeb Chandiwala" userId="e99563e6-efb0-4985-bb9d-0f28bcccbb5d" providerId="ADAL" clId="{A70678D1-4CDC-491F-9BED-CCD013CCCB3F}" dt="2025-11-19T06:35:44.347" v="229" actId="13926"/>
          <ac:graphicFrameMkLst>
            <pc:docMk/>
            <pc:sldMk cId="979784705" sldId="852"/>
            <ac:graphicFrameMk id="7" creationId="{6B843121-4BE6-9373-8BE4-207E0DFC1E3C}"/>
          </ac:graphicFrameMkLst>
        </pc:graphicFrameChg>
      </pc:sldChg>
      <pc:sldChg chg="modSp add mod">
        <pc:chgData name="Sameer Yusuf Tayeb Chandiwala" userId="e99563e6-efb0-4985-bb9d-0f28bcccbb5d" providerId="ADAL" clId="{A70678D1-4CDC-491F-9BED-CCD013CCCB3F}" dt="2025-11-19T06:45:08.367" v="262" actId="6549"/>
        <pc:sldMkLst>
          <pc:docMk/>
          <pc:sldMk cId="2140758429" sldId="858"/>
        </pc:sldMkLst>
        <pc:spChg chg="mod">
          <ac:chgData name="Sameer Yusuf Tayeb Chandiwala" userId="e99563e6-efb0-4985-bb9d-0f28bcccbb5d" providerId="ADAL" clId="{A70678D1-4CDC-491F-9BED-CCD013CCCB3F}" dt="2025-11-19T06:45:08.367" v="262" actId="6549"/>
          <ac:spMkLst>
            <pc:docMk/>
            <pc:sldMk cId="2140758429" sldId="858"/>
            <ac:spMk id="8" creationId="{F945D838-880E-B7E6-B13D-D46818F30397}"/>
          </ac:spMkLst>
        </pc:spChg>
        <pc:graphicFrameChg chg="modGraphic">
          <ac:chgData name="Sameer Yusuf Tayeb Chandiwala" userId="e99563e6-efb0-4985-bb9d-0f28bcccbb5d" providerId="ADAL" clId="{A70678D1-4CDC-491F-9BED-CCD013CCCB3F}" dt="2025-11-19T06:44:48.855" v="234" actId="13926"/>
          <ac:graphicFrameMkLst>
            <pc:docMk/>
            <pc:sldMk cId="2140758429" sldId="858"/>
            <ac:graphicFrameMk id="6" creationId="{90BC3575-D3F3-8019-BD39-AAD58C090A89}"/>
          </ac:graphicFrameMkLst>
        </pc:graphicFrameChg>
      </pc:sldChg>
      <pc:sldChg chg="ord">
        <pc:chgData name="Sameer Yusuf Tayeb Chandiwala" userId="e99563e6-efb0-4985-bb9d-0f28bcccbb5d" providerId="ADAL" clId="{A70678D1-4CDC-491F-9BED-CCD013CCCB3F}" dt="2025-11-19T06:31:29.727" v="215"/>
        <pc:sldMkLst>
          <pc:docMk/>
          <pc:sldMk cId="1562787217" sldId="2146846758"/>
        </pc:sldMkLst>
      </pc:sldChg>
      <pc:sldChg chg="modSp mod ord">
        <pc:chgData name="Sameer Yusuf Tayeb Chandiwala" userId="e99563e6-efb0-4985-bb9d-0f28bcccbb5d" providerId="ADAL" clId="{A70678D1-4CDC-491F-9BED-CCD013CCCB3F}" dt="2025-11-19T06:22:14.491" v="186" actId="20577"/>
        <pc:sldMkLst>
          <pc:docMk/>
          <pc:sldMk cId="273208784" sldId="2147482601"/>
        </pc:sldMkLst>
        <pc:spChg chg="mod">
          <ac:chgData name="Sameer Yusuf Tayeb Chandiwala" userId="e99563e6-efb0-4985-bb9d-0f28bcccbb5d" providerId="ADAL" clId="{A70678D1-4CDC-491F-9BED-CCD013CCCB3F}" dt="2025-11-19T06:21:33.467" v="152" actId="20577"/>
          <ac:spMkLst>
            <pc:docMk/>
            <pc:sldMk cId="273208784" sldId="2147482601"/>
            <ac:spMk id="21" creationId="{F0C694CA-7866-4830-5991-2410340FDF2B}"/>
          </ac:spMkLst>
        </pc:spChg>
        <pc:spChg chg="mod">
          <ac:chgData name="Sameer Yusuf Tayeb Chandiwala" userId="e99563e6-efb0-4985-bb9d-0f28bcccbb5d" providerId="ADAL" clId="{A70678D1-4CDC-491F-9BED-CCD013CCCB3F}" dt="2025-11-19T06:13:11.952" v="9" actId="20577"/>
          <ac:spMkLst>
            <pc:docMk/>
            <pc:sldMk cId="273208784" sldId="2147482601"/>
            <ac:spMk id="31" creationId="{17A392AD-0A33-506D-9610-EEEEC61ED137}"/>
          </ac:spMkLst>
        </pc:spChg>
        <pc:graphicFrameChg chg="modGraphic">
          <ac:chgData name="Sameer Yusuf Tayeb Chandiwala" userId="e99563e6-efb0-4985-bb9d-0f28bcccbb5d" providerId="ADAL" clId="{A70678D1-4CDC-491F-9BED-CCD013CCCB3F}" dt="2025-11-19T06:21:39.982" v="153" actId="13926"/>
          <ac:graphicFrameMkLst>
            <pc:docMk/>
            <pc:sldMk cId="273208784" sldId="2147482601"/>
            <ac:graphicFrameMk id="20" creationId="{C1AF4D06-05D6-8C0E-7B28-80D461CBF484}"/>
          </ac:graphicFrameMkLst>
        </pc:graphicFrameChg>
      </pc:sldChg>
      <pc:sldChg chg="mod">
        <pc:chgData name="Sameer Yusuf Tayeb Chandiwala" userId="e99563e6-efb0-4985-bb9d-0f28bcccbb5d" providerId="ADAL" clId="{A70678D1-4CDC-491F-9BED-CCD013CCCB3F}" dt="2025-11-19T06:01:37.068" v="1" actId="27918"/>
        <pc:sldMkLst>
          <pc:docMk/>
          <pc:sldMk cId="6344405" sldId="2147482616"/>
        </pc:sldMkLst>
      </pc:sldChg>
      <pc:sldChg chg="modSp mod ord">
        <pc:chgData name="Sameer Yusuf Tayeb Chandiwala" userId="e99563e6-efb0-4985-bb9d-0f28bcccbb5d" providerId="ADAL" clId="{A70678D1-4CDC-491F-9BED-CCD013CCCB3F}" dt="2025-11-19T06:20:40.611" v="106" actId="20577"/>
        <pc:sldMkLst>
          <pc:docMk/>
          <pc:sldMk cId="2442735338" sldId="2147482617"/>
        </pc:sldMkLst>
        <pc:spChg chg="mod">
          <ac:chgData name="Sameer Yusuf Tayeb Chandiwala" userId="e99563e6-efb0-4985-bb9d-0f28bcccbb5d" providerId="ADAL" clId="{A70678D1-4CDC-491F-9BED-CCD013CCCB3F}" dt="2025-11-19T06:13:08.135" v="7" actId="20577"/>
          <ac:spMkLst>
            <pc:docMk/>
            <pc:sldMk cId="2442735338" sldId="2147482617"/>
            <ac:spMk id="31" creationId="{7644BC73-D1C5-1B68-A413-0AD6BB03496F}"/>
          </ac:spMkLst>
        </pc:spChg>
      </pc:sldChg>
      <pc:sldChg chg="modSp mod ord">
        <pc:chgData name="Sameer Yusuf Tayeb Chandiwala" userId="e99563e6-efb0-4985-bb9d-0f28bcccbb5d" providerId="ADAL" clId="{A70678D1-4CDC-491F-9BED-CCD013CCCB3F}" dt="2025-11-19T06:22:46.588" v="213" actId="13926"/>
        <pc:sldMkLst>
          <pc:docMk/>
          <pc:sldMk cId="4098097096" sldId="2147482622"/>
        </pc:sldMkLst>
        <pc:spChg chg="mod">
          <ac:chgData name="Sameer Yusuf Tayeb Chandiwala" userId="e99563e6-efb0-4985-bb9d-0f28bcccbb5d" providerId="ADAL" clId="{A70678D1-4CDC-491F-9BED-CCD013CCCB3F}" dt="2025-11-19T06:13:15.976" v="11" actId="20577"/>
          <ac:spMkLst>
            <pc:docMk/>
            <pc:sldMk cId="4098097096" sldId="2147482622"/>
            <ac:spMk id="31" creationId="{D7DAD8EA-E68A-CD95-2564-C62F427429F0}"/>
          </ac:spMkLst>
        </pc:spChg>
      </pc:sldChg>
      <pc:sldChg chg="addSp delSp modSp mod ord">
        <pc:chgData name="Sameer Yusuf Tayeb Chandiwala" userId="e99563e6-efb0-4985-bb9d-0f28bcccbb5d" providerId="ADAL" clId="{A70678D1-4CDC-491F-9BED-CCD013CCCB3F}" dt="2025-11-19T06:18:34.869" v="48" actId="13926"/>
        <pc:sldMkLst>
          <pc:docMk/>
          <pc:sldMk cId="2644251192" sldId="2147482623"/>
        </pc:sldMkLst>
        <pc:spChg chg="mod">
          <ac:chgData name="Sameer Yusuf Tayeb Chandiwala" userId="e99563e6-efb0-4985-bb9d-0f28bcccbb5d" providerId="ADAL" clId="{A70678D1-4CDC-491F-9BED-CCD013CCCB3F}" dt="2025-11-19T06:18:08.534" v="27" actId="20577"/>
          <ac:spMkLst>
            <pc:docMk/>
            <pc:sldMk cId="2644251192" sldId="2147482623"/>
            <ac:spMk id="23" creationId="{4D498771-C326-0017-9DE9-7BF9BFBA2998}"/>
          </ac:spMkLst>
        </pc:spChg>
        <pc:spChg chg="mod">
          <ac:chgData name="Sameer Yusuf Tayeb Chandiwala" userId="e99563e6-efb0-4985-bb9d-0f28bcccbb5d" providerId="ADAL" clId="{A70678D1-4CDC-491F-9BED-CCD013CCCB3F}" dt="2025-11-19T06:13:04.197" v="5" actId="20577"/>
          <ac:spMkLst>
            <pc:docMk/>
            <pc:sldMk cId="2644251192" sldId="2147482623"/>
            <ac:spMk id="31" creationId="{58542BFE-2555-4D49-FD1C-E97BE14B1C9A}"/>
          </ac:spMkLst>
        </pc:spChg>
        <pc:graphicFrameChg chg="modGraphic">
          <ac:chgData name="Sameer Yusuf Tayeb Chandiwala" userId="e99563e6-efb0-4985-bb9d-0f28bcccbb5d" providerId="ADAL" clId="{A70678D1-4CDC-491F-9BED-CCD013CCCB3F}" dt="2025-11-19T06:18:31.063" v="47" actId="13926"/>
          <ac:graphicFrameMkLst>
            <pc:docMk/>
            <pc:sldMk cId="2644251192" sldId="2147482623"/>
            <ac:graphicFrameMk id="22" creationId="{507D233B-4743-9BAD-F319-B1912588CA75}"/>
          </ac:graphicFrameMkLst>
        </pc:graphicFrameChg>
      </pc:sldChg>
      <pc:sldChg chg="ord">
        <pc:chgData name="Sameer Yusuf Tayeb Chandiwala" userId="e99563e6-efb0-4985-bb9d-0f28bcccbb5d" providerId="ADAL" clId="{A70678D1-4CDC-491F-9BED-CCD013CCCB3F}" dt="2025-11-19T07:32:22.299" v="464"/>
        <pc:sldMkLst>
          <pc:docMk/>
          <pc:sldMk cId="4045358827" sldId="2147482624"/>
        </pc:sldMkLst>
      </pc:sldChg>
      <pc:sldMasterChg chg="delSldLayout">
        <pc:chgData name="Sameer Yusuf Tayeb Chandiwala" userId="e99563e6-efb0-4985-bb9d-0f28bcccbb5d" providerId="ADAL" clId="{A70678D1-4CDC-491F-9BED-CCD013CCCB3F}" dt="2025-11-19T07:42:27.034" v="550" actId="47"/>
        <pc:sldMasterMkLst>
          <pc:docMk/>
          <pc:sldMasterMk cId="3365621574" sldId="2147484175"/>
        </pc:sldMasterMkLst>
      </pc:sldMasterChg>
    </pc:docChg>
  </pc:docChgLst>
  <pc:docChgLst>
    <pc:chgData name="George Samuel George" userId="S::george.samuel@rakbank.ae::8889df73-5a36-471c-96a9-21c49ac2a5f4" providerId="AD" clId="Web-{2C5879F6-FB65-451B-2B1C-4304BC20B215}"/>
    <pc:docChg chg="modSld">
      <pc:chgData name="George Samuel George" userId="S::george.samuel@rakbank.ae::8889df73-5a36-471c-96a9-21c49ac2a5f4" providerId="AD" clId="Web-{2C5879F6-FB65-451B-2B1C-4304BC20B215}" dt="2025-11-25T12:43:27.346" v="192" actId="20577"/>
      <pc:docMkLst>
        <pc:docMk/>
      </pc:docMkLst>
      <pc:sldChg chg="modSp">
        <pc:chgData name="George Samuel George" userId="S::george.samuel@rakbank.ae::8889df73-5a36-471c-96a9-21c49ac2a5f4" providerId="AD" clId="Web-{2C5879F6-FB65-451B-2B1C-4304BC20B215}" dt="2025-11-25T12:43:27.346" v="192" actId="20577"/>
        <pc:sldMkLst>
          <pc:docMk/>
          <pc:sldMk cId="6344405" sldId="2147482616"/>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dsnasfs01\users\Audit\Audit%20dxb\2025\01-Audit%20Plan%20+%20Tracker\Audit%20Plan%20&amp;%20Reports%20Tracker%202025.xlsx"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dsnasfs01\users\Audit\Audit%20dxb\2025\01-Audit%20Plan%20+%20Tracker\Audit%20Plan%20&amp;%20Reports%20Tracker%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[Audit Plan &amp; Reports Tracker 2025.xlsx]Pivot!PivotTable2</c:name>
    <c:fmtId val="22"/>
  </c:pivotSource>
  <c:chart>
    <c:autoTitleDeleted val="1"/>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1"/>
        <c:spPr>
          <a:solidFill>
            <a:schemeClr val="accent1"/>
          </a:solidFill>
          <a:ln w="19050">
            <a:solidFill>
              <a:schemeClr val="lt1"/>
            </a:solidFill>
          </a:ln>
          <a:effectLst/>
        </c:spPr>
        <c:dLbl>
          <c:idx val="0"/>
          <c:layout>
            <c:manualLayout>
              <c:x val="0"/>
              <c:y val="-6.018518518518527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2"/>
        <c:spPr>
          <a:solidFill>
            <a:schemeClr val="accent3"/>
          </a:solidFill>
          <a:ln w="19050">
            <a:solidFill>
              <a:schemeClr val="lt1"/>
            </a:solidFill>
          </a:ln>
          <a:effectLst/>
        </c:spPr>
        <c:dLbl>
          <c:idx val="0"/>
          <c:layout>
            <c:manualLayout>
              <c:x val="2.7777777777777779E-3"/>
              <c:y val="3.703703703703703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3"/>
        <c:spPr>
          <a:solidFill>
            <a:schemeClr val="accent2"/>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5"/>
        <c:spPr>
          <a:solidFill>
            <a:schemeClr val="accent1"/>
          </a:solidFill>
          <a:ln w="19050">
            <a:solidFill>
              <a:schemeClr val="lt1"/>
            </a:solidFill>
          </a:ln>
          <a:effectLst/>
        </c:spPr>
        <c:dLbl>
          <c:idx val="0"/>
          <c:layout>
            <c:manualLayout>
              <c:x val="0"/>
              <c:y val="-6.018518518518527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dLbl>
          <c:idx val="0"/>
          <c:layout>
            <c:manualLayout>
              <c:x val="2.7777777777777779E-3"/>
              <c:y val="3.703703703703703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9"/>
        <c:spPr>
          <a:solidFill>
            <a:schemeClr val="accent1"/>
          </a:solidFill>
          <a:ln w="19050">
            <a:solidFill>
              <a:schemeClr val="lt1"/>
            </a:solidFill>
          </a:ln>
          <a:effectLst/>
        </c:spPr>
        <c:dLbl>
          <c:idx val="0"/>
          <c:layout>
            <c:manualLayout>
              <c:x val="0"/>
              <c:y val="-6.0185185185185272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dLbl>
          <c:idx val="0"/>
          <c:layout>
            <c:manualLayout>
              <c:x val="2.7777777777777779E-3"/>
              <c:y val="3.7037037037037035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s>
    <c:plotArea>
      <c:layout>
        <c:manualLayout>
          <c:layoutTarget val="inner"/>
          <c:xMode val="edge"/>
          <c:yMode val="edge"/>
          <c:x val="0.21535222426011744"/>
          <c:y val="9.6287809882656547E-2"/>
          <c:w val="0.51666984025817575"/>
          <c:h val="0.87077687451051466"/>
        </c:manualLayout>
      </c:layout>
      <c:doughnutChart>
        <c:varyColors val="1"/>
        <c:ser>
          <c:idx val="0"/>
          <c:order val="0"/>
          <c:tx>
            <c:strRef>
              <c:f>Pivot!$B$20</c:f>
              <c:strCache>
                <c:ptCount val="1"/>
                <c:pt idx="0">
                  <c:v>Total</c:v>
                </c:pt>
              </c:strCache>
            </c:strRef>
          </c:tx>
          <c:dPt>
            <c:idx val="0"/>
            <c:bubble3D val="0"/>
            <c:spPr>
              <a:solidFill>
                <a:srgbClr val="92D050"/>
              </a:solidFill>
              <a:ln w="19050">
                <a:solidFill>
                  <a:schemeClr val="lt1"/>
                </a:solidFill>
              </a:ln>
              <a:effectLst/>
            </c:spPr>
            <c:extLst>
              <c:ext xmlns:c16="http://schemas.microsoft.com/office/drawing/2014/chart" uri="{C3380CC4-5D6E-409C-BE32-E72D297353CC}">
                <c16:uniqueId val="{00000001-1195-4A95-B584-9F3B4232AF6B}"/>
              </c:ext>
            </c:extLst>
          </c:dPt>
          <c:dPt>
            <c:idx val="1"/>
            <c:bubble3D val="0"/>
            <c:spPr>
              <a:solidFill>
                <a:srgbClr val="FFFF00"/>
              </a:solidFill>
              <a:ln w="19050">
                <a:solidFill>
                  <a:schemeClr val="lt1"/>
                </a:solidFill>
              </a:ln>
              <a:effectLst/>
            </c:spPr>
            <c:extLst>
              <c:ext xmlns:c16="http://schemas.microsoft.com/office/drawing/2014/chart" uri="{C3380CC4-5D6E-409C-BE32-E72D297353CC}">
                <c16:uniqueId val="{00000003-1195-4A95-B584-9F3B4232AF6B}"/>
              </c:ext>
            </c:extLst>
          </c:dPt>
          <c:dPt>
            <c:idx val="2"/>
            <c:bubble3D val="0"/>
            <c:spPr>
              <a:solidFill>
                <a:srgbClr val="5B9BD5"/>
              </a:solidFill>
              <a:ln w="19050">
                <a:solidFill>
                  <a:schemeClr val="lt1"/>
                </a:solidFill>
              </a:ln>
              <a:effectLst/>
            </c:spPr>
            <c:extLst>
              <c:ext xmlns:c16="http://schemas.microsoft.com/office/drawing/2014/chart" uri="{C3380CC4-5D6E-409C-BE32-E72D297353CC}">
                <c16:uniqueId val="{00000005-1195-4A95-B584-9F3B4232AF6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1195-4A95-B584-9F3B4232AF6B}"/>
              </c:ext>
            </c:extLst>
          </c:dPt>
          <c:dLbls>
            <c:dLbl>
              <c:idx val="0"/>
              <c:layout>
                <c:manualLayout>
                  <c:x val="-2.5059862486471129E-3"/>
                  <c:y val="3.3787996947108108E-2"/>
                </c:manualLayout>
              </c:layout>
              <c:tx>
                <c:rich>
                  <a:bodyPr/>
                  <a:lstStyle/>
                  <a:p>
                    <a:fld id="{CD99D58E-44E1-40AB-ACAC-CB418A640791}" type="CATEGORYNAME">
                      <a:rPr lang="en-US" sz="800"/>
                      <a:pPr/>
                      <a:t>[CATEGORY NAME]</a:t>
                    </a:fld>
                    <a:r>
                      <a:rPr lang="en-US" sz="800" baseline="0" dirty="0"/>
                      <a:t>
</a:t>
                    </a:r>
                    <a:fld id="{465BC12B-4F42-4C31-8AF5-F8BDDFCDC6F7}" type="VALUE">
                      <a:rPr lang="en-US" sz="800" u="sng" baseline="0"/>
                      <a:pPr/>
                      <a:t>[VALUE]</a:t>
                    </a:fld>
                    <a:r>
                      <a:rPr lang="en-US" sz="800" baseline="0" dirty="0"/>
                      <a:t>
</a:t>
                    </a:r>
                    <a:fld id="{B47BE72E-2AB1-4AD6-85EE-C120B70FC5B6}" type="PERCENTAGE">
                      <a:rPr lang="en-US" sz="800" baseline="0"/>
                      <a:pPr/>
                      <a:t>[PERCENTAGE]</a:t>
                    </a:fld>
                    <a:endParaRPr lang="en-US" sz="800" baseline="0" dirty="0"/>
                  </a:p>
                </c:rich>
              </c:tx>
              <c:showLegendKey val="0"/>
              <c:showVal val="1"/>
              <c:showCatName val="1"/>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1-1195-4A95-B584-9F3B4232AF6B}"/>
                </c:ext>
              </c:extLst>
            </c:dLbl>
            <c:dLbl>
              <c:idx val="1"/>
              <c:layout>
                <c:manualLayout>
                  <c:x val="0.12279347250941391"/>
                  <c:y val="-4.1753021140760821E-2"/>
                </c:manualLayout>
              </c:layout>
              <c:tx>
                <c:rich>
                  <a:bodyPr/>
                  <a:lstStyle/>
                  <a:p>
                    <a:fld id="{B67A4335-23DC-423B-B69F-839EE69F1C3D}" type="CATEGORYNAME">
                      <a:rPr lang="en-US" sz="800"/>
                      <a:pPr/>
                      <a:t>[CATEGORY NAME]</a:t>
                    </a:fld>
                    <a:r>
                      <a:rPr lang="en-US" sz="800" baseline="0" dirty="0"/>
                      <a:t>
</a:t>
                    </a:r>
                    <a:fld id="{209FD87F-B1C2-4CC8-8936-A52E6B4660FF}" type="VALUE">
                      <a:rPr lang="en-US" sz="800" u="sng" baseline="0"/>
                      <a:pPr/>
                      <a:t>[VALUE]</a:t>
                    </a:fld>
                    <a:r>
                      <a:rPr lang="en-US" sz="800" baseline="0" dirty="0"/>
                      <a:t>
</a:t>
                    </a:r>
                    <a:fld id="{EB1F7C04-836E-4CDE-8CBD-76F186440B0E}" type="PERCENTAGE">
                      <a:rPr lang="en-US" sz="800" baseline="0"/>
                      <a:pPr/>
                      <a:t>[PERCENTAGE]</a:t>
                    </a:fld>
                    <a:endParaRPr lang="en-US" sz="800" baseline="0" dirty="0"/>
                  </a:p>
                </c:rich>
              </c:tx>
              <c:showLegendKey val="0"/>
              <c:showVal val="1"/>
              <c:showCatName val="1"/>
              <c:showSerName val="0"/>
              <c:showPercent val="1"/>
              <c:showBubbleSize val="0"/>
              <c:separator>
</c:separator>
              <c:extLst>
                <c:ext xmlns:c15="http://schemas.microsoft.com/office/drawing/2012/chart" uri="{CE6537A1-D6FC-4f65-9D91-7224C49458BB}">
                  <c15:layout>
                    <c:manualLayout>
                      <c:w val="0.32133018539365193"/>
                      <c:h val="0.19749084215584709"/>
                    </c:manualLayout>
                  </c15:layout>
                  <c15:dlblFieldTable/>
                  <c15:showDataLabelsRange val="0"/>
                </c:ext>
                <c:ext xmlns:c16="http://schemas.microsoft.com/office/drawing/2014/chart" uri="{C3380CC4-5D6E-409C-BE32-E72D297353CC}">
                  <c16:uniqueId val="{00000003-1195-4A95-B584-9F3B4232AF6B}"/>
                </c:ext>
              </c:extLst>
            </c:dLbl>
            <c:dLbl>
              <c:idx val="2"/>
              <c:tx>
                <c:rich>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Verdana" panose="020B0604030504040204" pitchFamily="34" charset="0"/>
                        <a:ea typeface="Verdana" panose="020B0604030504040204" pitchFamily="34" charset="0"/>
                        <a:cs typeface="+mn-cs"/>
                      </a:defRPr>
                    </a:pPr>
                    <a:fld id="{C7B492AE-B93F-44C2-96FE-0638554531F0}" type="CATEGORYNAME">
                      <a:rPr lang="en-US" sz="800"/>
                      <a:pPr>
                        <a:defRPr b="1">
                          <a:solidFill>
                            <a:schemeClr val="bg1"/>
                          </a:solidFill>
                          <a:latin typeface="Verdana" panose="020B0604030504040204" pitchFamily="34" charset="0"/>
                          <a:ea typeface="Verdana" panose="020B0604030504040204" pitchFamily="34" charset="0"/>
                        </a:defRPr>
                      </a:pPr>
                      <a:t>[CATEGORY NAME]</a:t>
                    </a:fld>
                    <a:r>
                      <a:rPr lang="en-US" sz="800" baseline="0" dirty="0"/>
                      <a:t>
</a:t>
                    </a:r>
                    <a:fld id="{9DDD8BC6-5AB4-4F82-B2B8-BDBC76D79841}" type="VALUE">
                      <a:rPr lang="en-US" sz="800" u="sng" baseline="0"/>
                      <a:pPr>
                        <a:defRPr b="1">
                          <a:solidFill>
                            <a:schemeClr val="bg1"/>
                          </a:solidFill>
                          <a:latin typeface="Verdana" panose="020B0604030504040204" pitchFamily="34" charset="0"/>
                          <a:ea typeface="Verdana" panose="020B0604030504040204" pitchFamily="34" charset="0"/>
                        </a:defRPr>
                      </a:pPr>
                      <a:t>[VALUE]</a:t>
                    </a:fld>
                    <a:r>
                      <a:rPr lang="en-US" sz="800" baseline="0" dirty="0"/>
                      <a:t>
</a:t>
                    </a:r>
                    <a:fld id="{864E8128-98ED-47D7-A1D5-18B55426526E}" type="PERCENTAGE">
                      <a:rPr lang="en-US" sz="800" baseline="0"/>
                      <a:pPr>
                        <a:defRPr b="1">
                          <a:solidFill>
                            <a:schemeClr val="bg1"/>
                          </a:solidFill>
                          <a:latin typeface="Verdana" panose="020B0604030504040204" pitchFamily="34" charset="0"/>
                          <a:ea typeface="Verdana" panose="020B0604030504040204" pitchFamily="34" charset="0"/>
                        </a:defRPr>
                      </a:pPr>
                      <a:t>[PERCENTAGE]</a:t>
                    </a:fld>
                    <a:endParaRPr lang="en-US" sz="800" baseline="0" dirty="0"/>
                  </a:p>
                </c:rich>
              </c:tx>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Verdana" panose="020B0604030504040204" pitchFamily="34" charset="0"/>
                      <a:ea typeface="Verdana" panose="020B0604030504040204" pitchFamily="34" charset="0"/>
                      <a:cs typeface="+mn-cs"/>
                    </a:defRPr>
                  </a:pPr>
                  <a:endParaRPr lang="en-US"/>
                </a:p>
              </c:txPr>
              <c:showLegendKey val="0"/>
              <c:showVal val="1"/>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1195-4A95-B584-9F3B4232AF6B}"/>
                </c:ext>
              </c:extLst>
            </c:dLbl>
            <c:dLbl>
              <c:idx val="3"/>
              <c:layout>
                <c:manualLayout>
                  <c:x val="0.14439129653851007"/>
                  <c:y val="0.17003600398051827"/>
                </c:manualLayout>
              </c:layout>
              <c:tx>
                <c:rich>
                  <a:bodyPr/>
                  <a:lstStyle/>
                  <a:p>
                    <a:fld id="{0D10694D-C498-4070-AC32-8E0C9B889610}" type="CATEGORYNAME">
                      <a:rPr lang="en-US" sz="800"/>
                      <a:pPr/>
                      <a:t>[CATEGORY NAME]</a:t>
                    </a:fld>
                    <a:r>
                      <a:rPr lang="en-US" sz="800" baseline="0" dirty="0"/>
                      <a:t>
</a:t>
                    </a:r>
                    <a:fld id="{3EDECE5B-D217-4EA3-999A-8DAE7D745B00}" type="VALUE">
                      <a:rPr lang="en-US" sz="800" u="sng" baseline="0"/>
                      <a:pPr/>
                      <a:t>[VALUE]</a:t>
                    </a:fld>
                    <a:r>
                      <a:rPr lang="en-US" sz="800" baseline="0" dirty="0"/>
                      <a:t>
</a:t>
                    </a:r>
                    <a:fld id="{BE2BA8F6-E5BC-4C3F-9B4A-AD501578EEED}" type="PERCENTAGE">
                      <a:rPr lang="en-US" sz="800" baseline="0"/>
                      <a:pPr/>
                      <a:t>[PERCENTAGE]</a:t>
                    </a:fld>
                    <a:endParaRPr lang="en-US" sz="800" baseline="0" dirty="0"/>
                  </a:p>
                </c:rich>
              </c:tx>
              <c:showLegendKey val="0"/>
              <c:showVal val="1"/>
              <c:showCatName val="1"/>
              <c:showSerName val="0"/>
              <c:showPercent val="1"/>
              <c:showBubbleSize val="0"/>
              <c:separator>
</c:separator>
              <c:extLst>
                <c:ext xmlns:c15="http://schemas.microsoft.com/office/drawing/2012/chart" uri="{CE6537A1-D6FC-4f65-9D91-7224C49458BB}">
                  <c15:layout>
                    <c:manualLayout>
                      <c:w val="0.23782300755329699"/>
                      <c:h val="0.24369596902131266"/>
                    </c:manualLayout>
                  </c15:layout>
                  <c15:dlblFieldTable/>
                  <c15:showDataLabelsRange val="0"/>
                </c:ext>
                <c:ext xmlns:c16="http://schemas.microsoft.com/office/drawing/2014/chart" uri="{C3380CC4-5D6E-409C-BE32-E72D297353CC}">
                  <c16:uniqueId val="{00000007-1195-4A95-B584-9F3B4232AF6B}"/>
                </c:ext>
              </c:extLst>
            </c:dLbl>
            <c:dLbl>
              <c:idx val="4"/>
              <c:layout>
                <c:manualLayout>
                  <c:x val="0.2380686936214757"/>
                  <c:y val="-1.2670498855165557E-2"/>
                </c:manualLayout>
              </c:layout>
              <c:showLegendKey val="0"/>
              <c:showVal val="1"/>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8-1836-45DB-BAD8-AA18EC6A9DF3}"/>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Verdana" panose="020B0604030504040204" pitchFamily="34" charset="0"/>
                    <a:ea typeface="Verdana" panose="020B0604030504040204" pitchFamily="34" charset="0"/>
                    <a:cs typeface="+mn-cs"/>
                  </a:defRPr>
                </a:pPr>
                <a:endParaRPr lang="en-US"/>
              </a:p>
            </c:txPr>
            <c:showLegendKey val="0"/>
            <c:showVal val="1"/>
            <c:showCatName val="1"/>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Pivot!$A$21:$A$25</c:f>
              <c:strCache>
                <c:ptCount val="4"/>
                <c:pt idx="0">
                  <c:v>Satisfactory</c:v>
                </c:pt>
                <c:pt idx="1">
                  <c:v>Needs Improvement</c:v>
                </c:pt>
                <c:pt idx="2">
                  <c:v>Unrated</c:v>
                </c:pt>
                <c:pt idx="3">
                  <c:v>Needs Significant Improvement</c:v>
                </c:pt>
              </c:strCache>
            </c:strRef>
          </c:cat>
          <c:val>
            <c:numRef>
              <c:f>Pivot!$B$21:$B$25</c:f>
              <c:numCache>
                <c:formatCode>General</c:formatCode>
                <c:ptCount val="4"/>
                <c:pt idx="0">
                  <c:v>8</c:v>
                </c:pt>
                <c:pt idx="1">
                  <c:v>17</c:v>
                </c:pt>
                <c:pt idx="2">
                  <c:v>6</c:v>
                </c:pt>
                <c:pt idx="3">
                  <c:v>1</c:v>
                </c:pt>
              </c:numCache>
            </c:numRef>
          </c:val>
          <c:extLst>
            <c:ext xmlns:c16="http://schemas.microsoft.com/office/drawing/2014/chart" uri="{C3380CC4-5D6E-409C-BE32-E72D297353CC}">
              <c16:uniqueId val="{00000008-1195-4A95-B584-9F3B4232AF6B}"/>
            </c:ext>
          </c:extLst>
        </c:ser>
        <c:dLbls>
          <c:showLegendKey val="0"/>
          <c:showVal val="0"/>
          <c:showCatName val="0"/>
          <c:showSerName val="0"/>
          <c:showPercent val="0"/>
          <c:showBubbleSize val="0"/>
          <c:showLeaderLines val="1"/>
        </c:dLbls>
        <c:firstSliceAng val="131"/>
        <c:holeSize val="4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[Audit Plan &amp; Reports Tracker 2025.xlsx]Pivot!PivotTable1</c:name>
    <c:fmtId val="37"/>
  </c:pivotSource>
  <c:chart>
    <c:autoTitleDeleted val="1"/>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effectLst/>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1"/>
        <c:spPr>
          <a:solidFill>
            <a:schemeClr val="accent4"/>
          </a:solidFill>
          <a:ln w="19050">
            <a:solidFill>
              <a:schemeClr val="lt1"/>
            </a:solidFill>
          </a:ln>
          <a:effectLst/>
        </c:spPr>
        <c:dLbl>
          <c:idx val="0"/>
          <c:layout>
            <c:manualLayout>
              <c:x val="-2.2222222222222223E-2"/>
              <c:y val="-9.7222222222222224E-2"/>
            </c:manualLayout>
          </c:layout>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effectLst/>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2"/>
        <c:spPr>
          <a:solidFill>
            <a:schemeClr val="accent2"/>
          </a:solidFill>
          <a:ln w="19050">
            <a:solidFill>
              <a:schemeClr val="lt1"/>
            </a:solidFill>
          </a:ln>
          <a:effectLst/>
        </c:spPr>
        <c:dLbl>
          <c:idx val="0"/>
          <c:layout>
            <c:manualLayout>
              <c:x val="0.13611111111111102"/>
              <c:y val="-4.6296296296296294E-2"/>
            </c:manualLayout>
          </c:layout>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effectLst/>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3"/>
        <c:spPr>
          <a:solidFill>
            <a:schemeClr val="accent3"/>
          </a:solidFill>
          <a:ln w="19050">
            <a:solidFill>
              <a:schemeClr val="lt1"/>
            </a:solidFill>
          </a:ln>
          <a:effectLst/>
        </c:spPr>
        <c:dLbl>
          <c:idx val="0"/>
          <c:layout>
            <c:manualLayout>
              <c:x val="1.3888888888888888E-2"/>
              <c:y val="9.2592592592592587E-3"/>
            </c:manualLayout>
          </c:layout>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effectLst/>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4"/>
        <c:spPr>
          <a:solidFill>
            <a:schemeClr val="accent1"/>
          </a:solidFill>
          <a:ln w="19050">
            <a:solidFill>
              <a:schemeClr val="lt1"/>
            </a:solidFill>
          </a:ln>
          <a:effectLst/>
        </c:spPr>
        <c:dLbl>
          <c:idx val="0"/>
          <c:layout>
            <c:manualLayout>
              <c:x val="-8.3333333333334356E-3"/>
              <c:y val="4.6296296296296086E-3"/>
            </c:manualLayout>
          </c:layout>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effectLst/>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effectLst/>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6"/>
        <c:spPr>
          <a:solidFill>
            <a:schemeClr val="accent1"/>
          </a:solidFill>
          <a:ln w="19050">
            <a:solidFill>
              <a:schemeClr val="lt1"/>
            </a:solidFill>
          </a:ln>
          <a:effectLst/>
        </c:spPr>
        <c:dLbl>
          <c:idx val="0"/>
          <c:layout>
            <c:manualLayout>
              <c:x val="-8.3333333333334356E-3"/>
              <c:y val="4.6296296296296086E-3"/>
            </c:manualLayout>
          </c:layout>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effectLst/>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7"/>
        <c:spPr>
          <a:solidFill>
            <a:schemeClr val="accent1"/>
          </a:solidFill>
          <a:ln w="19050">
            <a:solidFill>
              <a:schemeClr val="lt1"/>
            </a:solidFill>
          </a:ln>
          <a:effectLst/>
        </c:spPr>
        <c:dLbl>
          <c:idx val="0"/>
          <c:layout>
            <c:manualLayout>
              <c:x val="0.13611111111111102"/>
              <c:y val="-4.6296296296296294E-2"/>
            </c:manualLayout>
          </c:layout>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effectLst/>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8"/>
        <c:spPr>
          <a:solidFill>
            <a:schemeClr val="accent1"/>
          </a:solidFill>
          <a:ln w="19050">
            <a:solidFill>
              <a:schemeClr val="lt1"/>
            </a:solidFill>
          </a:ln>
          <a:effectLst/>
        </c:spPr>
        <c:dLbl>
          <c:idx val="0"/>
          <c:layout>
            <c:manualLayout>
              <c:x val="1.3888888888888888E-2"/>
              <c:y val="9.2592592592592587E-3"/>
            </c:manualLayout>
          </c:layout>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effectLst/>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9"/>
        <c:spPr>
          <a:solidFill>
            <a:schemeClr val="accent1"/>
          </a:solidFill>
          <a:ln w="19050">
            <a:solidFill>
              <a:schemeClr val="lt1"/>
            </a:solidFill>
          </a:ln>
          <a:effectLst/>
        </c:spPr>
        <c:dLbl>
          <c:idx val="0"/>
          <c:layout>
            <c:manualLayout>
              <c:x val="-2.2222222222222223E-2"/>
              <c:y val="-9.7222222222222224E-2"/>
            </c:manualLayout>
          </c:layout>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effectLst/>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1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effectLst/>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11"/>
        <c:spPr>
          <a:solidFill>
            <a:schemeClr val="accent1"/>
          </a:solidFill>
          <a:ln w="19050">
            <a:solidFill>
              <a:schemeClr val="lt1"/>
            </a:solidFill>
          </a:ln>
          <a:effectLst/>
        </c:spPr>
        <c:dLbl>
          <c:idx val="0"/>
          <c:layout>
            <c:manualLayout>
              <c:x val="-8.3333333333334356E-3"/>
              <c:y val="4.6296296296296086E-3"/>
            </c:manualLayout>
          </c:layout>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effectLst/>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12"/>
        <c:spPr>
          <a:solidFill>
            <a:schemeClr val="accent1"/>
          </a:solidFill>
          <a:ln w="19050">
            <a:solidFill>
              <a:schemeClr val="lt1"/>
            </a:solidFill>
          </a:ln>
          <a:effectLst/>
        </c:spPr>
        <c:dLbl>
          <c:idx val="0"/>
          <c:layout>
            <c:manualLayout>
              <c:x val="0.13611111111111102"/>
              <c:y val="-4.6296296296296294E-2"/>
            </c:manualLayout>
          </c:layout>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effectLst/>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13"/>
        <c:spPr>
          <a:solidFill>
            <a:schemeClr val="accent1"/>
          </a:solidFill>
          <a:ln w="19050">
            <a:solidFill>
              <a:schemeClr val="lt1"/>
            </a:solidFill>
          </a:ln>
          <a:effectLst/>
        </c:spPr>
        <c:dLbl>
          <c:idx val="0"/>
          <c:layout>
            <c:manualLayout>
              <c:x val="1.3888888888888888E-2"/>
              <c:y val="9.2592592592592587E-3"/>
            </c:manualLayout>
          </c:layout>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effectLst/>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
        <c:idx val="14"/>
        <c:spPr>
          <a:solidFill>
            <a:schemeClr val="accent1"/>
          </a:solidFill>
          <a:ln w="19050">
            <a:solidFill>
              <a:schemeClr val="lt1"/>
            </a:solidFill>
          </a:ln>
          <a:effectLst/>
        </c:spPr>
        <c:dLbl>
          <c:idx val="0"/>
          <c:layout>
            <c:manualLayout>
              <c:x val="-2.2222222222222223E-2"/>
              <c:y val="-9.7222222222222224E-2"/>
            </c:manualLayout>
          </c:layout>
          <c:spPr>
            <a:noFill/>
            <a:ln>
              <a:noFill/>
            </a:ln>
            <a:effectLst/>
          </c:spPr>
          <c:txPr>
            <a:bodyPr rot="0" spcFirstLastPara="1" vertOverflow="ellipsis" vert="horz" wrap="square" lIns="38100" tIns="19050" rIns="38100" bIns="19050" anchor="ctr" anchorCtr="1">
              <a:spAutoFit/>
            </a:bodyPr>
            <a:lstStyle/>
            <a:p>
              <a:pPr>
                <a:defRPr lang="en-US" sz="900" b="0" i="0" u="none" strike="noStrike" kern="1200" baseline="0">
                  <a:solidFill>
                    <a:schemeClr val="tx1">
                      <a:lumMod val="75000"/>
                      <a:lumOff val="25000"/>
                    </a:schemeClr>
                  </a:solidFill>
                  <a:effectLst/>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Lst>
        </c:dLbl>
      </c:pivotFmt>
    </c:pivotFmts>
    <c:plotArea>
      <c:layout/>
      <c:doughnutChart>
        <c:varyColors val="1"/>
        <c:ser>
          <c:idx val="0"/>
          <c:order val="0"/>
          <c:tx>
            <c:strRef>
              <c:f>Pivot!$B$3</c:f>
              <c:strCache>
                <c:ptCount val="1"/>
                <c:pt idx="0">
                  <c:v>Total</c:v>
                </c:pt>
              </c:strCache>
            </c:strRef>
          </c:tx>
          <c:spPr>
            <a:solidFill>
              <a:srgbClr val="015A6C"/>
            </a:solidFill>
            <a:ln>
              <a:solidFill>
                <a:srgbClr val="FF9933">
                  <a:alpha val="96000"/>
                </a:srgbClr>
              </a:solidFill>
            </a:ln>
          </c:spPr>
          <c:dPt>
            <c:idx val="0"/>
            <c:bubble3D val="0"/>
            <c:spPr>
              <a:solidFill>
                <a:srgbClr val="003860">
                  <a:lumMod val="90000"/>
                  <a:lumOff val="10000"/>
                </a:srgbClr>
              </a:solidFill>
              <a:ln w="19050">
                <a:solidFill>
                  <a:srgbClr val="005089">
                    <a:alpha val="96000"/>
                  </a:srgbClr>
                </a:solidFill>
              </a:ln>
              <a:effectLst/>
            </c:spPr>
            <c:extLst>
              <c:ext xmlns:c16="http://schemas.microsoft.com/office/drawing/2014/chart" uri="{C3380CC4-5D6E-409C-BE32-E72D297353CC}">
                <c16:uniqueId val="{00000001-FE48-468E-ABA3-A36A11BE0ED7}"/>
              </c:ext>
            </c:extLst>
          </c:dPt>
          <c:dPt>
            <c:idx val="1"/>
            <c:bubble3D val="0"/>
            <c:spPr>
              <a:solidFill>
                <a:srgbClr val="00B050"/>
              </a:solidFill>
              <a:ln w="19050">
                <a:solidFill>
                  <a:srgbClr val="005089">
                    <a:alpha val="96000"/>
                  </a:srgbClr>
                </a:solidFill>
              </a:ln>
              <a:effectLst/>
            </c:spPr>
            <c:extLst>
              <c:ext xmlns:c16="http://schemas.microsoft.com/office/drawing/2014/chart" uri="{C3380CC4-5D6E-409C-BE32-E72D297353CC}">
                <c16:uniqueId val="{00000003-FE48-468E-ABA3-A36A11BE0ED7}"/>
              </c:ext>
            </c:extLst>
          </c:dPt>
          <c:dPt>
            <c:idx val="2"/>
            <c:bubble3D val="0"/>
            <c:spPr>
              <a:solidFill>
                <a:srgbClr val="FFCC00"/>
              </a:solidFill>
              <a:ln w="19050">
                <a:solidFill>
                  <a:srgbClr val="005089">
                    <a:alpha val="96000"/>
                  </a:srgbClr>
                </a:solidFill>
              </a:ln>
              <a:effectLst/>
            </c:spPr>
            <c:extLst>
              <c:ext xmlns:c16="http://schemas.microsoft.com/office/drawing/2014/chart" uri="{C3380CC4-5D6E-409C-BE32-E72D297353CC}">
                <c16:uniqueId val="{00000005-FE48-468E-ABA3-A36A11BE0ED7}"/>
              </c:ext>
            </c:extLst>
          </c:dPt>
          <c:dPt>
            <c:idx val="3"/>
            <c:bubble3D val="0"/>
            <c:spPr>
              <a:solidFill>
                <a:srgbClr val="FF9933"/>
              </a:solidFill>
              <a:ln w="19050">
                <a:solidFill>
                  <a:srgbClr val="005089">
                    <a:alpha val="96000"/>
                  </a:srgbClr>
                </a:solidFill>
              </a:ln>
              <a:effectLst/>
            </c:spPr>
            <c:extLst>
              <c:ext xmlns:c16="http://schemas.microsoft.com/office/drawing/2014/chart" uri="{C3380CC4-5D6E-409C-BE32-E72D297353CC}">
                <c16:uniqueId val="{00000007-FE48-468E-ABA3-A36A11BE0ED7}"/>
              </c:ext>
            </c:extLst>
          </c:dPt>
          <c:dPt>
            <c:idx val="4"/>
            <c:bubble3D val="0"/>
            <c:spPr>
              <a:solidFill>
                <a:srgbClr val="00B050"/>
              </a:solidFill>
              <a:ln w="19050">
                <a:solidFill>
                  <a:srgbClr val="FF9933">
                    <a:alpha val="96000"/>
                  </a:srgbClr>
                </a:solidFill>
              </a:ln>
              <a:effectLst/>
            </c:spPr>
            <c:extLst>
              <c:ext xmlns:c16="http://schemas.microsoft.com/office/drawing/2014/chart" uri="{C3380CC4-5D6E-409C-BE32-E72D297353CC}">
                <c16:uniqueId val="{00000009-FE48-468E-ABA3-A36A11BE0ED7}"/>
              </c:ext>
            </c:extLst>
          </c:dPt>
          <c:dLbls>
            <c:dLbl>
              <c:idx val="0"/>
              <c:layout>
                <c:manualLayout>
                  <c:x val="0.15370023881339281"/>
                  <c:y val="-0.1168100378434542"/>
                </c:manualLayout>
              </c:layout>
              <c:tx>
                <c:rich>
                  <a:bodyPr rot="0" spcFirstLastPara="1" vertOverflow="ellipsis" vert="horz" wrap="square" lIns="38100" tIns="19050" rIns="38100" bIns="19050" anchor="ctr" anchorCtr="1">
                    <a:noAutofit/>
                  </a:bodyPr>
                  <a:lstStyle/>
                  <a:p>
                    <a:pPr>
                      <a:defRPr lang="en-US" sz="900" b="1" i="0" u="none" strike="noStrike" kern="1200" baseline="0">
                        <a:solidFill>
                          <a:schemeClr val="bg1"/>
                        </a:solidFill>
                        <a:effectLst/>
                        <a:latin typeface="Verdana" panose="020B0604030504040204" pitchFamily="34" charset="0"/>
                        <a:ea typeface="Verdana" panose="020B0604030504040204" pitchFamily="34" charset="0"/>
                        <a:cs typeface="Vani" panose="020B0502040204020203" pitchFamily="18" charset="0"/>
                      </a:defRPr>
                    </a:pPr>
                    <a:fld id="{D6AFC10C-8CA8-4686-A35F-DF932B0D1FE9}" type="CATEGORYNAME">
                      <a:rPr lang="en-US" sz="1000" smtClean="0"/>
                      <a:pPr>
                        <a:defRPr b="1">
                          <a:solidFill>
                            <a:schemeClr val="bg1"/>
                          </a:solidFill>
                        </a:defRPr>
                      </a:pPr>
                      <a:t>[CATEGORY NAME]</a:t>
                    </a:fld>
                    <a:r>
                      <a:rPr lang="en-US" sz="1000" baseline="0" dirty="0"/>
                      <a:t>  </a:t>
                    </a:r>
                    <a:fld id="{455156F2-53B6-4AEC-BC78-26FC8A518C58}" type="VALUE">
                      <a:rPr lang="en-US" sz="1000" u="sng" baseline="0" smtClean="0"/>
                      <a:pPr>
                        <a:defRPr b="1">
                          <a:solidFill>
                            <a:schemeClr val="bg1"/>
                          </a:solidFill>
                        </a:defRPr>
                      </a:pPr>
                      <a:t>[VALUE]</a:t>
                    </a:fld>
                    <a:r>
                      <a:rPr lang="en-US" sz="1000" baseline="0" dirty="0"/>
                      <a:t> ~ </a:t>
                    </a:r>
                    <a:fld id="{A7BC79A2-869C-41BE-B3C1-4F6D1CAD898F}" type="PERCENTAGE">
                      <a:rPr lang="en-US" sz="1000" baseline="0" smtClean="0"/>
                      <a:pPr>
                        <a:defRPr b="1">
                          <a:solidFill>
                            <a:schemeClr val="bg1"/>
                          </a:solidFill>
                        </a:defRPr>
                      </a:pPr>
                      <a:t>[PERCENTAGE]</a:t>
                    </a:fld>
                    <a:endParaRPr lang="en-US" sz="1000" baseline="0" dirty="0"/>
                  </a:p>
                  <a:p>
                    <a:pPr>
                      <a:defRPr b="1">
                        <a:solidFill>
                          <a:schemeClr val="bg1"/>
                        </a:solidFill>
                      </a:defRPr>
                    </a:pPr>
                    <a:endParaRPr lang="en-US" sz="700" baseline="0" dirty="0"/>
                  </a:p>
                  <a:p>
                    <a:pPr>
                      <a:defRPr b="1">
                        <a:solidFill>
                          <a:schemeClr val="bg1"/>
                        </a:solidFill>
                      </a:defRPr>
                    </a:pPr>
                    <a:r>
                      <a:rPr lang="en-US" sz="700" i="1" baseline="0" dirty="0"/>
                      <a:t>(Expected  Completion YE 2025 ~ 90%)</a:t>
                    </a:r>
                  </a:p>
                </c:rich>
              </c:tx>
              <c:spPr>
                <a:noFill/>
                <a:ln>
                  <a:noFill/>
                </a:ln>
                <a:effectLst/>
              </c:spPr>
              <c:txPr>
                <a:bodyPr rot="0" spcFirstLastPara="1" vertOverflow="ellipsis" vert="horz" wrap="square" lIns="38100" tIns="19050" rIns="38100" bIns="19050" anchor="ctr" anchorCtr="1">
                  <a:noAutofit/>
                </a:bodyPr>
                <a:lstStyle/>
                <a:p>
                  <a:pPr>
                    <a:defRPr lang="en-US" sz="900" b="1" i="0" u="none" strike="noStrike" kern="1200" baseline="0">
                      <a:solidFill>
                        <a:schemeClr val="bg1"/>
                      </a:solidFill>
                      <a:effectLst/>
                      <a:latin typeface="Verdana" panose="020B0604030504040204" pitchFamily="34" charset="0"/>
                      <a:ea typeface="Verdana" panose="020B0604030504040204" pitchFamily="34" charset="0"/>
                      <a:cs typeface="Vani" panose="020B0502040204020203" pitchFamily="18" charset="0"/>
                    </a:defRPr>
                  </a:pPr>
                  <a:endParaRPr lang="en-US"/>
                </a:p>
              </c:txPr>
              <c:showLegendKey val="0"/>
              <c:showVal val="1"/>
              <c:showCatName val="1"/>
              <c:showSerName val="0"/>
              <c:showPercent val="1"/>
              <c:showBubbleSize val="0"/>
              <c:extLst>
                <c:ext xmlns:c15="http://schemas.microsoft.com/office/drawing/2012/chart" uri="{CE6537A1-D6FC-4f65-9D91-7224C49458BB}">
                  <c15:layout>
                    <c:manualLayout>
                      <c:w val="0.40333247531355426"/>
                      <c:h val="0.30810018778741755"/>
                    </c:manualLayout>
                  </c15:layout>
                  <c15:dlblFieldTable/>
                  <c15:showDataLabelsRange val="0"/>
                </c:ext>
                <c:ext xmlns:c16="http://schemas.microsoft.com/office/drawing/2014/chart" uri="{C3380CC4-5D6E-409C-BE32-E72D297353CC}">
                  <c16:uniqueId val="{00000001-FE48-468E-ABA3-A36A11BE0ED7}"/>
                </c:ext>
              </c:extLst>
            </c:dLbl>
            <c:dLbl>
              <c:idx val="1"/>
              <c:layout>
                <c:manualLayout>
                  <c:x val="6.9236302829526171E-3"/>
                  <c:y val="-7.3139045756671628E-3"/>
                </c:manualLayout>
              </c:layout>
              <c:tx>
                <c:rich>
                  <a:bodyPr rot="-240000" spcFirstLastPara="1" vertOverflow="ellipsis" wrap="square" lIns="38100" tIns="19050" rIns="38100" bIns="19050" anchor="ctr" anchorCtr="1">
                    <a:spAutoFit/>
                  </a:bodyPr>
                  <a:lstStyle/>
                  <a:p>
                    <a:pPr>
                      <a:defRPr lang="en-US" sz="800" b="1" i="0" u="none" strike="noStrike" kern="1200" baseline="0">
                        <a:solidFill>
                          <a:schemeClr val="tx1"/>
                        </a:solidFill>
                        <a:effectLst/>
                        <a:latin typeface="Verdana" panose="020B0604030504040204" pitchFamily="34" charset="0"/>
                        <a:ea typeface="Verdana" panose="020B0604030504040204" pitchFamily="34" charset="0"/>
                        <a:cs typeface="Vani" panose="020B0502040204020203" pitchFamily="18" charset="0"/>
                      </a:defRPr>
                    </a:pPr>
                    <a:r>
                      <a:rPr lang="en-US" sz="700" dirty="0"/>
                      <a:t> </a:t>
                    </a:r>
                    <a:fld id="{D6AFCF31-7560-4045-9955-B45D91130FDA}" type="CATEGORYNAME">
                      <a:rPr lang="en-US" sz="700" smtClean="0"/>
                      <a:pPr>
                        <a:defRPr sz="800" b="1">
                          <a:solidFill>
                            <a:schemeClr val="tx1"/>
                          </a:solidFill>
                        </a:defRPr>
                      </a:pPr>
                      <a:t>[CATEGORY NAME]</a:t>
                    </a:fld>
                    <a:r>
                      <a:rPr lang="en-US" sz="700" dirty="0"/>
                      <a:t> </a:t>
                    </a:r>
                    <a:fld id="{D9D44632-6F9D-45F2-8067-1F0021BD7DA0}" type="VALUE">
                      <a:rPr lang="en-US" sz="700" u="sng" baseline="0" smtClean="0"/>
                      <a:pPr>
                        <a:defRPr sz="800" b="1">
                          <a:solidFill>
                            <a:schemeClr val="tx1"/>
                          </a:solidFill>
                        </a:defRPr>
                      </a:pPr>
                      <a:t>[VALUE]</a:t>
                    </a:fld>
                    <a:r>
                      <a:rPr lang="en-US" sz="700" baseline="0" dirty="0"/>
                      <a:t> ~ </a:t>
                    </a:r>
                    <a:fld id="{A1025BDA-F03A-4440-A171-0265AA24D6F7}" type="PERCENTAGE">
                      <a:rPr lang="en-US" sz="700" baseline="0" smtClean="0"/>
                      <a:pPr>
                        <a:defRPr sz="800" b="1">
                          <a:solidFill>
                            <a:schemeClr val="tx1"/>
                          </a:solidFill>
                        </a:defRPr>
                      </a:pPr>
                      <a:t>[PERCENTAGE]</a:t>
                    </a:fld>
                    <a:endParaRPr lang="en-US" sz="700" baseline="0" dirty="0"/>
                  </a:p>
                </c:rich>
              </c:tx>
              <c:spPr>
                <a:noFill/>
                <a:ln>
                  <a:noFill/>
                </a:ln>
                <a:effectLst/>
              </c:spPr>
              <c:txPr>
                <a:bodyPr rot="-240000" spcFirstLastPara="1" vertOverflow="ellipsis" wrap="square" lIns="38100" tIns="19050" rIns="38100" bIns="19050" anchor="ctr" anchorCtr="1">
                  <a:spAutoFit/>
                </a:bodyPr>
                <a:lstStyle/>
                <a:p>
                  <a:pPr>
                    <a:defRPr lang="en-US" sz="800" b="1" i="0" u="none" strike="noStrike" kern="1200" baseline="0">
                      <a:solidFill>
                        <a:schemeClr val="tx1"/>
                      </a:solidFill>
                      <a:effectLst/>
                      <a:latin typeface="Verdana" panose="020B0604030504040204" pitchFamily="34" charset="0"/>
                      <a:ea typeface="Verdana" panose="020B0604030504040204" pitchFamily="34" charset="0"/>
                      <a:cs typeface="Vani" panose="020B0502040204020203" pitchFamily="18" charset="0"/>
                    </a:defRPr>
                  </a:pPr>
                  <a:endParaRPr lang="en-US"/>
                </a:p>
              </c:txPr>
              <c:showLegendKey val="0"/>
              <c:showVal val="1"/>
              <c:showCatName val="1"/>
              <c:showSerName val="0"/>
              <c:showPercent val="1"/>
              <c:showBubbleSize val="0"/>
              <c:separator>
</c:separator>
              <c:extLst>
                <c:ext xmlns:c15="http://schemas.microsoft.com/office/drawing/2012/chart" uri="{CE6537A1-D6FC-4f65-9D91-7224C49458BB}">
                  <c15:layout>
                    <c:manualLayout>
                      <c:w val="0.34688693283584981"/>
                      <c:h val="0.1240311936374304"/>
                    </c:manualLayout>
                  </c15:layout>
                  <c15:dlblFieldTable/>
                  <c15:showDataLabelsRange val="0"/>
                </c:ext>
                <c:ext xmlns:c16="http://schemas.microsoft.com/office/drawing/2014/chart" uri="{C3380CC4-5D6E-409C-BE32-E72D297353CC}">
                  <c16:uniqueId val="{00000003-FE48-468E-ABA3-A36A11BE0ED7}"/>
                </c:ext>
              </c:extLst>
            </c:dLbl>
            <c:dLbl>
              <c:idx val="2"/>
              <c:layout>
                <c:manualLayout>
                  <c:x val="1.118432584169269E-2"/>
                  <c:y val="5.3865983242117133E-3"/>
                </c:manualLayout>
              </c:layout>
              <c:tx>
                <c:rich>
                  <a:bodyPr rot="660000" spcFirstLastPara="1" vertOverflow="ellipsis" wrap="square" lIns="38100" tIns="19050" rIns="38100" bIns="19050" anchor="ctr" anchorCtr="1">
                    <a:noAutofit/>
                  </a:bodyPr>
                  <a:lstStyle/>
                  <a:p>
                    <a:pPr>
                      <a:defRPr lang="en-US" sz="900" b="1" i="0" u="none" strike="noStrike" kern="1200" baseline="0">
                        <a:solidFill>
                          <a:schemeClr val="tx1"/>
                        </a:solidFill>
                        <a:effectLst/>
                        <a:latin typeface="Verdana" panose="020B0604030504040204" pitchFamily="34" charset="0"/>
                        <a:ea typeface="Verdana" panose="020B0604030504040204" pitchFamily="34" charset="0"/>
                        <a:cs typeface="Vani" panose="020B0502040204020203" pitchFamily="18" charset="0"/>
                      </a:defRPr>
                    </a:pPr>
                    <a:fld id="{9FA5E5F3-1290-46E9-8851-C2C45638050E}" type="CATEGORYNAME">
                      <a:rPr lang="en-US" sz="700" smtClean="0"/>
                      <a:pPr>
                        <a:defRPr b="1">
                          <a:solidFill>
                            <a:schemeClr val="tx1"/>
                          </a:solidFill>
                        </a:defRPr>
                      </a:pPr>
                      <a:t>[CATEGORY NAME]</a:t>
                    </a:fld>
                    <a:r>
                      <a:rPr lang="en-US" sz="700" dirty="0"/>
                      <a:t>             </a:t>
                    </a:r>
                    <a:fld id="{23424367-6FEB-476B-BAB6-2B22BFD90EEF}" type="VALUE">
                      <a:rPr lang="en-US" sz="700" u="sng" baseline="0" smtClean="0"/>
                      <a:pPr>
                        <a:defRPr b="1">
                          <a:solidFill>
                            <a:schemeClr val="tx1"/>
                          </a:solidFill>
                        </a:defRPr>
                      </a:pPr>
                      <a:t>[VALUE]</a:t>
                    </a:fld>
                    <a:r>
                      <a:rPr lang="en-US" sz="700" baseline="0" dirty="0"/>
                      <a:t> ~ </a:t>
                    </a:r>
                    <a:fld id="{C30FF8F9-3D3B-4897-956A-F7EA19877801}" type="PERCENTAGE">
                      <a:rPr lang="en-US" sz="700" baseline="0" smtClean="0"/>
                      <a:pPr>
                        <a:defRPr b="1">
                          <a:solidFill>
                            <a:schemeClr val="tx1"/>
                          </a:solidFill>
                        </a:defRPr>
                      </a:pPr>
                      <a:t>[PERCENTAGE]</a:t>
                    </a:fld>
                    <a:endParaRPr lang="en-US" sz="700" baseline="0" dirty="0"/>
                  </a:p>
                </c:rich>
              </c:tx>
              <c:spPr>
                <a:noFill/>
                <a:ln>
                  <a:noFill/>
                </a:ln>
                <a:effectLst/>
              </c:spPr>
              <c:txPr>
                <a:bodyPr rot="660000" spcFirstLastPara="1" vertOverflow="ellipsis" wrap="square" lIns="38100" tIns="19050" rIns="38100" bIns="19050" anchor="ctr" anchorCtr="1">
                  <a:noAutofit/>
                </a:bodyPr>
                <a:lstStyle/>
                <a:p>
                  <a:pPr>
                    <a:defRPr lang="en-US" sz="900" b="1" i="0" u="none" strike="noStrike" kern="1200" baseline="0">
                      <a:solidFill>
                        <a:schemeClr val="tx1"/>
                      </a:solidFill>
                      <a:effectLst/>
                      <a:latin typeface="Verdana" panose="020B0604030504040204" pitchFamily="34" charset="0"/>
                      <a:ea typeface="Verdana" panose="020B0604030504040204" pitchFamily="34" charset="0"/>
                      <a:cs typeface="Vani" panose="020B0502040204020203" pitchFamily="18" charset="0"/>
                    </a:defRPr>
                  </a:pPr>
                  <a:endParaRPr lang="en-US"/>
                </a:p>
              </c:txPr>
              <c:showLegendKey val="0"/>
              <c:showVal val="1"/>
              <c:showCatName val="1"/>
              <c:showSerName val="0"/>
              <c:showPercent val="1"/>
              <c:showBubbleSize val="0"/>
              <c:separator>
</c:separator>
              <c:extLst>
                <c:ext xmlns:c15="http://schemas.microsoft.com/office/drawing/2012/chart" uri="{CE6537A1-D6FC-4f65-9D91-7224C49458BB}">
                  <c15:layout>
                    <c:manualLayout>
                      <c:w val="0.20628570838242238"/>
                      <c:h val="0.12243126308613277"/>
                    </c:manualLayout>
                  </c15:layout>
                  <c15:dlblFieldTable/>
                  <c15:showDataLabelsRange val="0"/>
                </c:ext>
                <c:ext xmlns:c16="http://schemas.microsoft.com/office/drawing/2014/chart" uri="{C3380CC4-5D6E-409C-BE32-E72D297353CC}">
                  <c16:uniqueId val="{00000005-FE48-468E-ABA3-A36A11BE0ED7}"/>
                </c:ext>
              </c:extLst>
            </c:dLbl>
            <c:dLbl>
              <c:idx val="3"/>
              <c:layout>
                <c:manualLayout>
                  <c:x val="2.1873611025034535E-2"/>
                  <c:y val="3.4641399567775732E-2"/>
                </c:manualLayout>
              </c:layout>
              <c:tx>
                <c:rich>
                  <a:bodyPr rot="0" spcFirstLastPara="1" vertOverflow="ellipsis" vert="horz" wrap="square" lIns="38100" tIns="19050" rIns="38100" bIns="19050" anchor="ctr" anchorCtr="1">
                    <a:noAutofit/>
                  </a:bodyPr>
                  <a:lstStyle/>
                  <a:p>
                    <a:pPr>
                      <a:defRPr lang="en-US" sz="800" b="1" i="0" u="none" strike="noStrike" kern="1200" baseline="0" smtClean="0">
                        <a:solidFill>
                          <a:prstClr val="black"/>
                        </a:solidFill>
                        <a:effectLst/>
                        <a:latin typeface="Verdana" panose="020B0604030504040204" pitchFamily="34" charset="0"/>
                        <a:ea typeface="Verdana" panose="020B0604030504040204" pitchFamily="34" charset="0"/>
                        <a:cs typeface="Vani" panose="020B0502040204020203" pitchFamily="18" charset="0"/>
                      </a:defRPr>
                    </a:pPr>
                    <a:r>
                      <a:rPr lang="en-US" sz="700" b="1" i="0" u="none" strike="noStrike" kern="1200" baseline="0" dirty="0">
                        <a:solidFill>
                          <a:prstClr val="black"/>
                        </a:solidFill>
                        <a:effectLst/>
                        <a:latin typeface="Verdana" panose="020B0604030504040204" pitchFamily="34" charset="0"/>
                        <a:ea typeface="Verdana" panose="020B0604030504040204" pitchFamily="34" charset="0"/>
                        <a:cs typeface="Vani" panose="020B0502040204020203" pitchFamily="18" charset="0"/>
                      </a:rPr>
                      <a:t> </a:t>
                    </a:r>
                    <a:fld id="{94746455-0570-4350-8B65-8CABA1987A8C}" type="CATEGORYNAME">
                      <a:rPr lang="en-US" sz="700" b="1" i="0" u="none" strike="noStrike" kern="1200" baseline="0" smtClean="0">
                        <a:solidFill>
                          <a:prstClr val="black"/>
                        </a:solidFill>
                        <a:effectLst/>
                        <a:latin typeface="Verdana" panose="020B0604030504040204" pitchFamily="34" charset="0"/>
                        <a:ea typeface="Verdana" panose="020B0604030504040204" pitchFamily="34" charset="0"/>
                        <a:cs typeface="Vani" panose="020B0502040204020203" pitchFamily="18" charset="0"/>
                      </a:rPr>
                      <a:pPr>
                        <a:defRPr sz="800" b="1" smtClean="0">
                          <a:solidFill>
                            <a:prstClr val="black"/>
                          </a:solidFill>
                        </a:defRPr>
                      </a:pPr>
                      <a:t>[CATEGORY NAME]</a:t>
                    </a:fld>
                    <a:r>
                      <a:rPr lang="en-US" sz="700" b="1" i="0" u="none" strike="noStrike" kern="1200" baseline="0" dirty="0">
                        <a:solidFill>
                          <a:prstClr val="black"/>
                        </a:solidFill>
                        <a:effectLst/>
                        <a:latin typeface="Verdana" panose="020B0604030504040204" pitchFamily="34" charset="0"/>
                        <a:ea typeface="Verdana" panose="020B0604030504040204" pitchFamily="34" charset="0"/>
                        <a:cs typeface="Vani" panose="020B0502040204020203" pitchFamily="18" charset="0"/>
                      </a:rPr>
                      <a:t> </a:t>
                    </a:r>
                  </a:p>
                  <a:p>
                    <a:pPr>
                      <a:defRPr sz="800" b="1" smtClean="0">
                        <a:solidFill>
                          <a:prstClr val="black"/>
                        </a:solidFill>
                      </a:defRPr>
                    </a:pPr>
                    <a:r>
                      <a:rPr lang="en-US" sz="700" b="1" i="0" u="none" strike="noStrike" kern="1200" baseline="0" dirty="0">
                        <a:solidFill>
                          <a:prstClr val="black"/>
                        </a:solidFill>
                        <a:effectLst/>
                        <a:latin typeface="Verdana" panose="020B0604030504040204" pitchFamily="34" charset="0"/>
                        <a:ea typeface="Verdana" panose="020B0604030504040204" pitchFamily="34" charset="0"/>
                        <a:cs typeface="Vani" panose="020B0502040204020203" pitchFamily="18" charset="0"/>
                      </a:rPr>
                      <a:t> </a:t>
                    </a:r>
                    <a:fld id="{766C3C20-8569-4B13-97F9-30FB22BF8C0C}" type="VALUE">
                      <a:rPr lang="en-US" sz="700" b="1" i="0" u="sng" strike="noStrike" kern="1200" baseline="0" smtClean="0">
                        <a:solidFill>
                          <a:prstClr val="black"/>
                        </a:solidFill>
                        <a:effectLst/>
                        <a:latin typeface="Verdana" panose="020B0604030504040204" pitchFamily="34" charset="0"/>
                        <a:ea typeface="Verdana" panose="020B0604030504040204" pitchFamily="34" charset="0"/>
                        <a:cs typeface="Vani" panose="020B0502040204020203" pitchFamily="18" charset="0"/>
                      </a:rPr>
                      <a:pPr>
                        <a:defRPr sz="800" b="1" smtClean="0">
                          <a:solidFill>
                            <a:prstClr val="black"/>
                          </a:solidFill>
                        </a:defRPr>
                      </a:pPr>
                      <a:t>[VALUE]</a:t>
                    </a:fld>
                    <a:r>
                      <a:rPr lang="en-US" sz="700" b="1" i="0" u="none" strike="noStrike" kern="1200" baseline="0" dirty="0">
                        <a:solidFill>
                          <a:prstClr val="black"/>
                        </a:solidFill>
                        <a:effectLst/>
                        <a:latin typeface="Verdana" panose="020B0604030504040204" pitchFamily="34" charset="0"/>
                        <a:ea typeface="Verdana" panose="020B0604030504040204" pitchFamily="34" charset="0"/>
                        <a:cs typeface="Vani" panose="020B0502040204020203" pitchFamily="18" charset="0"/>
                      </a:rPr>
                      <a:t> ~ </a:t>
                    </a:r>
                    <a:fld id="{FE3E7E5F-5EFA-4E92-AA2F-21A7315D723B}" type="PERCENTAGE">
                      <a:rPr lang="en-US" sz="700" b="1" i="0" u="none" strike="noStrike" kern="1200" baseline="0" smtClean="0">
                        <a:solidFill>
                          <a:prstClr val="black"/>
                        </a:solidFill>
                        <a:effectLst/>
                        <a:latin typeface="Verdana" panose="020B0604030504040204" pitchFamily="34" charset="0"/>
                        <a:ea typeface="Verdana" panose="020B0604030504040204" pitchFamily="34" charset="0"/>
                        <a:cs typeface="Vani" panose="020B0502040204020203" pitchFamily="18" charset="0"/>
                      </a:rPr>
                      <a:pPr>
                        <a:defRPr sz="800" b="1" smtClean="0">
                          <a:solidFill>
                            <a:prstClr val="black"/>
                          </a:solidFill>
                        </a:defRPr>
                      </a:pPr>
                      <a:t>[PERCENTAGE]</a:t>
                    </a:fld>
                    <a:endParaRPr lang="en-US" sz="700" b="1" i="0" u="none" strike="noStrike" kern="1200" baseline="0" dirty="0">
                      <a:solidFill>
                        <a:prstClr val="black"/>
                      </a:solidFill>
                      <a:effectLst/>
                      <a:latin typeface="Verdana" panose="020B0604030504040204" pitchFamily="34" charset="0"/>
                      <a:ea typeface="Verdana" panose="020B0604030504040204" pitchFamily="34" charset="0"/>
                      <a:cs typeface="Vani" panose="020B0502040204020203" pitchFamily="18" charset="0"/>
                    </a:endParaRPr>
                  </a:p>
                </c:rich>
              </c:tx>
              <c:spPr>
                <a:noFill/>
                <a:ln>
                  <a:noFill/>
                </a:ln>
                <a:effectLst/>
              </c:spPr>
              <c:txPr>
                <a:bodyPr rot="0" spcFirstLastPara="1" vertOverflow="ellipsis" vert="horz" wrap="square" lIns="38100" tIns="19050" rIns="38100" bIns="19050" anchor="ctr" anchorCtr="1">
                  <a:noAutofit/>
                </a:bodyPr>
                <a:lstStyle/>
                <a:p>
                  <a:pPr>
                    <a:defRPr lang="en-US" sz="800" b="1" i="0" u="none" strike="noStrike" kern="1200" baseline="0" smtClean="0">
                      <a:solidFill>
                        <a:prstClr val="black"/>
                      </a:solidFill>
                      <a:effectLst/>
                      <a:latin typeface="Verdana" panose="020B0604030504040204" pitchFamily="34" charset="0"/>
                      <a:ea typeface="Verdana" panose="020B0604030504040204" pitchFamily="34" charset="0"/>
                      <a:cs typeface="Vani" panose="020B0502040204020203" pitchFamily="18" charset="0"/>
                    </a:defRPr>
                  </a:pPr>
                  <a:endParaRPr lang="en-US"/>
                </a:p>
              </c:txPr>
              <c:showLegendKey val="0"/>
              <c:showVal val="1"/>
              <c:showCatName val="1"/>
              <c:showSerName val="0"/>
              <c:showPercent val="1"/>
              <c:showBubbleSize val="0"/>
              <c:separator>
</c:separator>
              <c:extLst>
                <c:ext xmlns:c15="http://schemas.microsoft.com/office/drawing/2012/chart" uri="{CE6537A1-D6FC-4f65-9D91-7224C49458BB}">
                  <c15:layout>
                    <c:manualLayout>
                      <c:w val="0.18890592507873977"/>
                      <c:h val="0.17971490822026165"/>
                    </c:manualLayout>
                  </c15:layout>
                  <c15:dlblFieldTable/>
                  <c15:showDataLabelsRange val="0"/>
                </c:ext>
                <c:ext xmlns:c16="http://schemas.microsoft.com/office/drawing/2014/chart" uri="{C3380CC4-5D6E-409C-BE32-E72D297353CC}">
                  <c16:uniqueId val="{00000007-FE48-468E-ABA3-A36A11BE0ED7}"/>
                </c:ext>
              </c:extLst>
            </c:dLbl>
            <c:spPr>
              <a:noFill/>
              <a:ln>
                <a:noFill/>
              </a:ln>
              <a:effectLst/>
            </c:spPr>
            <c:txPr>
              <a:bodyPr rot="0" spcFirstLastPara="1" vertOverflow="ellipsis" vert="horz" wrap="square" lIns="38100" tIns="19050" rIns="38100" bIns="19050" anchor="ctr" anchorCtr="1">
                <a:spAutoFit/>
              </a:bodyPr>
              <a:lstStyle/>
              <a:p>
                <a:pPr>
                  <a:defRPr lang="en-US" sz="1000" b="1" i="0" u="none" strike="noStrike" kern="1200" baseline="0">
                    <a:solidFill>
                      <a:schemeClr val="bg1"/>
                    </a:solidFill>
                    <a:effectLst/>
                    <a:latin typeface="Verdana" panose="020B0604030504040204" pitchFamily="34" charset="0"/>
                    <a:ea typeface="Verdana" panose="020B0604030504040204" pitchFamily="34" charset="0"/>
                    <a:cs typeface="Vani" panose="020B0502040204020203" pitchFamily="18" charset="0"/>
                  </a:defRPr>
                </a:pPr>
                <a:endParaRPr lang="en-US"/>
              </a:p>
            </c:txPr>
            <c:showLegendKey val="0"/>
            <c:showVal val="1"/>
            <c:showCatName val="1"/>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Pivot!$A$4:$A$8</c:f>
              <c:strCache>
                <c:ptCount val="4"/>
                <c:pt idx="0">
                  <c:v>Completed</c:v>
                </c:pt>
                <c:pt idx="1">
                  <c:v>Reporting</c:v>
                </c:pt>
                <c:pt idx="2">
                  <c:v>IP* - Dec 2025</c:v>
                </c:pt>
                <c:pt idx="3">
                  <c:v>IP* - Jan 2026</c:v>
                </c:pt>
              </c:strCache>
            </c:strRef>
          </c:cat>
          <c:val>
            <c:numRef>
              <c:f>Pivot!$B$4:$B$8</c:f>
              <c:numCache>
                <c:formatCode>General</c:formatCode>
                <c:ptCount val="4"/>
                <c:pt idx="0">
                  <c:v>32</c:v>
                </c:pt>
                <c:pt idx="1">
                  <c:v>1</c:v>
                </c:pt>
                <c:pt idx="2">
                  <c:v>2</c:v>
                </c:pt>
                <c:pt idx="3">
                  <c:v>4</c:v>
                </c:pt>
              </c:numCache>
            </c:numRef>
          </c:val>
          <c:extLst>
            <c:ext xmlns:c16="http://schemas.microsoft.com/office/drawing/2014/chart" uri="{C3380CC4-5D6E-409C-BE32-E72D297353CC}">
              <c16:uniqueId val="{0000000A-FE48-468E-ABA3-A36A11BE0ED7}"/>
            </c:ext>
          </c:extLst>
        </c:ser>
        <c:dLbls>
          <c:showLegendKey val="0"/>
          <c:showVal val="0"/>
          <c:showCatName val="0"/>
          <c:showSerName val="0"/>
          <c:showPercent val="0"/>
          <c:showBubbleSize val="0"/>
          <c:showLeaderLines val="1"/>
        </c:dLbls>
        <c:firstSliceAng val="149"/>
        <c:holeSize val="33"/>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lang="en-US" sz="900" b="0" i="0" u="none" strike="noStrike" kern="1200">
          <a:solidFill>
            <a:schemeClr val="bg2"/>
          </a:solidFill>
          <a:effectLst/>
          <a:latin typeface="Verdana" panose="020B0604030504040204" pitchFamily="34" charset="0"/>
          <a:ea typeface="Verdana" panose="020B0604030504040204" pitchFamily="34" charset="0"/>
          <a:cs typeface="Vani" panose="020B0502040204020203" pitchFamily="18" charset="0"/>
        </a:defRPr>
      </a:pPr>
      <a:endParaRPr lang="en-US"/>
    </a:p>
  </c:txPr>
  <c:externalData r:id="rId4">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1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2946400" cy="496888"/>
          </a:xfrm>
          <a:prstGeom prst="rect">
            <a:avLst/>
          </a:prstGeom>
        </p:spPr>
        <p:txBody>
          <a:bodyPr vert="horz" lIns="92446" tIns="46223" rIns="92446" bIns="46223" rtlCol="0"/>
          <a:lstStyle>
            <a:lvl1pPr algn="l">
              <a:defRPr sz="1200"/>
            </a:lvl1pPr>
          </a:lstStyle>
          <a:p>
            <a:pPr>
              <a:defRPr/>
            </a:pPr>
            <a:endParaRPr lang="en-US"/>
          </a:p>
        </p:txBody>
      </p:sp>
      <p:sp>
        <p:nvSpPr>
          <p:cNvPr id="3" name="Date Placeholder 2"/>
          <p:cNvSpPr>
            <a:spLocks noGrp="1"/>
          </p:cNvSpPr>
          <p:nvPr>
            <p:ph type="dt" sz="quarter" idx="1"/>
          </p:nvPr>
        </p:nvSpPr>
        <p:spPr>
          <a:xfrm>
            <a:off x="3849688" y="2"/>
            <a:ext cx="2946400" cy="496888"/>
          </a:xfrm>
          <a:prstGeom prst="rect">
            <a:avLst/>
          </a:prstGeom>
        </p:spPr>
        <p:txBody>
          <a:bodyPr vert="horz" lIns="92446" tIns="46223" rIns="92446" bIns="46223" rtlCol="0"/>
          <a:lstStyle>
            <a:lvl1pPr algn="r">
              <a:defRPr sz="1200"/>
            </a:lvl1pPr>
          </a:lstStyle>
          <a:p>
            <a:pPr>
              <a:defRPr/>
            </a:pPr>
            <a:fld id="{67E03295-5FEB-4B7C-B313-4B910D1B813B}" type="datetimeFigureOut">
              <a:rPr lang="en-US"/>
              <a:pPr>
                <a:defRPr/>
              </a:pPr>
              <a:t>12/8/2025</a:t>
            </a:fld>
            <a:endParaRPr lang="en-US"/>
          </a:p>
        </p:txBody>
      </p:sp>
      <p:sp>
        <p:nvSpPr>
          <p:cNvPr id="4" name="Footer Placeholder 3"/>
          <p:cNvSpPr>
            <a:spLocks noGrp="1"/>
          </p:cNvSpPr>
          <p:nvPr>
            <p:ph type="ftr" sz="quarter" idx="2"/>
          </p:nvPr>
        </p:nvSpPr>
        <p:spPr>
          <a:xfrm>
            <a:off x="0" y="9428171"/>
            <a:ext cx="2946400" cy="496887"/>
          </a:xfrm>
          <a:prstGeom prst="rect">
            <a:avLst/>
          </a:prstGeom>
        </p:spPr>
        <p:txBody>
          <a:bodyPr vert="horz" lIns="92446" tIns="46223" rIns="92446" bIns="46223"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849688" y="9428171"/>
            <a:ext cx="2946400" cy="496887"/>
          </a:xfrm>
          <a:prstGeom prst="rect">
            <a:avLst/>
          </a:prstGeom>
        </p:spPr>
        <p:txBody>
          <a:bodyPr vert="horz" lIns="92446" tIns="46223" rIns="92446" bIns="46223" rtlCol="0" anchor="b"/>
          <a:lstStyle>
            <a:lvl1pPr algn="r">
              <a:defRPr sz="1200"/>
            </a:lvl1pPr>
          </a:lstStyle>
          <a:p>
            <a:pPr>
              <a:defRPr/>
            </a:pPr>
            <a:fld id="{CD5C56ED-9D49-4D4F-8462-23CD64C0CBD8}" type="slidenum">
              <a:rPr lang="en-US"/>
              <a:pPr>
                <a:defRPr/>
              </a:pPr>
              <a:t>‹#›</a:t>
            </a:fld>
            <a:endParaRPr lang="en-US"/>
          </a:p>
        </p:txBody>
      </p:sp>
    </p:spTree>
    <p:extLst>
      <p:ext uri="{BB962C8B-B14F-4D97-AF65-F5344CB8AC3E}">
        <p14:creationId xmlns:p14="http://schemas.microsoft.com/office/powerpoint/2010/main" val="24834435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2946400" cy="496888"/>
          </a:xfrm>
          <a:prstGeom prst="rect">
            <a:avLst/>
          </a:prstGeom>
        </p:spPr>
        <p:txBody>
          <a:bodyPr vert="horz" lIns="92446" tIns="46223" rIns="92446" bIns="46223" rtlCol="0"/>
          <a:lstStyle>
            <a:lvl1pPr algn="l">
              <a:defRPr sz="1200"/>
            </a:lvl1pPr>
          </a:lstStyle>
          <a:p>
            <a:pPr>
              <a:defRPr/>
            </a:pPr>
            <a:endParaRPr lang="en-US"/>
          </a:p>
        </p:txBody>
      </p:sp>
      <p:sp>
        <p:nvSpPr>
          <p:cNvPr id="3" name="Date Placeholder 2"/>
          <p:cNvSpPr>
            <a:spLocks noGrp="1"/>
          </p:cNvSpPr>
          <p:nvPr>
            <p:ph type="dt" idx="1"/>
          </p:nvPr>
        </p:nvSpPr>
        <p:spPr>
          <a:xfrm>
            <a:off x="3849688" y="2"/>
            <a:ext cx="2946400" cy="496888"/>
          </a:xfrm>
          <a:prstGeom prst="rect">
            <a:avLst/>
          </a:prstGeom>
        </p:spPr>
        <p:txBody>
          <a:bodyPr vert="horz" lIns="92446" tIns="46223" rIns="92446" bIns="46223" rtlCol="0"/>
          <a:lstStyle>
            <a:lvl1pPr algn="r">
              <a:defRPr sz="1200"/>
            </a:lvl1pPr>
          </a:lstStyle>
          <a:p>
            <a:pPr>
              <a:defRPr/>
            </a:pPr>
            <a:fld id="{8F0FC619-C1FE-40BA-9BCA-F29DF6603EDE}" type="datetimeFigureOut">
              <a:rPr lang="en-US"/>
              <a:pPr>
                <a:defRPr/>
              </a:pPr>
              <a:t>12/8/2025</a:t>
            </a:fld>
            <a:endParaRPr lang="en-US"/>
          </a:p>
        </p:txBody>
      </p:sp>
      <p:sp>
        <p:nvSpPr>
          <p:cNvPr id="4" name="Slide Image Placeholder 3"/>
          <p:cNvSpPr>
            <a:spLocks noGrp="1" noRot="1" noChangeAspect="1"/>
          </p:cNvSpPr>
          <p:nvPr>
            <p:ph type="sldImg" idx="2"/>
          </p:nvPr>
        </p:nvSpPr>
        <p:spPr>
          <a:xfrm>
            <a:off x="90488" y="744538"/>
            <a:ext cx="6618287" cy="3722687"/>
          </a:xfrm>
          <a:prstGeom prst="rect">
            <a:avLst/>
          </a:prstGeom>
          <a:noFill/>
          <a:ln w="12700">
            <a:solidFill>
              <a:prstClr val="black"/>
            </a:solidFill>
          </a:ln>
        </p:spPr>
        <p:txBody>
          <a:bodyPr vert="horz" lIns="92446" tIns="46223" rIns="92446" bIns="46223" rtlCol="0" anchor="ctr"/>
          <a:lstStyle/>
          <a:p>
            <a:pPr lvl="0"/>
            <a:endParaRPr lang="en-US" noProof="0"/>
          </a:p>
        </p:txBody>
      </p:sp>
      <p:sp>
        <p:nvSpPr>
          <p:cNvPr id="5" name="Notes Placeholder 4"/>
          <p:cNvSpPr>
            <a:spLocks noGrp="1"/>
          </p:cNvSpPr>
          <p:nvPr>
            <p:ph type="body" sz="quarter" idx="3"/>
          </p:nvPr>
        </p:nvSpPr>
        <p:spPr>
          <a:xfrm>
            <a:off x="681047" y="4716472"/>
            <a:ext cx="5437187" cy="4465637"/>
          </a:xfrm>
          <a:prstGeom prst="rect">
            <a:avLst/>
          </a:prstGeom>
        </p:spPr>
        <p:txBody>
          <a:bodyPr vert="horz" lIns="92446" tIns="46223" rIns="92446" bIns="46223"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8171"/>
            <a:ext cx="2946400" cy="496887"/>
          </a:xfrm>
          <a:prstGeom prst="rect">
            <a:avLst/>
          </a:prstGeom>
        </p:spPr>
        <p:txBody>
          <a:bodyPr vert="horz" lIns="92446" tIns="46223" rIns="92446" bIns="46223"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49688" y="9428171"/>
            <a:ext cx="2946400" cy="496887"/>
          </a:xfrm>
          <a:prstGeom prst="rect">
            <a:avLst/>
          </a:prstGeom>
        </p:spPr>
        <p:txBody>
          <a:bodyPr vert="horz" lIns="92446" tIns="46223" rIns="92446" bIns="46223" rtlCol="0" anchor="b"/>
          <a:lstStyle>
            <a:lvl1pPr algn="r">
              <a:defRPr sz="1200"/>
            </a:lvl1pPr>
          </a:lstStyle>
          <a:p>
            <a:pPr>
              <a:defRPr/>
            </a:pPr>
            <a:fld id="{5BB6A19A-5A46-4852-A445-67FCE3757263}" type="slidenum">
              <a:rPr lang="en-US"/>
              <a:pPr>
                <a:defRPr/>
              </a:pPr>
              <a:t>‹#›</a:t>
            </a:fld>
            <a:endParaRPr lang="en-US"/>
          </a:p>
        </p:txBody>
      </p:sp>
    </p:spTree>
    <p:extLst>
      <p:ext uri="{BB962C8B-B14F-4D97-AF65-F5344CB8AC3E}">
        <p14:creationId xmlns:p14="http://schemas.microsoft.com/office/powerpoint/2010/main" val="3457123333"/>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8287" cy="3722687"/>
          </a:xfrm>
        </p:spPr>
      </p:sp>
      <p:sp>
        <p:nvSpPr>
          <p:cNvPr id="3" name="Notes Placeholder 2"/>
          <p:cNvSpPr>
            <a:spLocks noGrp="1"/>
          </p:cNvSpPr>
          <p:nvPr>
            <p:ph type="body" idx="1"/>
          </p:nvPr>
        </p:nvSpPr>
        <p:spPr/>
        <p:txBody>
          <a:bodyPr/>
          <a:lstStyle/>
          <a:p>
            <a:endParaRPr lang="en-AE"/>
          </a:p>
        </p:txBody>
      </p:sp>
      <p:sp>
        <p:nvSpPr>
          <p:cNvPr id="4" name="Slide Number Placeholder 3"/>
          <p:cNvSpPr>
            <a:spLocks noGrp="1"/>
          </p:cNvSpPr>
          <p:nvPr>
            <p:ph type="sldNum" sz="quarter" idx="5"/>
          </p:nvPr>
        </p:nvSpPr>
        <p:spPr/>
        <p:txBody>
          <a:bodyPr/>
          <a:lstStyle/>
          <a:p>
            <a:pPr>
              <a:defRPr/>
            </a:pPr>
            <a:fld id="{5BB6A19A-5A46-4852-A445-67FCE3757263}" type="slidenum">
              <a:rPr lang="en-US" smtClean="0"/>
              <a:pPr>
                <a:defRPr/>
              </a:pPr>
              <a:t>1</a:t>
            </a:fld>
            <a:endParaRPr lang="en-US"/>
          </a:p>
        </p:txBody>
      </p:sp>
      <p:sp>
        <p:nvSpPr>
          <p:cNvPr id="5" name="Footer Placeholder 4">
            <a:extLst>
              <a:ext uri="{FF2B5EF4-FFF2-40B4-BE49-F238E27FC236}">
                <a16:creationId xmlns:a16="http://schemas.microsoft.com/office/drawing/2014/main" id="{D00C8E23-E2FE-0B63-3943-FD7F85D62BB2}"/>
              </a:ext>
            </a:extLst>
          </p:cNvPr>
          <p:cNvSpPr>
            <a:spLocks noGrp="1"/>
          </p:cNvSpPr>
          <p:nvPr>
            <p:ph type="ftr" sz="quarter" idx="4"/>
          </p:nvPr>
        </p:nvSpPr>
        <p:spPr/>
        <p:txBody>
          <a:bodyPr/>
          <a:lstStyle/>
          <a:p>
            <a:pPr>
              <a:defRPr/>
            </a:pPr>
            <a:endParaRPr lang="en-US"/>
          </a:p>
        </p:txBody>
      </p:sp>
    </p:spTree>
    <p:extLst>
      <p:ext uri="{BB962C8B-B14F-4D97-AF65-F5344CB8AC3E}">
        <p14:creationId xmlns:p14="http://schemas.microsoft.com/office/powerpoint/2010/main" val="9162557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14A23-A5E2-92C2-71BC-E3FB40DCF3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3E2361-EC88-5B3B-BF4B-C85E6AD7C5CE}"/>
              </a:ext>
            </a:extLst>
          </p:cNvPr>
          <p:cNvSpPr>
            <a:spLocks noGrp="1" noRot="1" noChangeAspect="1"/>
          </p:cNvSpPr>
          <p:nvPr>
            <p:ph type="sldImg"/>
          </p:nvPr>
        </p:nvSpPr>
        <p:spPr>
          <a:xfrm>
            <a:off x="93663" y="744538"/>
            <a:ext cx="6615112" cy="3721100"/>
          </a:xfrm>
        </p:spPr>
      </p:sp>
      <p:sp>
        <p:nvSpPr>
          <p:cNvPr id="3" name="Notes Placeholder 2">
            <a:extLst>
              <a:ext uri="{FF2B5EF4-FFF2-40B4-BE49-F238E27FC236}">
                <a16:creationId xmlns:a16="http://schemas.microsoft.com/office/drawing/2014/main" id="{2BB24659-FAA1-F775-6804-4A41EC5D6039}"/>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769015BB-D202-2505-226D-5193FB501962}"/>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6A19A-5A46-4852-A445-67FCE3757263}"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5" name="Footer Placeholder 4">
            <a:extLst>
              <a:ext uri="{FF2B5EF4-FFF2-40B4-BE49-F238E27FC236}">
                <a16:creationId xmlns:a16="http://schemas.microsoft.com/office/drawing/2014/main" id="{89AA7A36-C573-51C7-4B13-C2A1403B8006}"/>
              </a:ext>
            </a:extLst>
          </p:cNvPr>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3992651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3AF92-2845-1E41-CEA8-0D6968A1FC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DDC518-09D5-468C-6650-C9B6B9D369CF}"/>
              </a:ext>
            </a:extLst>
          </p:cNvPr>
          <p:cNvSpPr>
            <a:spLocks noGrp="1" noRot="1" noChangeAspect="1"/>
          </p:cNvSpPr>
          <p:nvPr>
            <p:ph type="sldImg"/>
          </p:nvPr>
        </p:nvSpPr>
        <p:spPr>
          <a:xfrm>
            <a:off x="93663" y="744538"/>
            <a:ext cx="6615112" cy="3721100"/>
          </a:xfrm>
        </p:spPr>
      </p:sp>
      <p:sp>
        <p:nvSpPr>
          <p:cNvPr id="3" name="Notes Placeholder 2">
            <a:extLst>
              <a:ext uri="{FF2B5EF4-FFF2-40B4-BE49-F238E27FC236}">
                <a16:creationId xmlns:a16="http://schemas.microsoft.com/office/drawing/2014/main" id="{A40AD591-6897-4E85-47BC-6C7B308217BD}"/>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C79E9E04-FA5B-D163-B9CE-02A61BC94DA5}"/>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6A19A-5A46-4852-A445-67FCE3757263}"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5" name="Footer Placeholder 4">
            <a:extLst>
              <a:ext uri="{FF2B5EF4-FFF2-40B4-BE49-F238E27FC236}">
                <a16:creationId xmlns:a16="http://schemas.microsoft.com/office/drawing/2014/main" id="{141B7615-1F6A-6033-4EC1-4EA0485079ED}"/>
              </a:ext>
            </a:extLst>
          </p:cNvPr>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31067131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795D6-4761-F8DC-B681-CE2079B81603}"/>
            </a:ext>
          </a:extLst>
        </p:cNvPr>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DD90F245-9ED8-7456-4939-1E118886E631}"/>
              </a:ext>
            </a:extLst>
          </p:cNvPr>
          <p:cNvSpPr>
            <a:spLocks noGrp="1" noRot="1" noChangeAspect="1" noTextEdit="1"/>
          </p:cNvSpPr>
          <p:nvPr>
            <p:ph type="sldImg"/>
          </p:nvPr>
        </p:nvSpPr>
        <p:spPr bwMode="auto">
          <a:xfrm>
            <a:off x="87313" y="744538"/>
            <a:ext cx="6621462" cy="37242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a:extLst>
              <a:ext uri="{FF2B5EF4-FFF2-40B4-BE49-F238E27FC236}">
                <a16:creationId xmlns:a16="http://schemas.microsoft.com/office/drawing/2014/main" id="{8FB0E3D6-9CD0-6155-FDAA-212B7035C4C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1748" name="Slide Number Placeholder 3">
            <a:extLst>
              <a:ext uri="{FF2B5EF4-FFF2-40B4-BE49-F238E27FC236}">
                <a16:creationId xmlns:a16="http://schemas.microsoft.com/office/drawing/2014/main" id="{CC50E37B-C4B0-F476-FBB0-16EFC891D2B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ECB68D2-B879-4E8B-AE4A-58053407A18B}" type="slidenum">
              <a:rPr kumimoji="0" lang="en-US" alt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39173407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17932-2666-F4E2-DCA4-D306EDB9B2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D0715F-84DA-C362-EDA6-AED7F27D72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DD56F9-966D-D742-001A-A9D1B5FF9C63}"/>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30B461B7-B686-5DB1-7846-2758E544ACE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BB5064-F28B-4AB4-9D71-BC290130DAF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2718564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8063E-5F37-CA7D-4BB1-A9BFDEA04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7D0A2C-6698-D80C-1E88-21F161A094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D67061-82F0-F215-95BA-FEEAC0AD8AD6}"/>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44A755E7-036E-D61E-C5AB-1512A6828C5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BB5064-F28B-4AB4-9D71-BC290130DAF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42917426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AE0B7-B81A-8914-53DE-F83E8BDA6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97B5BF-0628-456E-CA1A-4FBCFA9AD7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97F65F-7681-27DF-F3D6-537559826D2F}"/>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DEE4F96D-21C2-1905-9547-671B6A4E1DE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BB5064-F28B-4AB4-9D71-BC290130DAF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1845657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8767A-7ACB-DDDA-E88E-505C0B5C57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549975-3044-1395-F58C-43C23CB474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295D3F-40C1-DDF2-143D-6C50D7846788}"/>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FA48EEE0-CE40-A55F-C79A-3ED510E4149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CBB5064-F28B-4AB4-9D71-BC290130DAF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Arial"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Arial" charset="0"/>
            </a:endParaRPr>
          </a:p>
        </p:txBody>
      </p:sp>
    </p:spTree>
    <p:extLst>
      <p:ext uri="{BB962C8B-B14F-4D97-AF65-F5344CB8AC3E}">
        <p14:creationId xmlns:p14="http://schemas.microsoft.com/office/powerpoint/2010/main" val="7600840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6B8EC-C7B5-303D-05CE-7EC098EE6F59}"/>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DC2303E4-8125-5AA2-BEB9-AA5ED69D9EA2}"/>
              </a:ext>
            </a:extLst>
          </p:cNvPr>
          <p:cNvSpPr>
            <a:spLocks noGrp="1"/>
          </p:cNvSpPr>
          <p:nvPr>
            <p:ph type="body" idx="1"/>
          </p:nvPr>
        </p:nvSpPr>
        <p:spPr/>
        <p:txBody>
          <a:bodyPr/>
          <a:lstStyle/>
          <a:p>
            <a:r>
              <a:rPr b="1"/>
              <a:t>slicer</a:t>
            </a:r>
            <a:endParaRPr/>
          </a:p>
          <a:p>
            <a:r>
              <a:rPr b="0"/>
              <a:t>No alt text provided</a:t>
            </a:r>
            <a:endParaRPr/>
          </a:p>
          <a:p>
            <a:endParaRPr/>
          </a:p>
          <a:p>
            <a:r>
              <a:rPr b="1"/>
              <a:t>slicer</a:t>
            </a:r>
            <a:endParaRPr/>
          </a:p>
          <a:p>
            <a:r>
              <a:rPr b="0"/>
              <a:t>No alt text provided</a:t>
            </a:r>
            <a:endParaRPr/>
          </a:p>
          <a:p>
            <a:endParaRPr/>
          </a:p>
          <a:p>
            <a:r>
              <a:rPr b="1"/>
              <a:t>slicer</a:t>
            </a:r>
            <a:endParaRPr/>
          </a:p>
          <a:p>
            <a:r>
              <a:rPr b="0"/>
              <a:t>No alt text provided</a:t>
            </a:r>
            <a:endParaRPr/>
          </a:p>
          <a:p>
            <a:endParaRPr/>
          </a:p>
          <a:p>
            <a:r>
              <a:rPr b="1"/>
              <a:t>shape</a:t>
            </a:r>
            <a:endParaRPr/>
          </a:p>
          <a:p>
            <a:r>
              <a:rPr b="0"/>
              <a:t>No alt text provided</a:t>
            </a:r>
            <a:endParaRPr/>
          </a:p>
          <a:p>
            <a:endParaRPr/>
          </a:p>
          <a:p>
            <a:r>
              <a:rPr b="1"/>
              <a:t>Open Action Plan's Thematic Distribution</a:t>
            </a:r>
            <a:endParaRPr/>
          </a:p>
          <a:p>
            <a:r>
              <a:rPr b="0"/>
              <a:t>No alt text provided</a:t>
            </a:r>
            <a:endParaRPr/>
          </a:p>
          <a:p>
            <a:endParaRPr/>
          </a:p>
          <a:p>
            <a:r>
              <a:rPr b="1"/>
              <a:t>Audit Details</a:t>
            </a:r>
            <a:endParaRPr/>
          </a:p>
          <a:p>
            <a:r>
              <a:rPr b="0"/>
              <a:t>No alt text provided</a:t>
            </a:r>
            <a:endParaRPr/>
          </a:p>
          <a:p>
            <a:endParaRPr/>
          </a:p>
          <a:p>
            <a:r>
              <a:rPr b="1"/>
              <a:t>Risk Acceptance &amp; Exemption (Division-wise)</a:t>
            </a:r>
            <a:endParaRPr/>
          </a:p>
          <a:p>
            <a:r>
              <a:rPr b="0"/>
              <a:t>No alt text provided</a:t>
            </a:r>
            <a:endParaRPr/>
          </a:p>
          <a:p>
            <a:endParaRPr/>
          </a:p>
          <a:p>
            <a:r>
              <a:rPr b="1"/>
              <a:t>Audit Name</a:t>
            </a:r>
            <a:endParaRPr/>
          </a:p>
          <a:p>
            <a:r>
              <a:rPr b="0"/>
              <a:t>No alt text provided</a:t>
            </a:r>
            <a:endParaRPr/>
          </a:p>
          <a:p>
            <a:endParaRPr/>
          </a:p>
          <a:p>
            <a:r>
              <a:rPr b="1"/>
              <a:t>card</a:t>
            </a:r>
            <a:endParaRPr/>
          </a:p>
          <a:p>
            <a:r>
              <a:rPr b="0"/>
              <a:t>No alt text provided</a:t>
            </a:r>
            <a:endParaRPr/>
          </a:p>
          <a:p>
            <a:endParaRPr/>
          </a:p>
          <a:p>
            <a:r>
              <a:rPr b="1"/>
              <a:t>textbox</a:t>
            </a:r>
            <a:endParaRPr/>
          </a:p>
          <a:p>
            <a:r>
              <a:rPr b="0"/>
              <a:t>No alt text provided</a:t>
            </a:r>
            <a:endParaRPr/>
          </a:p>
          <a:p>
            <a:endParaRPr/>
          </a:p>
          <a:p>
            <a:r>
              <a:rPr b="1"/>
              <a:t>Upcoming Action Plans</a:t>
            </a:r>
            <a:endParaRPr/>
          </a:p>
          <a:p>
            <a:r>
              <a:rPr b="0"/>
              <a:t>No alt text provided</a:t>
            </a:r>
            <a:endParaRPr/>
          </a:p>
          <a:p>
            <a:endParaRPr/>
          </a:p>
          <a:p>
            <a:r>
              <a:rPr b="1"/>
              <a:t>Open Action Plans By Risk Rating</a:t>
            </a:r>
            <a:endParaRPr/>
          </a:p>
          <a:p>
            <a:r>
              <a:rPr b="0"/>
              <a:t>No alt text provided</a:t>
            </a:r>
            <a:endParaRPr/>
          </a:p>
          <a:p>
            <a:endParaRPr/>
          </a:p>
          <a:p>
            <a:r>
              <a:rPr b="1"/>
              <a:t>actionButton</a:t>
            </a:r>
            <a:endParaRPr/>
          </a:p>
          <a:p>
            <a:r>
              <a:rPr b="0"/>
              <a:t>No alt text provided</a:t>
            </a:r>
            <a:endParaRPr/>
          </a:p>
          <a:p>
            <a:endParaRPr/>
          </a:p>
          <a:p>
            <a:r>
              <a:rPr b="1"/>
              <a:t>Distribution Of Open Action Plans</a:t>
            </a:r>
            <a:endParaRPr/>
          </a:p>
          <a:p>
            <a:r>
              <a:rPr b="0"/>
              <a:t>No alt text provided</a:t>
            </a:r>
            <a:endParaRPr/>
          </a:p>
          <a:p>
            <a:endParaRPr/>
          </a:p>
          <a:p>
            <a:r>
              <a:rPr b="1"/>
              <a:t>Action Plan Status - Last 3 Months</a:t>
            </a:r>
            <a:endParaRPr/>
          </a:p>
          <a:p>
            <a:r>
              <a:rPr b="0"/>
              <a:t>No alt text provided</a:t>
            </a:r>
            <a:endParaRPr/>
          </a:p>
          <a:p>
            <a:endParaRPr/>
          </a:p>
          <a:p>
            <a:r>
              <a:rPr b="1"/>
              <a:t>Open Action Plans</a:t>
            </a:r>
            <a:endParaRPr/>
          </a:p>
          <a:p>
            <a:r>
              <a:rPr b="0"/>
              <a:t>No alt text provided</a:t>
            </a:r>
            <a:endParaRPr/>
          </a:p>
          <a:p>
            <a:endParaRPr/>
          </a:p>
          <a:p>
            <a:r>
              <a:rPr b="1"/>
              <a:t>Open Overdue Action Plans</a:t>
            </a:r>
            <a:endParaRPr/>
          </a:p>
          <a:p>
            <a:r>
              <a:rPr b="0"/>
              <a:t>No alt text provided</a:t>
            </a:r>
            <a:endParaRPr/>
          </a:p>
          <a:p>
            <a:endParaRPr/>
          </a:p>
          <a:p>
            <a:r>
              <a:rPr b="1"/>
              <a:t>Overdue (Under GIA Validation)</a:t>
            </a:r>
            <a:endParaRPr/>
          </a:p>
          <a:p>
            <a:r>
              <a:rPr b="0"/>
              <a:t>No alt text provided</a:t>
            </a:r>
            <a:endParaRPr/>
          </a:p>
          <a:p>
            <a:endParaRPr/>
          </a:p>
          <a:p>
            <a:r>
              <a:rPr b="1"/>
              <a:t>Closed Action Plans - Last 30 Days</a:t>
            </a:r>
            <a:endParaRPr/>
          </a:p>
          <a:p>
            <a:r>
              <a:rPr b="0"/>
              <a:t>No alt text provided</a:t>
            </a:r>
            <a:endParaRPr/>
          </a:p>
          <a:p>
            <a:endParaRPr/>
          </a:p>
          <a:p>
            <a:r>
              <a:rPr b="1"/>
              <a:t>Overdue Ageing For Open Action Plans</a:t>
            </a:r>
            <a:endParaRPr/>
          </a:p>
          <a:p>
            <a:r>
              <a:rPr b="0"/>
              <a:t>No alt text provided</a:t>
            </a:r>
            <a:endParaRPr/>
          </a:p>
          <a:p>
            <a:endParaRPr/>
          </a:p>
          <a:p>
            <a:r>
              <a:rPr b="1"/>
              <a:t>shape</a:t>
            </a:r>
            <a:endParaRPr/>
          </a:p>
          <a:p>
            <a:r>
              <a:rPr b="0"/>
              <a:t>No alt text provided</a:t>
            </a:r>
            <a:endParaRPr/>
          </a:p>
          <a:p>
            <a:endParaRPr/>
          </a:p>
        </p:txBody>
      </p:sp>
    </p:spTree>
    <p:extLst>
      <p:ext uri="{BB962C8B-B14F-4D97-AF65-F5344CB8AC3E}">
        <p14:creationId xmlns:p14="http://schemas.microsoft.com/office/powerpoint/2010/main" val="3974875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200EF-C252-282E-148C-492E3AAEF66E}"/>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B755B6DE-D331-0F94-9B25-4C68D5F121E5}"/>
              </a:ext>
            </a:extLst>
          </p:cNvPr>
          <p:cNvSpPr>
            <a:spLocks noGrp="1"/>
          </p:cNvSpPr>
          <p:nvPr>
            <p:ph type="body" idx="1"/>
          </p:nvPr>
        </p:nvSpPr>
        <p:spPr/>
        <p:txBody>
          <a:bodyPr/>
          <a:lstStyle/>
          <a:p>
            <a:r>
              <a:rPr b="1"/>
              <a:t>slicer</a:t>
            </a:r>
            <a:endParaRPr/>
          </a:p>
          <a:p>
            <a:r>
              <a:rPr b="0"/>
              <a:t>No alt text provided</a:t>
            </a:r>
            <a:endParaRPr/>
          </a:p>
          <a:p>
            <a:endParaRPr/>
          </a:p>
          <a:p>
            <a:r>
              <a:rPr b="1"/>
              <a:t>slicer</a:t>
            </a:r>
            <a:endParaRPr/>
          </a:p>
          <a:p>
            <a:r>
              <a:rPr b="0"/>
              <a:t>No alt text provided</a:t>
            </a:r>
            <a:endParaRPr/>
          </a:p>
          <a:p>
            <a:endParaRPr/>
          </a:p>
          <a:p>
            <a:r>
              <a:rPr b="1"/>
              <a:t>slicer</a:t>
            </a:r>
            <a:endParaRPr/>
          </a:p>
          <a:p>
            <a:r>
              <a:rPr b="0"/>
              <a:t>No alt text provided</a:t>
            </a:r>
            <a:endParaRPr/>
          </a:p>
          <a:p>
            <a:endParaRPr/>
          </a:p>
          <a:p>
            <a:r>
              <a:rPr b="1"/>
              <a:t>shape</a:t>
            </a:r>
            <a:endParaRPr/>
          </a:p>
          <a:p>
            <a:r>
              <a:rPr b="0"/>
              <a:t>No alt text provided</a:t>
            </a:r>
            <a:endParaRPr/>
          </a:p>
          <a:p>
            <a:endParaRPr/>
          </a:p>
          <a:p>
            <a:r>
              <a:rPr b="1"/>
              <a:t>Open Action Plan's Thematic Distribution</a:t>
            </a:r>
            <a:endParaRPr/>
          </a:p>
          <a:p>
            <a:r>
              <a:rPr b="0"/>
              <a:t>No alt text provided</a:t>
            </a:r>
            <a:endParaRPr/>
          </a:p>
          <a:p>
            <a:endParaRPr/>
          </a:p>
          <a:p>
            <a:r>
              <a:rPr b="1"/>
              <a:t>Audit Details</a:t>
            </a:r>
            <a:endParaRPr/>
          </a:p>
          <a:p>
            <a:r>
              <a:rPr b="0"/>
              <a:t>No alt text provided</a:t>
            </a:r>
            <a:endParaRPr/>
          </a:p>
          <a:p>
            <a:endParaRPr/>
          </a:p>
          <a:p>
            <a:r>
              <a:rPr b="1"/>
              <a:t>Risk Acceptance &amp; Exemption (Division-wise)</a:t>
            </a:r>
            <a:endParaRPr/>
          </a:p>
          <a:p>
            <a:r>
              <a:rPr b="0"/>
              <a:t>No alt text provided</a:t>
            </a:r>
            <a:endParaRPr/>
          </a:p>
          <a:p>
            <a:endParaRPr/>
          </a:p>
          <a:p>
            <a:r>
              <a:rPr b="1"/>
              <a:t>Audit Name</a:t>
            </a:r>
            <a:endParaRPr/>
          </a:p>
          <a:p>
            <a:r>
              <a:rPr b="0"/>
              <a:t>No alt text provided</a:t>
            </a:r>
            <a:endParaRPr/>
          </a:p>
          <a:p>
            <a:endParaRPr/>
          </a:p>
          <a:p>
            <a:r>
              <a:rPr b="1"/>
              <a:t>card</a:t>
            </a:r>
            <a:endParaRPr/>
          </a:p>
          <a:p>
            <a:r>
              <a:rPr b="0"/>
              <a:t>No alt text provided</a:t>
            </a:r>
            <a:endParaRPr/>
          </a:p>
          <a:p>
            <a:endParaRPr/>
          </a:p>
          <a:p>
            <a:r>
              <a:rPr b="1"/>
              <a:t>textbox</a:t>
            </a:r>
            <a:endParaRPr/>
          </a:p>
          <a:p>
            <a:r>
              <a:rPr b="0"/>
              <a:t>No alt text provided</a:t>
            </a:r>
            <a:endParaRPr/>
          </a:p>
          <a:p>
            <a:endParaRPr/>
          </a:p>
          <a:p>
            <a:r>
              <a:rPr b="1"/>
              <a:t>Upcoming Action Plans</a:t>
            </a:r>
            <a:endParaRPr/>
          </a:p>
          <a:p>
            <a:r>
              <a:rPr b="0"/>
              <a:t>No alt text provided</a:t>
            </a:r>
            <a:endParaRPr/>
          </a:p>
          <a:p>
            <a:endParaRPr/>
          </a:p>
          <a:p>
            <a:r>
              <a:rPr b="1"/>
              <a:t>Open Action Plans By Risk Rating</a:t>
            </a:r>
            <a:endParaRPr/>
          </a:p>
          <a:p>
            <a:r>
              <a:rPr b="0"/>
              <a:t>No alt text provided</a:t>
            </a:r>
            <a:endParaRPr/>
          </a:p>
          <a:p>
            <a:endParaRPr/>
          </a:p>
          <a:p>
            <a:r>
              <a:rPr b="1"/>
              <a:t>actionButton</a:t>
            </a:r>
            <a:endParaRPr/>
          </a:p>
          <a:p>
            <a:r>
              <a:rPr b="0"/>
              <a:t>No alt text provided</a:t>
            </a:r>
            <a:endParaRPr/>
          </a:p>
          <a:p>
            <a:endParaRPr/>
          </a:p>
          <a:p>
            <a:r>
              <a:rPr b="1"/>
              <a:t>Distribution Of Open Action Plans</a:t>
            </a:r>
            <a:endParaRPr/>
          </a:p>
          <a:p>
            <a:r>
              <a:rPr b="0"/>
              <a:t>No alt text provided</a:t>
            </a:r>
            <a:endParaRPr/>
          </a:p>
          <a:p>
            <a:endParaRPr/>
          </a:p>
          <a:p>
            <a:r>
              <a:rPr b="1"/>
              <a:t>Action Plan Status - Last 3 Months</a:t>
            </a:r>
            <a:endParaRPr/>
          </a:p>
          <a:p>
            <a:r>
              <a:rPr b="0"/>
              <a:t>No alt text provided</a:t>
            </a:r>
            <a:endParaRPr/>
          </a:p>
          <a:p>
            <a:endParaRPr/>
          </a:p>
          <a:p>
            <a:r>
              <a:rPr b="1"/>
              <a:t>Open Action Plans</a:t>
            </a:r>
            <a:endParaRPr/>
          </a:p>
          <a:p>
            <a:r>
              <a:rPr b="0"/>
              <a:t>No alt text provided</a:t>
            </a:r>
            <a:endParaRPr/>
          </a:p>
          <a:p>
            <a:endParaRPr/>
          </a:p>
          <a:p>
            <a:r>
              <a:rPr b="1"/>
              <a:t>Open Overdue Action Plans</a:t>
            </a:r>
            <a:endParaRPr/>
          </a:p>
          <a:p>
            <a:r>
              <a:rPr b="0"/>
              <a:t>No alt text provided</a:t>
            </a:r>
            <a:endParaRPr/>
          </a:p>
          <a:p>
            <a:endParaRPr/>
          </a:p>
          <a:p>
            <a:r>
              <a:rPr b="1"/>
              <a:t>Overdue (Under GIA Validation)</a:t>
            </a:r>
            <a:endParaRPr/>
          </a:p>
          <a:p>
            <a:r>
              <a:rPr b="0"/>
              <a:t>No alt text provided</a:t>
            </a:r>
            <a:endParaRPr/>
          </a:p>
          <a:p>
            <a:endParaRPr/>
          </a:p>
          <a:p>
            <a:r>
              <a:rPr b="1"/>
              <a:t>Closed Action Plans - Last 30 Days</a:t>
            </a:r>
            <a:endParaRPr/>
          </a:p>
          <a:p>
            <a:r>
              <a:rPr b="0"/>
              <a:t>No alt text provided</a:t>
            </a:r>
            <a:endParaRPr/>
          </a:p>
          <a:p>
            <a:endParaRPr/>
          </a:p>
          <a:p>
            <a:r>
              <a:rPr b="1"/>
              <a:t>Overdue Ageing For Open Action Plans</a:t>
            </a:r>
            <a:endParaRPr/>
          </a:p>
          <a:p>
            <a:r>
              <a:rPr b="0"/>
              <a:t>No alt text provided</a:t>
            </a:r>
            <a:endParaRPr/>
          </a:p>
          <a:p>
            <a:endParaRPr/>
          </a:p>
          <a:p>
            <a:r>
              <a:rPr b="1"/>
              <a:t>shape</a:t>
            </a:r>
            <a:endParaRPr/>
          </a:p>
          <a:p>
            <a:r>
              <a:rPr b="0"/>
              <a:t>No alt text provided</a:t>
            </a:r>
            <a:endParaRPr/>
          </a:p>
          <a:p>
            <a:endParaRPr/>
          </a:p>
        </p:txBody>
      </p:sp>
    </p:spTree>
    <p:extLst>
      <p:ext uri="{BB962C8B-B14F-4D97-AF65-F5344CB8AC3E}">
        <p14:creationId xmlns:p14="http://schemas.microsoft.com/office/powerpoint/2010/main" val="1879352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xfrm>
            <a:off x="87313" y="744538"/>
            <a:ext cx="6621462" cy="37242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17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0ECB68D2-B879-4E8B-AE4A-58053407A18B}" type="slidenum">
              <a:rPr lang="en-US" altLang="en-US" smtClean="0">
                <a:solidFill>
                  <a:prstClr val="black"/>
                </a:solidFill>
                <a:latin typeface="Arial" charset="0"/>
              </a:rPr>
              <a:pPr eaLnBrk="1" hangingPunct="1">
                <a:spcBef>
                  <a:spcPct val="0"/>
                </a:spcBef>
              </a:pPr>
              <a:t>12</a:t>
            </a:fld>
            <a:endParaRPr lang="en-US" altLang="en-US">
              <a:solidFill>
                <a:prstClr val="black"/>
              </a:solidFill>
              <a:latin typeface="Arial" charset="0"/>
            </a:endParaRPr>
          </a:p>
        </p:txBody>
      </p:sp>
    </p:spTree>
    <p:extLst>
      <p:ext uri="{BB962C8B-B14F-4D97-AF65-F5344CB8AC3E}">
        <p14:creationId xmlns:p14="http://schemas.microsoft.com/office/powerpoint/2010/main" val="8342163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070B9-CDD7-43E5-F017-E5E4E0B4FA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16B47-4120-2781-FD13-86964C14B6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760CD-04DD-0DC5-B9B1-D7FACA167438}"/>
              </a:ext>
            </a:extLst>
          </p:cNvPr>
          <p:cNvSpPr>
            <a:spLocks noGrp="1"/>
          </p:cNvSpPr>
          <p:nvPr>
            <p:ph type="body" idx="1"/>
          </p:nvPr>
        </p:nvSpPr>
        <p:spPr/>
        <p:txBody>
          <a:bodyPr/>
          <a:lstStyle/>
          <a:p>
            <a:endParaRPr lang="en-AE" dirty="0"/>
          </a:p>
        </p:txBody>
      </p:sp>
      <p:sp>
        <p:nvSpPr>
          <p:cNvPr id="4" name="Slide Number Placeholder 3">
            <a:extLst>
              <a:ext uri="{FF2B5EF4-FFF2-40B4-BE49-F238E27FC236}">
                <a16:creationId xmlns:a16="http://schemas.microsoft.com/office/drawing/2014/main" id="{117CE48F-78EC-EE0A-80EF-8FFB37469945}"/>
              </a:ext>
            </a:extLst>
          </p:cNvPr>
          <p:cNvSpPr>
            <a:spLocks noGrp="1"/>
          </p:cNvSpPr>
          <p:nvPr>
            <p:ph type="sldNum" sz="quarter" idx="5"/>
          </p:nvPr>
        </p:nvSpPr>
        <p:spPr/>
        <p:txBody>
          <a:bodyPr/>
          <a:lstStyle/>
          <a:p>
            <a:pPr>
              <a:defRPr/>
            </a:pPr>
            <a:fld id="{5BB6A19A-5A46-4852-A445-67FCE3757263}" type="slidenum">
              <a:rPr lang="en-US" smtClean="0"/>
              <a:pPr>
                <a:defRPr/>
              </a:pPr>
              <a:t>13</a:t>
            </a:fld>
            <a:endParaRPr lang="en-US"/>
          </a:p>
        </p:txBody>
      </p:sp>
    </p:spTree>
    <p:extLst>
      <p:ext uri="{BB962C8B-B14F-4D97-AF65-F5344CB8AC3E}">
        <p14:creationId xmlns:p14="http://schemas.microsoft.com/office/powerpoint/2010/main" val="2191899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44B28-06DE-EAED-3625-ED076BCCF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1CF562-FD98-3234-432D-0E57DFE9B1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6FE679-7934-0D63-EA45-2BC7E0FBAA24}"/>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558CD06A-93A0-99AD-D1ED-F66668F35741}"/>
              </a:ext>
            </a:extLst>
          </p:cNvPr>
          <p:cNvSpPr>
            <a:spLocks noGrp="1"/>
          </p:cNvSpPr>
          <p:nvPr>
            <p:ph type="sldNum" sz="quarter" idx="5"/>
          </p:nvPr>
        </p:nvSpPr>
        <p:spPr/>
        <p:txBody>
          <a:bodyPr/>
          <a:lstStyle/>
          <a:p>
            <a:pPr>
              <a:defRPr/>
            </a:pPr>
            <a:fld id="{5BB6A19A-5A46-4852-A445-67FCE3757263}" type="slidenum">
              <a:rPr lang="en-US" smtClean="0"/>
              <a:pPr>
                <a:defRPr/>
              </a:pPr>
              <a:t>14</a:t>
            </a:fld>
            <a:endParaRPr lang="en-US"/>
          </a:p>
        </p:txBody>
      </p:sp>
    </p:spTree>
    <p:extLst>
      <p:ext uri="{BB962C8B-B14F-4D97-AF65-F5344CB8AC3E}">
        <p14:creationId xmlns:p14="http://schemas.microsoft.com/office/powerpoint/2010/main" val="35007197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6D3C9-1781-3E97-6AF0-098A34FF6C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860AA8-2471-4BED-5CB8-893922BDC2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60D720-727A-2266-0577-7E0775E7A092}"/>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9ED6B675-0369-2B34-BB0C-8D338B95C4DF}"/>
              </a:ext>
            </a:extLst>
          </p:cNvPr>
          <p:cNvSpPr>
            <a:spLocks noGrp="1"/>
          </p:cNvSpPr>
          <p:nvPr>
            <p:ph type="sldNum" sz="quarter" idx="5"/>
          </p:nvPr>
        </p:nvSpPr>
        <p:spPr/>
        <p:txBody>
          <a:bodyPr/>
          <a:lstStyle/>
          <a:p>
            <a:pPr>
              <a:defRPr/>
            </a:pPr>
            <a:fld id="{5BB6A19A-5A46-4852-A445-67FCE3757263}" type="slidenum">
              <a:rPr lang="en-US" smtClean="0"/>
              <a:pPr>
                <a:defRPr/>
              </a:pPr>
              <a:t>15</a:t>
            </a:fld>
            <a:endParaRPr lang="en-US"/>
          </a:p>
        </p:txBody>
      </p:sp>
    </p:spTree>
    <p:extLst>
      <p:ext uri="{BB962C8B-B14F-4D97-AF65-F5344CB8AC3E}">
        <p14:creationId xmlns:p14="http://schemas.microsoft.com/office/powerpoint/2010/main" val="23069618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68700-3BCB-47DD-8F78-6B494EDBAA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32846B-E314-EED5-86E1-B15CB216F09F}"/>
              </a:ext>
            </a:extLst>
          </p:cNvPr>
          <p:cNvSpPr>
            <a:spLocks noGrp="1" noRot="1" noChangeAspect="1"/>
          </p:cNvSpPr>
          <p:nvPr>
            <p:ph type="sldImg"/>
          </p:nvPr>
        </p:nvSpPr>
        <p:spPr>
          <a:xfrm>
            <a:off x="93663" y="744538"/>
            <a:ext cx="6615112" cy="3721100"/>
          </a:xfrm>
        </p:spPr>
      </p:sp>
      <p:sp>
        <p:nvSpPr>
          <p:cNvPr id="3" name="Notes Placeholder 2">
            <a:extLst>
              <a:ext uri="{FF2B5EF4-FFF2-40B4-BE49-F238E27FC236}">
                <a16:creationId xmlns:a16="http://schemas.microsoft.com/office/drawing/2014/main" id="{F0806DA1-2FDD-EC92-994D-7B1BC16615BE}"/>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C00A003C-0FA1-C889-941C-E09F34C5D874}"/>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5BB6A19A-5A46-4852-A445-67FCE3757263}"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5" name="Footer Placeholder 4">
            <a:extLst>
              <a:ext uri="{FF2B5EF4-FFF2-40B4-BE49-F238E27FC236}">
                <a16:creationId xmlns:a16="http://schemas.microsoft.com/office/drawing/2014/main" id="{34A261D4-CA77-59BE-4766-70A2E0E99175}"/>
              </a:ext>
            </a:extLst>
          </p:cNvPr>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36487394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2.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13.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1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15.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16.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17.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22.xml"/></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2.png"/><Relationship Id="rId5" Type="http://schemas.openxmlformats.org/officeDocument/2006/relationships/image" Target="../media/image13.emf"/><Relationship Id="rId4" Type="http://schemas.openxmlformats.org/officeDocument/2006/relationships/oleObject" Target="../embeddings/oleObject5.bin"/></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25.xml"/><Relationship Id="rId4" Type="http://schemas.openxmlformats.org/officeDocument/2006/relationships/image" Target="../media/image14.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2.xml"/><Relationship Id="rId1" Type="http://schemas.openxmlformats.org/officeDocument/2006/relationships/tags" Target="../tags/tag2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3.xml"/><Relationship Id="rId1" Type="http://schemas.openxmlformats.org/officeDocument/2006/relationships/tags" Target="../tags/tag28.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29.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30.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31.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32.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34.xml"/><Relationship Id="rId1" Type="http://schemas.openxmlformats.org/officeDocument/2006/relationships/tags" Target="../tags/tag33.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35.xml"/><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3.xml"/><Relationship Id="rId1" Type="http://schemas.openxmlformats.org/officeDocument/2006/relationships/tags" Target="../tags/tag3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4.xml"/><Relationship Id="rId1" Type="http://schemas.openxmlformats.org/officeDocument/2006/relationships/tags" Target="../tags/tag38.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39.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4.xml"/><Relationship Id="rId1" Type="http://schemas.openxmlformats.org/officeDocument/2006/relationships/tags" Target="../tags/tag40.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4.xml"/><Relationship Id="rId1" Type="http://schemas.openxmlformats.org/officeDocument/2006/relationships/tags" Target="../tags/tag41.xml"/><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4.xml"/><Relationship Id="rId1" Type="http://schemas.openxmlformats.org/officeDocument/2006/relationships/tags" Target="../tags/tag45.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7.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5.xml"/><Relationship Id="rId1" Type="http://schemas.openxmlformats.org/officeDocument/2006/relationships/tags" Target="../tags/tag48.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5.xml"/><Relationship Id="rId1" Type="http://schemas.openxmlformats.org/officeDocument/2006/relationships/tags" Target="../tags/tag49.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5.xml"/><Relationship Id="rId1" Type="http://schemas.openxmlformats.org/officeDocument/2006/relationships/tags" Target="../tags/tag50.xml"/><Relationship Id="rId4" Type="http://schemas.openxmlformats.org/officeDocument/2006/relationships/image" Target="../media/image1.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1.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5.xml"/><Relationship Id="rId1" Type="http://schemas.openxmlformats.org/officeDocument/2006/relationships/tags" Target="../tags/tag52.xml"/><Relationship Id="rId4"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5.xml"/><Relationship Id="rId1" Type="http://schemas.openxmlformats.org/officeDocument/2006/relationships/tags" Target="../tags/tag53.xml"/><Relationship Id="rId4" Type="http://schemas.openxmlformats.org/officeDocument/2006/relationships/image" Target="../media/image1.emf"/></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5.xml"/><Relationship Id="rId1" Type="http://schemas.openxmlformats.org/officeDocument/2006/relationships/tags" Target="../tags/tag56.xml"/><Relationship Id="rId4" Type="http://schemas.openxmlformats.org/officeDocument/2006/relationships/image" Target="../media/image1.emf"/></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5.xml"/><Relationship Id="rId1" Type="http://schemas.openxmlformats.org/officeDocument/2006/relationships/tags" Target="../tags/tag57.xml"/></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2.png"/><Relationship Id="rId5" Type="http://schemas.openxmlformats.org/officeDocument/2006/relationships/image" Target="../media/image13.emf"/><Relationship Id="rId4" Type="http://schemas.openxmlformats.org/officeDocument/2006/relationships/oleObject" Target="../embeddings/oleObject5.bin"/></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6.xml"/><Relationship Id="rId1" Type="http://schemas.openxmlformats.org/officeDocument/2006/relationships/tags" Target="../tags/tag61.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6.xml"/><Relationship Id="rId1" Type="http://schemas.openxmlformats.org/officeDocument/2006/relationships/tags" Target="../tags/tag62.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6.xml"/><Relationship Id="rId1" Type="http://schemas.openxmlformats.org/officeDocument/2006/relationships/tags" Target="../tags/tag6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6.xml"/><Relationship Id="rId1" Type="http://schemas.openxmlformats.org/officeDocument/2006/relationships/tags" Target="../tags/tag64.xml"/><Relationship Id="rId4" Type="http://schemas.openxmlformats.org/officeDocument/2006/relationships/image" Target="../media/image1.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6.xml"/><Relationship Id="rId1" Type="http://schemas.openxmlformats.org/officeDocument/2006/relationships/tags" Target="../tags/tag65.xml"/><Relationship Id="rId4" Type="http://schemas.openxmlformats.org/officeDocument/2006/relationships/image" Target="../media/image1.emf"/></Relationships>
</file>

<file path=ppt/slideLayouts/_rels/slideLayout55.xml.rels><?xml version="1.0" encoding="UTF-8" standalone="yes"?>
<Relationships xmlns="http://schemas.openxmlformats.org/package/2006/relationships"><Relationship Id="rId3" Type="http://schemas.openxmlformats.org/officeDocument/2006/relationships/slideMaster" Target="../slideMasters/slideMaster6.xml"/><Relationship Id="rId2" Type="http://schemas.openxmlformats.org/officeDocument/2006/relationships/tags" Target="../tags/tag67.xml"/><Relationship Id="rId1" Type="http://schemas.openxmlformats.org/officeDocument/2006/relationships/tags" Target="../tags/tag66.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6.xml"/><Relationship Id="rId1" Type="http://schemas.openxmlformats.org/officeDocument/2006/relationships/tags" Target="../tags/tag68.xml"/><Relationship Id="rId4" Type="http://schemas.openxmlformats.org/officeDocument/2006/relationships/image" Target="../media/image1.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6.xml"/><Relationship Id="rId1" Type="http://schemas.openxmlformats.org/officeDocument/2006/relationships/tags" Target="../tags/tag6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7.xml"/><Relationship Id="rId1" Type="http://schemas.openxmlformats.org/officeDocument/2006/relationships/tags" Target="../tags/tag71.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7.xml"/><Relationship Id="rId1" Type="http://schemas.openxmlformats.org/officeDocument/2006/relationships/tags" Target="../tags/tag72.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7.xml"/><Relationship Id="rId1" Type="http://schemas.openxmlformats.org/officeDocument/2006/relationships/tags" Target="../tags/tag7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7.xml"/><Relationship Id="rId1" Type="http://schemas.openxmlformats.org/officeDocument/2006/relationships/tags" Target="../tags/tag74.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7.xml"/><Relationship Id="rId1" Type="http://schemas.openxmlformats.org/officeDocument/2006/relationships/tags" Target="../tags/tag75.xml"/><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77.xml"/><Relationship Id="rId1" Type="http://schemas.openxmlformats.org/officeDocument/2006/relationships/tags" Target="../tags/tag76.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7.xml"/><Relationship Id="rId1" Type="http://schemas.openxmlformats.org/officeDocument/2006/relationships/tags" Target="../tags/tag78.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8.xml"/><Relationship Id="rId1" Type="http://schemas.openxmlformats.org/officeDocument/2006/relationships/tags" Target="../tags/tag80.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8.xml"/><Relationship Id="rId1" Type="http://schemas.openxmlformats.org/officeDocument/2006/relationships/tags" Target="../tags/tag81.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8.xml"/><Relationship Id="rId1" Type="http://schemas.openxmlformats.org/officeDocument/2006/relationships/tags" Target="../tags/tag8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8.xml"/><Relationship Id="rId1" Type="http://schemas.openxmlformats.org/officeDocument/2006/relationships/tags" Target="../tags/tag83.xml"/><Relationship Id="rId4" Type="http://schemas.openxmlformats.org/officeDocument/2006/relationships/image" Target="../media/image1.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8.xml"/><Relationship Id="rId1" Type="http://schemas.openxmlformats.org/officeDocument/2006/relationships/tags" Target="../tags/tag84.xml"/><Relationship Id="rId4" Type="http://schemas.openxmlformats.org/officeDocument/2006/relationships/image" Target="../media/image1.emf"/></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8.xml"/><Relationship Id="rId2" Type="http://schemas.openxmlformats.org/officeDocument/2006/relationships/tags" Target="../tags/tag86.xml"/><Relationship Id="rId1" Type="http://schemas.openxmlformats.org/officeDocument/2006/relationships/tags" Target="../tags/tag85.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8.xml"/><Relationship Id="rId1" Type="http://schemas.openxmlformats.org/officeDocument/2006/relationships/tags" Target="../tags/tag87.xml"/><Relationship Id="rId4" Type="http://schemas.openxmlformats.org/officeDocument/2006/relationships/image" Target="../media/image1.emf"/></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8.xml"/><Relationship Id="rId1" Type="http://schemas.openxmlformats.org/officeDocument/2006/relationships/tags" Target="../tags/tag8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9.xml"/><Relationship Id="rId1" Type="http://schemas.openxmlformats.org/officeDocument/2006/relationships/tags" Target="../tags/tag90.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7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9.xml"/><Relationship Id="rId1" Type="http://schemas.openxmlformats.org/officeDocument/2006/relationships/tags" Target="../tags/tag91.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7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9.xml"/><Relationship Id="rId1" Type="http://schemas.openxmlformats.org/officeDocument/2006/relationships/tags" Target="../tags/tag9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7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9.xml"/><Relationship Id="rId1" Type="http://schemas.openxmlformats.org/officeDocument/2006/relationships/tags" Target="../tags/tag93.xml"/><Relationship Id="rId4" Type="http://schemas.openxmlformats.org/officeDocument/2006/relationships/image" Target="../media/image1.emf"/></Relationships>
</file>

<file path=ppt/slideLayouts/_rels/slideLayout7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9.xml"/><Relationship Id="rId1" Type="http://schemas.openxmlformats.org/officeDocument/2006/relationships/tags" Target="../tags/tag94.xml"/><Relationship Id="rId4" Type="http://schemas.openxmlformats.org/officeDocument/2006/relationships/image" Target="../media/image1.emf"/></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9.xml"/><Relationship Id="rId2" Type="http://schemas.openxmlformats.org/officeDocument/2006/relationships/tags" Target="../tags/tag96.xml"/><Relationship Id="rId1" Type="http://schemas.openxmlformats.org/officeDocument/2006/relationships/tags" Target="../tags/tag95.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7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9.xml"/><Relationship Id="rId1" Type="http://schemas.openxmlformats.org/officeDocument/2006/relationships/tags" Target="../tags/tag97.xml"/><Relationship Id="rId4" Type="http://schemas.openxmlformats.org/officeDocument/2006/relationships/image" Target="../media/image1.emf"/></Relationships>
</file>

<file path=ppt/slideLayouts/_rels/slideLayout80.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9.xml"/><Relationship Id="rId1" Type="http://schemas.openxmlformats.org/officeDocument/2006/relationships/tags" Target="../tags/tag9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Layouts/_rels/slideLayout8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0.xml"/><Relationship Id="rId1" Type="http://schemas.openxmlformats.org/officeDocument/2006/relationships/tags" Target="../tags/tag100.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8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0.xml"/><Relationship Id="rId1" Type="http://schemas.openxmlformats.org/officeDocument/2006/relationships/tags" Target="../tags/tag101.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8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0.xml"/><Relationship Id="rId1" Type="http://schemas.openxmlformats.org/officeDocument/2006/relationships/tags" Target="../tags/tag10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0.xml"/><Relationship Id="rId1" Type="http://schemas.openxmlformats.org/officeDocument/2006/relationships/tags" Target="../tags/tag103.xml"/><Relationship Id="rId4" Type="http://schemas.openxmlformats.org/officeDocument/2006/relationships/image" Target="../media/image1.emf"/></Relationships>
</file>

<file path=ppt/slideLayouts/_rels/slideLayout8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0.xml"/><Relationship Id="rId1" Type="http://schemas.openxmlformats.org/officeDocument/2006/relationships/tags" Target="../tags/tag104.xml"/><Relationship Id="rId4" Type="http://schemas.openxmlformats.org/officeDocument/2006/relationships/image" Target="../media/image1.emf"/></Relationships>
</file>

<file path=ppt/slideLayouts/_rels/slideLayout8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0.xml"/><Relationship Id="rId1" Type="http://schemas.openxmlformats.org/officeDocument/2006/relationships/tags" Target="../tags/tag105.xml"/><Relationship Id="rId4" Type="http://schemas.openxmlformats.org/officeDocument/2006/relationships/image" Target="../media/image1.emf"/></Relationships>
</file>

<file path=ppt/slideLayouts/_rels/slideLayout8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0.xml"/><Relationship Id="rId1" Type="http://schemas.openxmlformats.org/officeDocument/2006/relationships/tags" Target="../tags/tag106.xml"/><Relationship Id="rId4" Type="http://schemas.openxmlformats.org/officeDocument/2006/relationships/image" Target="../media/image1.emf"/></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10.xml"/><Relationship Id="rId2" Type="http://schemas.openxmlformats.org/officeDocument/2006/relationships/tags" Target="../tags/tag108.xml"/><Relationship Id="rId1" Type="http://schemas.openxmlformats.org/officeDocument/2006/relationships/tags" Target="../tags/tag107.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8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0.xml"/><Relationship Id="rId1" Type="http://schemas.openxmlformats.org/officeDocument/2006/relationships/tags" Target="../tags/tag109.xml"/><Relationship Id="rId4" Type="http://schemas.openxmlformats.org/officeDocument/2006/relationships/image" Target="../media/image1.emf"/></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0.xml"/><Relationship Id="rId1" Type="http://schemas.openxmlformats.org/officeDocument/2006/relationships/tags" Target="../tags/tag110.xml"/></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10.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image" Target="../media/image2.png"/><Relationship Id="rId5" Type="http://schemas.openxmlformats.org/officeDocument/2006/relationships/image" Target="../media/image13.emf"/><Relationship Id="rId4" Type="http://schemas.openxmlformats.org/officeDocument/2006/relationships/oleObject" Target="../embeddings/oleObject5.bin"/></Relationships>
</file>

<file path=ppt/slideLayouts/_rels/slideLayout92.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11.xml"/><Relationship Id="rId1" Type="http://schemas.openxmlformats.org/officeDocument/2006/relationships/tags" Target="../tags/tag114.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9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1.xml"/><Relationship Id="rId1" Type="http://schemas.openxmlformats.org/officeDocument/2006/relationships/tags" Target="../tags/tag115.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9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1.xml"/><Relationship Id="rId1" Type="http://schemas.openxmlformats.org/officeDocument/2006/relationships/tags" Target="../tags/tag11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1.xml"/><Relationship Id="rId1" Type="http://schemas.openxmlformats.org/officeDocument/2006/relationships/tags" Target="../tags/tag117.xml"/><Relationship Id="rId4" Type="http://schemas.openxmlformats.org/officeDocument/2006/relationships/image" Target="../media/image1.emf"/></Relationships>
</file>

<file path=ppt/slideLayouts/_rels/slideLayout9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1.xml"/><Relationship Id="rId1" Type="http://schemas.openxmlformats.org/officeDocument/2006/relationships/tags" Target="../tags/tag118.xml"/><Relationship Id="rId4" Type="http://schemas.openxmlformats.org/officeDocument/2006/relationships/image" Target="../media/image1.emf"/></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11.xml"/><Relationship Id="rId2" Type="http://schemas.openxmlformats.org/officeDocument/2006/relationships/tags" Target="../tags/tag120.xml"/><Relationship Id="rId1" Type="http://schemas.openxmlformats.org/officeDocument/2006/relationships/tags" Target="../tags/tag119.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9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1.xml"/><Relationship Id="rId1" Type="http://schemas.openxmlformats.org/officeDocument/2006/relationships/tags" Target="../tags/tag121.xml"/><Relationship Id="rId4" Type="http://schemas.openxmlformats.org/officeDocument/2006/relationships/image" Target="../media/image1.emf"/></Relationships>
</file>

<file path=ppt/slideLayouts/_rels/slideLayout99.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11.xml"/><Relationship Id="rId1" Type="http://schemas.openxmlformats.org/officeDocument/2006/relationships/tags" Target="../tags/tag12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Layouts/_rels/slideLayout100.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12.xml"/><Relationship Id="rId1" Type="http://schemas.openxmlformats.org/officeDocument/2006/relationships/tags" Target="../tags/tag124.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10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2.xml"/><Relationship Id="rId1" Type="http://schemas.openxmlformats.org/officeDocument/2006/relationships/tags" Target="../tags/tag125.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10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2.xml"/><Relationship Id="rId1" Type="http://schemas.openxmlformats.org/officeDocument/2006/relationships/tags" Target="../tags/tag12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10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2.xml"/><Relationship Id="rId1" Type="http://schemas.openxmlformats.org/officeDocument/2006/relationships/tags" Target="../tags/tag127.xml"/><Relationship Id="rId4" Type="http://schemas.openxmlformats.org/officeDocument/2006/relationships/image" Target="../media/image1.emf"/></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2.xml"/><Relationship Id="rId1" Type="http://schemas.openxmlformats.org/officeDocument/2006/relationships/tags" Target="../tags/tag128.xml"/><Relationship Id="rId4" Type="http://schemas.openxmlformats.org/officeDocument/2006/relationships/image" Target="../media/image1.emf"/></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12.xml"/><Relationship Id="rId2" Type="http://schemas.openxmlformats.org/officeDocument/2006/relationships/tags" Target="../tags/tag130.xml"/><Relationship Id="rId1" Type="http://schemas.openxmlformats.org/officeDocument/2006/relationships/tags" Target="../tags/tag129.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0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2.xml"/><Relationship Id="rId1" Type="http://schemas.openxmlformats.org/officeDocument/2006/relationships/tags" Target="../tags/tag131.xml"/><Relationship Id="rId4" Type="http://schemas.openxmlformats.org/officeDocument/2006/relationships/image" Target="../media/image1.emf"/></Relationships>
</file>

<file path=ppt/slideLayouts/_rels/slideLayout107.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12.xml"/><Relationship Id="rId1" Type="http://schemas.openxmlformats.org/officeDocument/2006/relationships/tags" Target="../tags/tag13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3.xml"/><Relationship Id="rId1" Type="http://schemas.openxmlformats.org/officeDocument/2006/relationships/tags" Target="../tags/tag134.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10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3.xml"/><Relationship Id="rId1" Type="http://schemas.openxmlformats.org/officeDocument/2006/relationships/tags" Target="../tags/tag135.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11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3.xml"/><Relationship Id="rId1" Type="http://schemas.openxmlformats.org/officeDocument/2006/relationships/tags" Target="../tags/tag136.xml"/><Relationship Id="rId4" Type="http://schemas.openxmlformats.org/officeDocument/2006/relationships/image" Target="../media/image1.emf"/></Relationships>
</file>

<file path=ppt/slideLayouts/_rels/slideLayout11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3.xml"/><Relationship Id="rId1" Type="http://schemas.openxmlformats.org/officeDocument/2006/relationships/tags" Target="../tags/tag137.xml"/><Relationship Id="rId4" Type="http://schemas.openxmlformats.org/officeDocument/2006/relationships/image" Target="../media/image1.emf"/></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13.xml"/><Relationship Id="rId2" Type="http://schemas.openxmlformats.org/officeDocument/2006/relationships/tags" Target="../tags/tag139.xml"/><Relationship Id="rId1" Type="http://schemas.openxmlformats.org/officeDocument/2006/relationships/tags" Target="../tags/tag138.xml"/><Relationship Id="rId5" Type="http://schemas.openxmlformats.org/officeDocument/2006/relationships/image" Target="../media/image1.emf"/><Relationship Id="rId4" Type="http://schemas.openxmlformats.org/officeDocument/2006/relationships/oleObject" Target="../embeddings/oleObject15.bin"/></Relationships>
</file>

<file path=ppt/slideLayouts/_rels/slideLayout1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3.xml"/><Relationship Id="rId1" Type="http://schemas.openxmlformats.org/officeDocument/2006/relationships/tags" Target="../tags/tag140.xml"/><Relationship Id="rId4" Type="http://schemas.openxmlformats.org/officeDocument/2006/relationships/image" Target="../media/image1.emf"/></Relationships>
</file>

<file path=ppt/slideLayouts/_rels/slideLayout11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3.xml"/><Relationship Id="rId1" Type="http://schemas.openxmlformats.org/officeDocument/2006/relationships/tags" Target="../tags/tag141.xml"/><Relationship Id="rId4" Type="http://schemas.openxmlformats.org/officeDocument/2006/relationships/image" Target="../media/image15.emf"/></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18.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5.png"/><Relationship Id="rId2" Type="http://schemas.openxmlformats.org/officeDocument/2006/relationships/slideMaster" Target="../slideMasters/slideMaster14.xml"/><Relationship Id="rId1" Type="http://schemas.openxmlformats.org/officeDocument/2006/relationships/tags" Target="../tags/tag143.xml"/><Relationship Id="rId6" Type="http://schemas.openxmlformats.org/officeDocument/2006/relationships/image" Target="../media/image7.emf"/><Relationship Id="rId5" Type="http://schemas.openxmlformats.org/officeDocument/2006/relationships/image" Target="../media/image6.png"/><Relationship Id="rId4" Type="http://schemas.openxmlformats.org/officeDocument/2006/relationships/image" Target="../media/image1.emf"/></Relationships>
</file>

<file path=ppt/slideLayouts/_rels/slideLayout11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4.xml"/><Relationship Id="rId1" Type="http://schemas.openxmlformats.org/officeDocument/2006/relationships/tags" Target="../tags/tag144.xml"/><Relationship Id="rId6" Type="http://schemas.openxmlformats.org/officeDocument/2006/relationships/image" Target="../media/image9.emf"/><Relationship Id="rId5" Type="http://schemas.openxmlformats.org/officeDocument/2006/relationships/image" Target="../media/image8.jpeg"/><Relationship Id="rId4" Type="http://schemas.openxmlformats.org/officeDocument/2006/relationships/image" Target="../media/image1.emf"/></Relationships>
</file>

<file path=ppt/slideLayouts/_rels/slideLayout1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4.xml"/><Relationship Id="rId1" Type="http://schemas.openxmlformats.org/officeDocument/2006/relationships/tags" Target="../tags/tag14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emf"/></Relationships>
</file>

<file path=ppt/slideLayouts/_rels/slideLayout12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4.xml"/><Relationship Id="rId1" Type="http://schemas.openxmlformats.org/officeDocument/2006/relationships/tags" Target="../tags/tag146.xml"/><Relationship Id="rId4" Type="http://schemas.openxmlformats.org/officeDocument/2006/relationships/image" Target="../media/image1.emf"/></Relationships>
</file>

<file path=ppt/slideLayouts/_rels/slideLayout1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4.xml"/><Relationship Id="rId1" Type="http://schemas.openxmlformats.org/officeDocument/2006/relationships/tags" Target="../tags/tag147.xml"/><Relationship Id="rId4" Type="http://schemas.openxmlformats.org/officeDocument/2006/relationships/image" Target="../media/image1.emf"/></Relationships>
</file>

<file path=ppt/slideLayouts/_rels/slideLayout123.xml.rels><?xml version="1.0" encoding="UTF-8" standalone="yes"?>
<Relationships xmlns="http://schemas.openxmlformats.org/package/2006/relationships"><Relationship Id="rId3" Type="http://schemas.openxmlformats.org/officeDocument/2006/relationships/slideMaster" Target="../slideMasters/slideMaster14.xml"/><Relationship Id="rId2" Type="http://schemas.openxmlformats.org/officeDocument/2006/relationships/tags" Target="../tags/tag149.xml"/><Relationship Id="rId1" Type="http://schemas.openxmlformats.org/officeDocument/2006/relationships/tags" Target="../tags/tag148.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4.xml"/><Relationship Id="rId1" Type="http://schemas.openxmlformats.org/officeDocument/2006/relationships/tags" Target="../tags/tag150.xml"/><Relationship Id="rId4" Type="http://schemas.openxmlformats.org/officeDocument/2006/relationships/image" Target="../media/image1.emf"/></Relationships>
</file>

<file path=ppt/slideLayouts/_rels/slideLayout125.xml.rels><?xml version="1.0" encoding="UTF-8" standalone="yes"?>
<Relationships xmlns="http://schemas.openxmlformats.org/package/2006/relationships"><Relationship Id="rId3" Type="http://schemas.openxmlformats.org/officeDocument/2006/relationships/oleObject" Target="../embeddings/oleObject7.bin"/><Relationship Id="rId7" Type="http://schemas.microsoft.com/office/2007/relationships/hdphoto" Target="../media/hdphoto1.wdp"/><Relationship Id="rId2" Type="http://schemas.openxmlformats.org/officeDocument/2006/relationships/slideMaster" Target="../slideMasters/slideMaster14.xml"/><Relationship Id="rId1" Type="http://schemas.openxmlformats.org/officeDocument/2006/relationships/tags" Target="../tags/tag15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emf"/></Relationships>
</file>

<file path=ppt/slideLayouts/_rels/slideLayout12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Master" Target="../slideMasters/slideMaster14.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Layouts/_rels/slideLayout12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4.xml"/><Relationship Id="rId1" Type="http://schemas.openxmlformats.org/officeDocument/2006/relationships/tags" Target="../tags/tag152.xml"/><Relationship Id="rId4" Type="http://schemas.openxmlformats.org/officeDocument/2006/relationships/image" Target="../media/image1.emf"/></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7"/>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7"/>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 y="7"/>
            <a:ext cx="12192000" cy="6857433"/>
          </a:xfrm>
          <a:prstGeom prst="rect">
            <a:avLst/>
          </a:prstGeom>
          <a:ln>
            <a:noFill/>
          </a:ln>
        </p:spPr>
      </p:pic>
      <p:sp>
        <p:nvSpPr>
          <p:cNvPr id="7" name="Rectangle 6"/>
          <p:cNvSpPr/>
          <p:nvPr/>
        </p:nvSpPr>
        <p:spPr bwMode="auto">
          <a:xfrm>
            <a:off x="2"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1068">
              <a:solidFill>
                <a:srgbClr val="2D2926"/>
              </a:solidFill>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6">
                <a:solidFill>
                  <a:schemeClr val="bg1"/>
                </a:solidFill>
                <a:latin typeface="+mn-lt"/>
              </a:defRPr>
            </a:lvl1pPr>
          </a:lstStyle>
          <a:p>
            <a:endParaRPr lang="en-US"/>
          </a:p>
        </p:txBody>
      </p:sp>
      <p:sp>
        <p:nvSpPr>
          <p:cNvPr id="6" name="Rectangle 5"/>
          <p:cNvSpPr>
            <a:spLocks noGrp="1" noChangeArrowheads="1"/>
          </p:cNvSpPr>
          <p:nvPr>
            <p:ph type="sldNum" sz="quarter" idx="12"/>
          </p:nvPr>
        </p:nvSpPr>
        <p:spPr>
          <a:ln/>
        </p:spPr>
        <p:txBody>
          <a:bodyPr anchor="b"/>
          <a:lstStyle>
            <a:lvl1pPr>
              <a:defRPr sz="676">
                <a:solidFill>
                  <a:schemeClr val="bg1"/>
                </a:solidFill>
                <a:latin typeface="+mn-lt"/>
              </a:defRPr>
            </a:lvl1pPr>
          </a:lstStyle>
          <a:p>
            <a:pPr>
              <a:defRPr/>
            </a:pPr>
            <a:fld id="{6516E9BE-843C-4425-80E4-36155279AD5E}" type="slidenum">
              <a:rPr lang="en-GB" smtClean="0">
                <a:solidFill>
                  <a:srgbClr val="FFFFFF"/>
                </a:solidFill>
              </a:rPr>
              <a:pPr>
                <a:defRPr/>
              </a:pPr>
              <a:t>‹#›</a:t>
            </a:fld>
            <a:endParaRPr lang="en-GB">
              <a:solidFill>
                <a:srgbClr val="FFFFFF"/>
              </a:solidFill>
            </a:endParaRPr>
          </a:p>
        </p:txBody>
      </p:sp>
      <p:sp>
        <p:nvSpPr>
          <p:cNvPr id="2" name="Title 1"/>
          <p:cNvSpPr>
            <a:spLocks noGrp="1"/>
          </p:cNvSpPr>
          <p:nvPr>
            <p:ph type="ctrTitle"/>
          </p:nvPr>
        </p:nvSpPr>
        <p:spPr>
          <a:xfrm>
            <a:off x="286572" y="2390408"/>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1"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82" indent="0" algn="ctr">
              <a:buNone/>
              <a:defRPr/>
            </a:lvl2pPr>
            <a:lvl3pPr marL="514362" indent="0" algn="ctr">
              <a:buNone/>
              <a:defRPr/>
            </a:lvl3pPr>
            <a:lvl4pPr marL="771544" indent="0" algn="ctr">
              <a:buNone/>
              <a:defRPr/>
            </a:lvl4pPr>
            <a:lvl5pPr marL="1028726" indent="0" algn="ctr">
              <a:buNone/>
              <a:defRPr/>
            </a:lvl5pPr>
            <a:lvl6pPr marL="1285908" indent="0" algn="ctr">
              <a:buNone/>
              <a:defRPr/>
            </a:lvl6pPr>
            <a:lvl7pPr marL="1543088" indent="0" algn="ctr">
              <a:buNone/>
              <a:defRPr/>
            </a:lvl7pPr>
            <a:lvl8pPr marL="1800271" indent="0" algn="ctr">
              <a:buNone/>
              <a:defRPr/>
            </a:lvl8pPr>
            <a:lvl9pPr marL="2057451" indent="0" algn="ctr">
              <a:buNone/>
              <a:defRPr/>
            </a:lvl9pPr>
          </a:lstStyle>
          <a:p>
            <a:r>
              <a:rPr lang="en-US"/>
              <a:t>Click to edit Master subtitle style</a:t>
            </a:r>
          </a:p>
        </p:txBody>
      </p:sp>
      <p:sp>
        <p:nvSpPr>
          <p:cNvPr id="12" name="Rectangle 11"/>
          <p:cNvSpPr/>
          <p:nvPr/>
        </p:nvSpPr>
        <p:spPr bwMode="auto">
          <a:xfrm>
            <a:off x="5104665"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676">
              <a:solidFill>
                <a:srgbClr val="2D2926"/>
              </a:solidFill>
            </a:endParaRPr>
          </a:p>
        </p:txBody>
      </p:sp>
      <p:pic>
        <p:nvPicPr>
          <p:cNvPr id="9" name="Picture 8"/>
          <p:cNvPicPr>
            <a:picLocks noChangeAspect="1"/>
          </p:cNvPicPr>
          <p:nvPr/>
        </p:nvPicPr>
        <p:blipFill>
          <a:blip r:embed="rId6"/>
          <a:stretch>
            <a:fillRect/>
          </a:stretch>
        </p:blipFill>
        <p:spPr>
          <a:xfrm>
            <a:off x="8429746" y="526501"/>
            <a:ext cx="2876434" cy="756000"/>
          </a:xfrm>
          <a:prstGeom prst="rect">
            <a:avLst/>
          </a:prstGeom>
        </p:spPr>
      </p:pic>
      <p:pic>
        <p:nvPicPr>
          <p:cNvPr id="11" name="Picture 10"/>
          <p:cNvPicPr>
            <a:picLocks noChangeAspect="1"/>
          </p:cNvPicPr>
          <p:nvPr/>
        </p:nvPicPr>
        <p:blipFill rotWithShape="1">
          <a:blip r:embed="rId7">
            <a:extLst>
              <a:ext uri="{28A0092B-C50C-407E-A947-70E740481C1C}">
                <a14:useLocalDpi xmlns:a14="http://schemas.microsoft.com/office/drawing/2010/main" val="0"/>
              </a:ext>
            </a:extLst>
          </a:blip>
          <a:srcRect l="37353" t="8741" r="101" b="27"/>
          <a:stretch/>
        </p:blipFill>
        <p:spPr bwMode="ltGray">
          <a:xfrm rot="16200000" flipH="1">
            <a:off x="9058187" y="-962476"/>
            <a:ext cx="369901" cy="5915488"/>
          </a:xfrm>
          <a:prstGeom prst="rect">
            <a:avLst/>
          </a:prstGeom>
        </p:spPr>
      </p:pic>
    </p:spTree>
    <p:extLst>
      <p:ext uri="{BB962C8B-B14F-4D97-AF65-F5344CB8AC3E}">
        <p14:creationId xmlns:p14="http://schemas.microsoft.com/office/powerpoint/2010/main" val="1290350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7" y="477844"/>
            <a:ext cx="5575676" cy="5543451"/>
          </a:xfrm>
          <a:prstGeom prst="rect">
            <a:avLst/>
          </a:prstGeom>
        </p:spPr>
      </p:pic>
      <p:sp>
        <p:nvSpPr>
          <p:cNvPr id="6" name="Rectangle 5"/>
          <p:cNvSpPr>
            <a:spLocks noGrp="1" noChangeArrowheads="1"/>
          </p:cNvSpPr>
          <p:nvPr>
            <p:ph type="sldNum" sz="quarter" idx="12"/>
          </p:nvPr>
        </p:nvSpPr>
        <p:spPr>
          <a:xfrm>
            <a:off x="11648670" y="6400800"/>
            <a:ext cx="527381" cy="457200"/>
          </a:xfrm>
          <a:ln/>
        </p:spPr>
        <p:txBody>
          <a:bodyPr/>
          <a:lstStyle>
            <a:lvl1pPr>
              <a:defRPr>
                <a:solidFill>
                  <a:srgbClr val="FF0000"/>
                </a:solidFill>
              </a:defRPr>
            </a:lvl1pPr>
          </a:lstStyle>
          <a:p>
            <a:pPr>
              <a:defRPr/>
            </a:pPr>
            <a:fld id="{6516E9BE-843C-4425-80E4-36155279AD5E}" type="slidenum">
              <a:rPr lang="en-GB" smtClean="0"/>
              <a:pPr>
                <a:defRPr/>
              </a:pPr>
              <a:t>‹#›</a:t>
            </a:fld>
            <a:endParaRPr lang="en-GB"/>
          </a:p>
        </p:txBody>
      </p:sp>
      <p:pic>
        <p:nvPicPr>
          <p:cNvPr id="7" name="Picture 6"/>
          <p:cNvPicPr>
            <a:picLocks noChangeAspect="1"/>
          </p:cNvPicPr>
          <p:nvPr/>
        </p:nvPicPr>
        <p:blipFill>
          <a:blip r:embed="rId6"/>
          <a:stretch>
            <a:fillRect/>
          </a:stretch>
        </p:blipFill>
        <p:spPr>
          <a:xfrm>
            <a:off x="239188" y="1964571"/>
            <a:ext cx="11713634" cy="65091"/>
          </a:xfrm>
          <a:prstGeom prst="rect">
            <a:avLst/>
          </a:prstGeom>
        </p:spPr>
      </p:pic>
      <p:sp>
        <p:nvSpPr>
          <p:cNvPr id="8" name="Text Placeholder 11"/>
          <p:cNvSpPr>
            <a:spLocks noGrp="1"/>
          </p:cNvSpPr>
          <p:nvPr>
            <p:ph type="body" sz="quarter" idx="13" hasCustomPrompt="1"/>
          </p:nvPr>
        </p:nvSpPr>
        <p:spPr>
          <a:xfrm>
            <a:off x="239188" y="2181578"/>
            <a:ext cx="11713634"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5"/>
            <a:ext cx="11713634" cy="561756"/>
          </a:xfrm>
          <a:prstGeom prst="rect">
            <a:avLst/>
          </a:prstGeom>
        </p:spPr>
        <p:txBody>
          <a:bodyPr vert="horz" anchor="b">
            <a:normAutofit/>
          </a:bodyPr>
          <a:lstStyle>
            <a:lvl1pPr marL="0" indent="0">
              <a:buNone/>
              <a:defRPr sz="1349"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2920067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5"/>
                        <a:ext cx="2116" cy="1587"/>
                      </a:xfrm>
                      <a:prstGeom prst="rect">
                        <a:avLst/>
                      </a:prstGeom>
                    </p:spPr>
                  </p:pic>
                </p:oleObj>
              </mc:Fallback>
            </mc:AlternateContent>
          </a:graphicData>
        </a:graphic>
      </p:graphicFrame>
      <p:grpSp>
        <p:nvGrpSpPr>
          <p:cNvPr id="2" name="Group 1"/>
          <p:cNvGrpSpPr/>
          <p:nvPr/>
        </p:nvGrpSpPr>
        <p:grpSpPr>
          <a:xfrm>
            <a:off x="0" y="1178585"/>
            <a:ext cx="12192000" cy="2547336"/>
            <a:chOff x="0" y="1178584"/>
            <a:chExt cx="12192000" cy="2547336"/>
          </a:xfrm>
        </p:grpSpPr>
        <p:grpSp>
          <p:nvGrpSpPr>
            <p:cNvPr id="5" name="Group 4"/>
            <p:cNvGrpSpPr/>
            <p:nvPr/>
          </p:nvGrpSpPr>
          <p:grpSpPr>
            <a:xfrm>
              <a:off x="4584735" y="1178585"/>
              <a:ext cx="7607265" cy="1277860"/>
              <a:chOff x="4242374" y="1266924"/>
              <a:chExt cx="7607265" cy="1277860"/>
            </a:xfrm>
          </p:grpSpPr>
          <p:pic>
            <p:nvPicPr>
              <p:cNvPr id="1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69032" y="2448060"/>
              <a:ext cx="7607265" cy="1277860"/>
              <a:chOff x="4242374" y="1266924"/>
              <a:chExt cx="7607265" cy="1277860"/>
            </a:xfrm>
          </p:grpSpPr>
          <p:pic>
            <p:nvPicPr>
              <p:cNvPr id="24"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8" y="2453554"/>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6" name="Rectangle 5"/>
          <p:cNvSpPr>
            <a:spLocks noGrp="1" noChangeArrowheads="1"/>
          </p:cNvSpPr>
          <p:nvPr>
            <p:ph type="sldNum" sz="quarter" idx="12"/>
          </p:nvPr>
        </p:nvSpPr>
        <p:spPr>
          <a:ln/>
        </p:spPr>
        <p:txBody>
          <a:bodyPr/>
          <a:lstStyle>
            <a:lvl1pPr>
              <a:defRPr>
                <a:solidFill>
                  <a:srgbClr val="FF0000"/>
                </a:solidFill>
              </a:defRPr>
            </a:lvl1pPr>
          </a:lstStyle>
          <a:p>
            <a:pPr>
              <a:defRPr/>
            </a:pPr>
            <a:fld id="{6516E9BE-843C-4425-80E4-36155279AD5E}" type="slidenum">
              <a:rPr lang="en-GB" smtClean="0"/>
              <a:pPr>
                <a:defRPr/>
              </a:pPr>
              <a:t>‹#›</a:t>
            </a:fld>
            <a:endParaRPr lang="en-GB"/>
          </a:p>
        </p:txBody>
      </p:sp>
      <p:sp>
        <p:nvSpPr>
          <p:cNvPr id="8" name="Text Placeholder 11"/>
          <p:cNvSpPr>
            <a:spLocks noGrp="1"/>
          </p:cNvSpPr>
          <p:nvPr>
            <p:ph type="body" sz="quarter" idx="13" hasCustomPrompt="1"/>
          </p:nvPr>
        </p:nvSpPr>
        <p:spPr>
          <a:xfrm>
            <a:off x="239187"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7" y="1266925"/>
            <a:ext cx="8736139" cy="561756"/>
          </a:xfrm>
          <a:prstGeom prst="rect">
            <a:avLst/>
          </a:prstGeom>
        </p:spPr>
        <p:txBody>
          <a:bodyPr vert="horz" anchor="b">
            <a:normAutofit/>
          </a:bodyPr>
          <a:lstStyle>
            <a:lvl1pPr marL="0" indent="0">
              <a:buNone/>
              <a:defRPr sz="1349"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p>
        </p:txBody>
      </p:sp>
      <p:pic>
        <p:nvPicPr>
          <p:cNvPr id="14"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13116" r="76604" b="25471"/>
          <a:stretch/>
        </p:blipFill>
        <p:spPr bwMode="auto">
          <a:xfrm>
            <a:off x="11399103" y="3113153"/>
            <a:ext cx="627692"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7"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9552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92" y="1594"/>
          <a:ext cx="1588"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92" y="1594"/>
                        <a:ext cx="1588" cy="1587"/>
                      </a:xfrm>
                      <a:prstGeom prst="rect">
                        <a:avLst/>
                      </a:prstGeom>
                    </p:spPr>
                  </p:pic>
                </p:oleObj>
              </mc:Fallback>
            </mc:AlternateContent>
          </a:graphicData>
        </a:graphic>
      </p:graphicFrame>
      <p:sp>
        <p:nvSpPr>
          <p:cNvPr id="6"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p>
        </p:txBody>
      </p:sp>
      <p:sp>
        <p:nvSpPr>
          <p:cNvPr id="8" name="Rectangle 5"/>
          <p:cNvSpPr>
            <a:spLocks noGrp="1" noChangeArrowheads="1"/>
          </p:cNvSpPr>
          <p:nvPr>
            <p:ph type="sldNum" sz="quarter" idx="12"/>
          </p:nvPr>
        </p:nvSpPr>
        <p:spPr>
          <a:xfrm>
            <a:off x="11664622" y="6400800"/>
            <a:ext cx="527381" cy="457200"/>
          </a:xfrm>
          <a:ln/>
        </p:spPr>
        <p:txBody>
          <a:bodyPr/>
          <a:lstStyle>
            <a:lvl1pPr>
              <a:defRPr>
                <a:solidFill>
                  <a:srgbClr val="FF0000"/>
                </a:solidFill>
              </a:defRPr>
            </a:lvl1pPr>
          </a:lstStyle>
          <a:p>
            <a:pPr>
              <a:defRPr/>
            </a:pPr>
            <a:fld id="{6516E9BE-843C-4425-80E4-36155279AD5E}" type="slidenum">
              <a:rPr lang="en-GB" smtClean="0"/>
              <a:pPr>
                <a:defRPr/>
              </a:pPr>
              <a:t>‹#›</a:t>
            </a:fld>
            <a:endParaRPr lang="en-GB"/>
          </a:p>
        </p:txBody>
      </p:sp>
      <p:sp>
        <p:nvSpPr>
          <p:cNvPr id="5" name="Text Placeholder 4"/>
          <p:cNvSpPr>
            <a:spLocks noGrp="1"/>
          </p:cNvSpPr>
          <p:nvPr>
            <p:ph type="body" sz="quarter" idx="13" hasCustomPrompt="1"/>
          </p:nvPr>
        </p:nvSpPr>
        <p:spPr>
          <a:xfrm>
            <a:off x="239187" y="836712"/>
            <a:ext cx="11329424" cy="1655762"/>
          </a:xfrm>
          <a:prstGeom prst="rect">
            <a:avLst/>
          </a:prstGeom>
        </p:spPr>
        <p:txBody>
          <a:bodyPr/>
          <a:lstStyle>
            <a:lvl1pPr marL="0" marR="0" indent="0" algn="l" defTabSz="685817" rtl="0" eaLnBrk="1" fontAlgn="base" latinLnBrk="0" hangingPunct="1">
              <a:lnSpc>
                <a:spcPct val="100000"/>
              </a:lnSpc>
              <a:spcBef>
                <a:spcPct val="20000"/>
              </a:spcBef>
              <a:spcAft>
                <a:spcPct val="0"/>
              </a:spcAft>
              <a:buClr>
                <a:srgbClr val="C00000"/>
              </a:buClr>
              <a:buSzTx/>
              <a:buFontTx/>
              <a:buNone/>
              <a:tabLst/>
              <a:defRPr kumimoji="0" lang="en-US" sz="1349" b="0" i="0" u="none" strike="noStrike" kern="0" cap="none" spc="0" normalizeH="0" baseline="0" noProof="0">
                <a:ln>
                  <a:noFill/>
                </a:ln>
                <a:solidFill>
                  <a:schemeClr val="tx1"/>
                </a:solidFill>
                <a:effectLst/>
                <a:uLnTx/>
                <a:uFillTx/>
              </a:defRPr>
            </a:lvl1pPr>
            <a:lvl2pPr marL="557227" marR="0" indent="-214319" algn="l" defTabSz="685817"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71"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3pPr>
            <a:lvl4pPr marL="1200180"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4pPr>
            <a:lvl5pPr marL="1543088"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5pPr>
            <a:lvl6pPr marL="0" marR="0" indent="0" algn="l" defTabSz="685817"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17" rtl="0" eaLnBrk="1" fontAlgn="base" latinLnBrk="0" hangingPunct="1">
              <a:lnSpc>
                <a:spcPct val="100000"/>
              </a:lnSpc>
              <a:spcBef>
                <a:spcPct val="20000"/>
              </a:spcBef>
              <a:spcAft>
                <a:spcPct val="0"/>
              </a:spcAft>
              <a:buClrTx/>
              <a:buSzTx/>
              <a:buFontTx/>
              <a:buNone/>
              <a:tabLst/>
              <a:defRPr/>
            </a:lvl8pPr>
            <a:lvl9pPr marL="0" marR="0" indent="0" algn="l" defTabSz="685817" rtl="0" eaLnBrk="1" fontAlgn="base" latinLnBrk="0" hangingPunct="1">
              <a:lnSpc>
                <a:spcPct val="100000"/>
              </a:lnSpc>
              <a:spcBef>
                <a:spcPct val="20000"/>
              </a:spcBef>
              <a:spcAft>
                <a:spcPct val="0"/>
              </a:spcAft>
              <a:buClrTx/>
              <a:buSzTx/>
              <a:buFontTx/>
              <a:buNone/>
              <a:tabLst/>
              <a:defRPr/>
            </a:lvl9pPr>
          </a:lstStyle>
          <a:p>
            <a:pPr marL="257182" marR="0" lvl="0" indent="-257182"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Edit Master text styles</a:t>
            </a:r>
          </a:p>
          <a:p>
            <a:pPr marL="557227" marR="0" lvl="1" indent="-214319" algn="l" defTabSz="685817"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71" marR="0" lvl="2"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Third level</a:t>
            </a:r>
          </a:p>
          <a:p>
            <a:pPr marL="1200180" marR="0" lvl="3"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Fourth level</a:t>
            </a:r>
          </a:p>
          <a:p>
            <a:pPr marL="1543088" marR="0" lvl="4"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Fifth level</a:t>
            </a:r>
          </a:p>
          <a:p>
            <a:pPr marL="1885997" marR="0" lvl="5" indent="-171455"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Level six</a:t>
            </a:r>
          </a:p>
          <a:p>
            <a:pPr marL="0" marR="0" lvl="5" indent="0" algn="l" defTabSz="685817" rtl="0" eaLnBrk="1" fontAlgn="base" latinLnBrk="0" hangingPunct="1">
              <a:lnSpc>
                <a:spcPct val="100000"/>
              </a:lnSpc>
              <a:spcBef>
                <a:spcPct val="20000"/>
              </a:spcBef>
              <a:spcAft>
                <a:spcPct val="0"/>
              </a:spcAft>
              <a:buClrTx/>
              <a:buSzTx/>
              <a:buFontTx/>
              <a:buNone/>
              <a:tabLst/>
              <a:defRPr/>
            </a:pPr>
            <a:r>
              <a:rPr kumimoji="0" lang="en-US" sz="1349" b="1" i="0" u="none" strike="noStrike" kern="0" cap="none" spc="0" normalizeH="0" baseline="0" noProof="0">
                <a:ln>
                  <a:noFill/>
                </a:ln>
                <a:solidFill>
                  <a:schemeClr val="accent3"/>
                </a:solidFill>
                <a:effectLst/>
                <a:uLnTx/>
                <a:uFillTx/>
                <a:latin typeface="+mn-lt"/>
              </a:rPr>
              <a:t>Level seven</a:t>
            </a:r>
          </a:p>
          <a:p>
            <a:pPr marL="0" marR="0" lvl="7" indent="0" algn="l" defTabSz="685817" rtl="0" eaLnBrk="1" fontAlgn="base" latinLnBrk="0" hangingPunct="1">
              <a:lnSpc>
                <a:spcPct val="100000"/>
              </a:lnSpc>
              <a:spcBef>
                <a:spcPct val="20000"/>
              </a:spcBef>
              <a:spcAft>
                <a:spcPct val="0"/>
              </a:spcAft>
              <a:buClrTx/>
              <a:buSzTx/>
              <a:buFontTx/>
              <a:buNone/>
              <a:tabLst/>
              <a:defRPr/>
            </a:pPr>
            <a:r>
              <a:rPr kumimoji="0" lang="en-US" sz="1349" b="0" i="0" u="none" strike="noStrike" kern="0" cap="none" spc="0" normalizeH="0" baseline="0" noProof="0">
                <a:ln>
                  <a:noFill/>
                </a:ln>
                <a:solidFill>
                  <a:srgbClr val="C00000"/>
                </a:solidFill>
                <a:effectLst/>
                <a:uLnTx/>
                <a:uFillTx/>
                <a:latin typeface="+mn-lt"/>
              </a:rPr>
              <a:t>Level eight</a:t>
            </a:r>
          </a:p>
          <a:p>
            <a:pPr marL="0" marR="0" lvl="8" indent="0" algn="l" defTabSz="685817"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5446043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4020" userDrawn="1">
          <p15:clr>
            <a:srgbClr val="FBAE40"/>
          </p15:clr>
        </p15:guide>
        <p15:guide id="6" orient="horz" pos="527"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solidFill>
                  <a:srgbClr val="FF0000"/>
                </a:solidFill>
              </a:defRPr>
            </a:lvl1pPr>
          </a:lstStyle>
          <a:p>
            <a:pPr>
              <a:defRPr/>
            </a:pPr>
            <a:fld id="{6516E9BE-843C-4425-80E4-36155279AD5E}" type="slidenum">
              <a:rPr lang="en-GB" smtClean="0"/>
              <a:pPr>
                <a:defRPr/>
              </a:pPr>
              <a:t>‹#›</a:t>
            </a:fld>
            <a:endParaRPr lang="en-GB"/>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11300815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5"/>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2" y="0"/>
            <a:ext cx="211668"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fontAlgn="base">
              <a:spcBef>
                <a:spcPct val="0"/>
              </a:spcBef>
              <a:spcAft>
                <a:spcPct val="0"/>
              </a:spcAft>
            </a:pP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solidFill>
                  <a:srgbClr val="FF0000"/>
                </a:solidFill>
              </a:defRPr>
            </a:lvl1pPr>
          </a:lstStyle>
          <a:p>
            <a:pPr>
              <a:defRPr/>
            </a:pPr>
            <a:fld id="{6516E9BE-843C-4425-80E4-36155279AD5E}" type="slidenum">
              <a:rPr lang="en-GB" smtClean="0"/>
              <a:pPr>
                <a:defRPr/>
              </a:pPr>
              <a:t>‹#›</a:t>
            </a:fld>
            <a:endParaRPr lang="en-GB"/>
          </a:p>
        </p:txBody>
      </p:sp>
      <p:sp>
        <p:nvSpPr>
          <p:cNvPr id="9"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3855508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4" name="Slide Number Placeholder 3"/>
          <p:cNvSpPr>
            <a:spLocks noGrp="1"/>
          </p:cNvSpPr>
          <p:nvPr>
            <p:ph type="sldNum" sz="quarter" idx="11"/>
          </p:nvPr>
        </p:nvSpPr>
        <p:spPr/>
        <p:txBody>
          <a:bodyPr/>
          <a:lstStyle>
            <a:lvl1pPr>
              <a:defRPr>
                <a:solidFill>
                  <a:srgbClr val="FF0000"/>
                </a:solidFill>
              </a:defRPr>
            </a:lvl1pPr>
          </a:lstStyle>
          <a:p>
            <a:pPr>
              <a:defRPr/>
            </a:pPr>
            <a:fld id="{6516E9BE-843C-4425-80E4-36155279AD5E}" type="slidenum">
              <a:rPr lang="en-GB" smtClean="0"/>
              <a:pPr>
                <a:defRPr/>
              </a:pPr>
              <a:t>‹#›</a:t>
            </a:fld>
            <a:endParaRPr lang="en-GB"/>
          </a:p>
        </p:txBody>
      </p:sp>
      <p:sp>
        <p:nvSpPr>
          <p:cNvPr id="7"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4369442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orient="horz" pos="4020" userDrawn="1">
          <p15:clr>
            <a:srgbClr val="FBAE40"/>
          </p15:clr>
        </p15:guide>
        <p15:guide id="4" pos="190" userDrawn="1">
          <p15:clr>
            <a:srgbClr val="FBAE40"/>
          </p15:clr>
        </p15:guide>
        <p15:guide id="5" pos="1005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Arrow half">
    <p:bg>
      <p:bgPr>
        <a:gradFill flip="none" rotWithShape="1">
          <a:gsLst>
            <a:gs pos="0">
              <a:srgbClr val="ED1D24"/>
            </a:gs>
            <a:gs pos="100000">
              <a:srgbClr val="870B0E"/>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3772988-BAC3-45EB-8F49-ECA66C3B6F60}"/>
              </a:ext>
            </a:extLst>
          </p:cNvPr>
          <p:cNvGraphicFramePr>
            <a:graphicFrameLocks noChangeAspect="1"/>
          </p:cNvGraphicFramePr>
          <p:nvPr>
            <p:custDataLst>
              <p:tags r:id="rId1"/>
            </p:custDataLst>
          </p:nvPr>
        </p:nvGraphicFramePr>
        <p:xfrm>
          <a:off x="1594"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93772988-BAC3-45EB-8F49-ECA66C3B6F60}"/>
                          </a:ext>
                        </a:extLst>
                      </p:cNvPr>
                      <p:cNvPicPr/>
                      <p:nvPr/>
                    </p:nvPicPr>
                    <p:blipFill>
                      <a:blip r:embed="rId4"/>
                      <a:stretch>
                        <a:fillRect/>
                      </a:stretch>
                    </p:blipFill>
                    <p:spPr>
                      <a:xfrm>
                        <a:off x="1594" y="1588"/>
                        <a:ext cx="1588" cy="1588"/>
                      </a:xfrm>
                      <a:prstGeom prst="rect">
                        <a:avLst/>
                      </a:prstGeom>
                    </p:spPr>
                  </p:pic>
                </p:oleObj>
              </mc:Fallback>
            </mc:AlternateContent>
          </a:graphicData>
        </a:graphic>
      </p:graphicFrame>
      <p:sp>
        <p:nvSpPr>
          <p:cNvPr id="18" name="Copyright" hidden="1"/>
          <p:cNvSpPr txBox="1"/>
          <p:nvPr/>
        </p:nvSpPr>
        <p:spPr>
          <a:xfrm rot="16200000">
            <a:off x="9486906" y="3934681"/>
            <a:ext cx="5133975" cy="72584"/>
          </a:xfrm>
          <a:prstGeom prst="rect">
            <a:avLst/>
          </a:prstGeom>
          <a:noFill/>
        </p:spPr>
        <p:txBody>
          <a:bodyPr wrap="square" lIns="0" tIns="0" rIns="0" bIns="0" rtlCol="0" anchor="t">
            <a:spAutoFit/>
          </a:bodyPr>
          <a:lstStyle/>
          <a:p>
            <a:pPr>
              <a:lnSpc>
                <a:spcPct val="90000"/>
              </a:lnSpc>
              <a:spcAft>
                <a:spcPts val="450"/>
              </a:spcAft>
            </a:pPr>
            <a:r>
              <a:rPr lang="en-US" sz="524">
                <a:solidFill>
                  <a:schemeClr val="bg1"/>
                </a:solidFill>
                <a:latin typeface="+mn-lt"/>
                <a:ea typeface="+mn-ea"/>
                <a:cs typeface="+mn-cs"/>
                <a:sym typeface="Trebuchet MS" panose="020B0603020202020204" pitchFamily="34" charset="0"/>
              </a:rPr>
              <a:t>Copyright © 2022 by Boston Consulting Group. All rights reserved.</a:t>
            </a:r>
          </a:p>
        </p:txBody>
      </p:sp>
      <p:sp>
        <p:nvSpPr>
          <p:cNvPr id="14" name="Pentagon 8"/>
          <p:cNvSpPr/>
          <p:nvPr/>
        </p:nvSpPr>
        <p:spPr bwMode="white">
          <a:xfrm>
            <a:off x="2" y="0"/>
            <a:ext cx="6363547"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latin typeface="+mn-lt"/>
              <a:ea typeface="+mn-ea"/>
              <a:cs typeface="+mn-cs"/>
              <a:sym typeface="Trebuchet MS" panose="020B0603020202020204" pitchFamily="34" charset="0"/>
            </a:endParaRPr>
          </a:p>
        </p:txBody>
      </p:sp>
      <p:sp>
        <p:nvSpPr>
          <p:cNvPr id="16" name="Title 2"/>
          <p:cNvSpPr>
            <a:spLocks noGrp="1"/>
          </p:cNvSpPr>
          <p:nvPr>
            <p:ph type="title" hasCustomPrompt="1"/>
          </p:nvPr>
        </p:nvSpPr>
        <p:spPr>
          <a:xfrm>
            <a:off x="630004" y="622800"/>
            <a:ext cx="4673646" cy="353045"/>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49" b="0" i="0" u="none" kern="1200" spc="0">
                <a:solidFill>
                  <a:srgbClr val="ED1D24"/>
                </a:solidFill>
                <a:latin typeface="+mj-lt"/>
                <a:ea typeface="+mj-ea"/>
                <a:cs typeface="+mj-cs"/>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804" y="3589607"/>
            <a:ext cx="1365252"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203FE9-A075-4BF8-987F-E3175D587168}"/>
              </a:ext>
            </a:extLst>
          </p:cNvPr>
          <p:cNvSpPr txBox="1"/>
          <p:nvPr/>
        </p:nvSpPr>
        <p:spPr>
          <a:xfrm>
            <a:off x="11757837" y="6700053"/>
            <a:ext cx="381001" cy="115416"/>
          </a:xfrm>
          <a:prstGeom prst="rect">
            <a:avLst/>
          </a:prstGeom>
          <a:noFill/>
        </p:spPr>
        <p:txBody>
          <a:bodyPr wrap="square" lIns="0" tIns="0" rIns="0" bIns="0" rtlCol="0" anchor="b">
            <a:spAutoFit/>
          </a:bodyPr>
          <a:lstStyle/>
          <a:p>
            <a:pPr marL="0" marR="0" indent="0" algn="r" defTabSz="685817"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817" rtl="0" eaLnBrk="1" fontAlgn="auto" latinLnBrk="0" hangingPunct="1">
                <a:lnSpc>
                  <a:spcPct val="100000"/>
                </a:lnSpc>
                <a:spcBef>
                  <a:spcPts val="0"/>
                </a:spcBef>
                <a:spcAft>
                  <a:spcPts val="0"/>
                </a:spcAft>
                <a:buClrTx/>
                <a:buSzTx/>
                <a:buFontTx/>
                <a:buNone/>
                <a:tabLst/>
                <a:defRPr/>
              </a:pPr>
              <a:t>‹#›</a:t>
            </a:fld>
            <a:endParaRPr lang="en-US" sz="750" kern="1200">
              <a:solidFill>
                <a:schemeClr val="bg1"/>
              </a:solidFill>
              <a:latin typeface="+mn-lt"/>
              <a:ea typeface="+mn-ea"/>
              <a:cs typeface="+mn-cs"/>
              <a:sym typeface="Trebuchet MS" panose="020B0603020202020204" pitchFamily="34" charset="0"/>
            </a:endParaRPr>
          </a:p>
        </p:txBody>
      </p:sp>
      <p:pic>
        <p:nvPicPr>
          <p:cNvPr id="12" name="Picture 11">
            <a:extLst>
              <a:ext uri="{FF2B5EF4-FFF2-40B4-BE49-F238E27FC236}">
                <a16:creationId xmlns:a16="http://schemas.microsoft.com/office/drawing/2014/main" id="{DB280514-AAB0-4C3F-BD7F-3099741B263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23666" t="40333" b="40333"/>
          <a:stretch/>
        </p:blipFill>
        <p:spPr>
          <a:xfrm>
            <a:off x="10109202" y="6445250"/>
            <a:ext cx="1454151" cy="368300"/>
          </a:xfrm>
          <a:prstGeom prst="rect">
            <a:avLst/>
          </a:prstGeom>
        </p:spPr>
      </p:pic>
    </p:spTree>
    <p:extLst>
      <p:ext uri="{BB962C8B-B14F-4D97-AF65-F5344CB8AC3E}">
        <p14:creationId xmlns:p14="http://schemas.microsoft.com/office/powerpoint/2010/main" val="22284786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5"/>
            <a:ext cx="8534400" cy="473075"/>
          </a:xfrm>
          <a:prstGeom prst="rect">
            <a:avLst/>
          </a:prstGeom>
        </p:spPr>
        <p:txBody>
          <a:bodyPr/>
          <a:lstStyle/>
          <a:p>
            <a:r>
              <a:rPr lang="en-GB" noProof="0"/>
              <a:t>Click to edit Master title style</a:t>
            </a:r>
          </a:p>
        </p:txBody>
      </p:sp>
      <p:sp>
        <p:nvSpPr>
          <p:cNvPr id="3" name="Content Placeholder 2"/>
          <p:cNvSpPr>
            <a:spLocks noGrp="1"/>
          </p:cNvSpPr>
          <p:nvPr>
            <p:ph idx="1"/>
          </p:nvPr>
        </p:nvSpPr>
        <p:spPr>
          <a:xfrm>
            <a:off x="609600" y="1600203"/>
            <a:ext cx="10972800" cy="4525963"/>
          </a:xfrm>
          <a:prstGeom prst="rect">
            <a:avLst/>
          </a:prstGeo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 name="Rectangle 6"/>
          <p:cNvSpPr>
            <a:spLocks noGrp="1" noChangeArrowheads="1"/>
          </p:cNvSpPr>
          <p:nvPr>
            <p:ph type="sldNum" sz="quarter" idx="4"/>
          </p:nvPr>
        </p:nvSpPr>
        <p:spPr>
          <a:xfrm>
            <a:off x="8636000" y="6471856"/>
            <a:ext cx="914400" cy="233749"/>
          </a:xfrm>
          <a:prstGeom prst="rect">
            <a:avLst/>
          </a:prstGeom>
        </p:spPr>
        <p:txBody>
          <a:bodyPr/>
          <a:lstStyle>
            <a:lvl1pPr algn="ctr">
              <a:defRPr sz="1200" b="1">
                <a:solidFill>
                  <a:schemeClr val="bg1"/>
                </a:solidFill>
                <a:latin typeface="+mj-lt"/>
              </a:defRPr>
            </a:lvl1pPr>
          </a:lstStyle>
          <a:p>
            <a:pPr>
              <a:defRPr/>
            </a:pPr>
            <a:fld id="{6516E9BE-843C-4425-80E4-36155279AD5E}" type="slidenum">
              <a:rPr lang="en-GB" smtClean="0">
                <a:solidFill>
                  <a:srgbClr val="FFFFFF"/>
                </a:solidFill>
              </a:rPr>
              <a:pPr>
                <a:defRPr/>
              </a:pPr>
              <a:t>‹#›</a:t>
            </a:fld>
            <a:endParaRPr lang="en-GB">
              <a:solidFill>
                <a:srgbClr val="FFFFFF"/>
              </a:solidFill>
            </a:endParaRPr>
          </a:p>
        </p:txBody>
      </p:sp>
    </p:spTree>
    <p:extLst>
      <p:ext uri="{BB962C8B-B14F-4D97-AF65-F5344CB8AC3E}">
        <p14:creationId xmlns:p14="http://schemas.microsoft.com/office/powerpoint/2010/main" val="380606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7"/>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8" name="Object 7"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7"/>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3" name="Picture 3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 y="7"/>
            <a:ext cx="12192000" cy="6857433"/>
          </a:xfrm>
          <a:prstGeom prst="rect">
            <a:avLst/>
          </a:prstGeom>
          <a:ln>
            <a:noFill/>
          </a:ln>
        </p:spPr>
      </p:pic>
      <p:sp>
        <p:nvSpPr>
          <p:cNvPr id="7" name="Rectangle 6"/>
          <p:cNvSpPr/>
          <p:nvPr/>
        </p:nvSpPr>
        <p:spPr bwMode="auto">
          <a:xfrm>
            <a:off x="2"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1068">
              <a:solidFill>
                <a:srgbClr val="2D2926"/>
              </a:solidFill>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6">
                <a:solidFill>
                  <a:schemeClr val="bg1"/>
                </a:solidFill>
                <a:latin typeface="+mn-lt"/>
              </a:defRPr>
            </a:lvl1pPr>
          </a:lstStyle>
          <a:p>
            <a:endParaRPr lang="en-US">
              <a:solidFill>
                <a:srgbClr val="FFFFFF"/>
              </a:solidFill>
            </a:endParaRPr>
          </a:p>
        </p:txBody>
      </p:sp>
      <p:sp>
        <p:nvSpPr>
          <p:cNvPr id="6" name="Rectangle 5"/>
          <p:cNvSpPr>
            <a:spLocks noGrp="1" noChangeArrowheads="1"/>
          </p:cNvSpPr>
          <p:nvPr>
            <p:ph type="sldNum" sz="quarter" idx="12"/>
          </p:nvPr>
        </p:nvSpPr>
        <p:spPr>
          <a:ln/>
        </p:spPr>
        <p:txBody>
          <a:bodyPr anchor="b"/>
          <a:lstStyle>
            <a:lvl1pPr>
              <a:defRPr sz="676">
                <a:solidFill>
                  <a:schemeClr val="bg1"/>
                </a:solidFill>
                <a:latin typeface="+mn-lt"/>
              </a:defRPr>
            </a:lvl1pPr>
          </a:lstStyle>
          <a:p>
            <a:fld id="{7693335A-AD1B-4C37-BF8F-2DC8D7AD9CE6}" type="slidenum">
              <a:rPr lang="en-US" smtClean="0">
                <a:solidFill>
                  <a:srgbClr val="FFFFFF"/>
                </a:solidFill>
              </a:rPr>
              <a:pPr/>
              <a:t>‹#›</a:t>
            </a:fld>
            <a:endParaRPr lang="en-US">
              <a:solidFill>
                <a:srgbClr val="FFFFFF"/>
              </a:solidFill>
            </a:endParaRPr>
          </a:p>
        </p:txBody>
      </p:sp>
      <p:sp>
        <p:nvSpPr>
          <p:cNvPr id="2" name="Title 1"/>
          <p:cNvSpPr>
            <a:spLocks noGrp="1"/>
          </p:cNvSpPr>
          <p:nvPr>
            <p:ph type="ctrTitle"/>
          </p:nvPr>
        </p:nvSpPr>
        <p:spPr>
          <a:xfrm>
            <a:off x="286572" y="2390408"/>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1"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82" indent="0" algn="ctr">
              <a:buNone/>
              <a:defRPr/>
            </a:lvl2pPr>
            <a:lvl3pPr marL="514362" indent="0" algn="ctr">
              <a:buNone/>
              <a:defRPr/>
            </a:lvl3pPr>
            <a:lvl4pPr marL="771544" indent="0" algn="ctr">
              <a:buNone/>
              <a:defRPr/>
            </a:lvl4pPr>
            <a:lvl5pPr marL="1028726" indent="0" algn="ctr">
              <a:buNone/>
              <a:defRPr/>
            </a:lvl5pPr>
            <a:lvl6pPr marL="1285908" indent="0" algn="ctr">
              <a:buNone/>
              <a:defRPr/>
            </a:lvl6pPr>
            <a:lvl7pPr marL="1543088" indent="0" algn="ctr">
              <a:buNone/>
              <a:defRPr/>
            </a:lvl7pPr>
            <a:lvl8pPr marL="1800271" indent="0" algn="ctr">
              <a:buNone/>
              <a:defRPr/>
            </a:lvl8pPr>
            <a:lvl9pPr marL="2057451" indent="0" algn="ctr">
              <a:buNone/>
              <a:defRPr/>
            </a:lvl9pPr>
          </a:lstStyle>
          <a:p>
            <a:r>
              <a:rPr lang="en-US"/>
              <a:t>Click to edit Master subtitle style</a:t>
            </a:r>
          </a:p>
        </p:txBody>
      </p:sp>
      <p:sp>
        <p:nvSpPr>
          <p:cNvPr id="12" name="Rectangle 11"/>
          <p:cNvSpPr/>
          <p:nvPr/>
        </p:nvSpPr>
        <p:spPr bwMode="auto">
          <a:xfrm>
            <a:off x="5104665"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676">
              <a:solidFill>
                <a:srgbClr val="2D2926"/>
              </a:solidFill>
            </a:endParaRPr>
          </a:p>
        </p:txBody>
      </p:sp>
      <p:pic>
        <p:nvPicPr>
          <p:cNvPr id="9" name="Picture 8"/>
          <p:cNvPicPr>
            <a:picLocks noChangeAspect="1"/>
          </p:cNvPicPr>
          <p:nvPr/>
        </p:nvPicPr>
        <p:blipFill>
          <a:blip r:embed="rId6" cstate="print"/>
          <a:stretch>
            <a:fillRect/>
          </a:stretch>
        </p:blipFill>
        <p:spPr>
          <a:xfrm>
            <a:off x="8429746" y="526501"/>
            <a:ext cx="2876434" cy="756000"/>
          </a:xfrm>
          <a:prstGeom prst="rect">
            <a:avLst/>
          </a:prstGeom>
        </p:spPr>
      </p:pic>
    </p:spTree>
    <p:extLst>
      <p:ext uri="{BB962C8B-B14F-4D97-AF65-F5344CB8AC3E}">
        <p14:creationId xmlns:p14="http://schemas.microsoft.com/office/powerpoint/2010/main" val="4077502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3" name="Object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16327" y="477844"/>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7693335A-AD1B-4C37-BF8F-2DC8D7AD9CE6}" type="slidenum">
              <a:rPr lang="en-US" smtClean="0">
                <a:solidFill>
                  <a:srgbClr val="000000"/>
                </a:solidFill>
              </a:rPr>
              <a:pPr/>
              <a:t>‹#›</a:t>
            </a:fld>
            <a:endParaRPr lang="en-US">
              <a:solidFill>
                <a:srgbClr val="000000"/>
              </a:solidFill>
            </a:endParaRPr>
          </a:p>
        </p:txBody>
      </p:sp>
      <p:pic>
        <p:nvPicPr>
          <p:cNvPr id="7" name="Picture 6"/>
          <p:cNvPicPr>
            <a:picLocks noChangeAspect="1"/>
          </p:cNvPicPr>
          <p:nvPr/>
        </p:nvPicPr>
        <p:blipFill>
          <a:blip r:embed="rId6" cstate="print"/>
          <a:stretch>
            <a:fillRect/>
          </a:stretch>
        </p:blipFill>
        <p:spPr>
          <a:xfrm>
            <a:off x="239188" y="1964571"/>
            <a:ext cx="11713634" cy="65091"/>
          </a:xfrm>
          <a:prstGeom prst="rect">
            <a:avLst/>
          </a:prstGeom>
        </p:spPr>
      </p:pic>
      <p:sp>
        <p:nvSpPr>
          <p:cNvPr id="8" name="Text Placeholder 11"/>
          <p:cNvSpPr>
            <a:spLocks noGrp="1"/>
          </p:cNvSpPr>
          <p:nvPr>
            <p:ph type="body" sz="quarter" idx="13" hasCustomPrompt="1"/>
          </p:nvPr>
        </p:nvSpPr>
        <p:spPr>
          <a:xfrm>
            <a:off x="239188" y="2181578"/>
            <a:ext cx="11713634"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5"/>
            <a:ext cx="11713634" cy="561756"/>
          </a:xfrm>
          <a:prstGeom prst="rect">
            <a:avLst/>
          </a:prstGeom>
        </p:spPr>
        <p:txBody>
          <a:bodyPr vert="horz" anchor="b">
            <a:normAutofit/>
          </a:bodyPr>
          <a:lstStyle>
            <a:lvl1pPr marL="0" indent="0">
              <a:buNone/>
              <a:defRPr sz="1349"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362743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3" name="Object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4"/>
          <p:cNvGrpSpPr/>
          <p:nvPr/>
        </p:nvGrpSpPr>
        <p:grpSpPr>
          <a:xfrm>
            <a:off x="4584740" y="1178585"/>
            <a:ext cx="7607266" cy="2547334"/>
            <a:chOff x="4242374" y="1266924"/>
            <a:chExt cx="7607265" cy="1277860"/>
          </a:xfrm>
        </p:grpSpPr>
        <p:pic>
          <p:nvPicPr>
            <p:cNvPr id="15"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2"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2" y="1178588"/>
            <a:ext cx="4648132"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6" name="Rectangle 5"/>
          <p:cNvSpPr>
            <a:spLocks noGrp="1" noChangeArrowheads="1"/>
          </p:cNvSpPr>
          <p:nvPr>
            <p:ph type="sldNum" sz="quarter" idx="12"/>
          </p:nvPr>
        </p:nvSpPr>
        <p:spPr>
          <a:ln/>
        </p:spPr>
        <p:txBody>
          <a:bodyPr/>
          <a:lstStyle>
            <a:lvl1pPr>
              <a:defRPr/>
            </a:lvl1pPr>
          </a:lstStyle>
          <a:p>
            <a:fld id="{7693335A-AD1B-4C37-BF8F-2DC8D7AD9CE6}" type="slidenum">
              <a:rPr lang="en-US" smtClean="0">
                <a:solidFill>
                  <a:srgbClr val="000000"/>
                </a:solidFill>
              </a:rPr>
              <a:pPr/>
              <a:t>‹#›</a:t>
            </a:fld>
            <a:endParaRPr lang="en-US">
              <a:solidFill>
                <a:srgbClr val="000000"/>
              </a:solidFill>
            </a:endParaRPr>
          </a:p>
        </p:txBody>
      </p:sp>
      <p:sp>
        <p:nvSpPr>
          <p:cNvPr id="8" name="Text Placeholder 11"/>
          <p:cNvSpPr>
            <a:spLocks noGrp="1"/>
          </p:cNvSpPr>
          <p:nvPr>
            <p:ph type="body" sz="quarter" idx="13" hasCustomPrompt="1"/>
          </p:nvPr>
        </p:nvSpPr>
        <p:spPr>
          <a:xfrm>
            <a:off x="239187"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7" y="1266925"/>
            <a:ext cx="8736139" cy="561756"/>
          </a:xfrm>
          <a:prstGeom prst="rect">
            <a:avLst/>
          </a:prstGeom>
        </p:spPr>
        <p:txBody>
          <a:bodyPr vert="horz" anchor="b">
            <a:normAutofit/>
          </a:bodyPr>
          <a:lstStyle>
            <a:lvl1pPr marL="0" indent="0">
              <a:buNone/>
              <a:defRPr sz="1349"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pic>
        <p:nvPicPr>
          <p:cNvPr id="14" name="Picture 3"/>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13116" r="76604" b="25471"/>
          <a:stretch/>
        </p:blipFill>
        <p:spPr bwMode="auto">
          <a:xfrm>
            <a:off x="11399103" y="3113153"/>
            <a:ext cx="627692"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7"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47216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92" y="1594"/>
          <a:ext cx="1588"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2" y="1594"/>
                        <a:ext cx="1588"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b="1">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7693335A-AD1B-4C37-BF8F-2DC8D7AD9CE6}" type="slidenum">
              <a:rPr lang="en-US" smtClean="0">
                <a:solidFill>
                  <a:srgbClr val="000000"/>
                </a:solidFill>
              </a:rPr>
              <a:pPr/>
              <a:t>‹#›</a:t>
            </a:fld>
            <a:endParaRPr lang="en-US">
              <a:solidFill>
                <a:srgbClr val="000000"/>
              </a:solidFill>
            </a:endParaRPr>
          </a:p>
        </p:txBody>
      </p:sp>
      <p:sp>
        <p:nvSpPr>
          <p:cNvPr id="5" name="Text Placeholder 4"/>
          <p:cNvSpPr>
            <a:spLocks noGrp="1"/>
          </p:cNvSpPr>
          <p:nvPr>
            <p:ph type="body" sz="quarter" idx="13" hasCustomPrompt="1"/>
          </p:nvPr>
        </p:nvSpPr>
        <p:spPr>
          <a:xfrm>
            <a:off x="239187" y="836712"/>
            <a:ext cx="11329424" cy="1655762"/>
          </a:xfrm>
          <a:prstGeom prst="rect">
            <a:avLst/>
          </a:prstGeom>
        </p:spPr>
        <p:txBody>
          <a:bodyPr/>
          <a:lstStyle>
            <a:lvl1pPr marL="0" marR="0" indent="0" algn="l" defTabSz="685817" rtl="0" eaLnBrk="1" fontAlgn="base" latinLnBrk="0" hangingPunct="1">
              <a:lnSpc>
                <a:spcPct val="100000"/>
              </a:lnSpc>
              <a:spcBef>
                <a:spcPct val="20000"/>
              </a:spcBef>
              <a:spcAft>
                <a:spcPct val="0"/>
              </a:spcAft>
              <a:buClr>
                <a:srgbClr val="C00000"/>
              </a:buClr>
              <a:buSzTx/>
              <a:buFontTx/>
              <a:buNone/>
              <a:tabLst/>
              <a:defRPr kumimoji="0" lang="en-US" sz="1349" b="0" i="0" u="none" strike="noStrike" kern="0" cap="none" spc="0" normalizeH="0" baseline="0" noProof="0">
                <a:ln>
                  <a:noFill/>
                </a:ln>
                <a:solidFill>
                  <a:schemeClr val="tx1"/>
                </a:solidFill>
                <a:effectLst/>
                <a:uLnTx/>
                <a:uFillTx/>
              </a:defRPr>
            </a:lvl1pPr>
            <a:lvl2pPr marL="557227" marR="0" indent="-214319" algn="l" defTabSz="685817"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71"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3pPr>
            <a:lvl4pPr marL="1200180"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4pPr>
            <a:lvl5pPr marL="1543088"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5pPr>
            <a:lvl6pPr marL="0" marR="0" indent="0" algn="l" defTabSz="685817"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17" rtl="0" eaLnBrk="1" fontAlgn="base" latinLnBrk="0" hangingPunct="1">
              <a:lnSpc>
                <a:spcPct val="100000"/>
              </a:lnSpc>
              <a:spcBef>
                <a:spcPct val="20000"/>
              </a:spcBef>
              <a:spcAft>
                <a:spcPct val="0"/>
              </a:spcAft>
              <a:buClrTx/>
              <a:buSzTx/>
              <a:buFontTx/>
              <a:buNone/>
              <a:tabLst/>
              <a:defRPr/>
            </a:lvl8pPr>
            <a:lvl9pPr marL="0" marR="0" indent="0" algn="l" defTabSz="685817" rtl="0" eaLnBrk="1" fontAlgn="base" latinLnBrk="0" hangingPunct="1">
              <a:lnSpc>
                <a:spcPct val="100000"/>
              </a:lnSpc>
              <a:spcBef>
                <a:spcPct val="20000"/>
              </a:spcBef>
              <a:spcAft>
                <a:spcPct val="0"/>
              </a:spcAft>
              <a:buClrTx/>
              <a:buSzTx/>
              <a:buFontTx/>
              <a:buNone/>
              <a:tabLst/>
              <a:defRPr/>
            </a:lvl9pPr>
          </a:lstStyle>
          <a:p>
            <a:pPr marL="257182" marR="0" lvl="0" indent="-257182"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Edit Master text styles</a:t>
            </a:r>
          </a:p>
          <a:p>
            <a:pPr marL="557227" marR="0" lvl="1" indent="-214319" algn="l" defTabSz="685817"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71" marR="0" lvl="2"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Third level</a:t>
            </a:r>
          </a:p>
          <a:p>
            <a:pPr marL="1200180" marR="0" lvl="3"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Fourth level</a:t>
            </a:r>
          </a:p>
          <a:p>
            <a:pPr marL="1543088" marR="0" lvl="4"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Fifth level</a:t>
            </a:r>
          </a:p>
          <a:p>
            <a:pPr marL="1885997" marR="0" lvl="5" indent="-171455"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Level six</a:t>
            </a:r>
          </a:p>
          <a:p>
            <a:pPr marL="0" marR="0" lvl="5" indent="0" algn="l" defTabSz="685817" rtl="0" eaLnBrk="1" fontAlgn="base" latinLnBrk="0" hangingPunct="1">
              <a:lnSpc>
                <a:spcPct val="100000"/>
              </a:lnSpc>
              <a:spcBef>
                <a:spcPct val="20000"/>
              </a:spcBef>
              <a:spcAft>
                <a:spcPct val="0"/>
              </a:spcAft>
              <a:buClrTx/>
              <a:buSzTx/>
              <a:buFontTx/>
              <a:buNone/>
              <a:tabLst/>
              <a:defRPr/>
            </a:pPr>
            <a:r>
              <a:rPr kumimoji="0" lang="en-US" sz="1349" b="1" i="0" u="none" strike="noStrike" kern="0" cap="none" spc="0" normalizeH="0" baseline="0" noProof="0">
                <a:ln>
                  <a:noFill/>
                </a:ln>
                <a:solidFill>
                  <a:schemeClr val="accent3"/>
                </a:solidFill>
                <a:effectLst/>
                <a:uLnTx/>
                <a:uFillTx/>
                <a:latin typeface="+mn-lt"/>
              </a:rPr>
              <a:t>Level seven</a:t>
            </a:r>
          </a:p>
          <a:p>
            <a:pPr marL="0" marR="0" lvl="7" indent="0" algn="l" defTabSz="685817" rtl="0" eaLnBrk="1" fontAlgn="base" latinLnBrk="0" hangingPunct="1">
              <a:lnSpc>
                <a:spcPct val="100000"/>
              </a:lnSpc>
              <a:spcBef>
                <a:spcPct val="20000"/>
              </a:spcBef>
              <a:spcAft>
                <a:spcPct val="0"/>
              </a:spcAft>
              <a:buClrTx/>
              <a:buSzTx/>
              <a:buFontTx/>
              <a:buNone/>
              <a:tabLst/>
              <a:defRPr/>
            </a:pPr>
            <a:r>
              <a:rPr kumimoji="0" lang="en-US" sz="1349" b="0" i="0" u="none" strike="noStrike" kern="0" cap="none" spc="0" normalizeH="0" baseline="0" noProof="0">
                <a:ln>
                  <a:noFill/>
                </a:ln>
                <a:solidFill>
                  <a:srgbClr val="C00000"/>
                </a:solidFill>
                <a:effectLst/>
                <a:uLnTx/>
                <a:uFillTx/>
                <a:latin typeface="+mn-lt"/>
              </a:rPr>
              <a:t>Level eight</a:t>
            </a:r>
          </a:p>
          <a:p>
            <a:pPr marL="0" marR="0" lvl="8" indent="0" algn="l" defTabSz="685817"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4421883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4020" userDrawn="1">
          <p15:clr>
            <a:srgbClr val="FBAE40"/>
          </p15:clr>
        </p15:guide>
        <p15:guide id="6" orient="horz" pos="527"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7693335A-AD1B-4C37-BF8F-2DC8D7AD9CE6}"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b="1">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1398897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7693335A-AD1B-4C37-BF8F-2DC8D7AD9CE6}"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lgn="l">
              <a:defRPr sz="1500" b="1">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
        <p:nvSpPr>
          <p:cNvPr id="11" name="Text Placeholder 4"/>
          <p:cNvSpPr>
            <a:spLocks noGrp="1"/>
          </p:cNvSpPr>
          <p:nvPr>
            <p:ph type="body" sz="quarter" idx="13"/>
          </p:nvPr>
        </p:nvSpPr>
        <p:spPr>
          <a:xfrm>
            <a:off x="239716" y="686328"/>
            <a:ext cx="10275886" cy="365760"/>
          </a:xfrm>
          <a:prstGeom prst="rect">
            <a:avLst/>
          </a:prstGeom>
        </p:spPr>
        <p:txBody>
          <a:bodyPr/>
          <a:lstStyle>
            <a:lvl1pPr marL="0" indent="0">
              <a:buNone/>
              <a:defRPr sz="1200" b="1"/>
            </a:lvl1pPr>
          </a:lstStyle>
          <a:p>
            <a:pPr lvl="0"/>
            <a:r>
              <a:rPr lang="en-US"/>
              <a:t>Click to edit Master text styles</a:t>
            </a:r>
          </a:p>
        </p:txBody>
      </p:sp>
    </p:spTree>
    <p:extLst>
      <p:ext uri="{BB962C8B-B14F-4D97-AF65-F5344CB8AC3E}">
        <p14:creationId xmlns:p14="http://schemas.microsoft.com/office/powerpoint/2010/main" val="23854525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7693335A-AD1B-4C37-BF8F-2DC8D7AD9CE6}"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b="1">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
        <p:nvSpPr>
          <p:cNvPr id="3" name="Rectangle 2"/>
          <p:cNvSpPr/>
          <p:nvPr/>
        </p:nvSpPr>
        <p:spPr bwMode="auto">
          <a:xfrm>
            <a:off x="9833117" y="6368498"/>
            <a:ext cx="1722782" cy="47625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US" sz="1426">
              <a:solidFill>
                <a:srgbClr val="2D2926"/>
              </a:solidFill>
              <a:latin typeface="Arial" charset="0"/>
            </a:endParaRPr>
          </a:p>
        </p:txBody>
      </p:sp>
      <p:sp>
        <p:nvSpPr>
          <p:cNvPr id="5" name="Text Placeholder 4"/>
          <p:cNvSpPr>
            <a:spLocks noGrp="1"/>
          </p:cNvSpPr>
          <p:nvPr>
            <p:ph type="body" sz="quarter" idx="13"/>
          </p:nvPr>
        </p:nvSpPr>
        <p:spPr>
          <a:xfrm>
            <a:off x="239716" y="686328"/>
            <a:ext cx="10275886" cy="365760"/>
          </a:xfrm>
          <a:prstGeom prst="rect">
            <a:avLst/>
          </a:prstGeom>
        </p:spPr>
        <p:txBody>
          <a:bodyPr/>
          <a:lstStyle>
            <a:lvl1pPr marL="0" indent="0">
              <a:buNone/>
              <a:defRPr sz="1200" b="1"/>
            </a:lvl1pPr>
          </a:lstStyle>
          <a:p>
            <a:pPr lvl="0"/>
            <a:r>
              <a:rPr lang="en-US"/>
              <a:t>Click to edit Master text styles</a:t>
            </a:r>
          </a:p>
        </p:txBody>
      </p:sp>
    </p:spTree>
    <p:extLst>
      <p:ext uri="{BB962C8B-B14F-4D97-AF65-F5344CB8AC3E}">
        <p14:creationId xmlns:p14="http://schemas.microsoft.com/office/powerpoint/2010/main" val="182930876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6" name="Object 5"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hidden="1"/>
          <p:cNvSpPr/>
          <p:nvPr>
            <p:custDataLst>
              <p:tags r:id="rId2"/>
            </p:custDataLst>
          </p:nvPr>
        </p:nvSpPr>
        <p:spPr bwMode="auto">
          <a:xfrm>
            <a:off x="2" y="0"/>
            <a:ext cx="211668"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fontAlgn="base">
              <a:spcBef>
                <a:spcPct val="0"/>
              </a:spcBef>
              <a:spcAft>
                <a:spcPct val="0"/>
              </a:spcAft>
            </a:pP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7693335A-AD1B-4C37-BF8F-2DC8D7AD9CE6}" type="slidenum">
              <a:rPr lang="en-US" smtClean="0">
                <a:solidFill>
                  <a:srgbClr val="000000"/>
                </a:solidFill>
              </a:rPr>
              <a:pPr/>
              <a:t>‹#›</a:t>
            </a:fld>
            <a:endParaRPr lang="en-US">
              <a:solidFill>
                <a:srgbClr val="000000"/>
              </a:solidFill>
            </a:endParaRPr>
          </a:p>
        </p:txBody>
      </p:sp>
      <p:sp>
        <p:nvSpPr>
          <p:cNvPr id="9"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1757766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6" name="Object 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4" name="Slide Number Placeholder 3"/>
          <p:cNvSpPr>
            <a:spLocks noGrp="1"/>
          </p:cNvSpPr>
          <p:nvPr>
            <p:ph type="sldNum" sz="quarter" idx="11"/>
          </p:nvPr>
        </p:nvSpPr>
        <p:spPr/>
        <p:txBody>
          <a:bodyPr/>
          <a:lstStyle/>
          <a:p>
            <a:fld id="{7693335A-AD1B-4C37-BF8F-2DC8D7AD9CE6}" type="slidenum">
              <a:rPr lang="en-US" smtClean="0">
                <a:solidFill>
                  <a:srgbClr val="000000"/>
                </a:solidFill>
              </a:rPr>
              <a:pPr/>
              <a:t>‹#›</a:t>
            </a:fld>
            <a:endParaRPr lang="en-US">
              <a:solidFill>
                <a:srgbClr val="000000"/>
              </a:solidFill>
            </a:endParaRPr>
          </a:p>
        </p:txBody>
      </p:sp>
      <p:sp>
        <p:nvSpPr>
          <p:cNvPr id="7"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93185662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orient="horz" pos="4020" userDrawn="1">
          <p15:clr>
            <a:srgbClr val="FBAE40"/>
          </p15:clr>
        </p15:guide>
        <p15:guide id="4" pos="190" userDrawn="1">
          <p15:clr>
            <a:srgbClr val="FBAE40"/>
          </p15:clr>
        </p15:guide>
        <p15:guide id="5" pos="1005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p:nvSpPr>
        <p:spPr bwMode="ltGray">
          <a:xfrm>
            <a:off x="1525" y="1310"/>
            <a:ext cx="4088313"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100000">
                <a:schemeClr val="tx2"/>
              </a:gs>
              <a:gs pos="99000">
                <a:srgbClr val="AF4946"/>
              </a:gs>
              <a:gs pos="79000">
                <a:schemeClr val="tx2"/>
              </a:gs>
              <a:gs pos="100000">
                <a:schemeClr val="accent2"/>
              </a:gs>
            </a:gsLst>
            <a:lin ang="81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a:solidFill>
                <a:prstClr val="white"/>
              </a:solidFill>
              <a:sym typeface="Trebuchet MS" panose="020B0603020202020204" pitchFamily="34" charset="0"/>
            </a:endParaRPr>
          </a:p>
        </p:txBody>
      </p:sp>
      <p:sp>
        <p:nvSpPr>
          <p:cNvPr id="5" name="Title 4"/>
          <p:cNvSpPr>
            <a:spLocks noGrp="1"/>
          </p:cNvSpPr>
          <p:nvPr>
            <p:ph type="title" hasCustomPrompt="1"/>
          </p:nvPr>
        </p:nvSpPr>
        <p:spPr>
          <a:xfrm>
            <a:off x="630004" y="2764209"/>
            <a:ext cx="2478638" cy="1314311"/>
          </a:xfrm>
          <a:prstGeom prst="rect">
            <a:avLst/>
          </a:prstGeom>
        </p:spPr>
        <p:txBody>
          <a:bodyPr anchor="ctr" anchorCtr="0">
            <a:noAutofit/>
          </a:bodyPr>
          <a:lstStyle>
            <a:lvl1pPr>
              <a:defRPr>
                <a:solidFill>
                  <a:srgbClr val="FFFFFF"/>
                </a:solidFill>
                <a:latin typeface="+mj-lt"/>
              </a:defRPr>
            </a:lvl1pPr>
          </a:lstStyle>
          <a:p>
            <a:r>
              <a:rPr lang="en-US"/>
              <a:t>Click to add title</a:t>
            </a:r>
          </a:p>
        </p:txBody>
      </p:sp>
      <p:sp>
        <p:nvSpPr>
          <p:cNvPr id="19" name="FooterSimple" hidden="1"/>
          <p:cNvSpPr txBox="1"/>
          <p:nvPr>
            <p:custDataLst>
              <p:tags r:id="rId1"/>
            </p:custDataLst>
          </p:nvPr>
        </p:nvSpPr>
        <p:spPr>
          <a:xfrm rot="16200000">
            <a:off x="10561321" y="5130067"/>
            <a:ext cx="2743200" cy="72584"/>
          </a:xfrm>
          <a:prstGeom prst="rect">
            <a:avLst/>
          </a:prstGeom>
          <a:noFill/>
        </p:spPr>
        <p:txBody>
          <a:bodyPr wrap="square" lIns="0" tIns="0" rIns="0" bIns="0" rtlCol="0" anchor="b">
            <a:spAutoFit/>
          </a:bodyPr>
          <a:lstStyle/>
          <a:p>
            <a:pPr>
              <a:lnSpc>
                <a:spcPct val="90000"/>
              </a:lnSpc>
              <a:spcAft>
                <a:spcPts val="450"/>
              </a:spcAft>
            </a:pPr>
            <a:r>
              <a:rPr lang="en-US" sz="524">
                <a:solidFill>
                  <a:prstClr val="white">
                    <a:lumMod val="50000"/>
                  </a:prstClr>
                </a:solidFill>
                <a:sym typeface="Trebuchet MS" panose="020B0603020202020204" pitchFamily="34" charset="0"/>
              </a:rPr>
              <a:t>180211 RAKBANK Strategy 2018-2020_ExCo presentation_vF BSC.pptx</a:t>
            </a:r>
          </a:p>
        </p:txBody>
      </p:sp>
      <p:sp>
        <p:nvSpPr>
          <p:cNvPr id="9" name="Slide Number Placeholder 3"/>
          <p:cNvSpPr>
            <a:spLocks noGrp="1"/>
          </p:cNvSpPr>
          <p:nvPr>
            <p:ph type="sldNum" sz="quarter" idx="11"/>
          </p:nvPr>
        </p:nvSpPr>
        <p:spPr>
          <a:xfrm>
            <a:off x="11664622" y="6400800"/>
            <a:ext cx="527381" cy="457200"/>
          </a:xfrm>
        </p:spPr>
        <p:txBody>
          <a:bodyPr/>
          <a:lstStyle/>
          <a:p>
            <a:fld id="{7693335A-AD1B-4C37-BF8F-2DC8D7AD9CE6}" type="slidenum">
              <a:rPr lang="en-US" smtClean="0">
                <a:solidFill>
                  <a:srgbClr val="000000"/>
                </a:solidFill>
              </a:rPr>
              <a:pPr/>
              <a:t>‹#›</a:t>
            </a:fld>
            <a:endParaRPr lang="en-US">
              <a:solidFill>
                <a:srgbClr val="000000"/>
              </a:solidFill>
            </a:endParaRPr>
          </a:p>
        </p:txBody>
      </p:sp>
      <p:sp>
        <p:nvSpPr>
          <p:cNvPr id="12"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pic>
        <p:nvPicPr>
          <p:cNvPr id="13"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sz="quarter" idx="13"/>
          </p:nvPr>
        </p:nvSpPr>
        <p:spPr>
          <a:xfrm>
            <a:off x="4655444" y="203199"/>
            <a:ext cx="7406640" cy="5943600"/>
          </a:xfrm>
          <a:prstGeom prst="rect">
            <a:avLst/>
          </a:prstGeo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25946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Agenda D. Two-Thirds">
    <p:bg>
      <p:bgPr>
        <a:gradFill>
          <a:gsLst>
            <a:gs pos="100000">
              <a:srgbClr val="C00000"/>
            </a:gs>
            <a:gs pos="8100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92" y="1594"/>
          <a:ext cx="1588"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92" y="1594"/>
                        <a:ext cx="1588" cy="1587"/>
                      </a:xfrm>
                      <a:prstGeom prst="rect">
                        <a:avLst/>
                      </a:prstGeom>
                    </p:spPr>
                  </p:pic>
                </p:oleObj>
              </mc:Fallback>
            </mc:AlternateContent>
          </a:graphicData>
        </a:graphic>
      </p:graphicFrame>
      <p:sp>
        <p:nvSpPr>
          <p:cNvPr id="26" name="Rectangle 25"/>
          <p:cNvSpPr/>
          <p:nvPr/>
        </p:nvSpPr>
        <p:spPr bwMode="ltGray">
          <a:xfrm>
            <a:off x="4080767" y="-1307"/>
            <a:ext cx="8111237" cy="6859309"/>
          </a:xfrm>
          <a:prstGeom prst="rect">
            <a:avLst/>
          </a:prstGeom>
          <a:solidFill>
            <a:schemeClr val="bg1"/>
          </a:solidFill>
          <a:ln>
            <a:noFill/>
          </a:ln>
          <a:effectLst>
            <a:outerShdw blurRad="50800" dist="508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900">
              <a:solidFill>
                <a:prstClr val="white"/>
              </a:solidFill>
              <a:sym typeface="Trebuchet MS" panose="020B0603020202020204" pitchFamily="34" charset="0"/>
            </a:endParaRPr>
          </a:p>
        </p:txBody>
      </p:sp>
      <p:sp>
        <p:nvSpPr>
          <p:cNvPr id="11" name="FooterSimple" hidden="1"/>
          <p:cNvSpPr txBox="1"/>
          <p:nvPr>
            <p:custDataLst>
              <p:tags r:id="rId2"/>
            </p:custDataLst>
          </p:nvPr>
        </p:nvSpPr>
        <p:spPr>
          <a:xfrm rot="16200000">
            <a:off x="10561321" y="5130067"/>
            <a:ext cx="2743200" cy="72584"/>
          </a:xfrm>
          <a:prstGeom prst="rect">
            <a:avLst/>
          </a:prstGeom>
          <a:noFill/>
        </p:spPr>
        <p:txBody>
          <a:bodyPr wrap="square" lIns="0" tIns="0" rIns="0" bIns="0" rtlCol="0" anchor="b">
            <a:spAutoFit/>
          </a:bodyPr>
          <a:lstStyle/>
          <a:p>
            <a:pPr>
              <a:lnSpc>
                <a:spcPct val="90000"/>
              </a:lnSpc>
              <a:spcAft>
                <a:spcPts val="450"/>
              </a:spcAft>
            </a:pPr>
            <a:r>
              <a:rPr lang="en-US" sz="524">
                <a:solidFill>
                  <a:prstClr val="white">
                    <a:lumMod val="50000"/>
                  </a:prstClr>
                </a:solidFill>
                <a:sym typeface="Trebuchet MS" panose="020B0603020202020204" pitchFamily="34" charset="0"/>
              </a:rPr>
              <a:t>180211 RAKBANK Strategy 2018-2020_ExCo presentation_vF BSC.pptx</a:t>
            </a:r>
          </a:p>
        </p:txBody>
      </p:sp>
      <p:sp>
        <p:nvSpPr>
          <p:cNvPr id="9" name="Slide Number Placeholder 3"/>
          <p:cNvSpPr>
            <a:spLocks noGrp="1"/>
          </p:cNvSpPr>
          <p:nvPr>
            <p:ph type="sldNum" sz="quarter" idx="11"/>
          </p:nvPr>
        </p:nvSpPr>
        <p:spPr>
          <a:xfrm>
            <a:off x="11664622" y="6400800"/>
            <a:ext cx="527381" cy="457200"/>
          </a:xfrm>
        </p:spPr>
        <p:txBody>
          <a:bodyPr/>
          <a:lstStyle/>
          <a:p>
            <a:fld id="{7693335A-AD1B-4C37-BF8F-2DC8D7AD9CE6}" type="slidenum">
              <a:rPr lang="en-US" smtClean="0">
                <a:solidFill>
                  <a:srgbClr val="000000"/>
                </a:solidFill>
              </a:rPr>
              <a:pPr/>
              <a:t>‹#›</a:t>
            </a:fld>
            <a:endParaRPr lang="en-US">
              <a:solidFill>
                <a:srgbClr val="000000"/>
              </a:solidFill>
            </a:endParaRPr>
          </a:p>
        </p:txBody>
      </p:sp>
      <p:sp>
        <p:nvSpPr>
          <p:cNvPr id="12"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pic>
        <p:nvPicPr>
          <p:cNvPr id="13"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itle 4"/>
          <p:cNvSpPr>
            <a:spLocks noGrp="1"/>
          </p:cNvSpPr>
          <p:nvPr>
            <p:ph type="title" hasCustomPrompt="1"/>
          </p:nvPr>
        </p:nvSpPr>
        <p:spPr>
          <a:xfrm>
            <a:off x="630004" y="2764209"/>
            <a:ext cx="2478638" cy="1314311"/>
          </a:xfrm>
          <a:prstGeom prst="rect">
            <a:avLst/>
          </a:prstGeom>
        </p:spPr>
        <p:txBody>
          <a:bodyPr anchor="ctr" anchorCtr="0">
            <a:noAutofit/>
          </a:bodyPr>
          <a:lstStyle>
            <a:lvl1pPr>
              <a:defRPr>
                <a:solidFill>
                  <a:srgbClr val="FFFFFF"/>
                </a:solidFill>
                <a:latin typeface="+mj-lt"/>
              </a:defRPr>
            </a:lvl1pPr>
          </a:lstStyle>
          <a:p>
            <a:r>
              <a:rPr lang="en-US"/>
              <a:t>Click to add title</a:t>
            </a:r>
          </a:p>
        </p:txBody>
      </p:sp>
      <p:sp>
        <p:nvSpPr>
          <p:cNvPr id="10" name="Text Placeholder 2"/>
          <p:cNvSpPr>
            <a:spLocks noGrp="1"/>
          </p:cNvSpPr>
          <p:nvPr>
            <p:ph type="body" sz="quarter" idx="13"/>
          </p:nvPr>
        </p:nvSpPr>
        <p:spPr>
          <a:xfrm>
            <a:off x="4655444" y="203199"/>
            <a:ext cx="7406640" cy="5943600"/>
          </a:xfrm>
          <a:prstGeom prst="rect">
            <a:avLst/>
          </a:prstGeo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483155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92" y="1594"/>
          <a:ext cx="1588" cy="1587"/>
        </p:xfrm>
        <a:graphic>
          <a:graphicData uri="http://schemas.openxmlformats.org/presentationml/2006/ole">
            <mc:AlternateContent xmlns:mc="http://schemas.openxmlformats.org/markup-compatibility/2006">
              <mc:Choice xmlns:v="urn:schemas-microsoft-com:vml" Requires="v">
                <p:oleObj name="think-cell Slide" r:id="rId3" imgW="384" imgH="385" progId="TCLayout.ActiveDocument.1">
                  <p:embed/>
                </p:oleObj>
              </mc:Choice>
              <mc:Fallback>
                <p:oleObj name="think-cell Slide" r:id="rId3" imgW="384" imgH="385" progId="TCLayout.ActiveDocument.1">
                  <p:embed/>
                  <p:pic>
                    <p:nvPicPr>
                      <p:cNvPr id="5" name="Object 4" hidden="1"/>
                      <p:cNvPicPr/>
                      <p:nvPr/>
                    </p:nvPicPr>
                    <p:blipFill>
                      <a:blip r:embed="rId4"/>
                      <a:stretch>
                        <a:fillRect/>
                      </a:stretch>
                    </p:blipFill>
                    <p:spPr>
                      <a:xfrm>
                        <a:off x="1592" y="1594"/>
                        <a:ext cx="1588" cy="1587"/>
                      </a:xfrm>
                      <a:prstGeom prst="rect">
                        <a:avLst/>
                      </a:prstGeom>
                    </p:spPr>
                  </p:pic>
                </p:oleObj>
              </mc:Fallback>
            </mc:AlternateContent>
          </a:graphicData>
        </a:graphic>
      </p:graphicFrame>
      <p:sp>
        <p:nvSpPr>
          <p:cNvPr id="2" name="Title 1"/>
          <p:cNvSpPr>
            <a:spLocks noGrp="1"/>
          </p:cNvSpPr>
          <p:nvPr>
            <p:ph type="title"/>
          </p:nvPr>
        </p:nvSpPr>
        <p:spPr>
          <a:xfrm>
            <a:off x="838204" y="365129"/>
            <a:ext cx="10515600" cy="1325563"/>
          </a:xfrm>
          <a:prstGeom prst="rect">
            <a:avLst/>
          </a:prstGeo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7693335A-AD1B-4C37-BF8F-2DC8D7AD9CE6}" type="slidenum">
              <a:rPr lang="en-US" smtClean="0">
                <a:solidFill>
                  <a:srgbClr val="000000"/>
                </a:solidFill>
              </a:rPr>
              <a:pPr/>
              <a:t>‹#›</a:t>
            </a:fld>
            <a:endParaRPr lang="en-US">
              <a:solidFill>
                <a:srgbClr val="000000"/>
              </a:solidFill>
            </a:endParaRPr>
          </a:p>
        </p:txBody>
      </p:sp>
      <p:sp>
        <p:nvSpPr>
          <p:cNvPr id="4" name="Footer Placeholder 3"/>
          <p:cNvSpPr>
            <a:spLocks noGrp="1"/>
          </p:cNvSpPr>
          <p:nvPr>
            <p:ph type="ftr" sz="quarter" idx="11"/>
          </p:nvPr>
        </p:nvSpPr>
        <p:spPr/>
        <p:txBody>
          <a:bodyPr/>
          <a:lstStyle/>
          <a:p>
            <a:endParaRPr lang="en-US">
              <a:solidFill>
                <a:srgbClr val="000000"/>
              </a:solidFill>
            </a:endParaRPr>
          </a:p>
        </p:txBody>
      </p:sp>
    </p:spTree>
    <p:extLst>
      <p:ext uri="{BB962C8B-B14F-4D97-AF65-F5344CB8AC3E}">
        <p14:creationId xmlns:p14="http://schemas.microsoft.com/office/powerpoint/2010/main" val="22255925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Arrow half">
    <p:bg>
      <p:bgPr>
        <a:gradFill flip="none" rotWithShape="1">
          <a:gsLst>
            <a:gs pos="0">
              <a:srgbClr val="ED1D24"/>
            </a:gs>
            <a:gs pos="100000">
              <a:srgbClr val="870B0E"/>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3772988-BAC3-45EB-8F49-ECA66C3B6F60}"/>
              </a:ext>
            </a:extLst>
          </p:cNvPr>
          <p:cNvGraphicFramePr>
            <a:graphicFrameLocks noChangeAspect="1"/>
          </p:cNvGraphicFramePr>
          <p:nvPr>
            <p:custDataLst>
              <p:tags r:id="rId1"/>
            </p:custDataLst>
          </p:nvPr>
        </p:nvGraphicFramePr>
        <p:xfrm>
          <a:off x="1594"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93772988-BAC3-45EB-8F49-ECA66C3B6F60}"/>
                          </a:ext>
                        </a:extLst>
                      </p:cNvPr>
                      <p:cNvPicPr/>
                      <p:nvPr/>
                    </p:nvPicPr>
                    <p:blipFill>
                      <a:blip r:embed="rId4"/>
                      <a:stretch>
                        <a:fillRect/>
                      </a:stretch>
                    </p:blipFill>
                    <p:spPr>
                      <a:xfrm>
                        <a:off x="1594" y="1588"/>
                        <a:ext cx="1588" cy="1588"/>
                      </a:xfrm>
                      <a:prstGeom prst="rect">
                        <a:avLst/>
                      </a:prstGeom>
                    </p:spPr>
                  </p:pic>
                </p:oleObj>
              </mc:Fallback>
            </mc:AlternateContent>
          </a:graphicData>
        </a:graphic>
      </p:graphicFrame>
      <p:sp>
        <p:nvSpPr>
          <p:cNvPr id="18" name="Copyright" hidden="1"/>
          <p:cNvSpPr txBox="1"/>
          <p:nvPr/>
        </p:nvSpPr>
        <p:spPr>
          <a:xfrm rot="16200000">
            <a:off x="9486906" y="3934681"/>
            <a:ext cx="5133975" cy="72584"/>
          </a:xfrm>
          <a:prstGeom prst="rect">
            <a:avLst/>
          </a:prstGeom>
          <a:noFill/>
        </p:spPr>
        <p:txBody>
          <a:bodyPr wrap="square" lIns="0" tIns="0" rIns="0" bIns="0" rtlCol="0" anchor="t">
            <a:spAutoFit/>
          </a:bodyPr>
          <a:lstStyle/>
          <a:p>
            <a:pPr>
              <a:lnSpc>
                <a:spcPct val="90000"/>
              </a:lnSpc>
              <a:spcAft>
                <a:spcPts val="450"/>
              </a:spcAft>
            </a:pPr>
            <a:r>
              <a:rPr lang="en-US" sz="524">
                <a:solidFill>
                  <a:schemeClr val="bg1"/>
                </a:solidFill>
                <a:latin typeface="+mn-lt"/>
                <a:ea typeface="+mn-ea"/>
                <a:cs typeface="+mn-cs"/>
                <a:sym typeface="Trebuchet MS" panose="020B0603020202020204" pitchFamily="34" charset="0"/>
              </a:rPr>
              <a:t>Copyright © 2022 by Boston Consulting Group. All rights reserved.</a:t>
            </a:r>
          </a:p>
        </p:txBody>
      </p:sp>
      <p:sp>
        <p:nvSpPr>
          <p:cNvPr id="14" name="Pentagon 8"/>
          <p:cNvSpPr/>
          <p:nvPr/>
        </p:nvSpPr>
        <p:spPr bwMode="white">
          <a:xfrm>
            <a:off x="2" y="0"/>
            <a:ext cx="6363547"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latin typeface="+mn-lt"/>
              <a:ea typeface="+mn-ea"/>
              <a:cs typeface="+mn-cs"/>
              <a:sym typeface="Trebuchet MS" panose="020B0603020202020204" pitchFamily="34" charset="0"/>
            </a:endParaRPr>
          </a:p>
        </p:txBody>
      </p:sp>
      <p:sp>
        <p:nvSpPr>
          <p:cNvPr id="16" name="Title 2"/>
          <p:cNvSpPr>
            <a:spLocks noGrp="1"/>
          </p:cNvSpPr>
          <p:nvPr>
            <p:ph type="title" hasCustomPrompt="1"/>
          </p:nvPr>
        </p:nvSpPr>
        <p:spPr>
          <a:xfrm>
            <a:off x="630004" y="622800"/>
            <a:ext cx="4673646" cy="353045"/>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49" b="0" i="0" u="none" kern="1200" spc="0">
                <a:solidFill>
                  <a:srgbClr val="ED1D24"/>
                </a:solidFill>
                <a:latin typeface="+mj-lt"/>
                <a:ea typeface="+mj-ea"/>
                <a:cs typeface="+mj-cs"/>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804" y="3589607"/>
            <a:ext cx="1365252"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203FE9-A075-4BF8-987F-E3175D587168}"/>
              </a:ext>
            </a:extLst>
          </p:cNvPr>
          <p:cNvSpPr txBox="1"/>
          <p:nvPr/>
        </p:nvSpPr>
        <p:spPr>
          <a:xfrm>
            <a:off x="11757837" y="6700053"/>
            <a:ext cx="381001" cy="115416"/>
          </a:xfrm>
          <a:prstGeom prst="rect">
            <a:avLst/>
          </a:prstGeom>
          <a:noFill/>
        </p:spPr>
        <p:txBody>
          <a:bodyPr wrap="square" lIns="0" tIns="0" rIns="0" bIns="0" rtlCol="0" anchor="b">
            <a:spAutoFit/>
          </a:bodyPr>
          <a:lstStyle/>
          <a:p>
            <a:pPr marL="0" marR="0" indent="0" algn="r" defTabSz="685817"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817" rtl="0" eaLnBrk="1" fontAlgn="auto" latinLnBrk="0" hangingPunct="1">
                <a:lnSpc>
                  <a:spcPct val="100000"/>
                </a:lnSpc>
                <a:spcBef>
                  <a:spcPts val="0"/>
                </a:spcBef>
                <a:spcAft>
                  <a:spcPts val="0"/>
                </a:spcAft>
                <a:buClrTx/>
                <a:buSzTx/>
                <a:buFontTx/>
                <a:buNone/>
                <a:tabLst/>
                <a:defRPr/>
              </a:pPr>
              <a:t>‹#›</a:t>
            </a:fld>
            <a:endParaRPr lang="en-US" sz="750" kern="1200">
              <a:solidFill>
                <a:schemeClr val="bg1"/>
              </a:solidFill>
              <a:latin typeface="+mn-lt"/>
              <a:ea typeface="+mn-ea"/>
              <a:cs typeface="+mn-cs"/>
              <a:sym typeface="Trebuchet MS" panose="020B0603020202020204" pitchFamily="34" charset="0"/>
            </a:endParaRPr>
          </a:p>
        </p:txBody>
      </p:sp>
      <p:pic>
        <p:nvPicPr>
          <p:cNvPr id="12" name="Picture 11">
            <a:extLst>
              <a:ext uri="{FF2B5EF4-FFF2-40B4-BE49-F238E27FC236}">
                <a16:creationId xmlns:a16="http://schemas.microsoft.com/office/drawing/2014/main" id="{DB280514-AAB0-4C3F-BD7F-3099741B263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23666" t="40333" b="40333"/>
          <a:stretch/>
        </p:blipFill>
        <p:spPr>
          <a:xfrm>
            <a:off x="10109202" y="6445250"/>
            <a:ext cx="1454151" cy="368300"/>
          </a:xfrm>
          <a:prstGeom prst="rect">
            <a:avLst/>
          </a:prstGeom>
        </p:spPr>
      </p:pic>
    </p:spTree>
    <p:extLst>
      <p:ext uri="{BB962C8B-B14F-4D97-AF65-F5344CB8AC3E}">
        <p14:creationId xmlns:p14="http://schemas.microsoft.com/office/powerpoint/2010/main" val="35784680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7"/>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7"/>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 y="7"/>
            <a:ext cx="12192000" cy="6857433"/>
          </a:xfrm>
          <a:prstGeom prst="rect">
            <a:avLst/>
          </a:prstGeom>
          <a:ln>
            <a:noFill/>
          </a:ln>
        </p:spPr>
      </p:pic>
      <p:sp>
        <p:nvSpPr>
          <p:cNvPr id="7" name="Rectangle 6"/>
          <p:cNvSpPr/>
          <p:nvPr/>
        </p:nvSpPr>
        <p:spPr bwMode="auto">
          <a:xfrm>
            <a:off x="2"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1068">
              <a:solidFill>
                <a:srgbClr val="2D2926"/>
              </a:solidFill>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6">
                <a:solidFill>
                  <a:schemeClr val="bg1"/>
                </a:solidFill>
                <a:latin typeface="+mn-lt"/>
              </a:defRPr>
            </a:lvl1pPr>
          </a:lstStyle>
          <a:p>
            <a:endParaRPr lang="en-US">
              <a:solidFill>
                <a:srgbClr val="FFFFFF"/>
              </a:solidFill>
            </a:endParaRPr>
          </a:p>
        </p:txBody>
      </p:sp>
      <p:sp>
        <p:nvSpPr>
          <p:cNvPr id="6" name="Rectangle 5"/>
          <p:cNvSpPr>
            <a:spLocks noGrp="1" noChangeArrowheads="1"/>
          </p:cNvSpPr>
          <p:nvPr>
            <p:ph type="sldNum" sz="quarter" idx="12"/>
          </p:nvPr>
        </p:nvSpPr>
        <p:spPr>
          <a:ln/>
        </p:spPr>
        <p:txBody>
          <a:bodyPr anchor="b"/>
          <a:lstStyle>
            <a:lvl1pPr>
              <a:defRPr sz="676">
                <a:solidFill>
                  <a:schemeClr val="tx1"/>
                </a:solidFill>
                <a:latin typeface="+mn-lt"/>
              </a:defRPr>
            </a:lvl1pPr>
          </a:lstStyle>
          <a:p>
            <a:fld id="{B3CE4FC1-9BFD-4D71-B62C-EB069A42157A}" type="slidenum">
              <a:rPr lang="en-US" smtClean="0"/>
              <a:pPr/>
              <a:t>‹#›</a:t>
            </a:fld>
            <a:endParaRPr lang="en-US"/>
          </a:p>
        </p:txBody>
      </p:sp>
      <p:sp>
        <p:nvSpPr>
          <p:cNvPr id="2" name="Title 1"/>
          <p:cNvSpPr>
            <a:spLocks noGrp="1"/>
          </p:cNvSpPr>
          <p:nvPr>
            <p:ph type="ctrTitle"/>
          </p:nvPr>
        </p:nvSpPr>
        <p:spPr>
          <a:xfrm>
            <a:off x="286572" y="2390408"/>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1"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82" indent="0" algn="ctr">
              <a:buNone/>
              <a:defRPr/>
            </a:lvl2pPr>
            <a:lvl3pPr marL="514362" indent="0" algn="ctr">
              <a:buNone/>
              <a:defRPr/>
            </a:lvl3pPr>
            <a:lvl4pPr marL="771544" indent="0" algn="ctr">
              <a:buNone/>
              <a:defRPr/>
            </a:lvl4pPr>
            <a:lvl5pPr marL="1028726" indent="0" algn="ctr">
              <a:buNone/>
              <a:defRPr/>
            </a:lvl5pPr>
            <a:lvl6pPr marL="1285908" indent="0" algn="ctr">
              <a:buNone/>
              <a:defRPr/>
            </a:lvl6pPr>
            <a:lvl7pPr marL="1543088" indent="0" algn="ctr">
              <a:buNone/>
              <a:defRPr/>
            </a:lvl7pPr>
            <a:lvl8pPr marL="1800271" indent="0" algn="ctr">
              <a:buNone/>
              <a:defRPr/>
            </a:lvl8pPr>
            <a:lvl9pPr marL="2057451" indent="0" algn="ctr">
              <a:buNone/>
              <a:defRPr/>
            </a:lvl9pPr>
          </a:lstStyle>
          <a:p>
            <a:r>
              <a:rPr lang="en-US"/>
              <a:t>Click to edit Master subtitle style</a:t>
            </a:r>
          </a:p>
        </p:txBody>
      </p:sp>
      <p:sp>
        <p:nvSpPr>
          <p:cNvPr id="12" name="Rectangle 11"/>
          <p:cNvSpPr/>
          <p:nvPr/>
        </p:nvSpPr>
        <p:spPr bwMode="auto">
          <a:xfrm>
            <a:off x="5104665"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676">
              <a:solidFill>
                <a:srgbClr val="2D2926"/>
              </a:solidFill>
            </a:endParaRPr>
          </a:p>
        </p:txBody>
      </p:sp>
      <p:pic>
        <p:nvPicPr>
          <p:cNvPr id="9" name="Picture 8"/>
          <p:cNvPicPr>
            <a:picLocks noChangeAspect="1"/>
          </p:cNvPicPr>
          <p:nvPr/>
        </p:nvPicPr>
        <p:blipFill>
          <a:blip r:embed="rId6"/>
          <a:stretch>
            <a:fillRect/>
          </a:stretch>
        </p:blipFill>
        <p:spPr>
          <a:xfrm>
            <a:off x="8429746" y="526501"/>
            <a:ext cx="2876434" cy="756000"/>
          </a:xfrm>
          <a:prstGeom prst="rect">
            <a:avLst/>
          </a:prstGeom>
        </p:spPr>
      </p:pic>
      <p:pic>
        <p:nvPicPr>
          <p:cNvPr id="11" name="Picture 10"/>
          <p:cNvPicPr>
            <a:picLocks noChangeAspect="1"/>
          </p:cNvPicPr>
          <p:nvPr/>
        </p:nvPicPr>
        <p:blipFill rotWithShape="1">
          <a:blip r:embed="rId7">
            <a:extLst>
              <a:ext uri="{28A0092B-C50C-407E-A947-70E740481C1C}">
                <a14:useLocalDpi xmlns:a14="http://schemas.microsoft.com/office/drawing/2010/main" val="0"/>
              </a:ext>
            </a:extLst>
          </a:blip>
          <a:srcRect l="37353" t="8741" r="101" b="27"/>
          <a:stretch/>
        </p:blipFill>
        <p:spPr bwMode="ltGray">
          <a:xfrm rot="16200000" flipH="1">
            <a:off x="9058187" y="-962476"/>
            <a:ext cx="369901" cy="5915488"/>
          </a:xfrm>
          <a:prstGeom prst="rect">
            <a:avLst/>
          </a:prstGeom>
        </p:spPr>
      </p:pic>
    </p:spTree>
    <p:extLst>
      <p:ext uri="{BB962C8B-B14F-4D97-AF65-F5344CB8AC3E}">
        <p14:creationId xmlns:p14="http://schemas.microsoft.com/office/powerpoint/2010/main" val="40553767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7" y="477844"/>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7" name="Picture 6"/>
          <p:cNvPicPr>
            <a:picLocks noChangeAspect="1"/>
          </p:cNvPicPr>
          <p:nvPr/>
        </p:nvPicPr>
        <p:blipFill>
          <a:blip r:embed="rId6"/>
          <a:stretch>
            <a:fillRect/>
          </a:stretch>
        </p:blipFill>
        <p:spPr>
          <a:xfrm>
            <a:off x="239188" y="1964571"/>
            <a:ext cx="11713634" cy="65091"/>
          </a:xfrm>
          <a:prstGeom prst="rect">
            <a:avLst/>
          </a:prstGeom>
        </p:spPr>
      </p:pic>
      <p:sp>
        <p:nvSpPr>
          <p:cNvPr id="8" name="Text Placeholder 11"/>
          <p:cNvSpPr>
            <a:spLocks noGrp="1"/>
          </p:cNvSpPr>
          <p:nvPr>
            <p:ph type="body" sz="quarter" idx="13" hasCustomPrompt="1"/>
          </p:nvPr>
        </p:nvSpPr>
        <p:spPr>
          <a:xfrm>
            <a:off x="239188" y="2181578"/>
            <a:ext cx="11713634"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5"/>
            <a:ext cx="11713634" cy="561756"/>
          </a:xfrm>
          <a:prstGeom prst="rect">
            <a:avLst/>
          </a:prstGeom>
        </p:spPr>
        <p:txBody>
          <a:bodyPr vert="horz" anchor="b">
            <a:normAutofit/>
          </a:bodyPr>
          <a:lstStyle>
            <a:lvl1pPr marL="0" indent="0">
              <a:buNone/>
              <a:defRPr sz="1349"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9090387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5"/>
                        <a:ext cx="2116" cy="1587"/>
                      </a:xfrm>
                      <a:prstGeom prst="rect">
                        <a:avLst/>
                      </a:prstGeom>
                    </p:spPr>
                  </p:pic>
                </p:oleObj>
              </mc:Fallback>
            </mc:AlternateContent>
          </a:graphicData>
        </a:graphic>
      </p:graphicFrame>
      <p:grpSp>
        <p:nvGrpSpPr>
          <p:cNvPr id="2" name="Group 1"/>
          <p:cNvGrpSpPr/>
          <p:nvPr/>
        </p:nvGrpSpPr>
        <p:grpSpPr>
          <a:xfrm>
            <a:off x="0" y="1178585"/>
            <a:ext cx="12192000" cy="2547336"/>
            <a:chOff x="0" y="1178584"/>
            <a:chExt cx="12192000" cy="2547336"/>
          </a:xfrm>
        </p:grpSpPr>
        <p:grpSp>
          <p:nvGrpSpPr>
            <p:cNvPr id="5" name="Group 4"/>
            <p:cNvGrpSpPr/>
            <p:nvPr/>
          </p:nvGrpSpPr>
          <p:grpSpPr>
            <a:xfrm>
              <a:off x="4584735" y="1178585"/>
              <a:ext cx="7607265" cy="1277860"/>
              <a:chOff x="4242374" y="1266924"/>
              <a:chExt cx="7607265" cy="1277860"/>
            </a:xfrm>
          </p:grpSpPr>
          <p:pic>
            <p:nvPicPr>
              <p:cNvPr id="1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69032" y="2448060"/>
              <a:ext cx="7607265" cy="1277860"/>
              <a:chOff x="4242374" y="1266924"/>
              <a:chExt cx="7607265" cy="1277860"/>
            </a:xfrm>
          </p:grpSpPr>
          <p:pic>
            <p:nvPicPr>
              <p:cNvPr id="24"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8" y="2453554"/>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8" name="Text Placeholder 11"/>
          <p:cNvSpPr>
            <a:spLocks noGrp="1"/>
          </p:cNvSpPr>
          <p:nvPr>
            <p:ph type="body" sz="quarter" idx="13" hasCustomPrompt="1"/>
          </p:nvPr>
        </p:nvSpPr>
        <p:spPr>
          <a:xfrm>
            <a:off x="239187"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7" y="1266925"/>
            <a:ext cx="8736139" cy="561756"/>
          </a:xfrm>
          <a:prstGeom prst="rect">
            <a:avLst/>
          </a:prstGeom>
        </p:spPr>
        <p:txBody>
          <a:bodyPr vert="horz" anchor="b">
            <a:normAutofit/>
          </a:bodyPr>
          <a:lstStyle>
            <a:lvl1pPr marL="0" indent="0">
              <a:buNone/>
              <a:defRPr sz="1349"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pic>
        <p:nvPicPr>
          <p:cNvPr id="14"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13116" r="76604" b="25471"/>
          <a:stretch/>
        </p:blipFill>
        <p:spPr bwMode="auto">
          <a:xfrm>
            <a:off x="11399103" y="3113153"/>
            <a:ext cx="627692"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7"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3365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92" y="1594"/>
          <a:ext cx="1588"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92" y="1594"/>
                        <a:ext cx="1588" cy="1587"/>
                      </a:xfrm>
                      <a:prstGeom prst="rect">
                        <a:avLst/>
                      </a:prstGeom>
                    </p:spPr>
                  </p:pic>
                </p:oleObj>
              </mc:Fallback>
            </mc:AlternateContent>
          </a:graphicData>
        </a:graphic>
      </p:graphicFrame>
      <p:sp>
        <p:nvSpPr>
          <p:cNvPr id="6"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5" name="Text Placeholder 4"/>
          <p:cNvSpPr>
            <a:spLocks noGrp="1"/>
          </p:cNvSpPr>
          <p:nvPr>
            <p:ph type="body" sz="quarter" idx="13" hasCustomPrompt="1"/>
          </p:nvPr>
        </p:nvSpPr>
        <p:spPr>
          <a:xfrm>
            <a:off x="239187" y="836712"/>
            <a:ext cx="11329424" cy="1655762"/>
          </a:xfrm>
          <a:prstGeom prst="rect">
            <a:avLst/>
          </a:prstGeom>
        </p:spPr>
        <p:txBody>
          <a:bodyPr/>
          <a:lstStyle>
            <a:lvl1pPr marL="0" marR="0" indent="0" algn="l" defTabSz="685817" rtl="0" eaLnBrk="1" fontAlgn="base" latinLnBrk="0" hangingPunct="1">
              <a:lnSpc>
                <a:spcPct val="100000"/>
              </a:lnSpc>
              <a:spcBef>
                <a:spcPct val="20000"/>
              </a:spcBef>
              <a:spcAft>
                <a:spcPct val="0"/>
              </a:spcAft>
              <a:buClr>
                <a:srgbClr val="C00000"/>
              </a:buClr>
              <a:buSzTx/>
              <a:buFontTx/>
              <a:buNone/>
              <a:tabLst/>
              <a:defRPr kumimoji="0" lang="en-US" sz="1349" b="0" i="0" u="none" strike="noStrike" kern="0" cap="none" spc="0" normalizeH="0" baseline="0" noProof="0">
                <a:ln>
                  <a:noFill/>
                </a:ln>
                <a:solidFill>
                  <a:schemeClr val="tx1"/>
                </a:solidFill>
                <a:effectLst/>
                <a:uLnTx/>
                <a:uFillTx/>
              </a:defRPr>
            </a:lvl1pPr>
            <a:lvl2pPr marL="557227" marR="0" indent="-214319" algn="l" defTabSz="685817"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71"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3pPr>
            <a:lvl4pPr marL="1200180"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4pPr>
            <a:lvl5pPr marL="1543088"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5pPr>
            <a:lvl6pPr marL="0" marR="0" indent="0" algn="l" defTabSz="685817"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17" rtl="0" eaLnBrk="1" fontAlgn="base" latinLnBrk="0" hangingPunct="1">
              <a:lnSpc>
                <a:spcPct val="100000"/>
              </a:lnSpc>
              <a:spcBef>
                <a:spcPct val="20000"/>
              </a:spcBef>
              <a:spcAft>
                <a:spcPct val="0"/>
              </a:spcAft>
              <a:buClrTx/>
              <a:buSzTx/>
              <a:buFontTx/>
              <a:buNone/>
              <a:tabLst/>
              <a:defRPr/>
            </a:lvl8pPr>
            <a:lvl9pPr marL="0" marR="0" indent="0" algn="l" defTabSz="685817" rtl="0" eaLnBrk="1" fontAlgn="base" latinLnBrk="0" hangingPunct="1">
              <a:lnSpc>
                <a:spcPct val="100000"/>
              </a:lnSpc>
              <a:spcBef>
                <a:spcPct val="20000"/>
              </a:spcBef>
              <a:spcAft>
                <a:spcPct val="0"/>
              </a:spcAft>
              <a:buClrTx/>
              <a:buSzTx/>
              <a:buFontTx/>
              <a:buNone/>
              <a:tabLst/>
              <a:defRPr/>
            </a:lvl9pPr>
          </a:lstStyle>
          <a:p>
            <a:pPr marL="257182" marR="0" lvl="0" indent="-257182"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Edit Master text styles</a:t>
            </a:r>
          </a:p>
          <a:p>
            <a:pPr marL="557227" marR="0" lvl="1" indent="-214319" algn="l" defTabSz="685817"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71" marR="0" lvl="2"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Third level</a:t>
            </a:r>
          </a:p>
          <a:p>
            <a:pPr marL="1200180" marR="0" lvl="3"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Fourth level</a:t>
            </a:r>
          </a:p>
          <a:p>
            <a:pPr marL="1543088" marR="0" lvl="4"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Fifth level</a:t>
            </a:r>
          </a:p>
          <a:p>
            <a:pPr marL="1885997" marR="0" lvl="5" indent="-171455"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Level six</a:t>
            </a:r>
          </a:p>
          <a:p>
            <a:pPr marL="0" marR="0" lvl="5" indent="0" algn="l" defTabSz="685817" rtl="0" eaLnBrk="1" fontAlgn="base" latinLnBrk="0" hangingPunct="1">
              <a:lnSpc>
                <a:spcPct val="100000"/>
              </a:lnSpc>
              <a:spcBef>
                <a:spcPct val="20000"/>
              </a:spcBef>
              <a:spcAft>
                <a:spcPct val="0"/>
              </a:spcAft>
              <a:buClrTx/>
              <a:buSzTx/>
              <a:buFontTx/>
              <a:buNone/>
              <a:tabLst/>
              <a:defRPr/>
            </a:pPr>
            <a:r>
              <a:rPr kumimoji="0" lang="en-US" sz="1349" b="1" i="0" u="none" strike="noStrike" kern="0" cap="none" spc="0" normalizeH="0" baseline="0" noProof="0">
                <a:ln>
                  <a:noFill/>
                </a:ln>
                <a:solidFill>
                  <a:schemeClr val="accent3"/>
                </a:solidFill>
                <a:effectLst/>
                <a:uLnTx/>
                <a:uFillTx/>
                <a:latin typeface="+mn-lt"/>
              </a:rPr>
              <a:t>Level seven</a:t>
            </a:r>
          </a:p>
          <a:p>
            <a:pPr marL="0" marR="0" lvl="7" indent="0" algn="l" defTabSz="685817" rtl="0" eaLnBrk="1" fontAlgn="base" latinLnBrk="0" hangingPunct="1">
              <a:lnSpc>
                <a:spcPct val="100000"/>
              </a:lnSpc>
              <a:spcBef>
                <a:spcPct val="20000"/>
              </a:spcBef>
              <a:spcAft>
                <a:spcPct val="0"/>
              </a:spcAft>
              <a:buClrTx/>
              <a:buSzTx/>
              <a:buFontTx/>
              <a:buNone/>
              <a:tabLst/>
              <a:defRPr/>
            </a:pPr>
            <a:r>
              <a:rPr kumimoji="0" lang="en-US" sz="1349" b="0" i="0" u="none" strike="noStrike" kern="0" cap="none" spc="0" normalizeH="0" baseline="0" noProof="0">
                <a:ln>
                  <a:noFill/>
                </a:ln>
                <a:solidFill>
                  <a:srgbClr val="C00000"/>
                </a:solidFill>
                <a:effectLst/>
                <a:uLnTx/>
                <a:uFillTx/>
                <a:latin typeface="+mn-lt"/>
              </a:rPr>
              <a:t>Level eight</a:t>
            </a:r>
          </a:p>
          <a:p>
            <a:pPr marL="0" marR="0" lvl="8" indent="0" algn="l" defTabSz="685817"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346337368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4020" userDrawn="1">
          <p15:clr>
            <a:srgbClr val="FBAE40"/>
          </p15:clr>
        </p15:guide>
        <p15:guide id="6" orient="horz" pos="527"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4196289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5"/>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2" y="0"/>
            <a:ext cx="211668"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fontAlgn="base">
              <a:spcBef>
                <a:spcPct val="0"/>
              </a:spcBef>
              <a:spcAft>
                <a:spcPct val="0"/>
              </a:spcAft>
            </a:pP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4080363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4" name="Slide Number Placeholder 3"/>
          <p:cNvSpPr>
            <a:spLocks noGrp="1"/>
          </p:cNvSpPr>
          <p:nvPr>
            <p:ph type="sldNum" sz="quarter" idx="11"/>
          </p:nvPr>
        </p:nvSpPr>
        <p:spPr/>
        <p:txBody>
          <a:bodyPr/>
          <a:lstStyle/>
          <a:p>
            <a:fld id="{B3CE4FC1-9BFD-4D71-B62C-EB069A42157A}" type="slidenum">
              <a:rPr lang="en-US" smtClean="0">
                <a:solidFill>
                  <a:srgbClr val="000000"/>
                </a:solidFill>
              </a:rPr>
              <a:pPr/>
              <a:t>‹#›</a:t>
            </a:fld>
            <a:endParaRPr lang="en-US">
              <a:solidFill>
                <a:srgbClr val="000000"/>
              </a:solidFill>
            </a:endParaRPr>
          </a:p>
        </p:txBody>
      </p:sp>
      <p:sp>
        <p:nvSpPr>
          <p:cNvPr id="7"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2488014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orient="horz" pos="4020" userDrawn="1">
          <p15:clr>
            <a:srgbClr val="FBAE40"/>
          </p15:clr>
        </p15:guide>
        <p15:guide id="4" pos="190" userDrawn="1">
          <p15:clr>
            <a:srgbClr val="FBAE40"/>
          </p15:clr>
        </p15:guide>
        <p15:guide id="5" pos="1005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Arrow half">
    <p:bg>
      <p:bgPr>
        <a:gradFill flip="none" rotWithShape="1">
          <a:gsLst>
            <a:gs pos="0">
              <a:srgbClr val="ED1D24"/>
            </a:gs>
            <a:gs pos="100000">
              <a:srgbClr val="870B0E"/>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3772988-BAC3-45EB-8F49-ECA66C3B6F60}"/>
              </a:ext>
            </a:extLst>
          </p:cNvPr>
          <p:cNvGraphicFramePr>
            <a:graphicFrameLocks noChangeAspect="1"/>
          </p:cNvGraphicFramePr>
          <p:nvPr>
            <p:custDataLst>
              <p:tags r:id="rId1"/>
            </p:custDataLst>
          </p:nvPr>
        </p:nvGraphicFramePr>
        <p:xfrm>
          <a:off x="1594"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93772988-BAC3-45EB-8F49-ECA66C3B6F60}"/>
                          </a:ext>
                        </a:extLst>
                      </p:cNvPr>
                      <p:cNvPicPr/>
                      <p:nvPr/>
                    </p:nvPicPr>
                    <p:blipFill>
                      <a:blip r:embed="rId4"/>
                      <a:stretch>
                        <a:fillRect/>
                      </a:stretch>
                    </p:blipFill>
                    <p:spPr>
                      <a:xfrm>
                        <a:off x="1594" y="1588"/>
                        <a:ext cx="1588" cy="1588"/>
                      </a:xfrm>
                      <a:prstGeom prst="rect">
                        <a:avLst/>
                      </a:prstGeom>
                    </p:spPr>
                  </p:pic>
                </p:oleObj>
              </mc:Fallback>
            </mc:AlternateContent>
          </a:graphicData>
        </a:graphic>
      </p:graphicFrame>
      <p:sp>
        <p:nvSpPr>
          <p:cNvPr id="18" name="Copyright" hidden="1"/>
          <p:cNvSpPr txBox="1"/>
          <p:nvPr/>
        </p:nvSpPr>
        <p:spPr>
          <a:xfrm rot="16200000">
            <a:off x="9486906" y="3934681"/>
            <a:ext cx="5133975" cy="72584"/>
          </a:xfrm>
          <a:prstGeom prst="rect">
            <a:avLst/>
          </a:prstGeom>
          <a:noFill/>
        </p:spPr>
        <p:txBody>
          <a:bodyPr wrap="square" lIns="0" tIns="0" rIns="0" bIns="0" rtlCol="0" anchor="t">
            <a:spAutoFit/>
          </a:bodyPr>
          <a:lstStyle/>
          <a:p>
            <a:pPr>
              <a:lnSpc>
                <a:spcPct val="90000"/>
              </a:lnSpc>
              <a:spcAft>
                <a:spcPts val="450"/>
              </a:spcAft>
            </a:pPr>
            <a:r>
              <a:rPr lang="en-US" sz="524">
                <a:solidFill>
                  <a:schemeClr val="bg1"/>
                </a:solidFill>
                <a:latin typeface="+mn-lt"/>
                <a:ea typeface="+mn-ea"/>
                <a:cs typeface="+mn-cs"/>
                <a:sym typeface="Trebuchet MS" panose="020B0603020202020204" pitchFamily="34" charset="0"/>
              </a:rPr>
              <a:t>Copyright © 2022 by Boston Consulting Group. All rights reserved.</a:t>
            </a:r>
          </a:p>
        </p:txBody>
      </p:sp>
      <p:sp>
        <p:nvSpPr>
          <p:cNvPr id="14" name="Pentagon 8"/>
          <p:cNvSpPr/>
          <p:nvPr/>
        </p:nvSpPr>
        <p:spPr bwMode="white">
          <a:xfrm>
            <a:off x="2" y="0"/>
            <a:ext cx="6363547"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latin typeface="+mn-lt"/>
              <a:ea typeface="+mn-ea"/>
              <a:cs typeface="+mn-cs"/>
              <a:sym typeface="Trebuchet MS" panose="020B0603020202020204" pitchFamily="34" charset="0"/>
            </a:endParaRPr>
          </a:p>
        </p:txBody>
      </p:sp>
      <p:sp>
        <p:nvSpPr>
          <p:cNvPr id="16" name="Title 2"/>
          <p:cNvSpPr>
            <a:spLocks noGrp="1"/>
          </p:cNvSpPr>
          <p:nvPr>
            <p:ph type="title" hasCustomPrompt="1"/>
          </p:nvPr>
        </p:nvSpPr>
        <p:spPr>
          <a:xfrm>
            <a:off x="630004" y="622800"/>
            <a:ext cx="4673646" cy="353045"/>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49" b="0" i="0" u="none" kern="1200" spc="0">
                <a:solidFill>
                  <a:srgbClr val="ED1D24"/>
                </a:solidFill>
                <a:latin typeface="+mj-lt"/>
                <a:ea typeface="+mj-ea"/>
                <a:cs typeface="+mj-cs"/>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804" y="3589607"/>
            <a:ext cx="1365252"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203FE9-A075-4BF8-987F-E3175D587168}"/>
              </a:ext>
            </a:extLst>
          </p:cNvPr>
          <p:cNvSpPr txBox="1"/>
          <p:nvPr/>
        </p:nvSpPr>
        <p:spPr>
          <a:xfrm>
            <a:off x="11757837" y="6700053"/>
            <a:ext cx="381001" cy="115416"/>
          </a:xfrm>
          <a:prstGeom prst="rect">
            <a:avLst/>
          </a:prstGeom>
          <a:noFill/>
        </p:spPr>
        <p:txBody>
          <a:bodyPr wrap="square" lIns="0" tIns="0" rIns="0" bIns="0" rtlCol="0" anchor="b">
            <a:spAutoFit/>
          </a:bodyPr>
          <a:lstStyle/>
          <a:p>
            <a:pPr marL="0" marR="0" indent="0" algn="r" defTabSz="685817"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817" rtl="0" eaLnBrk="1" fontAlgn="auto" latinLnBrk="0" hangingPunct="1">
                <a:lnSpc>
                  <a:spcPct val="100000"/>
                </a:lnSpc>
                <a:spcBef>
                  <a:spcPts val="0"/>
                </a:spcBef>
                <a:spcAft>
                  <a:spcPts val="0"/>
                </a:spcAft>
                <a:buClrTx/>
                <a:buSzTx/>
                <a:buFontTx/>
                <a:buNone/>
                <a:tabLst/>
                <a:defRPr/>
              </a:pPr>
              <a:t>‹#›</a:t>
            </a:fld>
            <a:endParaRPr lang="en-US" sz="750" kern="1200">
              <a:solidFill>
                <a:schemeClr val="bg1"/>
              </a:solidFill>
              <a:latin typeface="+mn-lt"/>
              <a:ea typeface="+mn-ea"/>
              <a:cs typeface="+mn-cs"/>
              <a:sym typeface="Trebuchet MS" panose="020B0603020202020204" pitchFamily="34" charset="0"/>
            </a:endParaRPr>
          </a:p>
        </p:txBody>
      </p:sp>
      <p:pic>
        <p:nvPicPr>
          <p:cNvPr id="12" name="Picture 11">
            <a:extLst>
              <a:ext uri="{FF2B5EF4-FFF2-40B4-BE49-F238E27FC236}">
                <a16:creationId xmlns:a16="http://schemas.microsoft.com/office/drawing/2014/main" id="{DB280514-AAB0-4C3F-BD7F-3099741B263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23666" t="40333" b="40333"/>
          <a:stretch/>
        </p:blipFill>
        <p:spPr>
          <a:xfrm>
            <a:off x="10109202" y="6445250"/>
            <a:ext cx="1454151" cy="368300"/>
          </a:xfrm>
          <a:prstGeom prst="rect">
            <a:avLst/>
          </a:prstGeom>
        </p:spPr>
      </p:pic>
    </p:spTree>
    <p:extLst>
      <p:ext uri="{BB962C8B-B14F-4D97-AF65-F5344CB8AC3E}">
        <p14:creationId xmlns:p14="http://schemas.microsoft.com/office/powerpoint/2010/main" val="19879842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5"/>
            <a:ext cx="8534400" cy="473075"/>
          </a:xfrm>
          <a:prstGeom prst="rect">
            <a:avLst/>
          </a:prstGeom>
        </p:spPr>
        <p:txBody>
          <a:bodyPr/>
          <a:lstStyle/>
          <a:p>
            <a:r>
              <a:rPr lang="en-GB" noProof="0"/>
              <a:t>Click to edit Master title style</a:t>
            </a:r>
          </a:p>
        </p:txBody>
      </p:sp>
      <p:sp>
        <p:nvSpPr>
          <p:cNvPr id="3" name="Content Placeholder 2"/>
          <p:cNvSpPr>
            <a:spLocks noGrp="1"/>
          </p:cNvSpPr>
          <p:nvPr>
            <p:ph idx="1"/>
          </p:nvPr>
        </p:nvSpPr>
        <p:spPr>
          <a:xfrm>
            <a:off x="609600" y="1600203"/>
            <a:ext cx="10972800" cy="4525963"/>
          </a:xfrm>
          <a:prstGeom prst="rect">
            <a:avLst/>
          </a:prstGeom>
        </p:spPr>
        <p:txBody>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 name="Rectangle 6"/>
          <p:cNvSpPr>
            <a:spLocks noGrp="1" noChangeArrowheads="1"/>
          </p:cNvSpPr>
          <p:nvPr>
            <p:ph type="sldNum" sz="quarter" idx="4"/>
          </p:nvPr>
        </p:nvSpPr>
        <p:spPr>
          <a:xfrm>
            <a:off x="11272284" y="6624251"/>
            <a:ext cx="914400" cy="233749"/>
          </a:xfrm>
          <a:prstGeom prst="rect">
            <a:avLst/>
          </a:prstGeom>
        </p:spPr>
        <p:txBody>
          <a:bodyPr/>
          <a:lstStyle>
            <a:lvl1pPr algn="ctr">
              <a:defRPr sz="1200" b="1">
                <a:solidFill>
                  <a:schemeClr val="tx1"/>
                </a:solidFill>
                <a:latin typeface="+mj-lt"/>
              </a:defRPr>
            </a:lvl1pPr>
          </a:lstStyle>
          <a:p>
            <a:pPr>
              <a:defRPr/>
            </a:pPr>
            <a:fld id="{6516E9BE-843C-4425-80E4-36155279AD5E}" type="slidenum">
              <a:rPr lang="en-GB" smtClean="0"/>
              <a:pPr>
                <a:defRPr/>
              </a:pPr>
              <a:t>‹#›</a:t>
            </a:fld>
            <a:endParaRPr lang="en-GB"/>
          </a:p>
        </p:txBody>
      </p:sp>
    </p:spTree>
    <p:extLst>
      <p:ext uri="{BB962C8B-B14F-4D97-AF65-F5344CB8AC3E}">
        <p14:creationId xmlns:p14="http://schemas.microsoft.com/office/powerpoint/2010/main" val="34767361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7"/>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7"/>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 y="7"/>
            <a:ext cx="12192000" cy="6857433"/>
          </a:xfrm>
          <a:prstGeom prst="rect">
            <a:avLst/>
          </a:prstGeom>
          <a:ln>
            <a:noFill/>
          </a:ln>
        </p:spPr>
      </p:pic>
      <p:sp>
        <p:nvSpPr>
          <p:cNvPr id="7" name="Rectangle 6"/>
          <p:cNvSpPr/>
          <p:nvPr/>
        </p:nvSpPr>
        <p:spPr bwMode="auto">
          <a:xfrm>
            <a:off x="2"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1068">
              <a:solidFill>
                <a:srgbClr val="2D2926"/>
              </a:solidFill>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6">
                <a:solidFill>
                  <a:schemeClr val="bg1"/>
                </a:solidFill>
                <a:latin typeface="+mn-lt"/>
              </a:defRPr>
            </a:lvl1pPr>
          </a:lstStyle>
          <a:p>
            <a:endParaRPr lang="en-US">
              <a:solidFill>
                <a:srgbClr val="FFFFFF"/>
              </a:solidFill>
            </a:endParaRPr>
          </a:p>
        </p:txBody>
      </p:sp>
      <p:sp>
        <p:nvSpPr>
          <p:cNvPr id="6" name="Rectangle 5"/>
          <p:cNvSpPr>
            <a:spLocks noGrp="1" noChangeArrowheads="1"/>
          </p:cNvSpPr>
          <p:nvPr>
            <p:ph type="sldNum" sz="quarter" idx="12"/>
          </p:nvPr>
        </p:nvSpPr>
        <p:spPr>
          <a:ln/>
        </p:spPr>
        <p:txBody>
          <a:bodyPr anchor="b"/>
          <a:lstStyle>
            <a:lvl1pPr>
              <a:defRPr sz="676">
                <a:solidFill>
                  <a:schemeClr val="bg1"/>
                </a:solidFill>
                <a:latin typeface="+mn-lt"/>
              </a:defRPr>
            </a:lvl1pPr>
          </a:lstStyle>
          <a:p>
            <a:fld id="{B3CE4FC1-9BFD-4D71-B62C-EB069A42157A}" type="slidenum">
              <a:rPr lang="en-US" smtClean="0">
                <a:solidFill>
                  <a:srgbClr val="FFFFFF"/>
                </a:solidFill>
              </a:rPr>
              <a:pPr/>
              <a:t>‹#›</a:t>
            </a:fld>
            <a:endParaRPr lang="en-US">
              <a:solidFill>
                <a:srgbClr val="FFFFFF"/>
              </a:solidFill>
            </a:endParaRPr>
          </a:p>
        </p:txBody>
      </p:sp>
      <p:sp>
        <p:nvSpPr>
          <p:cNvPr id="2" name="Title 1"/>
          <p:cNvSpPr>
            <a:spLocks noGrp="1"/>
          </p:cNvSpPr>
          <p:nvPr>
            <p:ph type="ctrTitle"/>
          </p:nvPr>
        </p:nvSpPr>
        <p:spPr>
          <a:xfrm>
            <a:off x="286572" y="2390408"/>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1"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82" indent="0" algn="ctr">
              <a:buNone/>
              <a:defRPr/>
            </a:lvl2pPr>
            <a:lvl3pPr marL="514362" indent="0" algn="ctr">
              <a:buNone/>
              <a:defRPr/>
            </a:lvl3pPr>
            <a:lvl4pPr marL="771544" indent="0" algn="ctr">
              <a:buNone/>
              <a:defRPr/>
            </a:lvl4pPr>
            <a:lvl5pPr marL="1028726" indent="0" algn="ctr">
              <a:buNone/>
              <a:defRPr/>
            </a:lvl5pPr>
            <a:lvl6pPr marL="1285908" indent="0" algn="ctr">
              <a:buNone/>
              <a:defRPr/>
            </a:lvl6pPr>
            <a:lvl7pPr marL="1543088" indent="0" algn="ctr">
              <a:buNone/>
              <a:defRPr/>
            </a:lvl7pPr>
            <a:lvl8pPr marL="1800271" indent="0" algn="ctr">
              <a:buNone/>
              <a:defRPr/>
            </a:lvl8pPr>
            <a:lvl9pPr marL="2057451" indent="0" algn="ctr">
              <a:buNone/>
              <a:defRPr/>
            </a:lvl9pPr>
          </a:lstStyle>
          <a:p>
            <a:r>
              <a:rPr lang="en-US"/>
              <a:t>Click to edit Master subtitle style</a:t>
            </a:r>
          </a:p>
        </p:txBody>
      </p:sp>
      <p:sp>
        <p:nvSpPr>
          <p:cNvPr id="12" name="Rectangle 11"/>
          <p:cNvSpPr/>
          <p:nvPr/>
        </p:nvSpPr>
        <p:spPr bwMode="auto">
          <a:xfrm>
            <a:off x="5104665"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676">
              <a:solidFill>
                <a:srgbClr val="2D2926"/>
              </a:solidFill>
            </a:endParaRPr>
          </a:p>
        </p:txBody>
      </p:sp>
      <p:pic>
        <p:nvPicPr>
          <p:cNvPr id="9" name="Picture 8"/>
          <p:cNvPicPr>
            <a:picLocks noChangeAspect="1"/>
          </p:cNvPicPr>
          <p:nvPr/>
        </p:nvPicPr>
        <p:blipFill>
          <a:blip r:embed="rId6"/>
          <a:stretch>
            <a:fillRect/>
          </a:stretch>
        </p:blipFill>
        <p:spPr>
          <a:xfrm>
            <a:off x="8429746" y="526501"/>
            <a:ext cx="2876434" cy="756000"/>
          </a:xfrm>
          <a:prstGeom prst="rect">
            <a:avLst/>
          </a:prstGeom>
        </p:spPr>
      </p:pic>
      <p:pic>
        <p:nvPicPr>
          <p:cNvPr id="11" name="Picture 10"/>
          <p:cNvPicPr>
            <a:picLocks noChangeAspect="1"/>
          </p:cNvPicPr>
          <p:nvPr/>
        </p:nvPicPr>
        <p:blipFill rotWithShape="1">
          <a:blip r:embed="rId7">
            <a:extLst>
              <a:ext uri="{28A0092B-C50C-407E-A947-70E740481C1C}">
                <a14:useLocalDpi xmlns:a14="http://schemas.microsoft.com/office/drawing/2010/main" val="0"/>
              </a:ext>
            </a:extLst>
          </a:blip>
          <a:srcRect l="37353" t="8741" r="101" b="27"/>
          <a:stretch/>
        </p:blipFill>
        <p:spPr bwMode="ltGray">
          <a:xfrm rot="16200000" flipH="1">
            <a:off x="9058187" y="-962476"/>
            <a:ext cx="369901" cy="5915488"/>
          </a:xfrm>
          <a:prstGeom prst="rect">
            <a:avLst/>
          </a:prstGeom>
        </p:spPr>
      </p:pic>
    </p:spTree>
    <p:extLst>
      <p:ext uri="{BB962C8B-B14F-4D97-AF65-F5344CB8AC3E}">
        <p14:creationId xmlns:p14="http://schemas.microsoft.com/office/powerpoint/2010/main" val="13714440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7" y="477844"/>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7" name="Picture 6"/>
          <p:cNvPicPr>
            <a:picLocks noChangeAspect="1"/>
          </p:cNvPicPr>
          <p:nvPr/>
        </p:nvPicPr>
        <p:blipFill>
          <a:blip r:embed="rId6"/>
          <a:stretch>
            <a:fillRect/>
          </a:stretch>
        </p:blipFill>
        <p:spPr>
          <a:xfrm>
            <a:off x="239188" y="1964571"/>
            <a:ext cx="11713634" cy="65091"/>
          </a:xfrm>
          <a:prstGeom prst="rect">
            <a:avLst/>
          </a:prstGeom>
        </p:spPr>
      </p:pic>
      <p:sp>
        <p:nvSpPr>
          <p:cNvPr id="8" name="Text Placeholder 11"/>
          <p:cNvSpPr>
            <a:spLocks noGrp="1"/>
          </p:cNvSpPr>
          <p:nvPr>
            <p:ph type="body" sz="quarter" idx="13" hasCustomPrompt="1"/>
          </p:nvPr>
        </p:nvSpPr>
        <p:spPr>
          <a:xfrm>
            <a:off x="239188" y="2181578"/>
            <a:ext cx="11713634"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5"/>
            <a:ext cx="11713634" cy="561756"/>
          </a:xfrm>
          <a:prstGeom prst="rect">
            <a:avLst/>
          </a:prstGeom>
        </p:spPr>
        <p:txBody>
          <a:bodyPr vert="horz" anchor="b">
            <a:normAutofit/>
          </a:bodyPr>
          <a:lstStyle>
            <a:lvl1pPr marL="0" indent="0">
              <a:buNone/>
              <a:defRPr sz="1349"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6687271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5"/>
                        <a:ext cx="2116" cy="1587"/>
                      </a:xfrm>
                      <a:prstGeom prst="rect">
                        <a:avLst/>
                      </a:prstGeom>
                    </p:spPr>
                  </p:pic>
                </p:oleObj>
              </mc:Fallback>
            </mc:AlternateContent>
          </a:graphicData>
        </a:graphic>
      </p:graphicFrame>
      <p:grpSp>
        <p:nvGrpSpPr>
          <p:cNvPr id="2" name="Group 1"/>
          <p:cNvGrpSpPr/>
          <p:nvPr/>
        </p:nvGrpSpPr>
        <p:grpSpPr>
          <a:xfrm>
            <a:off x="0" y="1178585"/>
            <a:ext cx="12192000" cy="2547336"/>
            <a:chOff x="0" y="1178584"/>
            <a:chExt cx="12192000" cy="2547336"/>
          </a:xfrm>
        </p:grpSpPr>
        <p:grpSp>
          <p:nvGrpSpPr>
            <p:cNvPr id="5" name="Group 4"/>
            <p:cNvGrpSpPr/>
            <p:nvPr/>
          </p:nvGrpSpPr>
          <p:grpSpPr>
            <a:xfrm>
              <a:off x="4584735" y="1178585"/>
              <a:ext cx="7607265" cy="1277860"/>
              <a:chOff x="4242374" y="1266924"/>
              <a:chExt cx="7607265" cy="1277860"/>
            </a:xfrm>
          </p:grpSpPr>
          <p:pic>
            <p:nvPicPr>
              <p:cNvPr id="1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69032" y="2448060"/>
              <a:ext cx="7607265" cy="1277860"/>
              <a:chOff x="4242374" y="1266924"/>
              <a:chExt cx="7607265" cy="1277860"/>
            </a:xfrm>
          </p:grpSpPr>
          <p:pic>
            <p:nvPicPr>
              <p:cNvPr id="24"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8" y="2453554"/>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8" name="Text Placeholder 11"/>
          <p:cNvSpPr>
            <a:spLocks noGrp="1"/>
          </p:cNvSpPr>
          <p:nvPr>
            <p:ph type="body" sz="quarter" idx="13" hasCustomPrompt="1"/>
          </p:nvPr>
        </p:nvSpPr>
        <p:spPr>
          <a:xfrm>
            <a:off x="239187"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7" y="1266925"/>
            <a:ext cx="8736139" cy="561756"/>
          </a:xfrm>
          <a:prstGeom prst="rect">
            <a:avLst/>
          </a:prstGeom>
        </p:spPr>
        <p:txBody>
          <a:bodyPr vert="horz" anchor="b">
            <a:normAutofit/>
          </a:bodyPr>
          <a:lstStyle>
            <a:lvl1pPr marL="0" indent="0">
              <a:buNone/>
              <a:defRPr sz="1349"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pic>
        <p:nvPicPr>
          <p:cNvPr id="14"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13116" r="76604" b="25471"/>
          <a:stretch/>
        </p:blipFill>
        <p:spPr bwMode="auto">
          <a:xfrm>
            <a:off x="11399103" y="3113153"/>
            <a:ext cx="627692"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7"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924077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92" y="1594"/>
          <a:ext cx="1588"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92" y="1594"/>
                        <a:ext cx="1588" cy="1587"/>
                      </a:xfrm>
                      <a:prstGeom prst="rect">
                        <a:avLst/>
                      </a:prstGeom>
                    </p:spPr>
                  </p:pic>
                </p:oleObj>
              </mc:Fallback>
            </mc:AlternateContent>
          </a:graphicData>
        </a:graphic>
      </p:graphicFrame>
      <p:sp>
        <p:nvSpPr>
          <p:cNvPr id="6"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5" name="Text Placeholder 4"/>
          <p:cNvSpPr>
            <a:spLocks noGrp="1"/>
          </p:cNvSpPr>
          <p:nvPr>
            <p:ph type="body" sz="quarter" idx="13" hasCustomPrompt="1"/>
          </p:nvPr>
        </p:nvSpPr>
        <p:spPr>
          <a:xfrm>
            <a:off x="239187" y="836712"/>
            <a:ext cx="11329424" cy="1655762"/>
          </a:xfrm>
          <a:prstGeom prst="rect">
            <a:avLst/>
          </a:prstGeom>
        </p:spPr>
        <p:txBody>
          <a:bodyPr/>
          <a:lstStyle>
            <a:lvl1pPr marL="0" marR="0" indent="0" algn="l" defTabSz="685817" rtl="0" eaLnBrk="1" fontAlgn="base" latinLnBrk="0" hangingPunct="1">
              <a:lnSpc>
                <a:spcPct val="100000"/>
              </a:lnSpc>
              <a:spcBef>
                <a:spcPct val="20000"/>
              </a:spcBef>
              <a:spcAft>
                <a:spcPct val="0"/>
              </a:spcAft>
              <a:buClr>
                <a:srgbClr val="C00000"/>
              </a:buClr>
              <a:buSzTx/>
              <a:buFontTx/>
              <a:buNone/>
              <a:tabLst/>
              <a:defRPr kumimoji="0" lang="en-US" sz="1349" b="0" i="0" u="none" strike="noStrike" kern="0" cap="none" spc="0" normalizeH="0" baseline="0" noProof="0">
                <a:ln>
                  <a:noFill/>
                </a:ln>
                <a:solidFill>
                  <a:schemeClr val="tx1"/>
                </a:solidFill>
                <a:effectLst/>
                <a:uLnTx/>
                <a:uFillTx/>
              </a:defRPr>
            </a:lvl1pPr>
            <a:lvl2pPr marL="557227" marR="0" indent="-214319" algn="l" defTabSz="685817"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71"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3pPr>
            <a:lvl4pPr marL="1200180"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4pPr>
            <a:lvl5pPr marL="1543088"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5pPr>
            <a:lvl6pPr marL="0" marR="0" indent="0" algn="l" defTabSz="685817"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17" rtl="0" eaLnBrk="1" fontAlgn="base" latinLnBrk="0" hangingPunct="1">
              <a:lnSpc>
                <a:spcPct val="100000"/>
              </a:lnSpc>
              <a:spcBef>
                <a:spcPct val="20000"/>
              </a:spcBef>
              <a:spcAft>
                <a:spcPct val="0"/>
              </a:spcAft>
              <a:buClrTx/>
              <a:buSzTx/>
              <a:buFontTx/>
              <a:buNone/>
              <a:tabLst/>
              <a:defRPr/>
            </a:lvl8pPr>
            <a:lvl9pPr marL="0" marR="0" indent="0" algn="l" defTabSz="685817" rtl="0" eaLnBrk="1" fontAlgn="base" latinLnBrk="0" hangingPunct="1">
              <a:lnSpc>
                <a:spcPct val="100000"/>
              </a:lnSpc>
              <a:spcBef>
                <a:spcPct val="20000"/>
              </a:spcBef>
              <a:spcAft>
                <a:spcPct val="0"/>
              </a:spcAft>
              <a:buClrTx/>
              <a:buSzTx/>
              <a:buFontTx/>
              <a:buNone/>
              <a:tabLst/>
              <a:defRPr/>
            </a:lvl9pPr>
          </a:lstStyle>
          <a:p>
            <a:pPr marL="257182" marR="0" lvl="0" indent="-257182"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Edit Master text styles</a:t>
            </a:r>
          </a:p>
          <a:p>
            <a:pPr marL="557227" marR="0" lvl="1" indent="-214319" algn="l" defTabSz="685817"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71" marR="0" lvl="2"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Third level</a:t>
            </a:r>
          </a:p>
          <a:p>
            <a:pPr marL="1200180" marR="0" lvl="3"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Fourth level</a:t>
            </a:r>
          </a:p>
          <a:p>
            <a:pPr marL="1543088" marR="0" lvl="4"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Fifth level</a:t>
            </a:r>
          </a:p>
          <a:p>
            <a:pPr marL="1885997" marR="0" lvl="5" indent="-171455"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Level six</a:t>
            </a:r>
          </a:p>
          <a:p>
            <a:pPr marL="0" marR="0" lvl="5" indent="0" algn="l" defTabSz="685817" rtl="0" eaLnBrk="1" fontAlgn="base" latinLnBrk="0" hangingPunct="1">
              <a:lnSpc>
                <a:spcPct val="100000"/>
              </a:lnSpc>
              <a:spcBef>
                <a:spcPct val="20000"/>
              </a:spcBef>
              <a:spcAft>
                <a:spcPct val="0"/>
              </a:spcAft>
              <a:buClrTx/>
              <a:buSzTx/>
              <a:buFontTx/>
              <a:buNone/>
              <a:tabLst/>
              <a:defRPr/>
            </a:pPr>
            <a:r>
              <a:rPr kumimoji="0" lang="en-US" sz="1349" b="1" i="0" u="none" strike="noStrike" kern="0" cap="none" spc="0" normalizeH="0" baseline="0" noProof="0">
                <a:ln>
                  <a:noFill/>
                </a:ln>
                <a:solidFill>
                  <a:schemeClr val="accent3"/>
                </a:solidFill>
                <a:effectLst/>
                <a:uLnTx/>
                <a:uFillTx/>
                <a:latin typeface="+mn-lt"/>
              </a:rPr>
              <a:t>Level seven</a:t>
            </a:r>
          </a:p>
          <a:p>
            <a:pPr marL="0" marR="0" lvl="7" indent="0" algn="l" defTabSz="685817" rtl="0" eaLnBrk="1" fontAlgn="base" latinLnBrk="0" hangingPunct="1">
              <a:lnSpc>
                <a:spcPct val="100000"/>
              </a:lnSpc>
              <a:spcBef>
                <a:spcPct val="20000"/>
              </a:spcBef>
              <a:spcAft>
                <a:spcPct val="0"/>
              </a:spcAft>
              <a:buClrTx/>
              <a:buSzTx/>
              <a:buFontTx/>
              <a:buNone/>
              <a:tabLst/>
              <a:defRPr/>
            </a:pPr>
            <a:r>
              <a:rPr kumimoji="0" lang="en-US" sz="1349" b="0" i="0" u="none" strike="noStrike" kern="0" cap="none" spc="0" normalizeH="0" baseline="0" noProof="0">
                <a:ln>
                  <a:noFill/>
                </a:ln>
                <a:solidFill>
                  <a:srgbClr val="C00000"/>
                </a:solidFill>
                <a:effectLst/>
                <a:uLnTx/>
                <a:uFillTx/>
                <a:latin typeface="+mn-lt"/>
              </a:rPr>
              <a:t>Level eight</a:t>
            </a:r>
          </a:p>
          <a:p>
            <a:pPr marL="0" marR="0" lvl="8" indent="0" algn="l" defTabSz="685817"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242278042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4020" userDrawn="1">
          <p15:clr>
            <a:srgbClr val="FBAE40"/>
          </p15:clr>
        </p15:guide>
        <p15:guide id="6" orient="horz" pos="527"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1246227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5"/>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2" y="0"/>
            <a:ext cx="211668"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fontAlgn="base">
              <a:spcBef>
                <a:spcPct val="0"/>
              </a:spcBef>
              <a:spcAft>
                <a:spcPct val="0"/>
              </a:spcAft>
            </a:pP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9158210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4" name="Slide Number Placeholder 3"/>
          <p:cNvSpPr>
            <a:spLocks noGrp="1"/>
          </p:cNvSpPr>
          <p:nvPr>
            <p:ph type="sldNum" sz="quarter" idx="11"/>
          </p:nvPr>
        </p:nvSpPr>
        <p:spPr/>
        <p:txBody>
          <a:bodyPr/>
          <a:lstStyle/>
          <a:p>
            <a:fld id="{B3CE4FC1-9BFD-4D71-B62C-EB069A42157A}" type="slidenum">
              <a:rPr lang="en-US" smtClean="0">
                <a:solidFill>
                  <a:srgbClr val="000000"/>
                </a:solidFill>
              </a:rPr>
              <a:pPr/>
              <a:t>‹#›</a:t>
            </a:fld>
            <a:endParaRPr lang="en-US">
              <a:solidFill>
                <a:srgbClr val="000000"/>
              </a:solidFill>
            </a:endParaRPr>
          </a:p>
        </p:txBody>
      </p:sp>
      <p:sp>
        <p:nvSpPr>
          <p:cNvPr id="7"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9751848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orient="horz" pos="4020" userDrawn="1">
          <p15:clr>
            <a:srgbClr val="FBAE40"/>
          </p15:clr>
        </p15:guide>
        <p15:guide id="4" pos="190" userDrawn="1">
          <p15:clr>
            <a:srgbClr val="FBAE40"/>
          </p15:clr>
        </p15:guide>
        <p15:guide id="5" pos="1005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7"/>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8" name="Object 7"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7"/>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3" name="Picture 3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 y="7"/>
            <a:ext cx="12192000" cy="6857433"/>
          </a:xfrm>
          <a:prstGeom prst="rect">
            <a:avLst/>
          </a:prstGeom>
          <a:ln>
            <a:noFill/>
          </a:ln>
        </p:spPr>
      </p:pic>
      <p:sp>
        <p:nvSpPr>
          <p:cNvPr id="7" name="Rectangle 6"/>
          <p:cNvSpPr/>
          <p:nvPr/>
        </p:nvSpPr>
        <p:spPr bwMode="auto">
          <a:xfrm>
            <a:off x="2"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1068">
              <a:solidFill>
                <a:srgbClr val="2D2926"/>
              </a:solidFill>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6">
                <a:solidFill>
                  <a:schemeClr val="bg1"/>
                </a:solidFill>
                <a:latin typeface="+mn-lt"/>
              </a:defRPr>
            </a:lvl1pPr>
          </a:lstStyle>
          <a:p>
            <a:endParaRPr lang="en-US">
              <a:solidFill>
                <a:srgbClr val="FFFFFF"/>
              </a:solidFill>
            </a:endParaRPr>
          </a:p>
        </p:txBody>
      </p:sp>
      <p:sp>
        <p:nvSpPr>
          <p:cNvPr id="6" name="Rectangle 5"/>
          <p:cNvSpPr>
            <a:spLocks noGrp="1" noChangeArrowheads="1"/>
          </p:cNvSpPr>
          <p:nvPr>
            <p:ph type="sldNum" sz="quarter" idx="12"/>
          </p:nvPr>
        </p:nvSpPr>
        <p:spPr>
          <a:ln/>
        </p:spPr>
        <p:txBody>
          <a:bodyPr anchor="b"/>
          <a:lstStyle>
            <a:lvl1pPr>
              <a:defRPr sz="676">
                <a:solidFill>
                  <a:schemeClr val="bg1"/>
                </a:solidFill>
                <a:latin typeface="+mn-lt"/>
              </a:defRPr>
            </a:lvl1pPr>
          </a:lstStyle>
          <a:p>
            <a:fld id="{9F560533-324B-4E85-82D9-28A85B605079}" type="slidenum">
              <a:rPr lang="en-US" smtClean="0">
                <a:solidFill>
                  <a:srgbClr val="FFFFFF"/>
                </a:solidFill>
              </a:rPr>
              <a:pPr/>
              <a:t>‹#›</a:t>
            </a:fld>
            <a:endParaRPr lang="en-US">
              <a:solidFill>
                <a:srgbClr val="FFFFFF"/>
              </a:solidFill>
            </a:endParaRPr>
          </a:p>
        </p:txBody>
      </p:sp>
      <p:sp>
        <p:nvSpPr>
          <p:cNvPr id="2" name="Title 1"/>
          <p:cNvSpPr>
            <a:spLocks noGrp="1"/>
          </p:cNvSpPr>
          <p:nvPr>
            <p:ph type="ctrTitle"/>
          </p:nvPr>
        </p:nvSpPr>
        <p:spPr>
          <a:xfrm>
            <a:off x="286572" y="2390408"/>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1"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82" indent="0" algn="ctr">
              <a:buNone/>
              <a:defRPr/>
            </a:lvl2pPr>
            <a:lvl3pPr marL="514362" indent="0" algn="ctr">
              <a:buNone/>
              <a:defRPr/>
            </a:lvl3pPr>
            <a:lvl4pPr marL="771544" indent="0" algn="ctr">
              <a:buNone/>
              <a:defRPr/>
            </a:lvl4pPr>
            <a:lvl5pPr marL="1028726" indent="0" algn="ctr">
              <a:buNone/>
              <a:defRPr/>
            </a:lvl5pPr>
            <a:lvl6pPr marL="1285908" indent="0" algn="ctr">
              <a:buNone/>
              <a:defRPr/>
            </a:lvl6pPr>
            <a:lvl7pPr marL="1543088" indent="0" algn="ctr">
              <a:buNone/>
              <a:defRPr/>
            </a:lvl7pPr>
            <a:lvl8pPr marL="1800271" indent="0" algn="ctr">
              <a:buNone/>
              <a:defRPr/>
            </a:lvl8pPr>
            <a:lvl9pPr marL="2057451" indent="0" algn="ctr">
              <a:buNone/>
              <a:defRPr/>
            </a:lvl9pPr>
          </a:lstStyle>
          <a:p>
            <a:r>
              <a:rPr lang="en-US"/>
              <a:t>Click to edit Master subtitle style</a:t>
            </a:r>
          </a:p>
        </p:txBody>
      </p:sp>
      <p:sp>
        <p:nvSpPr>
          <p:cNvPr id="12" name="Rectangle 11"/>
          <p:cNvSpPr/>
          <p:nvPr/>
        </p:nvSpPr>
        <p:spPr bwMode="auto">
          <a:xfrm>
            <a:off x="5104665"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676">
              <a:solidFill>
                <a:srgbClr val="2D2926"/>
              </a:solidFill>
            </a:endParaRPr>
          </a:p>
        </p:txBody>
      </p:sp>
      <p:pic>
        <p:nvPicPr>
          <p:cNvPr id="9" name="Picture 8"/>
          <p:cNvPicPr>
            <a:picLocks noChangeAspect="1"/>
          </p:cNvPicPr>
          <p:nvPr/>
        </p:nvPicPr>
        <p:blipFill>
          <a:blip r:embed="rId6" cstate="print"/>
          <a:stretch>
            <a:fillRect/>
          </a:stretch>
        </p:blipFill>
        <p:spPr>
          <a:xfrm>
            <a:off x="8429746" y="526501"/>
            <a:ext cx="2876434" cy="756000"/>
          </a:xfrm>
          <a:prstGeom prst="rect">
            <a:avLst/>
          </a:prstGeom>
        </p:spPr>
      </p:pic>
    </p:spTree>
    <p:extLst>
      <p:ext uri="{BB962C8B-B14F-4D97-AF65-F5344CB8AC3E}">
        <p14:creationId xmlns:p14="http://schemas.microsoft.com/office/powerpoint/2010/main" val="351412113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3" name="Object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16327" y="477844"/>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9F560533-324B-4E85-82D9-28A85B605079}" type="slidenum">
              <a:rPr lang="en-US" smtClean="0">
                <a:solidFill>
                  <a:srgbClr val="000000"/>
                </a:solidFill>
              </a:rPr>
              <a:pPr/>
              <a:t>‹#›</a:t>
            </a:fld>
            <a:endParaRPr lang="en-US">
              <a:solidFill>
                <a:srgbClr val="000000"/>
              </a:solidFill>
            </a:endParaRPr>
          </a:p>
        </p:txBody>
      </p:sp>
      <p:pic>
        <p:nvPicPr>
          <p:cNvPr id="7" name="Picture 6"/>
          <p:cNvPicPr>
            <a:picLocks noChangeAspect="1"/>
          </p:cNvPicPr>
          <p:nvPr/>
        </p:nvPicPr>
        <p:blipFill>
          <a:blip r:embed="rId6" cstate="print"/>
          <a:stretch>
            <a:fillRect/>
          </a:stretch>
        </p:blipFill>
        <p:spPr>
          <a:xfrm>
            <a:off x="239188" y="1964571"/>
            <a:ext cx="11713634" cy="65091"/>
          </a:xfrm>
          <a:prstGeom prst="rect">
            <a:avLst/>
          </a:prstGeom>
        </p:spPr>
      </p:pic>
      <p:sp>
        <p:nvSpPr>
          <p:cNvPr id="8" name="Text Placeholder 11"/>
          <p:cNvSpPr>
            <a:spLocks noGrp="1"/>
          </p:cNvSpPr>
          <p:nvPr>
            <p:ph type="body" sz="quarter" idx="13" hasCustomPrompt="1"/>
          </p:nvPr>
        </p:nvSpPr>
        <p:spPr>
          <a:xfrm>
            <a:off x="239188" y="2181578"/>
            <a:ext cx="11713634"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5"/>
            <a:ext cx="11713634" cy="561756"/>
          </a:xfrm>
          <a:prstGeom prst="rect">
            <a:avLst/>
          </a:prstGeom>
        </p:spPr>
        <p:txBody>
          <a:bodyPr vert="horz" anchor="b">
            <a:normAutofit/>
          </a:bodyPr>
          <a:lstStyle>
            <a:lvl1pPr marL="0" indent="0">
              <a:buNone/>
              <a:defRPr sz="1349"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7941807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3" name="Object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4"/>
          <p:cNvGrpSpPr/>
          <p:nvPr/>
        </p:nvGrpSpPr>
        <p:grpSpPr>
          <a:xfrm>
            <a:off x="4584740" y="1178585"/>
            <a:ext cx="7607266" cy="2547334"/>
            <a:chOff x="4242374" y="1266924"/>
            <a:chExt cx="7607265" cy="1277860"/>
          </a:xfrm>
        </p:grpSpPr>
        <p:pic>
          <p:nvPicPr>
            <p:cNvPr id="15"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2"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2" y="1178588"/>
            <a:ext cx="4648132"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6" name="Rectangle 5"/>
          <p:cNvSpPr>
            <a:spLocks noGrp="1" noChangeArrowheads="1"/>
          </p:cNvSpPr>
          <p:nvPr>
            <p:ph type="sldNum" sz="quarter" idx="12"/>
          </p:nvPr>
        </p:nvSpPr>
        <p:spPr>
          <a:ln/>
        </p:spPr>
        <p:txBody>
          <a:bodyPr/>
          <a:lstStyle>
            <a:lvl1pPr>
              <a:defRPr/>
            </a:lvl1pPr>
          </a:lstStyle>
          <a:p>
            <a:fld id="{9F560533-324B-4E85-82D9-28A85B605079}" type="slidenum">
              <a:rPr lang="en-US" smtClean="0">
                <a:solidFill>
                  <a:srgbClr val="000000"/>
                </a:solidFill>
              </a:rPr>
              <a:pPr/>
              <a:t>‹#›</a:t>
            </a:fld>
            <a:endParaRPr lang="en-US">
              <a:solidFill>
                <a:srgbClr val="000000"/>
              </a:solidFill>
            </a:endParaRPr>
          </a:p>
        </p:txBody>
      </p:sp>
      <p:sp>
        <p:nvSpPr>
          <p:cNvPr id="8" name="Text Placeholder 11"/>
          <p:cNvSpPr>
            <a:spLocks noGrp="1"/>
          </p:cNvSpPr>
          <p:nvPr>
            <p:ph type="body" sz="quarter" idx="13" hasCustomPrompt="1"/>
          </p:nvPr>
        </p:nvSpPr>
        <p:spPr>
          <a:xfrm>
            <a:off x="239187"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7" y="1266925"/>
            <a:ext cx="8736139" cy="561756"/>
          </a:xfrm>
          <a:prstGeom prst="rect">
            <a:avLst/>
          </a:prstGeom>
        </p:spPr>
        <p:txBody>
          <a:bodyPr vert="horz" anchor="b">
            <a:normAutofit/>
          </a:bodyPr>
          <a:lstStyle>
            <a:lvl1pPr marL="0" indent="0">
              <a:buNone/>
              <a:defRPr sz="1349"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pic>
        <p:nvPicPr>
          <p:cNvPr id="14" name="Picture 3"/>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13116" r="76604" b="25471"/>
          <a:stretch/>
        </p:blipFill>
        <p:spPr bwMode="auto">
          <a:xfrm>
            <a:off x="11399103" y="3113153"/>
            <a:ext cx="627692"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7"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12467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92" y="1594"/>
          <a:ext cx="1588"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2" y="1594"/>
                        <a:ext cx="1588"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b="1">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9F560533-324B-4E85-82D9-28A85B605079}" type="slidenum">
              <a:rPr lang="en-US" smtClean="0">
                <a:solidFill>
                  <a:srgbClr val="000000"/>
                </a:solidFill>
              </a:rPr>
              <a:pPr/>
              <a:t>‹#›</a:t>
            </a:fld>
            <a:endParaRPr lang="en-US">
              <a:solidFill>
                <a:srgbClr val="000000"/>
              </a:solidFill>
            </a:endParaRPr>
          </a:p>
        </p:txBody>
      </p:sp>
      <p:sp>
        <p:nvSpPr>
          <p:cNvPr id="5" name="Text Placeholder 4"/>
          <p:cNvSpPr>
            <a:spLocks noGrp="1"/>
          </p:cNvSpPr>
          <p:nvPr>
            <p:ph type="body" sz="quarter" idx="13" hasCustomPrompt="1"/>
          </p:nvPr>
        </p:nvSpPr>
        <p:spPr>
          <a:xfrm>
            <a:off x="239187" y="836712"/>
            <a:ext cx="11329424" cy="1655762"/>
          </a:xfrm>
          <a:prstGeom prst="rect">
            <a:avLst/>
          </a:prstGeom>
        </p:spPr>
        <p:txBody>
          <a:bodyPr/>
          <a:lstStyle>
            <a:lvl1pPr marL="0" marR="0" indent="0" algn="l" defTabSz="685817" rtl="0" eaLnBrk="1" fontAlgn="base" latinLnBrk="0" hangingPunct="1">
              <a:lnSpc>
                <a:spcPct val="100000"/>
              </a:lnSpc>
              <a:spcBef>
                <a:spcPct val="20000"/>
              </a:spcBef>
              <a:spcAft>
                <a:spcPct val="0"/>
              </a:spcAft>
              <a:buClr>
                <a:srgbClr val="C00000"/>
              </a:buClr>
              <a:buSzTx/>
              <a:buFontTx/>
              <a:buNone/>
              <a:tabLst/>
              <a:defRPr kumimoji="0" lang="en-US" sz="1349" b="0" i="0" u="none" strike="noStrike" kern="0" cap="none" spc="0" normalizeH="0" baseline="0" noProof="0">
                <a:ln>
                  <a:noFill/>
                </a:ln>
                <a:solidFill>
                  <a:schemeClr val="tx1"/>
                </a:solidFill>
                <a:effectLst/>
                <a:uLnTx/>
                <a:uFillTx/>
              </a:defRPr>
            </a:lvl1pPr>
            <a:lvl2pPr marL="557227" marR="0" indent="-214319" algn="l" defTabSz="685817"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71"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3pPr>
            <a:lvl4pPr marL="1200180"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4pPr>
            <a:lvl5pPr marL="1543088"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5pPr>
            <a:lvl6pPr marL="0" marR="0" indent="0" algn="l" defTabSz="685817"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17" rtl="0" eaLnBrk="1" fontAlgn="base" latinLnBrk="0" hangingPunct="1">
              <a:lnSpc>
                <a:spcPct val="100000"/>
              </a:lnSpc>
              <a:spcBef>
                <a:spcPct val="20000"/>
              </a:spcBef>
              <a:spcAft>
                <a:spcPct val="0"/>
              </a:spcAft>
              <a:buClrTx/>
              <a:buSzTx/>
              <a:buFontTx/>
              <a:buNone/>
              <a:tabLst/>
              <a:defRPr/>
            </a:lvl8pPr>
            <a:lvl9pPr marL="0" marR="0" indent="0" algn="l" defTabSz="685817" rtl="0" eaLnBrk="1" fontAlgn="base" latinLnBrk="0" hangingPunct="1">
              <a:lnSpc>
                <a:spcPct val="100000"/>
              </a:lnSpc>
              <a:spcBef>
                <a:spcPct val="20000"/>
              </a:spcBef>
              <a:spcAft>
                <a:spcPct val="0"/>
              </a:spcAft>
              <a:buClrTx/>
              <a:buSzTx/>
              <a:buFontTx/>
              <a:buNone/>
              <a:tabLst/>
              <a:defRPr/>
            </a:lvl9pPr>
          </a:lstStyle>
          <a:p>
            <a:pPr marL="257182" marR="0" lvl="0" indent="-257182"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Edit Master text styles</a:t>
            </a:r>
          </a:p>
          <a:p>
            <a:pPr marL="557227" marR="0" lvl="1" indent="-214319" algn="l" defTabSz="685817"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71" marR="0" lvl="2"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Third level</a:t>
            </a:r>
          </a:p>
          <a:p>
            <a:pPr marL="1200180" marR="0" lvl="3"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Fourth level</a:t>
            </a:r>
          </a:p>
          <a:p>
            <a:pPr marL="1543088" marR="0" lvl="4"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Fifth level</a:t>
            </a:r>
          </a:p>
          <a:p>
            <a:pPr marL="1885997" marR="0" lvl="5" indent="-171455"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Level six</a:t>
            </a:r>
          </a:p>
          <a:p>
            <a:pPr marL="0" marR="0" lvl="5" indent="0" algn="l" defTabSz="685817" rtl="0" eaLnBrk="1" fontAlgn="base" latinLnBrk="0" hangingPunct="1">
              <a:lnSpc>
                <a:spcPct val="100000"/>
              </a:lnSpc>
              <a:spcBef>
                <a:spcPct val="20000"/>
              </a:spcBef>
              <a:spcAft>
                <a:spcPct val="0"/>
              </a:spcAft>
              <a:buClrTx/>
              <a:buSzTx/>
              <a:buFontTx/>
              <a:buNone/>
              <a:tabLst/>
              <a:defRPr/>
            </a:pPr>
            <a:r>
              <a:rPr kumimoji="0" lang="en-US" sz="1349" b="1" i="0" u="none" strike="noStrike" kern="0" cap="none" spc="0" normalizeH="0" baseline="0" noProof="0">
                <a:ln>
                  <a:noFill/>
                </a:ln>
                <a:solidFill>
                  <a:schemeClr val="accent3"/>
                </a:solidFill>
                <a:effectLst/>
                <a:uLnTx/>
                <a:uFillTx/>
                <a:latin typeface="+mn-lt"/>
              </a:rPr>
              <a:t>Level seven</a:t>
            </a:r>
          </a:p>
          <a:p>
            <a:pPr marL="0" marR="0" lvl="7" indent="0" algn="l" defTabSz="685817" rtl="0" eaLnBrk="1" fontAlgn="base" latinLnBrk="0" hangingPunct="1">
              <a:lnSpc>
                <a:spcPct val="100000"/>
              </a:lnSpc>
              <a:spcBef>
                <a:spcPct val="20000"/>
              </a:spcBef>
              <a:spcAft>
                <a:spcPct val="0"/>
              </a:spcAft>
              <a:buClrTx/>
              <a:buSzTx/>
              <a:buFontTx/>
              <a:buNone/>
              <a:tabLst/>
              <a:defRPr/>
            </a:pPr>
            <a:r>
              <a:rPr kumimoji="0" lang="en-US" sz="1349" b="0" i="0" u="none" strike="noStrike" kern="0" cap="none" spc="0" normalizeH="0" baseline="0" noProof="0">
                <a:ln>
                  <a:noFill/>
                </a:ln>
                <a:solidFill>
                  <a:srgbClr val="C00000"/>
                </a:solidFill>
                <a:effectLst/>
                <a:uLnTx/>
                <a:uFillTx/>
                <a:latin typeface="+mn-lt"/>
              </a:rPr>
              <a:t>Level eight</a:t>
            </a:r>
          </a:p>
          <a:p>
            <a:pPr marL="0" marR="0" lvl="8" indent="0" algn="l" defTabSz="685817"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150250491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4020" userDrawn="1">
          <p15:clr>
            <a:srgbClr val="FBAE40"/>
          </p15:clr>
        </p15:guide>
        <p15:guide id="6" orient="horz" pos="527"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9F560533-324B-4E85-82D9-28A85B605079}"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b="1">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179458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9F560533-324B-4E85-82D9-28A85B605079}"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lgn="l">
              <a:defRPr sz="1500" b="1">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
        <p:nvSpPr>
          <p:cNvPr id="11" name="Text Placeholder 4"/>
          <p:cNvSpPr>
            <a:spLocks noGrp="1"/>
          </p:cNvSpPr>
          <p:nvPr>
            <p:ph type="body" sz="quarter" idx="13"/>
          </p:nvPr>
        </p:nvSpPr>
        <p:spPr>
          <a:xfrm>
            <a:off x="239716" y="686328"/>
            <a:ext cx="10275886" cy="365760"/>
          </a:xfrm>
          <a:prstGeom prst="rect">
            <a:avLst/>
          </a:prstGeom>
        </p:spPr>
        <p:txBody>
          <a:bodyPr/>
          <a:lstStyle>
            <a:lvl1pPr marL="0" indent="0">
              <a:buNone/>
              <a:defRPr sz="1200" b="1"/>
            </a:lvl1pPr>
          </a:lstStyle>
          <a:p>
            <a:pPr lvl="0"/>
            <a:r>
              <a:rPr lang="en-US"/>
              <a:t>Click to edit Master text styles</a:t>
            </a:r>
          </a:p>
        </p:txBody>
      </p:sp>
    </p:spTree>
    <p:extLst>
      <p:ext uri="{BB962C8B-B14F-4D97-AF65-F5344CB8AC3E}">
        <p14:creationId xmlns:p14="http://schemas.microsoft.com/office/powerpoint/2010/main" val="179874060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_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9F560533-324B-4E85-82D9-28A85B605079}"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b="1">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
        <p:nvSpPr>
          <p:cNvPr id="3" name="Rectangle 2"/>
          <p:cNvSpPr/>
          <p:nvPr/>
        </p:nvSpPr>
        <p:spPr bwMode="auto">
          <a:xfrm>
            <a:off x="9833117" y="6368498"/>
            <a:ext cx="1722782" cy="47625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US" sz="1426">
              <a:solidFill>
                <a:srgbClr val="2D2926"/>
              </a:solidFill>
              <a:latin typeface="Arial" charset="0"/>
            </a:endParaRPr>
          </a:p>
        </p:txBody>
      </p:sp>
      <p:sp>
        <p:nvSpPr>
          <p:cNvPr id="5" name="Text Placeholder 4"/>
          <p:cNvSpPr>
            <a:spLocks noGrp="1"/>
          </p:cNvSpPr>
          <p:nvPr>
            <p:ph type="body" sz="quarter" idx="13"/>
          </p:nvPr>
        </p:nvSpPr>
        <p:spPr>
          <a:xfrm>
            <a:off x="239716" y="686328"/>
            <a:ext cx="10275886" cy="365760"/>
          </a:xfrm>
          <a:prstGeom prst="rect">
            <a:avLst/>
          </a:prstGeom>
        </p:spPr>
        <p:txBody>
          <a:bodyPr/>
          <a:lstStyle>
            <a:lvl1pPr marL="0" indent="0">
              <a:buNone/>
              <a:defRPr sz="1200" b="1"/>
            </a:lvl1pPr>
          </a:lstStyle>
          <a:p>
            <a:pPr lvl="0"/>
            <a:r>
              <a:rPr lang="en-US"/>
              <a:t>Click to edit Master text styles</a:t>
            </a:r>
          </a:p>
        </p:txBody>
      </p:sp>
    </p:spTree>
    <p:extLst>
      <p:ext uri="{BB962C8B-B14F-4D97-AF65-F5344CB8AC3E}">
        <p14:creationId xmlns:p14="http://schemas.microsoft.com/office/powerpoint/2010/main" val="19335534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pos="190" userDrawn="1">
          <p15:clr>
            <a:srgbClr val="FBAE40"/>
          </p15:clr>
        </p15:guide>
        <p15:guide id="4" pos="10050"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6" name="Object 5"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hidden="1"/>
          <p:cNvSpPr/>
          <p:nvPr>
            <p:custDataLst>
              <p:tags r:id="rId2"/>
            </p:custDataLst>
          </p:nvPr>
        </p:nvSpPr>
        <p:spPr bwMode="auto">
          <a:xfrm>
            <a:off x="2" y="0"/>
            <a:ext cx="211668"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fontAlgn="base">
              <a:spcBef>
                <a:spcPct val="0"/>
              </a:spcBef>
              <a:spcAft>
                <a:spcPct val="0"/>
              </a:spcAft>
            </a:pP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9F560533-324B-4E85-82D9-28A85B605079}" type="slidenum">
              <a:rPr lang="en-US" smtClean="0">
                <a:solidFill>
                  <a:srgbClr val="000000"/>
                </a:solidFill>
              </a:rPr>
              <a:pPr/>
              <a:t>‹#›</a:t>
            </a:fld>
            <a:endParaRPr lang="en-US">
              <a:solidFill>
                <a:srgbClr val="000000"/>
              </a:solidFill>
            </a:endParaRPr>
          </a:p>
        </p:txBody>
      </p:sp>
      <p:sp>
        <p:nvSpPr>
          <p:cNvPr id="9"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22177704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6" name="Object 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4" name="Slide Number Placeholder 3"/>
          <p:cNvSpPr>
            <a:spLocks noGrp="1"/>
          </p:cNvSpPr>
          <p:nvPr>
            <p:ph type="sldNum" sz="quarter" idx="11"/>
          </p:nvPr>
        </p:nvSpPr>
        <p:spPr/>
        <p:txBody>
          <a:bodyPr/>
          <a:lstStyle/>
          <a:p>
            <a:fld id="{9F560533-324B-4E85-82D9-28A85B605079}" type="slidenum">
              <a:rPr lang="en-US" smtClean="0">
                <a:solidFill>
                  <a:srgbClr val="000000"/>
                </a:solidFill>
              </a:rPr>
              <a:pPr/>
              <a:t>‹#›</a:t>
            </a:fld>
            <a:endParaRPr lang="en-US">
              <a:solidFill>
                <a:srgbClr val="000000"/>
              </a:solidFill>
            </a:endParaRPr>
          </a:p>
        </p:txBody>
      </p:sp>
      <p:sp>
        <p:nvSpPr>
          <p:cNvPr id="7"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9876951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5120" userDrawn="1">
          <p15:clr>
            <a:srgbClr val="FBAE40"/>
          </p15:clr>
        </p15:guide>
        <p15:guide id="3" orient="horz" pos="4020" userDrawn="1">
          <p15:clr>
            <a:srgbClr val="FBAE40"/>
          </p15:clr>
        </p15:guide>
        <p15:guide id="4" pos="190" userDrawn="1">
          <p15:clr>
            <a:srgbClr val="FBAE40"/>
          </p15:clr>
        </p15:guide>
        <p15:guide id="5" pos="10050"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p:nvSpPr>
        <p:spPr bwMode="ltGray">
          <a:xfrm>
            <a:off x="1525" y="1310"/>
            <a:ext cx="4088313"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100000">
                <a:schemeClr val="tx2"/>
              </a:gs>
              <a:gs pos="99000">
                <a:srgbClr val="AF4946"/>
              </a:gs>
              <a:gs pos="79000">
                <a:schemeClr val="tx2"/>
              </a:gs>
              <a:gs pos="100000">
                <a:schemeClr val="accent2"/>
              </a:gs>
            </a:gsLst>
            <a:lin ang="81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750"/>
              </a:spcAft>
            </a:pPr>
            <a:endParaRPr lang="en-US" sz="900">
              <a:solidFill>
                <a:prstClr val="white"/>
              </a:solidFill>
              <a:sym typeface="Trebuchet MS" panose="020B0603020202020204" pitchFamily="34" charset="0"/>
            </a:endParaRPr>
          </a:p>
        </p:txBody>
      </p:sp>
      <p:sp>
        <p:nvSpPr>
          <p:cNvPr id="5" name="Title 4"/>
          <p:cNvSpPr>
            <a:spLocks noGrp="1"/>
          </p:cNvSpPr>
          <p:nvPr>
            <p:ph type="title" hasCustomPrompt="1"/>
          </p:nvPr>
        </p:nvSpPr>
        <p:spPr>
          <a:xfrm>
            <a:off x="630004" y="2764209"/>
            <a:ext cx="2478638" cy="1314311"/>
          </a:xfrm>
          <a:prstGeom prst="rect">
            <a:avLst/>
          </a:prstGeom>
        </p:spPr>
        <p:txBody>
          <a:bodyPr anchor="ctr" anchorCtr="0">
            <a:noAutofit/>
          </a:bodyPr>
          <a:lstStyle>
            <a:lvl1pPr>
              <a:defRPr>
                <a:solidFill>
                  <a:srgbClr val="FFFFFF"/>
                </a:solidFill>
                <a:latin typeface="+mj-lt"/>
              </a:defRPr>
            </a:lvl1pPr>
          </a:lstStyle>
          <a:p>
            <a:r>
              <a:rPr lang="en-US"/>
              <a:t>Click to add title</a:t>
            </a:r>
          </a:p>
        </p:txBody>
      </p:sp>
      <p:sp>
        <p:nvSpPr>
          <p:cNvPr id="19" name="FooterSimple" hidden="1"/>
          <p:cNvSpPr txBox="1"/>
          <p:nvPr>
            <p:custDataLst>
              <p:tags r:id="rId1"/>
            </p:custDataLst>
          </p:nvPr>
        </p:nvSpPr>
        <p:spPr>
          <a:xfrm rot="16200000">
            <a:off x="10561321" y="5130067"/>
            <a:ext cx="2743200" cy="72584"/>
          </a:xfrm>
          <a:prstGeom prst="rect">
            <a:avLst/>
          </a:prstGeom>
          <a:noFill/>
        </p:spPr>
        <p:txBody>
          <a:bodyPr wrap="square" lIns="0" tIns="0" rIns="0" bIns="0" rtlCol="0" anchor="b">
            <a:spAutoFit/>
          </a:bodyPr>
          <a:lstStyle/>
          <a:p>
            <a:pPr>
              <a:lnSpc>
                <a:spcPct val="90000"/>
              </a:lnSpc>
              <a:spcAft>
                <a:spcPts val="450"/>
              </a:spcAft>
            </a:pPr>
            <a:r>
              <a:rPr lang="en-US" sz="524">
                <a:solidFill>
                  <a:prstClr val="white">
                    <a:lumMod val="50000"/>
                  </a:prstClr>
                </a:solidFill>
                <a:sym typeface="Trebuchet MS" panose="020B0603020202020204" pitchFamily="34" charset="0"/>
              </a:rPr>
              <a:t>180211 RAKBANK Strategy 2018-2020_ExCo presentation_vF BSC.pptx</a:t>
            </a:r>
          </a:p>
        </p:txBody>
      </p:sp>
      <p:sp>
        <p:nvSpPr>
          <p:cNvPr id="9" name="Slide Number Placeholder 3"/>
          <p:cNvSpPr>
            <a:spLocks noGrp="1"/>
          </p:cNvSpPr>
          <p:nvPr>
            <p:ph type="sldNum" sz="quarter" idx="11"/>
          </p:nvPr>
        </p:nvSpPr>
        <p:spPr>
          <a:xfrm>
            <a:off x="11664622" y="6400800"/>
            <a:ext cx="527381" cy="457200"/>
          </a:xfrm>
        </p:spPr>
        <p:txBody>
          <a:bodyPr/>
          <a:lstStyle/>
          <a:p>
            <a:fld id="{9F560533-324B-4E85-82D9-28A85B605079}" type="slidenum">
              <a:rPr lang="en-US" smtClean="0">
                <a:solidFill>
                  <a:srgbClr val="000000"/>
                </a:solidFill>
              </a:rPr>
              <a:pPr/>
              <a:t>‹#›</a:t>
            </a:fld>
            <a:endParaRPr lang="en-US">
              <a:solidFill>
                <a:srgbClr val="000000"/>
              </a:solidFill>
            </a:endParaRPr>
          </a:p>
        </p:txBody>
      </p:sp>
      <p:sp>
        <p:nvSpPr>
          <p:cNvPr id="12"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pic>
        <p:nvPicPr>
          <p:cNvPr id="13"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sz="quarter" idx="13"/>
          </p:nvPr>
        </p:nvSpPr>
        <p:spPr>
          <a:xfrm>
            <a:off x="4655444" y="203199"/>
            <a:ext cx="7406640" cy="5943600"/>
          </a:xfrm>
          <a:prstGeom prst="rect">
            <a:avLst/>
          </a:prstGeo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07731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Agenda D. Two-Thirds">
    <p:bg>
      <p:bgPr>
        <a:gradFill>
          <a:gsLst>
            <a:gs pos="100000">
              <a:srgbClr val="C00000"/>
            </a:gs>
            <a:gs pos="8100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92" y="1594"/>
          <a:ext cx="1588"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92" y="1594"/>
                        <a:ext cx="1588" cy="1587"/>
                      </a:xfrm>
                      <a:prstGeom prst="rect">
                        <a:avLst/>
                      </a:prstGeom>
                    </p:spPr>
                  </p:pic>
                </p:oleObj>
              </mc:Fallback>
            </mc:AlternateContent>
          </a:graphicData>
        </a:graphic>
      </p:graphicFrame>
      <p:sp>
        <p:nvSpPr>
          <p:cNvPr id="26" name="Rectangle 25"/>
          <p:cNvSpPr/>
          <p:nvPr/>
        </p:nvSpPr>
        <p:spPr bwMode="ltGray">
          <a:xfrm>
            <a:off x="4080767" y="-1307"/>
            <a:ext cx="8111237" cy="6859309"/>
          </a:xfrm>
          <a:prstGeom prst="rect">
            <a:avLst/>
          </a:prstGeom>
          <a:solidFill>
            <a:schemeClr val="bg1"/>
          </a:solidFill>
          <a:ln>
            <a:noFill/>
          </a:ln>
          <a:effectLst>
            <a:outerShdw blurRad="50800" dist="508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900">
              <a:solidFill>
                <a:prstClr val="white"/>
              </a:solidFill>
              <a:sym typeface="Trebuchet MS" panose="020B0603020202020204" pitchFamily="34" charset="0"/>
            </a:endParaRPr>
          </a:p>
        </p:txBody>
      </p:sp>
      <p:sp>
        <p:nvSpPr>
          <p:cNvPr id="11" name="FooterSimple" hidden="1"/>
          <p:cNvSpPr txBox="1"/>
          <p:nvPr>
            <p:custDataLst>
              <p:tags r:id="rId2"/>
            </p:custDataLst>
          </p:nvPr>
        </p:nvSpPr>
        <p:spPr>
          <a:xfrm rot="16200000">
            <a:off x="10561321" y="5130067"/>
            <a:ext cx="2743200" cy="72584"/>
          </a:xfrm>
          <a:prstGeom prst="rect">
            <a:avLst/>
          </a:prstGeom>
          <a:noFill/>
        </p:spPr>
        <p:txBody>
          <a:bodyPr wrap="square" lIns="0" tIns="0" rIns="0" bIns="0" rtlCol="0" anchor="b">
            <a:spAutoFit/>
          </a:bodyPr>
          <a:lstStyle/>
          <a:p>
            <a:pPr>
              <a:lnSpc>
                <a:spcPct val="90000"/>
              </a:lnSpc>
              <a:spcAft>
                <a:spcPts val="450"/>
              </a:spcAft>
            </a:pPr>
            <a:r>
              <a:rPr lang="en-US" sz="524">
                <a:solidFill>
                  <a:prstClr val="white">
                    <a:lumMod val="50000"/>
                  </a:prstClr>
                </a:solidFill>
                <a:sym typeface="Trebuchet MS" panose="020B0603020202020204" pitchFamily="34" charset="0"/>
              </a:rPr>
              <a:t>180211 RAKBANK Strategy 2018-2020_ExCo presentation_vF BSC.pptx</a:t>
            </a:r>
          </a:p>
        </p:txBody>
      </p:sp>
      <p:sp>
        <p:nvSpPr>
          <p:cNvPr id="9" name="Slide Number Placeholder 3"/>
          <p:cNvSpPr>
            <a:spLocks noGrp="1"/>
          </p:cNvSpPr>
          <p:nvPr>
            <p:ph type="sldNum" sz="quarter" idx="11"/>
          </p:nvPr>
        </p:nvSpPr>
        <p:spPr>
          <a:xfrm>
            <a:off x="11664622" y="6400800"/>
            <a:ext cx="527381" cy="457200"/>
          </a:xfrm>
        </p:spPr>
        <p:txBody>
          <a:bodyPr/>
          <a:lstStyle/>
          <a:p>
            <a:fld id="{9F560533-324B-4E85-82D9-28A85B605079}" type="slidenum">
              <a:rPr lang="en-US" smtClean="0">
                <a:solidFill>
                  <a:srgbClr val="000000"/>
                </a:solidFill>
              </a:rPr>
              <a:pPr/>
              <a:t>‹#›</a:t>
            </a:fld>
            <a:endParaRPr lang="en-US">
              <a:solidFill>
                <a:srgbClr val="000000"/>
              </a:solidFill>
            </a:endParaRPr>
          </a:p>
        </p:txBody>
      </p:sp>
      <p:sp>
        <p:nvSpPr>
          <p:cNvPr id="12"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pic>
        <p:nvPicPr>
          <p:cNvPr id="13"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itle 4"/>
          <p:cNvSpPr>
            <a:spLocks noGrp="1"/>
          </p:cNvSpPr>
          <p:nvPr>
            <p:ph type="title" hasCustomPrompt="1"/>
          </p:nvPr>
        </p:nvSpPr>
        <p:spPr>
          <a:xfrm>
            <a:off x="630004" y="2764209"/>
            <a:ext cx="2478638" cy="1314311"/>
          </a:xfrm>
          <a:prstGeom prst="rect">
            <a:avLst/>
          </a:prstGeom>
        </p:spPr>
        <p:txBody>
          <a:bodyPr anchor="ctr" anchorCtr="0">
            <a:noAutofit/>
          </a:bodyPr>
          <a:lstStyle>
            <a:lvl1pPr>
              <a:defRPr>
                <a:solidFill>
                  <a:srgbClr val="FFFFFF"/>
                </a:solidFill>
                <a:latin typeface="+mj-lt"/>
              </a:defRPr>
            </a:lvl1pPr>
          </a:lstStyle>
          <a:p>
            <a:r>
              <a:rPr lang="en-US"/>
              <a:t>Click to add title</a:t>
            </a:r>
          </a:p>
        </p:txBody>
      </p:sp>
      <p:sp>
        <p:nvSpPr>
          <p:cNvPr id="10" name="Text Placeholder 2"/>
          <p:cNvSpPr>
            <a:spLocks noGrp="1"/>
          </p:cNvSpPr>
          <p:nvPr>
            <p:ph type="body" sz="quarter" idx="13"/>
          </p:nvPr>
        </p:nvSpPr>
        <p:spPr>
          <a:xfrm>
            <a:off x="4655444" y="203199"/>
            <a:ext cx="7406640" cy="5943600"/>
          </a:xfrm>
          <a:prstGeom prst="rect">
            <a:avLst/>
          </a:prstGeo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81244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7"/>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7"/>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 y="7"/>
            <a:ext cx="12192000" cy="6857433"/>
          </a:xfrm>
          <a:prstGeom prst="rect">
            <a:avLst/>
          </a:prstGeom>
          <a:ln>
            <a:noFill/>
          </a:ln>
        </p:spPr>
      </p:pic>
      <p:sp>
        <p:nvSpPr>
          <p:cNvPr id="7" name="Rectangle 6"/>
          <p:cNvSpPr/>
          <p:nvPr/>
        </p:nvSpPr>
        <p:spPr bwMode="auto">
          <a:xfrm>
            <a:off x="2"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38576" tIns="19289" rIns="38576" bIns="19289" numCol="1" rtlCol="0" anchor="ctr" anchorCtr="0" compatLnSpc="1">
            <a:prstTxWarp prst="textNoShape">
              <a:avLst/>
            </a:prstTxWarp>
          </a:bodyPr>
          <a:lstStyle/>
          <a:p>
            <a:pPr algn="ctr" defTabSz="385774"/>
            <a:endParaRPr lang="en-GB" sz="802">
              <a:solidFill>
                <a:srgbClr val="2D2926"/>
              </a:solidFill>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507">
                <a:solidFill>
                  <a:schemeClr val="bg1"/>
                </a:solidFill>
                <a:latin typeface="+mn-lt"/>
              </a:defRPr>
            </a:lvl1pPr>
          </a:lstStyle>
          <a:p>
            <a:endParaRPr lang="en-US">
              <a:solidFill>
                <a:srgbClr val="FFFFFF"/>
              </a:solidFill>
            </a:endParaRPr>
          </a:p>
        </p:txBody>
      </p:sp>
      <p:sp>
        <p:nvSpPr>
          <p:cNvPr id="6" name="Rectangle 5"/>
          <p:cNvSpPr>
            <a:spLocks noGrp="1" noChangeArrowheads="1"/>
          </p:cNvSpPr>
          <p:nvPr>
            <p:ph type="sldNum" sz="quarter" idx="12"/>
          </p:nvPr>
        </p:nvSpPr>
        <p:spPr>
          <a:ln/>
        </p:spPr>
        <p:txBody>
          <a:bodyPr anchor="b"/>
          <a:lstStyle>
            <a:lvl1pPr>
              <a:defRPr sz="507">
                <a:solidFill>
                  <a:schemeClr val="bg1"/>
                </a:solidFill>
                <a:latin typeface="+mn-lt"/>
              </a:defRPr>
            </a:lvl1pPr>
          </a:lstStyle>
          <a:p>
            <a:fld id="{B3CE4FC1-9BFD-4D71-B62C-EB069A42157A}" type="slidenum">
              <a:rPr lang="en-US" smtClean="0">
                <a:solidFill>
                  <a:srgbClr val="FFFFFF"/>
                </a:solidFill>
              </a:rPr>
              <a:pPr/>
              <a:t>‹#›</a:t>
            </a:fld>
            <a:endParaRPr lang="en-US">
              <a:solidFill>
                <a:srgbClr val="FFFFFF"/>
              </a:solidFill>
            </a:endParaRPr>
          </a:p>
        </p:txBody>
      </p:sp>
      <p:sp>
        <p:nvSpPr>
          <p:cNvPr id="2" name="Title 1"/>
          <p:cNvSpPr>
            <a:spLocks noGrp="1"/>
          </p:cNvSpPr>
          <p:nvPr>
            <p:ph type="ctrTitle"/>
          </p:nvPr>
        </p:nvSpPr>
        <p:spPr>
          <a:xfrm>
            <a:off x="286572" y="2390408"/>
            <a:ext cx="11616000" cy="1918823"/>
          </a:xfrm>
          <a:prstGeom prst="rect">
            <a:avLst/>
          </a:prstGeom>
        </p:spPr>
        <p:txBody>
          <a:bodyPr anchor="ctr"/>
          <a:lstStyle>
            <a:lvl1pPr algn="l">
              <a:defRPr sz="1575"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788" b="1">
                <a:solidFill>
                  <a:schemeClr val="bg1"/>
                </a:solidFill>
                <a:effectLst>
                  <a:outerShdw blurRad="38100" dist="38100" dir="2700000" algn="tl">
                    <a:srgbClr val="000000">
                      <a:alpha val="43137"/>
                    </a:srgbClr>
                  </a:outerShdw>
                </a:effectLst>
                <a:latin typeface="Calibri" panose="020F0502020204030204" pitchFamily="34" charset="0"/>
              </a:defRPr>
            </a:lvl1pPr>
            <a:lvl2pPr marL="192886" indent="0" algn="ctr">
              <a:buNone/>
              <a:defRPr/>
            </a:lvl2pPr>
            <a:lvl3pPr marL="385774" indent="0" algn="ctr">
              <a:buNone/>
              <a:defRPr/>
            </a:lvl3pPr>
            <a:lvl4pPr marL="578658" indent="0" algn="ctr">
              <a:buNone/>
              <a:defRPr/>
            </a:lvl4pPr>
            <a:lvl5pPr marL="771544" indent="0" algn="ctr">
              <a:buNone/>
              <a:defRPr/>
            </a:lvl5pPr>
            <a:lvl6pPr marL="964430" indent="0" algn="ctr">
              <a:buNone/>
              <a:defRPr/>
            </a:lvl6pPr>
            <a:lvl7pPr marL="1157318" indent="0" algn="ctr">
              <a:buNone/>
              <a:defRPr/>
            </a:lvl7pPr>
            <a:lvl8pPr marL="1350204" indent="0" algn="ctr">
              <a:buNone/>
              <a:defRPr/>
            </a:lvl8pPr>
            <a:lvl9pPr marL="1543088" indent="0" algn="ctr">
              <a:buNone/>
              <a:defRPr/>
            </a:lvl9pPr>
          </a:lstStyle>
          <a:p>
            <a:r>
              <a:rPr lang="en-US"/>
              <a:t>Click to edit Master subtitle style</a:t>
            </a:r>
          </a:p>
        </p:txBody>
      </p:sp>
      <p:sp>
        <p:nvSpPr>
          <p:cNvPr id="12" name="Rectangle 11"/>
          <p:cNvSpPr/>
          <p:nvPr/>
        </p:nvSpPr>
        <p:spPr bwMode="auto">
          <a:xfrm>
            <a:off x="5104665"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38576" tIns="19289" rIns="38576" bIns="19289" numCol="1" rtlCol="0" anchor="ctr" anchorCtr="0" compatLnSpc="1">
            <a:prstTxWarp prst="textNoShape">
              <a:avLst/>
            </a:prstTxWarp>
          </a:bodyPr>
          <a:lstStyle/>
          <a:p>
            <a:pPr algn="ctr" defTabSz="385774"/>
            <a:endParaRPr lang="en-GB" sz="507">
              <a:solidFill>
                <a:srgbClr val="2D2926"/>
              </a:solidFill>
            </a:endParaRPr>
          </a:p>
        </p:txBody>
      </p:sp>
      <p:pic>
        <p:nvPicPr>
          <p:cNvPr id="9" name="Picture 8"/>
          <p:cNvPicPr>
            <a:picLocks noChangeAspect="1"/>
          </p:cNvPicPr>
          <p:nvPr/>
        </p:nvPicPr>
        <p:blipFill>
          <a:blip r:embed="rId6"/>
          <a:stretch>
            <a:fillRect/>
          </a:stretch>
        </p:blipFill>
        <p:spPr>
          <a:xfrm>
            <a:off x="8429746" y="526501"/>
            <a:ext cx="2876434" cy="756000"/>
          </a:xfrm>
          <a:prstGeom prst="rect">
            <a:avLst/>
          </a:prstGeom>
        </p:spPr>
      </p:pic>
      <p:pic>
        <p:nvPicPr>
          <p:cNvPr id="11" name="Picture 10"/>
          <p:cNvPicPr>
            <a:picLocks noChangeAspect="1"/>
          </p:cNvPicPr>
          <p:nvPr/>
        </p:nvPicPr>
        <p:blipFill rotWithShape="1">
          <a:blip r:embed="rId7">
            <a:extLst>
              <a:ext uri="{28A0092B-C50C-407E-A947-70E740481C1C}">
                <a14:useLocalDpi xmlns:a14="http://schemas.microsoft.com/office/drawing/2010/main" val="0"/>
              </a:ext>
            </a:extLst>
          </a:blip>
          <a:srcRect l="37353" t="8741" r="101" b="27"/>
          <a:stretch/>
        </p:blipFill>
        <p:spPr bwMode="ltGray">
          <a:xfrm rot="16200000" flipH="1">
            <a:off x="9058187" y="-962476"/>
            <a:ext cx="369901" cy="5915488"/>
          </a:xfrm>
          <a:prstGeom prst="rect">
            <a:avLst/>
          </a:prstGeom>
        </p:spPr>
      </p:pic>
    </p:spTree>
    <p:extLst>
      <p:ext uri="{BB962C8B-B14F-4D97-AF65-F5344CB8AC3E}">
        <p14:creationId xmlns:p14="http://schemas.microsoft.com/office/powerpoint/2010/main" val="23928182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a:endParaRPr lang="en-GB" sz="1068">
              <a:solidFill>
                <a:srgbClr val="2D2926"/>
              </a:solidFill>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7" y="477844"/>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7" name="Picture 6"/>
          <p:cNvPicPr>
            <a:picLocks noChangeAspect="1"/>
          </p:cNvPicPr>
          <p:nvPr/>
        </p:nvPicPr>
        <p:blipFill>
          <a:blip r:embed="rId6"/>
          <a:stretch>
            <a:fillRect/>
          </a:stretch>
        </p:blipFill>
        <p:spPr>
          <a:xfrm>
            <a:off x="239188" y="1964571"/>
            <a:ext cx="11713634" cy="65091"/>
          </a:xfrm>
          <a:prstGeom prst="rect">
            <a:avLst/>
          </a:prstGeom>
        </p:spPr>
      </p:pic>
      <p:sp>
        <p:nvSpPr>
          <p:cNvPr id="8" name="Text Placeholder 11"/>
          <p:cNvSpPr>
            <a:spLocks noGrp="1"/>
          </p:cNvSpPr>
          <p:nvPr>
            <p:ph type="body" sz="quarter" idx="13" hasCustomPrompt="1"/>
          </p:nvPr>
        </p:nvSpPr>
        <p:spPr>
          <a:xfrm>
            <a:off x="239188" y="2181578"/>
            <a:ext cx="11713634" cy="1463446"/>
          </a:xfrm>
          <a:prstGeom prst="rect">
            <a:avLst/>
          </a:prstGeom>
        </p:spPr>
        <p:txBody>
          <a:bodyPr vert="horz">
            <a:normAutofit/>
          </a:bodyPr>
          <a:lstStyle>
            <a:lvl1pPr marL="0" indent="0">
              <a:buNone/>
              <a:defRPr sz="1801"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5"/>
            <a:ext cx="11713634" cy="561756"/>
          </a:xfrm>
          <a:prstGeom prst="rect">
            <a:avLst/>
          </a:prstGeom>
        </p:spPr>
        <p:txBody>
          <a:bodyPr vert="horz" anchor="b">
            <a:normAutofit/>
          </a:bodyPr>
          <a:lstStyle>
            <a:lvl1pPr marL="0" indent="0">
              <a:buNone/>
              <a:defRPr sz="1013"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4040549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5"/>
                        <a:ext cx="2116" cy="1587"/>
                      </a:xfrm>
                      <a:prstGeom prst="rect">
                        <a:avLst/>
                      </a:prstGeom>
                    </p:spPr>
                  </p:pic>
                </p:oleObj>
              </mc:Fallback>
            </mc:AlternateContent>
          </a:graphicData>
        </a:graphic>
      </p:graphicFrame>
      <p:grpSp>
        <p:nvGrpSpPr>
          <p:cNvPr id="2" name="Group 1"/>
          <p:cNvGrpSpPr/>
          <p:nvPr/>
        </p:nvGrpSpPr>
        <p:grpSpPr>
          <a:xfrm>
            <a:off x="0" y="1178585"/>
            <a:ext cx="12192000" cy="2547336"/>
            <a:chOff x="0" y="1178584"/>
            <a:chExt cx="12192000" cy="2547336"/>
          </a:xfrm>
        </p:grpSpPr>
        <p:grpSp>
          <p:nvGrpSpPr>
            <p:cNvPr id="5" name="Group 4"/>
            <p:cNvGrpSpPr/>
            <p:nvPr/>
          </p:nvGrpSpPr>
          <p:grpSpPr>
            <a:xfrm>
              <a:off x="4584735" y="1178585"/>
              <a:ext cx="7607265" cy="1277860"/>
              <a:chOff x="4242374" y="1266924"/>
              <a:chExt cx="7607265" cy="1277860"/>
            </a:xfrm>
          </p:grpSpPr>
          <p:pic>
            <p:nvPicPr>
              <p:cNvPr id="1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69032" y="2448060"/>
              <a:ext cx="7607265" cy="1277860"/>
              <a:chOff x="4242374" y="1266924"/>
              <a:chExt cx="7607265" cy="1277860"/>
            </a:xfrm>
          </p:grpSpPr>
          <p:pic>
            <p:nvPicPr>
              <p:cNvPr id="24"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8" y="2453554"/>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a:endParaRPr lang="en-GB" sz="1068">
              <a:solidFill>
                <a:srgbClr val="2D2926"/>
              </a:solidFill>
            </a:endParaRPr>
          </a:p>
        </p:txBody>
      </p:sp>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8" name="Text Placeholder 11"/>
          <p:cNvSpPr>
            <a:spLocks noGrp="1"/>
          </p:cNvSpPr>
          <p:nvPr>
            <p:ph type="body" sz="quarter" idx="13" hasCustomPrompt="1"/>
          </p:nvPr>
        </p:nvSpPr>
        <p:spPr>
          <a:xfrm>
            <a:off x="239187" y="2181578"/>
            <a:ext cx="8736139" cy="1463446"/>
          </a:xfrm>
          <a:prstGeom prst="rect">
            <a:avLst/>
          </a:prstGeom>
        </p:spPr>
        <p:txBody>
          <a:bodyPr vert="horz">
            <a:normAutofit/>
          </a:bodyPr>
          <a:lstStyle>
            <a:lvl1pPr marL="0" indent="0">
              <a:buNone/>
              <a:defRPr sz="1801"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7" y="1266925"/>
            <a:ext cx="8736139" cy="561756"/>
          </a:xfrm>
          <a:prstGeom prst="rect">
            <a:avLst/>
          </a:prstGeom>
        </p:spPr>
        <p:txBody>
          <a:bodyPr vert="horz" anchor="b">
            <a:normAutofit/>
          </a:bodyPr>
          <a:lstStyle>
            <a:lvl1pPr marL="0" indent="0">
              <a:buNone/>
              <a:defRPr sz="1013"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pic>
        <p:nvPicPr>
          <p:cNvPr id="14"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13116" r="76604" b="25471"/>
          <a:stretch/>
        </p:blipFill>
        <p:spPr bwMode="auto">
          <a:xfrm>
            <a:off x="11399103" y="3113153"/>
            <a:ext cx="627692"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7"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231436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92" y="1594"/>
          <a:ext cx="1588"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92" y="1594"/>
                        <a:ext cx="1588" cy="1587"/>
                      </a:xfrm>
                      <a:prstGeom prst="rect">
                        <a:avLst/>
                      </a:prstGeom>
                    </p:spPr>
                  </p:pic>
                </p:oleObj>
              </mc:Fallback>
            </mc:AlternateContent>
          </a:graphicData>
        </a:graphic>
      </p:graphicFrame>
      <p:sp>
        <p:nvSpPr>
          <p:cNvPr id="6"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125">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5" name="Text Placeholder 4"/>
          <p:cNvSpPr>
            <a:spLocks noGrp="1"/>
          </p:cNvSpPr>
          <p:nvPr>
            <p:ph type="body" sz="quarter" idx="13" hasCustomPrompt="1"/>
          </p:nvPr>
        </p:nvSpPr>
        <p:spPr>
          <a:xfrm>
            <a:off x="239187" y="836712"/>
            <a:ext cx="11329424" cy="1655762"/>
          </a:xfrm>
          <a:prstGeom prst="rect">
            <a:avLst/>
          </a:prstGeom>
        </p:spPr>
        <p:txBody>
          <a:bodyPr/>
          <a:lstStyle>
            <a:lvl1pPr marL="0" marR="0" indent="0" algn="l" defTabSz="514362" rtl="0" eaLnBrk="1" fontAlgn="base" latinLnBrk="0" hangingPunct="1">
              <a:lnSpc>
                <a:spcPct val="100000"/>
              </a:lnSpc>
              <a:spcBef>
                <a:spcPct val="20000"/>
              </a:spcBef>
              <a:spcAft>
                <a:spcPct val="0"/>
              </a:spcAft>
              <a:buClr>
                <a:srgbClr val="C00000"/>
              </a:buClr>
              <a:buSzTx/>
              <a:buFontTx/>
              <a:buNone/>
              <a:tabLst/>
              <a:defRPr kumimoji="0" lang="en-US" sz="1013" b="0" i="0" u="none" strike="noStrike" kern="0" cap="none" spc="0" normalizeH="0" baseline="0" noProof="0">
                <a:ln>
                  <a:noFill/>
                </a:ln>
                <a:solidFill>
                  <a:schemeClr val="tx1"/>
                </a:solidFill>
                <a:effectLst/>
                <a:uLnTx/>
                <a:uFillTx/>
              </a:defRPr>
            </a:lvl1pPr>
            <a:lvl2pPr marL="417920" marR="0" indent="-160740" algn="l" defTabSz="514362" rtl="0" eaLnBrk="1" fontAlgn="base" latinLnBrk="0" hangingPunct="1">
              <a:lnSpc>
                <a:spcPct val="100000"/>
              </a:lnSpc>
              <a:spcBef>
                <a:spcPct val="20000"/>
              </a:spcBef>
              <a:spcAft>
                <a:spcPct val="0"/>
              </a:spcAft>
              <a:buClr>
                <a:srgbClr val="C00000"/>
              </a:buClr>
              <a:buSzTx/>
              <a:buFontTx/>
              <a:buChar char="–"/>
              <a:tabLst/>
              <a:defRPr kumimoji="0" lang="en-US" sz="900" b="0" i="0" u="none" strike="noStrike" kern="0" cap="none" spc="0" normalizeH="0" baseline="0" noProof="0">
                <a:ln>
                  <a:noFill/>
                </a:ln>
                <a:solidFill>
                  <a:schemeClr val="tx1"/>
                </a:solidFill>
                <a:effectLst/>
                <a:uLnTx/>
                <a:uFillTx/>
              </a:defRPr>
            </a:lvl2pPr>
            <a:lvl3pPr marL="642954" marR="0" indent="-128592" algn="l" defTabSz="514362" rtl="0" eaLnBrk="1" fontAlgn="base" latinLnBrk="0" hangingPunct="1">
              <a:lnSpc>
                <a:spcPct val="100000"/>
              </a:lnSpc>
              <a:spcBef>
                <a:spcPct val="20000"/>
              </a:spcBef>
              <a:spcAft>
                <a:spcPct val="0"/>
              </a:spcAft>
              <a:buClr>
                <a:srgbClr val="C00000"/>
              </a:buClr>
              <a:buSzTx/>
              <a:buFontTx/>
              <a:buChar char="•"/>
              <a:tabLst/>
              <a:defRPr kumimoji="0" lang="en-US" sz="788" b="0" i="0" u="none" strike="noStrike" kern="0" cap="none" spc="0" normalizeH="0" baseline="0" noProof="0">
                <a:ln>
                  <a:noFill/>
                </a:ln>
                <a:solidFill>
                  <a:schemeClr val="tx1"/>
                </a:solidFill>
                <a:effectLst/>
                <a:uLnTx/>
                <a:uFillTx/>
              </a:defRPr>
            </a:lvl3pPr>
            <a:lvl4pPr marL="900136" marR="0" indent="-128592" algn="l" defTabSz="514362" rtl="0" eaLnBrk="1" fontAlgn="base" latinLnBrk="0" hangingPunct="1">
              <a:lnSpc>
                <a:spcPct val="100000"/>
              </a:lnSpc>
              <a:spcBef>
                <a:spcPct val="20000"/>
              </a:spcBef>
              <a:spcAft>
                <a:spcPct val="0"/>
              </a:spcAft>
              <a:buClr>
                <a:srgbClr val="C00000"/>
              </a:buClr>
              <a:buSzTx/>
              <a:buFontTx/>
              <a:buChar char="–"/>
              <a:tabLst/>
              <a:defRPr kumimoji="0" lang="en-US" sz="788" b="0" i="0" u="none" strike="noStrike" kern="0" cap="none" spc="0" normalizeH="0" baseline="0" noProof="0">
                <a:ln>
                  <a:noFill/>
                </a:ln>
                <a:solidFill>
                  <a:schemeClr val="tx1"/>
                </a:solidFill>
                <a:effectLst/>
                <a:uLnTx/>
                <a:uFillTx/>
              </a:defRPr>
            </a:lvl4pPr>
            <a:lvl5pPr marL="1157318" marR="0" indent="-128592" algn="l" defTabSz="514362" rtl="0" eaLnBrk="1" fontAlgn="base" latinLnBrk="0" hangingPunct="1">
              <a:lnSpc>
                <a:spcPct val="100000"/>
              </a:lnSpc>
              <a:spcBef>
                <a:spcPct val="20000"/>
              </a:spcBef>
              <a:spcAft>
                <a:spcPct val="0"/>
              </a:spcAft>
              <a:buClr>
                <a:srgbClr val="C00000"/>
              </a:buClr>
              <a:buSzTx/>
              <a:buFontTx/>
              <a:buChar char="»"/>
              <a:tabLst/>
              <a:defRPr kumimoji="0" lang="en-US" sz="788" b="0" i="0" u="none" strike="noStrike" kern="0" cap="none" spc="0" normalizeH="0" baseline="0" noProof="0">
                <a:ln>
                  <a:noFill/>
                </a:ln>
                <a:solidFill>
                  <a:schemeClr val="tx1"/>
                </a:solidFill>
                <a:effectLst/>
                <a:uLnTx/>
                <a:uFillTx/>
              </a:defRPr>
            </a:lvl5pPr>
            <a:lvl6pPr marL="0" marR="0" indent="0" algn="l" defTabSz="514362"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514362" rtl="0" eaLnBrk="1" fontAlgn="base" latinLnBrk="0" hangingPunct="1">
              <a:lnSpc>
                <a:spcPct val="100000"/>
              </a:lnSpc>
              <a:spcBef>
                <a:spcPct val="20000"/>
              </a:spcBef>
              <a:spcAft>
                <a:spcPct val="0"/>
              </a:spcAft>
              <a:buClrTx/>
              <a:buSzTx/>
              <a:buFontTx/>
              <a:buNone/>
              <a:tabLst/>
              <a:defRPr/>
            </a:lvl8pPr>
            <a:lvl9pPr marL="0" marR="0" indent="0" algn="l" defTabSz="514362" rtl="0" eaLnBrk="1" fontAlgn="base" latinLnBrk="0" hangingPunct="1">
              <a:lnSpc>
                <a:spcPct val="100000"/>
              </a:lnSpc>
              <a:spcBef>
                <a:spcPct val="20000"/>
              </a:spcBef>
              <a:spcAft>
                <a:spcPct val="0"/>
              </a:spcAft>
              <a:buClrTx/>
              <a:buSzTx/>
              <a:buFontTx/>
              <a:buNone/>
              <a:tabLst/>
              <a:defRPr/>
            </a:lvl9pPr>
          </a:lstStyle>
          <a:p>
            <a:pPr marL="192886" marR="0" lvl="0" indent="-192886" algn="l" defTabSz="514362" rtl="0" eaLnBrk="1" fontAlgn="base" latinLnBrk="0" hangingPunct="1">
              <a:lnSpc>
                <a:spcPct val="100000"/>
              </a:lnSpc>
              <a:spcBef>
                <a:spcPct val="20000"/>
              </a:spcBef>
              <a:spcAft>
                <a:spcPct val="0"/>
              </a:spcAft>
              <a:buClrTx/>
              <a:buSzTx/>
              <a:buFontTx/>
              <a:buChar char="•"/>
              <a:tabLst/>
              <a:defRPr/>
            </a:pPr>
            <a:r>
              <a:rPr kumimoji="0" lang="en-US" sz="1013" b="0" i="0" u="none" strike="noStrike" kern="0" cap="none" spc="0" normalizeH="0" baseline="0" noProof="0">
                <a:ln>
                  <a:noFill/>
                </a:ln>
                <a:solidFill>
                  <a:srgbClr val="575757"/>
                </a:solidFill>
                <a:effectLst/>
                <a:uLnTx/>
                <a:uFillTx/>
                <a:latin typeface="+mn-lt"/>
              </a:rPr>
              <a:t>Edit Master text styles</a:t>
            </a:r>
          </a:p>
          <a:p>
            <a:pPr marL="417920" marR="0" lvl="1" indent="-160740" algn="l" defTabSz="514362" rtl="0" eaLnBrk="1" fontAlgn="base" latinLnBrk="0" hangingPunct="1">
              <a:lnSpc>
                <a:spcPct val="100000"/>
              </a:lnSpc>
              <a:spcBef>
                <a:spcPct val="20000"/>
              </a:spcBef>
              <a:spcAft>
                <a:spcPct val="0"/>
              </a:spcAft>
              <a:buClrTx/>
              <a:buSzTx/>
              <a:buFontTx/>
              <a:buChar char="–"/>
              <a:tabLst/>
              <a:defRPr/>
            </a:pPr>
            <a:r>
              <a:rPr kumimoji="0" lang="en-US" sz="900" b="0" i="0" u="none" strike="noStrike" kern="0" cap="none" spc="0" normalizeH="0" baseline="0" noProof="0">
                <a:ln>
                  <a:noFill/>
                </a:ln>
                <a:solidFill>
                  <a:srgbClr val="575757"/>
                </a:solidFill>
                <a:effectLst/>
                <a:uLnTx/>
                <a:uFillTx/>
                <a:latin typeface="+mn-lt"/>
              </a:rPr>
              <a:t>Second level</a:t>
            </a:r>
          </a:p>
          <a:p>
            <a:pPr marL="642954" marR="0" lvl="2" indent="-128592" algn="l" defTabSz="514362" rtl="0" eaLnBrk="1" fontAlgn="base" latinLnBrk="0" hangingPunct="1">
              <a:lnSpc>
                <a:spcPct val="100000"/>
              </a:lnSpc>
              <a:spcBef>
                <a:spcPct val="20000"/>
              </a:spcBef>
              <a:spcAft>
                <a:spcPct val="0"/>
              </a:spcAft>
              <a:buClrTx/>
              <a:buSzTx/>
              <a:buFontTx/>
              <a:buChar char="•"/>
              <a:tabLst/>
              <a:defRPr/>
            </a:pPr>
            <a:r>
              <a:rPr kumimoji="0" lang="en-US" sz="788" b="0" i="0" u="none" strike="noStrike" kern="0" cap="none" spc="0" normalizeH="0" baseline="0" noProof="0">
                <a:ln>
                  <a:noFill/>
                </a:ln>
                <a:solidFill>
                  <a:srgbClr val="575757"/>
                </a:solidFill>
                <a:effectLst/>
                <a:uLnTx/>
                <a:uFillTx/>
                <a:latin typeface="+mn-lt"/>
              </a:rPr>
              <a:t>Third level</a:t>
            </a:r>
          </a:p>
          <a:p>
            <a:pPr marL="900136" marR="0" lvl="3" indent="-128592" algn="l" defTabSz="514362" rtl="0" eaLnBrk="1" fontAlgn="base" latinLnBrk="0" hangingPunct="1">
              <a:lnSpc>
                <a:spcPct val="100000"/>
              </a:lnSpc>
              <a:spcBef>
                <a:spcPct val="20000"/>
              </a:spcBef>
              <a:spcAft>
                <a:spcPct val="0"/>
              </a:spcAft>
              <a:buClrTx/>
              <a:buSzTx/>
              <a:buFontTx/>
              <a:buChar char="–"/>
              <a:tabLst/>
              <a:defRPr/>
            </a:pPr>
            <a:r>
              <a:rPr kumimoji="0" lang="en-US" sz="788" b="0" i="0" u="none" strike="noStrike" kern="0" cap="none" spc="0" normalizeH="0" baseline="0" noProof="0">
                <a:ln>
                  <a:noFill/>
                </a:ln>
                <a:solidFill>
                  <a:srgbClr val="575757"/>
                </a:solidFill>
                <a:effectLst/>
                <a:uLnTx/>
                <a:uFillTx/>
                <a:latin typeface="+mn-lt"/>
              </a:rPr>
              <a:t>Fourth level</a:t>
            </a:r>
          </a:p>
          <a:p>
            <a:pPr marL="1157318" marR="0" lvl="4" indent="-128592" algn="l" defTabSz="514362" rtl="0" eaLnBrk="1" fontAlgn="base" latinLnBrk="0" hangingPunct="1">
              <a:lnSpc>
                <a:spcPct val="100000"/>
              </a:lnSpc>
              <a:spcBef>
                <a:spcPct val="20000"/>
              </a:spcBef>
              <a:spcAft>
                <a:spcPct val="0"/>
              </a:spcAft>
              <a:buClrTx/>
              <a:buSzTx/>
              <a:buFontTx/>
              <a:buChar char="»"/>
              <a:tabLst/>
              <a:defRPr/>
            </a:pPr>
            <a:r>
              <a:rPr kumimoji="0" lang="en-US" sz="788" b="0" i="0" u="none" strike="noStrike" kern="0" cap="none" spc="0" normalizeH="0" baseline="0" noProof="0">
                <a:ln>
                  <a:noFill/>
                </a:ln>
                <a:solidFill>
                  <a:srgbClr val="575757"/>
                </a:solidFill>
                <a:effectLst/>
                <a:uLnTx/>
                <a:uFillTx/>
                <a:latin typeface="+mn-lt"/>
              </a:rPr>
              <a:t>Fifth level</a:t>
            </a:r>
          </a:p>
          <a:p>
            <a:pPr marL="1414499" marR="0" lvl="5" indent="-128592" algn="l" defTabSz="514362" rtl="0" eaLnBrk="1" fontAlgn="base" latinLnBrk="0" hangingPunct="1">
              <a:lnSpc>
                <a:spcPct val="100000"/>
              </a:lnSpc>
              <a:spcBef>
                <a:spcPct val="20000"/>
              </a:spcBef>
              <a:spcAft>
                <a:spcPct val="0"/>
              </a:spcAft>
              <a:buClrTx/>
              <a:buSzTx/>
              <a:buFontTx/>
              <a:buChar char="»"/>
              <a:tabLst/>
              <a:defRPr/>
            </a:pPr>
            <a:r>
              <a:rPr kumimoji="0" lang="en-US" sz="1013" b="0" i="0" u="none" strike="noStrike" kern="0" cap="none" spc="0" normalizeH="0" baseline="0" noProof="0">
                <a:ln>
                  <a:noFill/>
                </a:ln>
                <a:solidFill>
                  <a:srgbClr val="575757"/>
                </a:solidFill>
                <a:effectLst/>
                <a:uLnTx/>
                <a:uFillTx/>
                <a:latin typeface="+mn-lt"/>
              </a:rPr>
              <a:t>Level six</a:t>
            </a:r>
          </a:p>
          <a:p>
            <a:pPr marL="0" marR="0" lvl="5" indent="0" algn="l" defTabSz="514362" rtl="0" eaLnBrk="1" fontAlgn="base" latinLnBrk="0" hangingPunct="1">
              <a:lnSpc>
                <a:spcPct val="100000"/>
              </a:lnSpc>
              <a:spcBef>
                <a:spcPct val="20000"/>
              </a:spcBef>
              <a:spcAft>
                <a:spcPct val="0"/>
              </a:spcAft>
              <a:buClrTx/>
              <a:buSzTx/>
              <a:buFontTx/>
              <a:buNone/>
              <a:tabLst/>
              <a:defRPr/>
            </a:pPr>
            <a:r>
              <a:rPr kumimoji="0" lang="en-US" sz="1013" b="1" i="0" u="none" strike="noStrike" kern="0" cap="none" spc="0" normalizeH="0" baseline="0" noProof="0">
                <a:ln>
                  <a:noFill/>
                </a:ln>
                <a:solidFill>
                  <a:schemeClr val="accent3"/>
                </a:solidFill>
                <a:effectLst/>
                <a:uLnTx/>
                <a:uFillTx/>
                <a:latin typeface="+mn-lt"/>
              </a:rPr>
              <a:t>Level seven</a:t>
            </a:r>
          </a:p>
          <a:p>
            <a:pPr marL="0" marR="0" lvl="7" indent="0" algn="l" defTabSz="514362" rtl="0" eaLnBrk="1" fontAlgn="base" latinLnBrk="0" hangingPunct="1">
              <a:lnSpc>
                <a:spcPct val="100000"/>
              </a:lnSpc>
              <a:spcBef>
                <a:spcPct val="20000"/>
              </a:spcBef>
              <a:spcAft>
                <a:spcPct val="0"/>
              </a:spcAft>
              <a:buClrTx/>
              <a:buSzTx/>
              <a:buFontTx/>
              <a:buNone/>
              <a:tabLst/>
              <a:defRPr/>
            </a:pPr>
            <a:r>
              <a:rPr kumimoji="0" lang="en-US" sz="1013" b="0" i="0" u="none" strike="noStrike" kern="0" cap="none" spc="0" normalizeH="0" baseline="0" noProof="0">
                <a:ln>
                  <a:noFill/>
                </a:ln>
                <a:solidFill>
                  <a:srgbClr val="C00000"/>
                </a:solidFill>
                <a:effectLst/>
                <a:uLnTx/>
                <a:uFillTx/>
                <a:latin typeface="+mn-lt"/>
              </a:rPr>
              <a:t>Level eight</a:t>
            </a:r>
          </a:p>
          <a:p>
            <a:pPr marL="0" marR="0" lvl="8" indent="0" algn="l" defTabSz="514362" rtl="0" eaLnBrk="1" fontAlgn="base" latinLnBrk="0" hangingPunct="1">
              <a:lnSpc>
                <a:spcPct val="100000"/>
              </a:lnSpc>
              <a:spcBef>
                <a:spcPct val="20000"/>
              </a:spcBef>
              <a:spcAft>
                <a:spcPct val="0"/>
              </a:spcAft>
              <a:buClrTx/>
              <a:buSzTx/>
              <a:buFontTx/>
              <a:buNone/>
              <a:tabLst/>
              <a:defRPr/>
            </a:pPr>
            <a:r>
              <a:rPr kumimoji="0" lang="en-US" sz="9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19381902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6827" userDrawn="1">
          <p15:clr>
            <a:srgbClr val="FBAE40"/>
          </p15:clr>
        </p15:guide>
        <p15:guide id="3" pos="254" userDrawn="1">
          <p15:clr>
            <a:srgbClr val="FBAE40"/>
          </p15:clr>
        </p15:guide>
        <p15:guide id="4" pos="13399" userDrawn="1">
          <p15:clr>
            <a:srgbClr val="FBAE40"/>
          </p15:clr>
        </p15:guide>
        <p15:guide id="5" orient="horz" pos="4020" userDrawn="1">
          <p15:clr>
            <a:srgbClr val="FBAE40"/>
          </p15:clr>
        </p15:guide>
        <p15:guide id="6" orient="horz" pos="527"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125">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353846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6827" userDrawn="1">
          <p15:clr>
            <a:srgbClr val="FBAE40"/>
          </p15:clr>
        </p15:guide>
        <p15:guide id="3" pos="254" userDrawn="1">
          <p15:clr>
            <a:srgbClr val="FBAE40"/>
          </p15:clr>
        </p15:guide>
        <p15:guide id="4" pos="13399"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5"/>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2" y="0"/>
            <a:ext cx="211668"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a:endParaRPr lang="en-GB" sz="564">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80643020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a:endParaRPr lang="en-GB" sz="1068">
              <a:solidFill>
                <a:srgbClr val="2D2926"/>
              </a:solidFill>
            </a:endParaRPr>
          </a:p>
        </p:txBody>
      </p:sp>
      <p:sp>
        <p:nvSpPr>
          <p:cNvPr id="4" name="Slide Number Placeholder 3"/>
          <p:cNvSpPr>
            <a:spLocks noGrp="1"/>
          </p:cNvSpPr>
          <p:nvPr>
            <p:ph type="sldNum" sz="quarter" idx="11"/>
          </p:nvPr>
        </p:nvSpPr>
        <p:spPr/>
        <p:txBody>
          <a:bodyPr/>
          <a:lstStyle/>
          <a:p>
            <a:fld id="{B3CE4FC1-9BFD-4D71-B62C-EB069A42157A}" type="slidenum">
              <a:rPr lang="en-US" smtClean="0">
                <a:solidFill>
                  <a:srgbClr val="000000"/>
                </a:solidFill>
              </a:rPr>
              <a:pPr/>
              <a:t>‹#›</a:t>
            </a:fld>
            <a:endParaRPr lang="en-US">
              <a:solidFill>
                <a:srgbClr val="000000"/>
              </a:solidFill>
            </a:endParaRPr>
          </a:p>
        </p:txBody>
      </p:sp>
      <p:sp>
        <p:nvSpPr>
          <p:cNvPr id="7"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4811284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6827" userDrawn="1">
          <p15:clr>
            <a:srgbClr val="FBAE40"/>
          </p15:clr>
        </p15:guide>
        <p15:guide id="3" orient="horz" pos="4020" userDrawn="1">
          <p15:clr>
            <a:srgbClr val="FBAE40"/>
          </p15:clr>
        </p15:guide>
        <p15:guide id="4" pos="254" userDrawn="1">
          <p15:clr>
            <a:srgbClr val="FBAE40"/>
          </p15:clr>
        </p15:guide>
        <p15:guide id="5" pos="13399"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Arrow half">
    <p:bg>
      <p:bgPr>
        <a:gradFill flip="none" rotWithShape="1">
          <a:gsLst>
            <a:gs pos="0">
              <a:srgbClr val="ED1D24"/>
            </a:gs>
            <a:gs pos="100000">
              <a:srgbClr val="870B0E"/>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3772988-BAC3-45EB-8F49-ECA66C3B6F60}"/>
              </a:ext>
            </a:extLst>
          </p:cNvPr>
          <p:cNvGraphicFramePr>
            <a:graphicFrameLocks noChangeAspect="1"/>
          </p:cNvGraphicFramePr>
          <p:nvPr>
            <p:custDataLst>
              <p:tags r:id="rId1"/>
            </p:custDataLst>
          </p:nvPr>
        </p:nvGraphicFramePr>
        <p:xfrm>
          <a:off x="1594"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93772988-BAC3-45EB-8F49-ECA66C3B6F60}"/>
                          </a:ext>
                        </a:extLst>
                      </p:cNvPr>
                      <p:cNvPicPr/>
                      <p:nvPr/>
                    </p:nvPicPr>
                    <p:blipFill>
                      <a:blip r:embed="rId4"/>
                      <a:stretch>
                        <a:fillRect/>
                      </a:stretch>
                    </p:blipFill>
                    <p:spPr>
                      <a:xfrm>
                        <a:off x="1594" y="1588"/>
                        <a:ext cx="1588" cy="1588"/>
                      </a:xfrm>
                      <a:prstGeom prst="rect">
                        <a:avLst/>
                      </a:prstGeom>
                    </p:spPr>
                  </p:pic>
                </p:oleObj>
              </mc:Fallback>
            </mc:AlternateContent>
          </a:graphicData>
        </a:graphic>
      </p:graphicFrame>
      <p:sp>
        <p:nvSpPr>
          <p:cNvPr id="18" name="Copyright" hidden="1"/>
          <p:cNvSpPr txBox="1"/>
          <p:nvPr/>
        </p:nvSpPr>
        <p:spPr>
          <a:xfrm rot="16200000">
            <a:off x="9486906" y="3943625"/>
            <a:ext cx="5133975" cy="54695"/>
          </a:xfrm>
          <a:prstGeom prst="rect">
            <a:avLst/>
          </a:prstGeom>
          <a:noFill/>
        </p:spPr>
        <p:txBody>
          <a:bodyPr wrap="square" lIns="0" tIns="0" rIns="0" bIns="0" rtlCol="0" anchor="t">
            <a:spAutoFit/>
          </a:bodyPr>
          <a:lstStyle/>
          <a:p>
            <a:pPr>
              <a:lnSpc>
                <a:spcPct val="90000"/>
              </a:lnSpc>
              <a:spcAft>
                <a:spcPts val="338"/>
              </a:spcAft>
            </a:pPr>
            <a:r>
              <a:rPr lang="en-US" sz="395">
                <a:solidFill>
                  <a:srgbClr val="FFFFFF"/>
                </a:solidFill>
                <a:latin typeface="Calibri"/>
                <a:sym typeface="Trebuchet MS" panose="020B0603020202020204" pitchFamily="34" charset="0"/>
              </a:rPr>
              <a:t>Copyright © 2022 by Boston Consulting Group. All rights reserved.</a:t>
            </a:r>
          </a:p>
        </p:txBody>
      </p:sp>
      <p:sp>
        <p:nvSpPr>
          <p:cNvPr id="14" name="Pentagon 8"/>
          <p:cNvSpPr/>
          <p:nvPr/>
        </p:nvSpPr>
        <p:spPr bwMode="white">
          <a:xfrm>
            <a:off x="2" y="0"/>
            <a:ext cx="6363547"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564"/>
              </a:spcAft>
            </a:pPr>
            <a:endParaRPr lang="en-US" sz="676">
              <a:solidFill>
                <a:prstClr val="white"/>
              </a:solidFill>
              <a:sym typeface="Trebuchet MS" panose="020B0603020202020204" pitchFamily="34" charset="0"/>
            </a:endParaRPr>
          </a:p>
        </p:txBody>
      </p:sp>
      <p:sp>
        <p:nvSpPr>
          <p:cNvPr id="16" name="Title 2"/>
          <p:cNvSpPr>
            <a:spLocks noGrp="1"/>
          </p:cNvSpPr>
          <p:nvPr>
            <p:ph type="title" hasCustomPrompt="1"/>
          </p:nvPr>
        </p:nvSpPr>
        <p:spPr>
          <a:xfrm>
            <a:off x="630004" y="622800"/>
            <a:ext cx="4673646" cy="26494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1913" b="0" i="0" u="none" kern="1200" spc="0">
                <a:solidFill>
                  <a:srgbClr val="ED1D24"/>
                </a:solidFill>
                <a:latin typeface="+mj-lt"/>
                <a:ea typeface="+mj-ea"/>
                <a:cs typeface="+mj-cs"/>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804" y="3589607"/>
            <a:ext cx="1365252"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203FE9-A075-4BF8-987F-E3175D587168}"/>
              </a:ext>
            </a:extLst>
          </p:cNvPr>
          <p:cNvSpPr txBox="1"/>
          <p:nvPr/>
        </p:nvSpPr>
        <p:spPr>
          <a:xfrm>
            <a:off x="11757837" y="6728653"/>
            <a:ext cx="381001" cy="86819"/>
          </a:xfrm>
          <a:prstGeom prst="rect">
            <a:avLst/>
          </a:prstGeom>
          <a:noFill/>
        </p:spPr>
        <p:txBody>
          <a:bodyPr wrap="square" lIns="0" tIns="0" rIns="0" bIns="0" rtlCol="0" anchor="b">
            <a:spAutoFit/>
          </a:bodyPr>
          <a:lstStyle/>
          <a:p>
            <a:pPr algn="r" defTabSz="514362" fontAlgn="auto">
              <a:spcBef>
                <a:spcPts val="0"/>
              </a:spcBef>
              <a:spcAft>
                <a:spcPts val="0"/>
              </a:spcAft>
              <a:defRPr/>
            </a:pPr>
            <a:fld id="{DFCF27A5-1A5B-48D3-A060-2758FFBB1ADD}" type="slidenum">
              <a:rPr lang="en-US" sz="564" smtClean="0">
                <a:solidFill>
                  <a:srgbClr val="FFFFFF"/>
                </a:solidFill>
                <a:latin typeface="Calibri"/>
                <a:sym typeface="Trebuchet MS" panose="020B0603020202020204" pitchFamily="34" charset="0"/>
              </a:rPr>
              <a:pPr algn="r" defTabSz="514362" fontAlgn="auto">
                <a:spcBef>
                  <a:spcPts val="0"/>
                </a:spcBef>
                <a:spcAft>
                  <a:spcPts val="0"/>
                </a:spcAft>
                <a:defRPr/>
              </a:pPr>
              <a:t>‹#›</a:t>
            </a:fld>
            <a:endParaRPr lang="en-US" sz="564">
              <a:solidFill>
                <a:srgbClr val="FFFFFF"/>
              </a:solidFill>
              <a:latin typeface="Calibri"/>
              <a:sym typeface="Trebuchet MS" panose="020B0603020202020204" pitchFamily="34" charset="0"/>
            </a:endParaRPr>
          </a:p>
        </p:txBody>
      </p:sp>
      <p:pic>
        <p:nvPicPr>
          <p:cNvPr id="12" name="Picture 11">
            <a:extLst>
              <a:ext uri="{FF2B5EF4-FFF2-40B4-BE49-F238E27FC236}">
                <a16:creationId xmlns:a16="http://schemas.microsoft.com/office/drawing/2014/main" id="{DB280514-AAB0-4C3F-BD7F-3099741B263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23666" t="40333" b="40333"/>
          <a:stretch/>
        </p:blipFill>
        <p:spPr>
          <a:xfrm>
            <a:off x="10109202" y="6445250"/>
            <a:ext cx="1454151" cy="368300"/>
          </a:xfrm>
          <a:prstGeom prst="rect">
            <a:avLst/>
          </a:prstGeom>
        </p:spPr>
      </p:pic>
    </p:spTree>
    <p:extLst>
      <p:ext uri="{BB962C8B-B14F-4D97-AF65-F5344CB8AC3E}">
        <p14:creationId xmlns:p14="http://schemas.microsoft.com/office/powerpoint/2010/main" val="15329773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8" name="Object 7"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3"/>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3" name="Picture 3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 y="2"/>
            <a:ext cx="12192000" cy="6857433"/>
          </a:xfrm>
          <a:prstGeom prst="rect">
            <a:avLst/>
          </a:prstGeom>
          <a:ln>
            <a:noFill/>
          </a:ln>
        </p:spPr>
      </p:pic>
      <p:sp>
        <p:nvSpPr>
          <p:cNvPr id="7" name="Rectangle 6"/>
          <p:cNvSpPr/>
          <p:nvPr/>
        </p:nvSpPr>
        <p:spPr bwMode="auto">
          <a:xfrm>
            <a:off x="2"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marL="0" marR="0" indent="0" algn="ctr" defTabSz="685817" rtl="0" eaLnBrk="1" fontAlgn="base" latinLnBrk="0" hangingPunct="1">
              <a:lnSpc>
                <a:spcPct val="100000"/>
              </a:lnSpc>
              <a:spcBef>
                <a:spcPct val="0"/>
              </a:spcBef>
              <a:spcAft>
                <a:spcPct val="0"/>
              </a:spcAft>
              <a:buClrTx/>
              <a:buSzTx/>
              <a:buFontTx/>
              <a:buNone/>
              <a:tabLst/>
            </a:pPr>
            <a:endParaRPr kumimoji="0" lang="en-GB" sz="1426" b="0" i="0" u="none" strike="noStrike" cap="none" normalizeH="0" baseline="0">
              <a:ln>
                <a:noFill/>
              </a:ln>
              <a:solidFill>
                <a:schemeClr val="tx1"/>
              </a:solidFill>
              <a:effectLst/>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900">
                <a:solidFill>
                  <a:schemeClr val="bg1"/>
                </a:solidFill>
                <a:latin typeface="+mn-lt"/>
              </a:defRPr>
            </a:lvl1pPr>
          </a:lstStyle>
          <a:p>
            <a:endParaRPr lang="en-US"/>
          </a:p>
        </p:txBody>
      </p:sp>
      <p:sp>
        <p:nvSpPr>
          <p:cNvPr id="6" name="Rectangle 5"/>
          <p:cNvSpPr>
            <a:spLocks noGrp="1" noChangeArrowheads="1"/>
          </p:cNvSpPr>
          <p:nvPr>
            <p:ph type="sldNum" sz="quarter" idx="12"/>
          </p:nvPr>
        </p:nvSpPr>
        <p:spPr>
          <a:ln/>
        </p:spPr>
        <p:txBody>
          <a:bodyPr anchor="b"/>
          <a:lstStyle>
            <a:lvl1pPr>
              <a:defRPr sz="900">
                <a:solidFill>
                  <a:schemeClr val="bg1"/>
                </a:solidFill>
                <a:latin typeface="+mn-lt"/>
              </a:defRPr>
            </a:lvl1pPr>
          </a:lstStyle>
          <a:p>
            <a:fld id="{5A4A7955-6230-48B4-BD8B-A7C460F75945}" type="slidenum">
              <a:rPr lang="en-US" smtClean="0"/>
              <a:t>‹#›</a:t>
            </a:fld>
            <a:endParaRPr lang="en-US"/>
          </a:p>
        </p:txBody>
      </p:sp>
      <p:sp>
        <p:nvSpPr>
          <p:cNvPr id="2" name="Title 1"/>
          <p:cNvSpPr>
            <a:spLocks noGrp="1"/>
          </p:cNvSpPr>
          <p:nvPr>
            <p:ph type="ctrTitle"/>
          </p:nvPr>
        </p:nvSpPr>
        <p:spPr>
          <a:xfrm>
            <a:off x="286572" y="2390404"/>
            <a:ext cx="11616000" cy="1918823"/>
          </a:xfrm>
          <a:prstGeom prst="rect">
            <a:avLst/>
          </a:prstGeom>
        </p:spPr>
        <p:txBody>
          <a:bodyPr anchor="ctr"/>
          <a:lstStyle>
            <a:lvl1pPr algn="l">
              <a:defRPr sz="28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401" b="1">
                <a:solidFill>
                  <a:schemeClr val="bg1"/>
                </a:solidFill>
                <a:effectLst>
                  <a:outerShdw blurRad="38100" dist="38100" dir="2700000" algn="tl">
                    <a:srgbClr val="000000">
                      <a:alpha val="43137"/>
                    </a:srgbClr>
                  </a:outerShdw>
                </a:effectLst>
                <a:latin typeface="Calibri" panose="020F0502020204030204" pitchFamily="34" charset="0"/>
              </a:defRPr>
            </a:lvl1pPr>
            <a:lvl2pPr marL="342909" indent="0" algn="ctr">
              <a:buNone/>
              <a:defRPr/>
            </a:lvl2pPr>
            <a:lvl3pPr marL="685817" indent="0" algn="ctr">
              <a:buNone/>
              <a:defRPr/>
            </a:lvl3pPr>
            <a:lvl4pPr marL="1028726" indent="0" algn="ctr">
              <a:buNone/>
              <a:defRPr/>
            </a:lvl4pPr>
            <a:lvl5pPr marL="1371635" indent="0" algn="ctr">
              <a:buNone/>
              <a:defRPr/>
            </a:lvl5pPr>
            <a:lvl6pPr marL="1714542" indent="0" algn="ctr">
              <a:buNone/>
              <a:defRPr/>
            </a:lvl6pPr>
            <a:lvl7pPr marL="2057451" indent="0" algn="ctr">
              <a:buNone/>
              <a:defRPr/>
            </a:lvl7pPr>
            <a:lvl8pPr marL="2400361" indent="0" algn="ctr">
              <a:buNone/>
              <a:defRPr/>
            </a:lvl8pPr>
            <a:lvl9pPr marL="2743268" indent="0" algn="ctr">
              <a:buNone/>
              <a:defRPr/>
            </a:lvl9pPr>
          </a:lstStyle>
          <a:p>
            <a:r>
              <a:rPr lang="en-US"/>
              <a:t>Click to edit Master subtitle style</a:t>
            </a:r>
          </a:p>
        </p:txBody>
      </p:sp>
      <p:sp>
        <p:nvSpPr>
          <p:cNvPr id="12" name="Rectangle 11"/>
          <p:cNvSpPr/>
          <p:nvPr/>
        </p:nvSpPr>
        <p:spPr bwMode="auto">
          <a:xfrm>
            <a:off x="5104663"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marL="0" marR="0" indent="0" algn="ctr" defTabSz="685817" rtl="0" eaLnBrk="1" fontAlgn="base" latinLnBrk="0" hangingPunct="1">
              <a:lnSpc>
                <a:spcPct val="100000"/>
              </a:lnSpc>
              <a:spcBef>
                <a:spcPct val="0"/>
              </a:spcBef>
              <a:spcAft>
                <a:spcPct val="0"/>
              </a:spcAft>
              <a:buClrTx/>
              <a:buSzTx/>
              <a:buFontTx/>
              <a:buNone/>
              <a:tabLst/>
            </a:pPr>
            <a:endParaRPr kumimoji="0" lang="en-GB" sz="900" b="0" i="0" u="none" strike="noStrike" cap="none" normalizeH="0" baseline="0">
              <a:ln>
                <a:noFill/>
              </a:ln>
              <a:solidFill>
                <a:schemeClr val="tx1"/>
              </a:solidFill>
              <a:effectLst/>
              <a:latin typeface="+mn-lt"/>
            </a:endParaRPr>
          </a:p>
        </p:txBody>
      </p:sp>
      <p:pic>
        <p:nvPicPr>
          <p:cNvPr id="9" name="Picture 8"/>
          <p:cNvPicPr>
            <a:picLocks noChangeAspect="1"/>
          </p:cNvPicPr>
          <p:nvPr/>
        </p:nvPicPr>
        <p:blipFill>
          <a:blip r:embed="rId6" cstate="print"/>
          <a:stretch>
            <a:fillRect/>
          </a:stretch>
        </p:blipFill>
        <p:spPr>
          <a:xfrm>
            <a:off x="8429744" y="526501"/>
            <a:ext cx="2876434" cy="756000"/>
          </a:xfrm>
          <a:prstGeom prst="rect">
            <a:avLst/>
          </a:prstGeom>
        </p:spPr>
      </p:pic>
      <p:pic>
        <p:nvPicPr>
          <p:cNvPr id="11" name="Picture 10"/>
          <p:cNvPicPr>
            <a:picLocks noChangeAspect="1"/>
          </p:cNvPicPr>
          <p:nvPr/>
        </p:nvPicPr>
        <p:blipFill rotWithShape="1">
          <a:blip r:embed="rId7" cstate="print">
            <a:extLst>
              <a:ext uri="{28A0092B-C50C-407E-A947-70E740481C1C}">
                <a14:useLocalDpi xmlns:a14="http://schemas.microsoft.com/office/drawing/2010/main" val="0"/>
              </a:ext>
            </a:extLst>
          </a:blip>
          <a:srcRect l="37353" t="8741" r="101" b="27"/>
          <a:stretch/>
        </p:blipFill>
        <p:spPr bwMode="ltGray">
          <a:xfrm rot="16200000" flipH="1">
            <a:off x="9058184" y="-962476"/>
            <a:ext cx="369901" cy="5915488"/>
          </a:xfrm>
          <a:prstGeom prst="rect">
            <a:avLst/>
          </a:prstGeom>
        </p:spPr>
      </p:pic>
    </p:spTree>
    <p:extLst>
      <p:ext uri="{BB962C8B-B14F-4D97-AF65-F5344CB8AC3E}">
        <p14:creationId xmlns:p14="http://schemas.microsoft.com/office/powerpoint/2010/main" val="192875893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168319507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3" name="Object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1"/>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1" rIns="91440" bIns="45721" numCol="1" rtlCol="0" anchor="ctr" anchorCtr="0" compatLnSpc="1">
            <a:prstTxWarp prst="textNoShape">
              <a:avLst/>
            </a:prstTxWarp>
          </a:bodyPr>
          <a:lstStyle/>
          <a:p>
            <a:pPr marL="0" marR="0" indent="0" algn="ctr" defTabSz="914422" rtl="0" eaLnBrk="1" fontAlgn="base" latinLnBrk="0" hangingPunct="1">
              <a:lnSpc>
                <a:spcPct val="100000"/>
              </a:lnSpc>
              <a:spcBef>
                <a:spcPct val="0"/>
              </a:spcBef>
              <a:spcAft>
                <a:spcPct val="0"/>
              </a:spcAft>
              <a:buClrTx/>
              <a:buSzTx/>
              <a:buFontTx/>
              <a:buNone/>
              <a:tabLst/>
            </a:pPr>
            <a:endParaRPr kumimoji="0" lang="en-GB" sz="1900" b="0" i="0" u="none" strike="noStrike" cap="none" normalizeH="0" baseline="0">
              <a:ln>
                <a:noFill/>
              </a:ln>
              <a:solidFill>
                <a:schemeClr val="tx1"/>
              </a:solidFill>
              <a:effectLst/>
              <a:latin typeface="Arial" charset="0"/>
            </a:endParaRPr>
          </a:p>
        </p:txBody>
      </p:sp>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16326" y="477839"/>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5A4A7955-6230-48B4-BD8B-A7C460F75945}" type="slidenum">
              <a:rPr lang="en-US" smtClean="0"/>
              <a:t>‹#›</a:t>
            </a:fld>
            <a:endParaRPr lang="en-US"/>
          </a:p>
        </p:txBody>
      </p:sp>
      <p:pic>
        <p:nvPicPr>
          <p:cNvPr id="7" name="Picture 6"/>
          <p:cNvPicPr>
            <a:picLocks noChangeAspect="1"/>
          </p:cNvPicPr>
          <p:nvPr/>
        </p:nvPicPr>
        <p:blipFill>
          <a:blip r:embed="rId6" cstate="print"/>
          <a:stretch>
            <a:fillRect/>
          </a:stretch>
        </p:blipFill>
        <p:spPr>
          <a:xfrm>
            <a:off x="239188" y="1964569"/>
            <a:ext cx="11713634" cy="65091"/>
          </a:xfrm>
          <a:prstGeom prst="rect">
            <a:avLst/>
          </a:prstGeom>
        </p:spPr>
      </p:pic>
      <p:sp>
        <p:nvSpPr>
          <p:cNvPr id="8" name="Text Placeholder 11"/>
          <p:cNvSpPr>
            <a:spLocks noGrp="1"/>
          </p:cNvSpPr>
          <p:nvPr>
            <p:ph type="body" sz="quarter" idx="13" hasCustomPrompt="1"/>
          </p:nvPr>
        </p:nvSpPr>
        <p:spPr>
          <a:xfrm>
            <a:off x="239188" y="2181578"/>
            <a:ext cx="11713634" cy="1463446"/>
          </a:xfrm>
          <a:prstGeom prst="rect">
            <a:avLst/>
          </a:prstGeom>
        </p:spPr>
        <p:txBody>
          <a:bodyPr vert="horz">
            <a:normAutofit/>
          </a:bodyPr>
          <a:lstStyle>
            <a:lvl1pPr marL="0" indent="0">
              <a:buNone/>
              <a:defRPr sz="32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5"/>
            <a:ext cx="11713634" cy="561756"/>
          </a:xfrm>
          <a:prstGeom prst="rect">
            <a:avLst/>
          </a:prstGeom>
        </p:spPr>
        <p:txBody>
          <a:bodyPr vert="horz" anchor="b">
            <a:normAutofit/>
          </a:bodyPr>
          <a:lstStyle>
            <a:lvl1pPr marL="0" indent="0">
              <a:buNone/>
              <a:defRPr sz="1801"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5406114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2156270080"/>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3" name="Object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1"/>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3" name="Group 32"/>
          <p:cNvGrpSpPr/>
          <p:nvPr/>
        </p:nvGrpSpPr>
        <p:grpSpPr>
          <a:xfrm>
            <a:off x="0" y="1178585"/>
            <a:ext cx="12192000" cy="2547336"/>
            <a:chOff x="0" y="1249608"/>
            <a:chExt cx="12192000" cy="2547336"/>
          </a:xfrm>
        </p:grpSpPr>
        <p:grpSp>
          <p:nvGrpSpPr>
            <p:cNvPr id="5" name="Group 4"/>
            <p:cNvGrpSpPr/>
            <p:nvPr/>
          </p:nvGrpSpPr>
          <p:grpSpPr>
            <a:xfrm>
              <a:off x="4584735" y="1249609"/>
              <a:ext cx="7607265" cy="1277860"/>
              <a:chOff x="4242374" y="1266924"/>
              <a:chExt cx="7607265" cy="1277860"/>
            </a:xfrm>
          </p:grpSpPr>
          <p:pic>
            <p:nvPicPr>
              <p:cNvPr id="15"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82284" y="2519084"/>
              <a:ext cx="7607265" cy="1277860"/>
              <a:chOff x="4242374" y="1266924"/>
              <a:chExt cx="7607265" cy="1277860"/>
            </a:xfrm>
          </p:grpSpPr>
          <p:pic>
            <p:nvPicPr>
              <p:cNvPr id="24"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662758" y="2524578"/>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0" y="1249608"/>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1" rIns="91440" bIns="45721" numCol="1" rtlCol="0" anchor="ctr" anchorCtr="0" compatLnSpc="1">
            <a:prstTxWarp prst="textNoShape">
              <a:avLst/>
            </a:prstTxWarp>
          </a:bodyPr>
          <a:lstStyle/>
          <a:p>
            <a:pPr marL="0" marR="0" indent="0" algn="ctr" defTabSz="914422" rtl="0" eaLnBrk="1" fontAlgn="base" latinLnBrk="0" hangingPunct="1">
              <a:lnSpc>
                <a:spcPct val="100000"/>
              </a:lnSpc>
              <a:spcBef>
                <a:spcPct val="0"/>
              </a:spcBef>
              <a:spcAft>
                <a:spcPct val="0"/>
              </a:spcAft>
              <a:buClrTx/>
              <a:buSzTx/>
              <a:buFontTx/>
              <a:buNone/>
              <a:tabLst/>
            </a:pPr>
            <a:endParaRPr kumimoji="0" lang="en-GB" sz="1900" b="0" i="0" u="none" strike="noStrike" cap="none" normalizeH="0" baseline="0">
              <a:ln>
                <a:noFill/>
              </a:ln>
              <a:solidFill>
                <a:schemeClr val="tx1"/>
              </a:solidFill>
              <a:effectLst/>
              <a:latin typeface="Arial" charset="0"/>
            </a:endParaRPr>
          </a:p>
        </p:txBody>
      </p:sp>
      <p:sp>
        <p:nvSpPr>
          <p:cNvPr id="6" name="Rectangle 5"/>
          <p:cNvSpPr>
            <a:spLocks noGrp="1" noChangeArrowheads="1"/>
          </p:cNvSpPr>
          <p:nvPr>
            <p:ph type="sldNum" sz="quarter" idx="12"/>
          </p:nvPr>
        </p:nvSpPr>
        <p:spPr>
          <a:ln/>
        </p:spPr>
        <p:txBody>
          <a:bodyPr/>
          <a:lstStyle>
            <a:lvl1pPr>
              <a:defRPr/>
            </a:lvl1pPr>
          </a:lstStyle>
          <a:p>
            <a:fld id="{5A4A7955-6230-48B4-BD8B-A7C460F75945}" type="slidenum">
              <a:rPr lang="en-US" smtClean="0"/>
              <a:t>‹#›</a:t>
            </a:fld>
            <a:endParaRPr lang="en-US"/>
          </a:p>
        </p:txBody>
      </p:sp>
      <p:sp>
        <p:nvSpPr>
          <p:cNvPr id="8" name="Text Placeholder 11"/>
          <p:cNvSpPr>
            <a:spLocks noGrp="1"/>
          </p:cNvSpPr>
          <p:nvPr>
            <p:ph type="body" sz="quarter" idx="13" hasCustomPrompt="1"/>
          </p:nvPr>
        </p:nvSpPr>
        <p:spPr>
          <a:xfrm>
            <a:off x="239187" y="2181578"/>
            <a:ext cx="8736139" cy="1463446"/>
          </a:xfrm>
          <a:prstGeom prst="rect">
            <a:avLst/>
          </a:prstGeom>
        </p:spPr>
        <p:txBody>
          <a:bodyPr vert="horz">
            <a:normAutofit/>
          </a:bodyPr>
          <a:lstStyle>
            <a:lvl1pPr marL="0" indent="0">
              <a:buNone/>
              <a:defRPr sz="32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7" y="1266925"/>
            <a:ext cx="8736139" cy="561756"/>
          </a:xfrm>
          <a:prstGeom prst="rect">
            <a:avLst/>
          </a:prstGeom>
        </p:spPr>
        <p:txBody>
          <a:bodyPr vert="horz" anchor="b">
            <a:normAutofit/>
          </a:bodyPr>
          <a:lstStyle>
            <a:lvl1pPr marL="0" indent="0">
              <a:buNone/>
              <a:defRPr sz="1801"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p>
        </p:txBody>
      </p:sp>
      <p:pic>
        <p:nvPicPr>
          <p:cNvPr id="14" name="Picture 3"/>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13116" r="76604" b="25471"/>
          <a:stretch/>
        </p:blipFill>
        <p:spPr bwMode="auto">
          <a:xfrm>
            <a:off x="11399103" y="3113149"/>
            <a:ext cx="627692"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7"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247547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1513018051"/>
              </p:ext>
            </p:extLst>
          </p:nvPr>
        </p:nvGraphicFramePr>
        <p:xfrm>
          <a:off x="1588" y="1590"/>
          <a:ext cx="1588"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90"/>
                        <a:ext cx="1588"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itle 1"/>
          <p:cNvSpPr>
            <a:spLocks noGrp="1"/>
          </p:cNvSpPr>
          <p:nvPr>
            <p:ph type="title"/>
          </p:nvPr>
        </p:nvSpPr>
        <p:spPr>
          <a:xfrm>
            <a:off x="239187" y="0"/>
            <a:ext cx="10273307" cy="648000"/>
          </a:xfrm>
          <a:prstGeom prst="rect">
            <a:avLst/>
          </a:prstGeom>
        </p:spPr>
        <p:txBody>
          <a:bodyPr lIns="0" tIns="0" rIns="0" bIns="0" anchor="ctr">
            <a:normAutofit/>
          </a:bodyPr>
          <a:lstStyle>
            <a:lvl1pPr>
              <a:defRPr sz="2000">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p>
        </p:txBody>
      </p:sp>
      <p:sp>
        <p:nvSpPr>
          <p:cNvPr id="8" name="Rectangle 5"/>
          <p:cNvSpPr>
            <a:spLocks noGrp="1" noChangeArrowheads="1"/>
          </p:cNvSpPr>
          <p:nvPr>
            <p:ph type="sldNum" sz="quarter" idx="12"/>
          </p:nvPr>
        </p:nvSpPr>
        <p:spPr>
          <a:xfrm>
            <a:off x="11664619" y="6400800"/>
            <a:ext cx="527381" cy="457200"/>
          </a:xfrm>
          <a:ln/>
        </p:spPr>
        <p:txBody>
          <a:bodyPr/>
          <a:lstStyle>
            <a:lvl1pPr>
              <a:defRPr/>
            </a:lvl1pPr>
          </a:lstStyle>
          <a:p>
            <a:fld id="{5A4A7955-6230-48B4-BD8B-A7C460F75945}" type="slidenum">
              <a:rPr lang="en-US" smtClean="0"/>
              <a:t>‹#›</a:t>
            </a:fld>
            <a:endParaRPr lang="en-US"/>
          </a:p>
        </p:txBody>
      </p:sp>
      <p:sp>
        <p:nvSpPr>
          <p:cNvPr id="5" name="Text Placeholder 4"/>
          <p:cNvSpPr>
            <a:spLocks noGrp="1"/>
          </p:cNvSpPr>
          <p:nvPr>
            <p:ph type="body" sz="quarter" idx="13" hasCustomPrompt="1"/>
          </p:nvPr>
        </p:nvSpPr>
        <p:spPr>
          <a:xfrm>
            <a:off x="239187" y="836712"/>
            <a:ext cx="11329424" cy="1655762"/>
          </a:xfrm>
          <a:prstGeom prst="rect">
            <a:avLst/>
          </a:prstGeom>
        </p:spPr>
        <p:txBody>
          <a:bodyPr/>
          <a:lstStyle>
            <a:lvl1pPr marL="0" marR="0" indent="0" algn="l" defTabSz="914422" rtl="0" eaLnBrk="1" fontAlgn="base" latinLnBrk="0" hangingPunct="1">
              <a:lnSpc>
                <a:spcPct val="100000"/>
              </a:lnSpc>
              <a:spcBef>
                <a:spcPct val="20000"/>
              </a:spcBef>
              <a:spcAft>
                <a:spcPct val="0"/>
              </a:spcAft>
              <a:buClr>
                <a:srgbClr val="C00000"/>
              </a:buClr>
              <a:buSzTx/>
              <a:buFontTx/>
              <a:buNone/>
              <a:tabLst/>
              <a:defRPr kumimoji="0" lang="en-US" sz="1801" b="0" i="0" u="none" strike="noStrike" kern="0" cap="none" spc="0" normalizeH="0" baseline="0" noProof="0">
                <a:ln>
                  <a:noFill/>
                </a:ln>
                <a:solidFill>
                  <a:schemeClr val="tx1"/>
                </a:solidFill>
                <a:effectLst/>
                <a:uLnTx/>
                <a:uFillTx/>
              </a:defRPr>
            </a:lvl1pPr>
            <a:lvl2pPr marL="742969" marR="0" indent="-285756" algn="l" defTabSz="914422" rtl="0" eaLnBrk="1" fontAlgn="base" latinLnBrk="0" hangingPunct="1">
              <a:lnSpc>
                <a:spcPct val="100000"/>
              </a:lnSpc>
              <a:spcBef>
                <a:spcPct val="20000"/>
              </a:spcBef>
              <a:spcAft>
                <a:spcPct val="0"/>
              </a:spcAft>
              <a:buClr>
                <a:srgbClr val="C00000"/>
              </a:buClr>
              <a:buSzTx/>
              <a:buFontTx/>
              <a:buChar char="–"/>
              <a:tabLst/>
              <a:defRPr kumimoji="0" lang="en-US" sz="1600" b="0" i="0" u="none" strike="noStrike" kern="0" cap="none" spc="0" normalizeH="0" baseline="0" noProof="0">
                <a:ln>
                  <a:noFill/>
                </a:ln>
                <a:solidFill>
                  <a:schemeClr val="tx1"/>
                </a:solidFill>
                <a:effectLst/>
                <a:uLnTx/>
                <a:uFillTx/>
              </a:defRPr>
            </a:lvl2pPr>
            <a:lvl3pPr marL="1143028" marR="0" indent="-228606" algn="l" defTabSz="914422" rtl="0" eaLnBrk="1" fontAlgn="base" latinLnBrk="0" hangingPunct="1">
              <a:lnSpc>
                <a:spcPct val="100000"/>
              </a:lnSpc>
              <a:spcBef>
                <a:spcPct val="20000"/>
              </a:spcBef>
              <a:spcAft>
                <a:spcPct val="0"/>
              </a:spcAft>
              <a:buClr>
                <a:srgbClr val="C00000"/>
              </a:buClr>
              <a:buSzTx/>
              <a:buFontTx/>
              <a:buChar char="•"/>
              <a:tabLst/>
              <a:defRPr kumimoji="0" lang="en-US" sz="1401" b="0" i="0" u="none" strike="noStrike" kern="0" cap="none" spc="0" normalizeH="0" baseline="0" noProof="0">
                <a:ln>
                  <a:noFill/>
                </a:ln>
                <a:solidFill>
                  <a:schemeClr val="tx1"/>
                </a:solidFill>
                <a:effectLst/>
                <a:uLnTx/>
                <a:uFillTx/>
              </a:defRPr>
            </a:lvl3pPr>
            <a:lvl4pPr marL="1600240" marR="0" indent="-228606" algn="l" defTabSz="914422" rtl="0" eaLnBrk="1" fontAlgn="base" latinLnBrk="0" hangingPunct="1">
              <a:lnSpc>
                <a:spcPct val="100000"/>
              </a:lnSpc>
              <a:spcBef>
                <a:spcPct val="20000"/>
              </a:spcBef>
              <a:spcAft>
                <a:spcPct val="0"/>
              </a:spcAft>
              <a:buClr>
                <a:srgbClr val="C00000"/>
              </a:buClr>
              <a:buSzTx/>
              <a:buFontTx/>
              <a:buChar char="–"/>
              <a:tabLst/>
              <a:defRPr kumimoji="0" lang="en-US" sz="1401" b="0" i="0" u="none" strike="noStrike" kern="0" cap="none" spc="0" normalizeH="0" baseline="0" noProof="0">
                <a:ln>
                  <a:noFill/>
                </a:ln>
                <a:solidFill>
                  <a:schemeClr val="tx1"/>
                </a:solidFill>
                <a:effectLst/>
                <a:uLnTx/>
                <a:uFillTx/>
              </a:defRPr>
            </a:lvl4pPr>
            <a:lvl5pPr marL="2057451" marR="0" indent="-228606" algn="l" defTabSz="914422" rtl="0" eaLnBrk="1" fontAlgn="base" latinLnBrk="0" hangingPunct="1">
              <a:lnSpc>
                <a:spcPct val="100000"/>
              </a:lnSpc>
              <a:spcBef>
                <a:spcPct val="20000"/>
              </a:spcBef>
              <a:spcAft>
                <a:spcPct val="0"/>
              </a:spcAft>
              <a:buClr>
                <a:srgbClr val="C00000"/>
              </a:buClr>
              <a:buSzTx/>
              <a:buFontTx/>
              <a:buChar char="»"/>
              <a:tabLst/>
              <a:defRPr kumimoji="0" lang="en-US" sz="1401" b="0" i="0" u="none" strike="noStrike" kern="0" cap="none" spc="0" normalizeH="0" baseline="0" noProof="0">
                <a:ln>
                  <a:noFill/>
                </a:ln>
                <a:solidFill>
                  <a:schemeClr val="tx1"/>
                </a:solidFill>
                <a:effectLst/>
                <a:uLnTx/>
                <a:uFillTx/>
              </a:defRPr>
            </a:lvl5pPr>
            <a:lvl6pPr marL="0" marR="0" indent="0" algn="l" defTabSz="914422"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914422" rtl="0" eaLnBrk="1" fontAlgn="base" latinLnBrk="0" hangingPunct="1">
              <a:lnSpc>
                <a:spcPct val="100000"/>
              </a:lnSpc>
              <a:spcBef>
                <a:spcPct val="20000"/>
              </a:spcBef>
              <a:spcAft>
                <a:spcPct val="0"/>
              </a:spcAft>
              <a:buClrTx/>
              <a:buSzTx/>
              <a:buFontTx/>
              <a:buNone/>
              <a:tabLst/>
              <a:defRPr/>
            </a:lvl8pPr>
            <a:lvl9pPr marL="0" marR="0" indent="0" algn="l" defTabSz="914422" rtl="0" eaLnBrk="1" fontAlgn="base" latinLnBrk="0" hangingPunct="1">
              <a:lnSpc>
                <a:spcPct val="100000"/>
              </a:lnSpc>
              <a:spcBef>
                <a:spcPct val="20000"/>
              </a:spcBef>
              <a:spcAft>
                <a:spcPct val="0"/>
              </a:spcAft>
              <a:buClrTx/>
              <a:buSzTx/>
              <a:buFontTx/>
              <a:buNone/>
              <a:tabLst/>
              <a:defRPr/>
            </a:lvl9pPr>
          </a:lstStyle>
          <a:p>
            <a:pPr marL="342909" marR="0" lvl="0" indent="-342909" algn="l" defTabSz="914422" rtl="0" eaLnBrk="1" fontAlgn="base" latinLnBrk="0" hangingPunct="1">
              <a:lnSpc>
                <a:spcPct val="100000"/>
              </a:lnSpc>
              <a:spcBef>
                <a:spcPct val="20000"/>
              </a:spcBef>
              <a:spcAft>
                <a:spcPct val="0"/>
              </a:spcAft>
              <a:buClrTx/>
              <a:buSzTx/>
              <a:buFontTx/>
              <a:buChar char="•"/>
              <a:tabLst/>
              <a:defRPr/>
            </a:pPr>
            <a:r>
              <a:rPr kumimoji="0" lang="en-US" sz="1801" b="0" i="0" u="none" strike="noStrike" kern="0" cap="none" spc="0" normalizeH="0" baseline="0" noProof="0">
                <a:ln>
                  <a:noFill/>
                </a:ln>
                <a:solidFill>
                  <a:srgbClr val="575757"/>
                </a:solidFill>
                <a:effectLst/>
                <a:uLnTx/>
                <a:uFillTx/>
                <a:latin typeface="+mn-lt"/>
              </a:rPr>
              <a:t>Edit Master text styles</a:t>
            </a:r>
          </a:p>
          <a:p>
            <a:pPr marL="742969" marR="0" lvl="1" indent="-285756" algn="l" defTabSz="914422" rtl="0" eaLnBrk="1" fontAlgn="base" latinLnBrk="0" hangingPunct="1">
              <a:lnSpc>
                <a:spcPct val="100000"/>
              </a:lnSpc>
              <a:spcBef>
                <a:spcPct val="20000"/>
              </a:spcBef>
              <a:spcAft>
                <a:spcPct val="0"/>
              </a:spcAft>
              <a:buClrTx/>
              <a:buSzTx/>
              <a:buFontTx/>
              <a:buChar char="–"/>
              <a:tabLst/>
              <a:defRPr/>
            </a:pPr>
            <a:r>
              <a:rPr kumimoji="0" lang="en-US" sz="1600" b="0" i="0" u="none" strike="noStrike" kern="0" cap="none" spc="0" normalizeH="0" baseline="0" noProof="0">
                <a:ln>
                  <a:noFill/>
                </a:ln>
                <a:solidFill>
                  <a:srgbClr val="575757"/>
                </a:solidFill>
                <a:effectLst/>
                <a:uLnTx/>
                <a:uFillTx/>
                <a:latin typeface="+mn-lt"/>
              </a:rPr>
              <a:t>Second level</a:t>
            </a:r>
          </a:p>
          <a:p>
            <a:pPr marL="1143028" marR="0" lvl="2" indent="-228606" algn="l" defTabSz="914422" rtl="0" eaLnBrk="1" fontAlgn="base" latinLnBrk="0" hangingPunct="1">
              <a:lnSpc>
                <a:spcPct val="100000"/>
              </a:lnSpc>
              <a:spcBef>
                <a:spcPct val="20000"/>
              </a:spcBef>
              <a:spcAft>
                <a:spcPct val="0"/>
              </a:spcAft>
              <a:buClrTx/>
              <a:buSzTx/>
              <a:buFontTx/>
              <a:buChar char="•"/>
              <a:tabLst/>
              <a:defRPr/>
            </a:pPr>
            <a:r>
              <a:rPr kumimoji="0" lang="en-US" sz="1401" b="0" i="0" u="none" strike="noStrike" kern="0" cap="none" spc="0" normalizeH="0" baseline="0" noProof="0">
                <a:ln>
                  <a:noFill/>
                </a:ln>
                <a:solidFill>
                  <a:srgbClr val="575757"/>
                </a:solidFill>
                <a:effectLst/>
                <a:uLnTx/>
                <a:uFillTx/>
                <a:latin typeface="+mn-lt"/>
              </a:rPr>
              <a:t>Third level</a:t>
            </a:r>
          </a:p>
          <a:p>
            <a:pPr marL="1600240" marR="0" lvl="3" indent="-228606" algn="l" defTabSz="914422" rtl="0" eaLnBrk="1" fontAlgn="base" latinLnBrk="0" hangingPunct="1">
              <a:lnSpc>
                <a:spcPct val="100000"/>
              </a:lnSpc>
              <a:spcBef>
                <a:spcPct val="20000"/>
              </a:spcBef>
              <a:spcAft>
                <a:spcPct val="0"/>
              </a:spcAft>
              <a:buClrTx/>
              <a:buSzTx/>
              <a:buFontTx/>
              <a:buChar char="–"/>
              <a:tabLst/>
              <a:defRPr/>
            </a:pPr>
            <a:r>
              <a:rPr kumimoji="0" lang="en-US" sz="1401" b="0" i="0" u="none" strike="noStrike" kern="0" cap="none" spc="0" normalizeH="0" baseline="0" noProof="0">
                <a:ln>
                  <a:noFill/>
                </a:ln>
                <a:solidFill>
                  <a:srgbClr val="575757"/>
                </a:solidFill>
                <a:effectLst/>
                <a:uLnTx/>
                <a:uFillTx/>
                <a:latin typeface="+mn-lt"/>
              </a:rPr>
              <a:t>Fourth level</a:t>
            </a:r>
          </a:p>
          <a:p>
            <a:pPr marL="2057451" marR="0" lvl="4" indent="-228606" algn="l" defTabSz="914422" rtl="0" eaLnBrk="1" fontAlgn="base" latinLnBrk="0" hangingPunct="1">
              <a:lnSpc>
                <a:spcPct val="100000"/>
              </a:lnSpc>
              <a:spcBef>
                <a:spcPct val="20000"/>
              </a:spcBef>
              <a:spcAft>
                <a:spcPct val="0"/>
              </a:spcAft>
              <a:buClrTx/>
              <a:buSzTx/>
              <a:buFontTx/>
              <a:buChar char="»"/>
              <a:tabLst/>
              <a:defRPr/>
            </a:pPr>
            <a:r>
              <a:rPr kumimoji="0" lang="en-US" sz="1401" b="0" i="0" u="none" strike="noStrike" kern="0" cap="none" spc="0" normalizeH="0" baseline="0" noProof="0">
                <a:ln>
                  <a:noFill/>
                </a:ln>
                <a:solidFill>
                  <a:srgbClr val="575757"/>
                </a:solidFill>
                <a:effectLst/>
                <a:uLnTx/>
                <a:uFillTx/>
                <a:latin typeface="+mn-lt"/>
              </a:rPr>
              <a:t>Fifth level</a:t>
            </a:r>
          </a:p>
          <a:p>
            <a:pPr marL="2514664" marR="0" lvl="5" indent="-228606" algn="l" defTabSz="914422" rtl="0" eaLnBrk="1" fontAlgn="base" latinLnBrk="0" hangingPunct="1">
              <a:lnSpc>
                <a:spcPct val="100000"/>
              </a:lnSpc>
              <a:spcBef>
                <a:spcPct val="20000"/>
              </a:spcBef>
              <a:spcAft>
                <a:spcPct val="0"/>
              </a:spcAft>
              <a:buClrTx/>
              <a:buSzTx/>
              <a:buFontTx/>
              <a:buChar char="»"/>
              <a:tabLst/>
              <a:defRPr/>
            </a:pPr>
            <a:r>
              <a:rPr kumimoji="0" lang="en-US" sz="1801" b="0" i="0" u="none" strike="noStrike" kern="0" cap="none" spc="0" normalizeH="0" baseline="0" noProof="0">
                <a:ln>
                  <a:noFill/>
                </a:ln>
                <a:solidFill>
                  <a:srgbClr val="575757"/>
                </a:solidFill>
                <a:effectLst/>
                <a:uLnTx/>
                <a:uFillTx/>
                <a:latin typeface="+mn-lt"/>
              </a:rPr>
              <a:t>Level six</a:t>
            </a:r>
          </a:p>
          <a:p>
            <a:pPr marL="0" marR="0" lvl="5" indent="0" algn="l" defTabSz="914422" rtl="0" eaLnBrk="1" fontAlgn="base" latinLnBrk="0" hangingPunct="1">
              <a:lnSpc>
                <a:spcPct val="100000"/>
              </a:lnSpc>
              <a:spcBef>
                <a:spcPct val="20000"/>
              </a:spcBef>
              <a:spcAft>
                <a:spcPct val="0"/>
              </a:spcAft>
              <a:buClrTx/>
              <a:buSzTx/>
              <a:buFontTx/>
              <a:buNone/>
              <a:tabLst/>
              <a:defRPr/>
            </a:pPr>
            <a:r>
              <a:rPr kumimoji="0" lang="en-US" sz="1801" b="1" i="0" u="none" strike="noStrike" kern="0" cap="none" spc="0" normalizeH="0" baseline="0" noProof="0">
                <a:ln>
                  <a:noFill/>
                </a:ln>
                <a:solidFill>
                  <a:schemeClr val="accent3"/>
                </a:solidFill>
                <a:effectLst/>
                <a:uLnTx/>
                <a:uFillTx/>
                <a:latin typeface="+mn-lt"/>
              </a:rPr>
              <a:t>Level seven</a:t>
            </a:r>
          </a:p>
          <a:p>
            <a:pPr marL="0" marR="0" lvl="7" indent="0" algn="l" defTabSz="914422" rtl="0" eaLnBrk="1" fontAlgn="base" latinLnBrk="0" hangingPunct="1">
              <a:lnSpc>
                <a:spcPct val="100000"/>
              </a:lnSpc>
              <a:spcBef>
                <a:spcPct val="20000"/>
              </a:spcBef>
              <a:spcAft>
                <a:spcPct val="0"/>
              </a:spcAft>
              <a:buClrTx/>
              <a:buSzTx/>
              <a:buFontTx/>
              <a:buNone/>
              <a:tabLst/>
              <a:defRPr/>
            </a:pPr>
            <a:r>
              <a:rPr kumimoji="0" lang="en-US" sz="1801" b="0" i="0" u="none" strike="noStrike" kern="0" cap="none" spc="0" normalizeH="0" baseline="0" noProof="0">
                <a:ln>
                  <a:noFill/>
                </a:ln>
                <a:solidFill>
                  <a:srgbClr val="C00000"/>
                </a:solidFill>
                <a:effectLst/>
                <a:uLnTx/>
                <a:uFillTx/>
                <a:latin typeface="+mn-lt"/>
              </a:rPr>
              <a:t>Level eight</a:t>
            </a:r>
          </a:p>
          <a:p>
            <a:pPr marL="0" marR="0" lvl="8" indent="0" algn="l" defTabSz="914422" rtl="0" eaLnBrk="1" fontAlgn="base" latinLnBrk="0" hangingPunct="1">
              <a:lnSpc>
                <a:spcPct val="100000"/>
              </a:lnSpc>
              <a:spcBef>
                <a:spcPct val="20000"/>
              </a:spcBef>
              <a:spcAft>
                <a:spcPct val="0"/>
              </a:spcAft>
              <a:buClrTx/>
              <a:buSzTx/>
              <a:buFontTx/>
              <a:buNone/>
              <a:tabLst/>
              <a:defRPr/>
            </a:pPr>
            <a:r>
              <a:rPr kumimoji="0" lang="en-US" sz="16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23677902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142" userDrawn="1">
          <p15:clr>
            <a:srgbClr val="FBAE40"/>
          </p15:clr>
        </p15:guide>
        <p15:guide id="4" pos="7538" userDrawn="1">
          <p15:clr>
            <a:srgbClr val="FBAE40"/>
          </p15:clr>
        </p15:guide>
        <p15:guide id="5" orient="horz" pos="4020" userDrawn="1">
          <p15:clr>
            <a:srgbClr val="FBAE40"/>
          </p15:clr>
        </p15:guide>
        <p15:guide id="6" orient="horz" pos="527" userDrawn="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2146782324"/>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1"/>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Grp="1" noChangeArrowheads="1"/>
          </p:cNvSpPr>
          <p:nvPr>
            <p:ph type="sldNum" sz="quarter" idx="12"/>
          </p:nvPr>
        </p:nvSpPr>
        <p:spPr>
          <a:xfrm>
            <a:off x="11664619" y="6400800"/>
            <a:ext cx="527381" cy="457200"/>
          </a:xfrm>
          <a:ln/>
        </p:spPr>
        <p:txBody>
          <a:bodyPr/>
          <a:lstStyle>
            <a:lvl1pPr>
              <a:defRPr/>
            </a:lvl1pPr>
          </a:lstStyle>
          <a:p>
            <a:fld id="{5A4A7955-6230-48B4-BD8B-A7C460F75945}" type="slidenum">
              <a:rPr lang="en-US" smtClean="0"/>
              <a:t>‹#›</a:t>
            </a:fld>
            <a:endParaRPr lang="en-US"/>
          </a:p>
        </p:txBody>
      </p:sp>
      <p:sp>
        <p:nvSpPr>
          <p:cNvPr id="9" name="Title 1"/>
          <p:cNvSpPr>
            <a:spLocks noGrp="1"/>
          </p:cNvSpPr>
          <p:nvPr>
            <p:ph type="title"/>
          </p:nvPr>
        </p:nvSpPr>
        <p:spPr>
          <a:xfrm>
            <a:off x="239187" y="0"/>
            <a:ext cx="10273307" cy="648000"/>
          </a:xfrm>
          <a:prstGeom prst="rect">
            <a:avLst/>
          </a:prstGeom>
        </p:spPr>
        <p:txBody>
          <a:bodyPr lIns="0" tIns="0" rIns="0" bIns="0" anchor="ctr">
            <a:normAutofit/>
          </a:bodyPr>
          <a:lstStyle>
            <a:lvl1pPr>
              <a:defRPr sz="2000">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616950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142" userDrawn="1">
          <p15:clr>
            <a:srgbClr val="FBAE40"/>
          </p15:clr>
        </p15:guide>
        <p15:guide id="4" pos="7538" userDrawn="1">
          <p15:clr>
            <a:srgbClr val="FBAE40"/>
          </p15:clr>
        </p15:guide>
        <p15:guide id="5" orient="horz" pos="527" userDrawn="1">
          <p15:clr>
            <a:srgbClr val="FBAE40"/>
          </p15:clr>
        </p15:guide>
        <p15:guide id="6" orient="horz" pos="4020"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140497904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6" name="Object 5"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9" y="1591"/>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hidden="1"/>
          <p:cNvSpPr/>
          <p:nvPr>
            <p:custDataLst>
              <p:tags r:id="rId2"/>
            </p:custDataLst>
          </p:nvPr>
        </p:nvSpPr>
        <p:spPr bwMode="auto">
          <a:xfrm>
            <a:off x="2" y="0"/>
            <a:ext cx="211668"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marL="0" marR="0" lvl="0" indent="0" algn="ctr" defTabSz="914422" rtl="0" eaLnBrk="1" fontAlgn="base" latinLnBrk="0" hangingPunct="1">
              <a:lnSpc>
                <a:spcPct val="100000"/>
              </a:lnSpc>
              <a:spcBef>
                <a:spcPct val="0"/>
              </a:spcBef>
              <a:spcAft>
                <a:spcPct val="0"/>
              </a:spcAft>
              <a:buClrTx/>
              <a:buSzTx/>
              <a:buFontTx/>
              <a:buNone/>
              <a:tabLst/>
            </a:pPr>
            <a:endParaRPr kumimoji="0" lang="en-GB" sz="1001" b="0" i="0" u="none" strike="noStrike" cap="none" normalizeH="0" baseline="0">
              <a:ln>
                <a:noFill/>
              </a:ln>
              <a:solidFill>
                <a:schemeClr val="tx1"/>
              </a:solidFill>
              <a:effectLst/>
              <a:latin typeface="Calibri"/>
              <a:ea typeface="+mn-ea"/>
              <a:cs typeface="Times New Roman"/>
              <a:sym typeface="Calibri"/>
            </a:endParaRPr>
          </a:p>
        </p:txBody>
      </p:sp>
      <p:sp>
        <p:nvSpPr>
          <p:cNvPr id="8" name="Rectangle 5"/>
          <p:cNvSpPr>
            <a:spLocks noGrp="1" noChangeArrowheads="1"/>
          </p:cNvSpPr>
          <p:nvPr>
            <p:ph type="sldNum" sz="quarter" idx="12"/>
          </p:nvPr>
        </p:nvSpPr>
        <p:spPr>
          <a:xfrm>
            <a:off x="11664619" y="6400800"/>
            <a:ext cx="527381" cy="457200"/>
          </a:xfrm>
          <a:ln/>
        </p:spPr>
        <p:txBody>
          <a:bodyPr/>
          <a:lstStyle>
            <a:lvl1pPr>
              <a:defRPr/>
            </a:lvl1pPr>
          </a:lstStyle>
          <a:p>
            <a:fld id="{5A4A7955-6230-48B4-BD8B-A7C460F75945}" type="slidenum">
              <a:rPr lang="en-US" smtClean="0"/>
              <a:t>‹#›</a:t>
            </a:fld>
            <a:endParaRPr lang="en-US"/>
          </a:p>
        </p:txBody>
      </p:sp>
      <p:sp>
        <p:nvSpPr>
          <p:cNvPr id="9"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425612003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4171994250"/>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6" name="Object 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1"/>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1" rIns="91440" bIns="45721" numCol="1" rtlCol="0" anchor="ctr" anchorCtr="0" compatLnSpc="1">
            <a:prstTxWarp prst="textNoShape">
              <a:avLst/>
            </a:prstTxWarp>
          </a:bodyPr>
          <a:lstStyle/>
          <a:p>
            <a:pPr marL="0" marR="0" indent="0" algn="ctr" defTabSz="914422" rtl="0" eaLnBrk="1" fontAlgn="base" latinLnBrk="0" hangingPunct="1">
              <a:lnSpc>
                <a:spcPct val="100000"/>
              </a:lnSpc>
              <a:spcBef>
                <a:spcPct val="0"/>
              </a:spcBef>
              <a:spcAft>
                <a:spcPct val="0"/>
              </a:spcAft>
              <a:buClrTx/>
              <a:buSzTx/>
              <a:buFontTx/>
              <a:buNone/>
              <a:tabLst/>
            </a:pPr>
            <a:endParaRPr kumimoji="0" lang="en-GB" sz="1900" b="0" i="0" u="none" strike="noStrike" cap="none" normalizeH="0" baseline="0">
              <a:ln>
                <a:noFill/>
              </a:ln>
              <a:solidFill>
                <a:schemeClr val="tx1"/>
              </a:solidFill>
              <a:effectLst/>
              <a:latin typeface="Arial" charset="0"/>
            </a:endParaRPr>
          </a:p>
        </p:txBody>
      </p:sp>
      <p:sp>
        <p:nvSpPr>
          <p:cNvPr id="4" name="Slide Number Placeholder 3"/>
          <p:cNvSpPr>
            <a:spLocks noGrp="1"/>
          </p:cNvSpPr>
          <p:nvPr>
            <p:ph type="sldNum" sz="quarter" idx="11"/>
          </p:nvPr>
        </p:nvSpPr>
        <p:spPr/>
        <p:txBody>
          <a:bodyPr/>
          <a:lstStyle/>
          <a:p>
            <a:fld id="{5A4A7955-6230-48B4-BD8B-A7C460F75945}" type="slidenum">
              <a:rPr lang="en-US" smtClean="0"/>
              <a:t>‹#›</a:t>
            </a:fld>
            <a:endParaRPr lang="en-US"/>
          </a:p>
        </p:txBody>
      </p:sp>
      <p:sp>
        <p:nvSpPr>
          <p:cNvPr id="7"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34427219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4020" userDrawn="1">
          <p15:clr>
            <a:srgbClr val="FBAE40"/>
          </p15:clr>
        </p15:guide>
        <p15:guide id="4" pos="142" userDrawn="1">
          <p15:clr>
            <a:srgbClr val="FBAE40"/>
          </p15:clr>
        </p15:guide>
        <p15:guide id="5" pos="7538"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5"/>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 y="6"/>
            <a:ext cx="12192000" cy="6857433"/>
          </a:xfrm>
          <a:prstGeom prst="rect">
            <a:avLst/>
          </a:prstGeom>
          <a:ln>
            <a:noFill/>
          </a:ln>
        </p:spPr>
      </p:pic>
      <p:sp>
        <p:nvSpPr>
          <p:cNvPr id="7" name="Rectangle 6"/>
          <p:cNvSpPr/>
          <p:nvPr/>
        </p:nvSpPr>
        <p:spPr bwMode="auto">
          <a:xfrm>
            <a:off x="1"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8" rIns="51435" bIns="25718" numCol="1" rtlCol="0" anchor="ctr" anchorCtr="0" compatLnSpc="1">
            <a:prstTxWarp prst="textNoShape">
              <a:avLst/>
            </a:prstTxWarp>
          </a:bodyPr>
          <a:lstStyle/>
          <a:p>
            <a:pPr algn="ctr" defTabSz="514350" fontAlgn="base">
              <a:spcBef>
                <a:spcPct val="0"/>
              </a:spcBef>
              <a:spcAft>
                <a:spcPct val="0"/>
              </a:spcAft>
            </a:pPr>
            <a:endParaRPr lang="en-GB" sz="1069">
              <a:solidFill>
                <a:srgbClr val="2D2926"/>
              </a:solidFill>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5">
                <a:solidFill>
                  <a:schemeClr val="bg1"/>
                </a:solidFill>
                <a:latin typeface="+mn-lt"/>
              </a:defRPr>
            </a:lvl1pPr>
          </a:lstStyle>
          <a:p>
            <a:endParaRPr lang="en-US">
              <a:solidFill>
                <a:srgbClr val="FFFFFF"/>
              </a:solidFill>
            </a:endParaRPr>
          </a:p>
        </p:txBody>
      </p:sp>
      <p:sp>
        <p:nvSpPr>
          <p:cNvPr id="6" name="Rectangle 5"/>
          <p:cNvSpPr>
            <a:spLocks noGrp="1" noChangeArrowheads="1"/>
          </p:cNvSpPr>
          <p:nvPr>
            <p:ph type="sldNum" sz="quarter" idx="12"/>
          </p:nvPr>
        </p:nvSpPr>
        <p:spPr>
          <a:ln/>
        </p:spPr>
        <p:txBody>
          <a:bodyPr anchor="b"/>
          <a:lstStyle>
            <a:lvl1pPr>
              <a:defRPr sz="675">
                <a:solidFill>
                  <a:schemeClr val="bg1"/>
                </a:solidFill>
                <a:latin typeface="+mn-lt"/>
              </a:defRPr>
            </a:lvl1pPr>
          </a:lstStyle>
          <a:p>
            <a:fld id="{B3CE4FC1-9BFD-4D71-B62C-EB069A42157A}" type="slidenum">
              <a:rPr lang="en-US" smtClean="0">
                <a:solidFill>
                  <a:srgbClr val="FFFFFF"/>
                </a:solidFill>
              </a:rPr>
              <a:pPr/>
              <a:t>‹#›</a:t>
            </a:fld>
            <a:endParaRPr lang="en-US">
              <a:solidFill>
                <a:srgbClr val="FFFFFF"/>
              </a:solidFill>
            </a:endParaRPr>
          </a:p>
        </p:txBody>
      </p:sp>
      <p:sp>
        <p:nvSpPr>
          <p:cNvPr id="2" name="Title 1"/>
          <p:cNvSpPr>
            <a:spLocks noGrp="1"/>
          </p:cNvSpPr>
          <p:nvPr>
            <p:ph type="ctrTitle"/>
          </p:nvPr>
        </p:nvSpPr>
        <p:spPr>
          <a:xfrm>
            <a:off x="286572" y="2390406"/>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0"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75" indent="0" algn="ctr">
              <a:buNone/>
              <a:defRPr/>
            </a:lvl2pPr>
            <a:lvl3pPr marL="514350" indent="0" algn="ctr">
              <a:buNone/>
              <a:defRPr/>
            </a:lvl3pPr>
            <a:lvl4pPr marL="771525" indent="0" algn="ctr">
              <a:buNone/>
              <a:defRPr/>
            </a:lvl4pPr>
            <a:lvl5pPr marL="1028700" indent="0" algn="ctr">
              <a:buNone/>
              <a:defRPr/>
            </a:lvl5pPr>
            <a:lvl6pPr marL="1285875" indent="0" algn="ctr">
              <a:buNone/>
              <a:defRPr/>
            </a:lvl6pPr>
            <a:lvl7pPr marL="1543050" indent="0" algn="ctr">
              <a:buNone/>
              <a:defRPr/>
            </a:lvl7pPr>
            <a:lvl8pPr marL="1800225" indent="0" algn="ctr">
              <a:buNone/>
              <a:defRPr/>
            </a:lvl8pPr>
            <a:lvl9pPr marL="2057400" indent="0" algn="ctr">
              <a:buNone/>
              <a:defRPr/>
            </a:lvl9pPr>
          </a:lstStyle>
          <a:p>
            <a:r>
              <a:rPr lang="en-US"/>
              <a:t>Click to edit Master subtitle style</a:t>
            </a:r>
          </a:p>
        </p:txBody>
      </p:sp>
      <p:sp>
        <p:nvSpPr>
          <p:cNvPr id="12" name="Rectangle 11"/>
          <p:cNvSpPr/>
          <p:nvPr/>
        </p:nvSpPr>
        <p:spPr bwMode="auto">
          <a:xfrm>
            <a:off x="5104664"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8" rIns="51435" bIns="25718" numCol="1" rtlCol="0" anchor="ctr" anchorCtr="0" compatLnSpc="1">
            <a:prstTxWarp prst="textNoShape">
              <a:avLst/>
            </a:prstTxWarp>
          </a:bodyPr>
          <a:lstStyle/>
          <a:p>
            <a:pPr algn="ctr" defTabSz="514350" fontAlgn="base">
              <a:spcBef>
                <a:spcPct val="0"/>
              </a:spcBef>
              <a:spcAft>
                <a:spcPct val="0"/>
              </a:spcAft>
            </a:pPr>
            <a:endParaRPr lang="en-GB" sz="675">
              <a:solidFill>
                <a:srgbClr val="2D2926"/>
              </a:solidFill>
            </a:endParaRPr>
          </a:p>
        </p:txBody>
      </p:sp>
      <p:pic>
        <p:nvPicPr>
          <p:cNvPr id="9" name="Picture 8"/>
          <p:cNvPicPr>
            <a:picLocks noChangeAspect="1"/>
          </p:cNvPicPr>
          <p:nvPr/>
        </p:nvPicPr>
        <p:blipFill>
          <a:blip r:embed="rId6"/>
          <a:stretch>
            <a:fillRect/>
          </a:stretch>
        </p:blipFill>
        <p:spPr>
          <a:xfrm>
            <a:off x="8429746" y="526501"/>
            <a:ext cx="2876433" cy="756000"/>
          </a:xfrm>
          <a:prstGeom prst="rect">
            <a:avLst/>
          </a:prstGeom>
        </p:spPr>
      </p:pic>
      <p:pic>
        <p:nvPicPr>
          <p:cNvPr id="11" name="Picture 10"/>
          <p:cNvPicPr>
            <a:picLocks noChangeAspect="1"/>
          </p:cNvPicPr>
          <p:nvPr/>
        </p:nvPicPr>
        <p:blipFill rotWithShape="1">
          <a:blip r:embed="rId7">
            <a:extLst>
              <a:ext uri="{28A0092B-C50C-407E-A947-70E740481C1C}">
                <a14:useLocalDpi xmlns:a14="http://schemas.microsoft.com/office/drawing/2010/main" val="0"/>
              </a:ext>
            </a:extLst>
          </a:blip>
          <a:srcRect l="37353" t="8741" r="101" b="27"/>
          <a:stretch/>
        </p:blipFill>
        <p:spPr bwMode="ltGray">
          <a:xfrm rot="16200000" flipH="1">
            <a:off x="9058187" y="-962476"/>
            <a:ext cx="369901" cy="5915488"/>
          </a:xfrm>
          <a:prstGeom prst="rect">
            <a:avLst/>
          </a:prstGeom>
        </p:spPr>
      </p:pic>
    </p:spTree>
    <p:extLst>
      <p:ext uri="{BB962C8B-B14F-4D97-AF65-F5344CB8AC3E}">
        <p14:creationId xmlns:p14="http://schemas.microsoft.com/office/powerpoint/2010/main" val="137812994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5">
              <a:solidFill>
                <a:srgbClr val="2D2926"/>
              </a:solidFill>
              <a:latin typeface="Arial"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7" y="477842"/>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7" name="Picture 6"/>
          <p:cNvPicPr>
            <a:picLocks noChangeAspect="1"/>
          </p:cNvPicPr>
          <p:nvPr/>
        </p:nvPicPr>
        <p:blipFill>
          <a:blip r:embed="rId6"/>
          <a:stretch>
            <a:fillRect/>
          </a:stretch>
        </p:blipFill>
        <p:spPr>
          <a:xfrm>
            <a:off x="239188" y="1964569"/>
            <a:ext cx="11713633" cy="65091"/>
          </a:xfrm>
          <a:prstGeom prst="rect">
            <a:avLst/>
          </a:prstGeom>
        </p:spPr>
      </p:pic>
      <p:sp>
        <p:nvSpPr>
          <p:cNvPr id="8" name="Text Placeholder 11"/>
          <p:cNvSpPr>
            <a:spLocks noGrp="1"/>
          </p:cNvSpPr>
          <p:nvPr>
            <p:ph type="body" sz="quarter" idx="13" hasCustomPrompt="1"/>
          </p:nvPr>
        </p:nvSpPr>
        <p:spPr>
          <a:xfrm>
            <a:off x="239188" y="2181578"/>
            <a:ext cx="11713633"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4"/>
            <a:ext cx="11713633" cy="561756"/>
          </a:xfrm>
          <a:prstGeom prst="rect">
            <a:avLst/>
          </a:prstGeom>
        </p:spPr>
        <p:txBody>
          <a:bodyPr vert="horz" anchor="b">
            <a:normAutofit/>
          </a:bodyPr>
          <a:lstStyle>
            <a:lvl1pPr marL="0" indent="0">
              <a:buNone/>
              <a:defRPr sz="1350"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89626258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3"/>
                        <a:ext cx="2116" cy="1587"/>
                      </a:xfrm>
                      <a:prstGeom prst="rect">
                        <a:avLst/>
                      </a:prstGeom>
                    </p:spPr>
                  </p:pic>
                </p:oleObj>
              </mc:Fallback>
            </mc:AlternateContent>
          </a:graphicData>
        </a:graphic>
      </p:graphicFrame>
      <p:grpSp>
        <p:nvGrpSpPr>
          <p:cNvPr id="2" name="Group 1"/>
          <p:cNvGrpSpPr/>
          <p:nvPr/>
        </p:nvGrpSpPr>
        <p:grpSpPr>
          <a:xfrm>
            <a:off x="0" y="1178584"/>
            <a:ext cx="12192000" cy="2547336"/>
            <a:chOff x="0" y="1178584"/>
            <a:chExt cx="12192000" cy="2547336"/>
          </a:xfrm>
        </p:grpSpPr>
        <p:grpSp>
          <p:nvGrpSpPr>
            <p:cNvPr id="5" name="Group 4"/>
            <p:cNvGrpSpPr/>
            <p:nvPr/>
          </p:nvGrpSpPr>
          <p:grpSpPr>
            <a:xfrm>
              <a:off x="4584735" y="1178585"/>
              <a:ext cx="7607265" cy="1277860"/>
              <a:chOff x="4242374" y="1266924"/>
              <a:chExt cx="7607265" cy="1277860"/>
            </a:xfrm>
          </p:grpSpPr>
          <p:pic>
            <p:nvPicPr>
              <p:cNvPr id="1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69032" y="2448060"/>
              <a:ext cx="7607265" cy="1277860"/>
              <a:chOff x="4242374" y="1266924"/>
              <a:chExt cx="7607265" cy="1277860"/>
            </a:xfrm>
          </p:grpSpPr>
          <p:pic>
            <p:nvPicPr>
              <p:cNvPr id="24"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8" y="2453554"/>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5">
              <a:solidFill>
                <a:srgbClr val="2D2926"/>
              </a:solidFill>
              <a:latin typeface="Arial" charset="0"/>
            </a:endParaRPr>
          </a:p>
        </p:txBody>
      </p:sp>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8" name="Text Placeholder 11"/>
          <p:cNvSpPr>
            <a:spLocks noGrp="1"/>
          </p:cNvSpPr>
          <p:nvPr>
            <p:ph type="body" sz="quarter" idx="13" hasCustomPrompt="1"/>
          </p:nvPr>
        </p:nvSpPr>
        <p:spPr>
          <a:xfrm>
            <a:off x="239185"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5" y="1266924"/>
            <a:ext cx="8736139" cy="561756"/>
          </a:xfrm>
          <a:prstGeom prst="rect">
            <a:avLst/>
          </a:prstGeom>
        </p:spPr>
        <p:txBody>
          <a:bodyPr vert="horz" anchor="b">
            <a:normAutofit/>
          </a:bodyPr>
          <a:lstStyle>
            <a:lvl1pPr marL="0" indent="0">
              <a:buNone/>
              <a:defRPr sz="1350"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pic>
        <p:nvPicPr>
          <p:cNvPr id="14"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13116" r="76604" b="25471"/>
          <a:stretch/>
        </p:blipFill>
        <p:spPr bwMode="auto">
          <a:xfrm>
            <a:off x="11399100" y="3113151"/>
            <a:ext cx="627693"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4"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974681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89" y="1592"/>
                        <a:ext cx="1587" cy="1587"/>
                      </a:xfrm>
                      <a:prstGeom prst="rect">
                        <a:avLst/>
                      </a:prstGeom>
                    </p:spPr>
                  </p:pic>
                </p:oleObj>
              </mc:Fallback>
            </mc:AlternateContent>
          </a:graphicData>
        </a:graphic>
      </p:graphicFrame>
      <p:sp>
        <p:nvSpPr>
          <p:cNvPr id="6"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5" name="Text Placeholder 4"/>
          <p:cNvSpPr>
            <a:spLocks noGrp="1"/>
          </p:cNvSpPr>
          <p:nvPr>
            <p:ph type="body" sz="quarter" idx="13" hasCustomPrompt="1"/>
          </p:nvPr>
        </p:nvSpPr>
        <p:spPr>
          <a:xfrm>
            <a:off x="239184" y="836712"/>
            <a:ext cx="11329424" cy="1655762"/>
          </a:xfrm>
          <a:prstGeom prst="rect">
            <a:avLst/>
          </a:prstGeom>
        </p:spPr>
        <p:txBody>
          <a:bodyPr/>
          <a:lstStyle>
            <a:lvl1pPr marL="0" marR="0" indent="0" algn="l" defTabSz="685800" rtl="0" eaLnBrk="1" fontAlgn="base" latinLnBrk="0" hangingPunct="1">
              <a:lnSpc>
                <a:spcPct val="100000"/>
              </a:lnSpc>
              <a:spcBef>
                <a:spcPct val="20000"/>
              </a:spcBef>
              <a:spcAft>
                <a:spcPct val="0"/>
              </a:spcAft>
              <a:buClr>
                <a:srgbClr val="C00000"/>
              </a:buClr>
              <a:buSzTx/>
              <a:buFontTx/>
              <a:buNone/>
              <a:tabLst/>
              <a:defRPr kumimoji="0" lang="en-US" sz="1350" b="0" i="0" u="none" strike="noStrike" kern="0" cap="none" spc="0" normalizeH="0" baseline="0" noProof="0">
                <a:ln>
                  <a:noFill/>
                </a:ln>
                <a:solidFill>
                  <a:schemeClr val="tx1"/>
                </a:solidFill>
                <a:effectLst/>
                <a:uLnTx/>
                <a:uFillTx/>
              </a:defRPr>
            </a:lvl1pPr>
            <a:lvl2pPr marL="557213" marR="0" indent="-214313" algn="l" defTabSz="685800"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3pPr>
            <a:lvl4pPr marL="12001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4pPr>
            <a:lvl5pPr marL="15430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5pPr>
            <a:lvl6pPr marL="0" marR="0" indent="0" algn="l" defTabSz="685800"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00" rtl="0" eaLnBrk="1" fontAlgn="base" latinLnBrk="0" hangingPunct="1">
              <a:lnSpc>
                <a:spcPct val="100000"/>
              </a:lnSpc>
              <a:spcBef>
                <a:spcPct val="20000"/>
              </a:spcBef>
              <a:spcAft>
                <a:spcPct val="0"/>
              </a:spcAft>
              <a:buClrTx/>
              <a:buSzTx/>
              <a:buFontTx/>
              <a:buNone/>
              <a:tabLst/>
              <a:defRPr/>
            </a:lvl8pPr>
            <a:lvl9pPr marL="0" marR="0" indent="0" algn="l" defTabSz="685800" rtl="0" eaLnBrk="1" fontAlgn="base" latinLnBrk="0" hangingPunct="1">
              <a:lnSpc>
                <a:spcPct val="100000"/>
              </a:lnSpc>
              <a:spcBef>
                <a:spcPct val="20000"/>
              </a:spcBef>
              <a:spcAft>
                <a:spcPct val="0"/>
              </a:spcAft>
              <a:buClrTx/>
              <a:buSzTx/>
              <a:buFontTx/>
              <a:buNone/>
              <a:tabLst/>
              <a:defRPr/>
            </a:lvl9pPr>
          </a:lstStyle>
          <a:p>
            <a:pPr marL="257175" marR="0" lvl="0" indent="-257175" algn="l" defTabSz="685800" rtl="0" eaLnBrk="1" fontAlgn="base" latinLnBrk="0" hangingPunct="1">
              <a:lnSpc>
                <a:spcPct val="100000"/>
              </a:lnSpc>
              <a:spcBef>
                <a:spcPct val="20000"/>
              </a:spcBef>
              <a:spcAft>
                <a:spcPct val="0"/>
              </a:spcAft>
              <a:buClrTx/>
              <a:buSzTx/>
              <a:buFontTx/>
              <a:buChar char="•"/>
              <a:tabLst/>
              <a:defRPr/>
            </a:pPr>
            <a:r>
              <a:rPr kumimoji="0" lang="en-US" sz="1350" b="0" i="0" u="none" strike="noStrike" kern="0" cap="none" spc="0" normalizeH="0" baseline="0" noProof="0">
                <a:ln>
                  <a:noFill/>
                </a:ln>
                <a:solidFill>
                  <a:srgbClr val="575757"/>
                </a:solidFill>
                <a:effectLst/>
                <a:uLnTx/>
                <a:uFillTx/>
                <a:latin typeface="+mn-lt"/>
              </a:rPr>
              <a:t>Edit Master text styles</a:t>
            </a:r>
          </a:p>
          <a:p>
            <a:pPr marL="557213" marR="0" lvl="1" indent="-214313" algn="l" defTabSz="685800"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50" marR="0" lvl="2"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Third level</a:t>
            </a:r>
          </a:p>
          <a:p>
            <a:pPr marL="1200150" marR="0" lvl="3"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Fourth level</a:t>
            </a:r>
          </a:p>
          <a:p>
            <a:pPr marL="1543050" marR="0" lvl="4"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Fifth level</a:t>
            </a:r>
          </a:p>
          <a:p>
            <a:pPr marL="1885950" marR="0" lvl="5" indent="-171450" algn="l" defTabSz="685800" rtl="0" eaLnBrk="1" fontAlgn="base" latinLnBrk="0" hangingPunct="1">
              <a:lnSpc>
                <a:spcPct val="100000"/>
              </a:lnSpc>
              <a:spcBef>
                <a:spcPct val="20000"/>
              </a:spcBef>
              <a:spcAft>
                <a:spcPct val="0"/>
              </a:spcAft>
              <a:buClrTx/>
              <a:buSzTx/>
              <a:buFontTx/>
              <a:buChar char="»"/>
              <a:tabLst/>
              <a:defRPr/>
            </a:pPr>
            <a:r>
              <a:rPr kumimoji="0" lang="en-US" sz="1350" b="0" i="0" u="none" strike="noStrike" kern="0" cap="none" spc="0" normalizeH="0" baseline="0" noProof="0">
                <a:ln>
                  <a:noFill/>
                </a:ln>
                <a:solidFill>
                  <a:srgbClr val="575757"/>
                </a:solidFill>
                <a:effectLst/>
                <a:uLnTx/>
                <a:uFillTx/>
                <a:latin typeface="+mn-lt"/>
              </a:rPr>
              <a:t>Level six</a:t>
            </a:r>
          </a:p>
          <a:p>
            <a:pPr marL="0" marR="0" lvl="5" indent="0" algn="l" defTabSz="685800" rtl="0" eaLnBrk="1" fontAlgn="base" latinLnBrk="0" hangingPunct="1">
              <a:lnSpc>
                <a:spcPct val="100000"/>
              </a:lnSpc>
              <a:spcBef>
                <a:spcPct val="20000"/>
              </a:spcBef>
              <a:spcAft>
                <a:spcPct val="0"/>
              </a:spcAft>
              <a:buClrTx/>
              <a:buSzTx/>
              <a:buFontTx/>
              <a:buNone/>
              <a:tabLst/>
              <a:defRPr/>
            </a:pPr>
            <a:r>
              <a:rPr kumimoji="0" lang="en-US" sz="1350" b="1" i="0" u="none" strike="noStrike" kern="0" cap="none" spc="0" normalizeH="0" baseline="0" noProof="0">
                <a:ln>
                  <a:noFill/>
                </a:ln>
                <a:solidFill>
                  <a:schemeClr val="accent3"/>
                </a:solidFill>
                <a:effectLst/>
                <a:uLnTx/>
                <a:uFillTx/>
                <a:latin typeface="+mn-lt"/>
              </a:rPr>
              <a:t>Level seven</a:t>
            </a:r>
          </a:p>
          <a:p>
            <a:pPr marL="0" marR="0" lvl="7" indent="0" algn="l" defTabSz="685800" rtl="0" eaLnBrk="1" fontAlgn="base" latinLnBrk="0" hangingPunct="1">
              <a:lnSpc>
                <a:spcPct val="100000"/>
              </a:lnSpc>
              <a:spcBef>
                <a:spcPct val="20000"/>
              </a:spcBef>
              <a:spcAft>
                <a:spcPct val="0"/>
              </a:spcAft>
              <a:buClrTx/>
              <a:buSzTx/>
              <a:buFontTx/>
              <a:buNone/>
              <a:tabLst/>
              <a:defRPr/>
            </a:pPr>
            <a:r>
              <a:rPr kumimoji="0" lang="en-US" sz="1350" b="0" i="0" u="none" strike="noStrike" kern="0" cap="none" spc="0" normalizeH="0" baseline="0" noProof="0">
                <a:ln>
                  <a:noFill/>
                </a:ln>
                <a:solidFill>
                  <a:srgbClr val="C00000"/>
                </a:solidFill>
                <a:effectLst/>
                <a:uLnTx/>
                <a:uFillTx/>
                <a:latin typeface="+mn-lt"/>
              </a:rPr>
              <a:t>Level eight</a:t>
            </a:r>
          </a:p>
          <a:p>
            <a:pPr marL="0" marR="0" lvl="8" indent="0" algn="l" defTabSz="685800"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1653602446"/>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pos="191">
          <p15:clr>
            <a:srgbClr val="FBAE40"/>
          </p15:clr>
        </p15:guide>
        <p15:guide id="4" pos="10049">
          <p15:clr>
            <a:srgbClr val="FBAE40"/>
          </p15:clr>
        </p15:guide>
        <p15:guide id="5" orient="horz" pos="4020">
          <p15:clr>
            <a:srgbClr val="FBAE40"/>
          </p15:clr>
        </p15:guide>
        <p15:guide id="6" orient="horz" pos="52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052133390"/>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pos="191">
          <p15:clr>
            <a:srgbClr val="FBAE40"/>
          </p15:clr>
        </p15:guide>
        <p15:guide id="4" pos="10049">
          <p15:clr>
            <a:srgbClr val="FBAE40"/>
          </p15:clr>
        </p15:guide>
        <p15:guide id="5" orient="horz" pos="527">
          <p15:clr>
            <a:srgbClr val="FBAE40"/>
          </p15:clr>
        </p15:guide>
        <p15:guide id="6" orient="horz" pos="402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1" y="0"/>
            <a:ext cx="211667"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fontAlgn="base">
              <a:spcBef>
                <a:spcPct val="0"/>
              </a:spcBef>
              <a:spcAft>
                <a:spcPct val="0"/>
              </a:spcAft>
            </a:pP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93788169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5">
              <a:solidFill>
                <a:srgbClr val="2D2926"/>
              </a:solidFill>
              <a:latin typeface="Arial" charset="0"/>
            </a:endParaRPr>
          </a:p>
        </p:txBody>
      </p:sp>
      <p:sp>
        <p:nvSpPr>
          <p:cNvPr id="4" name="Slide Number Placeholder 3"/>
          <p:cNvSpPr>
            <a:spLocks noGrp="1"/>
          </p:cNvSpPr>
          <p:nvPr>
            <p:ph type="sldNum" sz="quarter" idx="11"/>
          </p:nvPr>
        </p:nvSpPr>
        <p:spPr/>
        <p:txBody>
          <a:bodyPr/>
          <a:lstStyle/>
          <a:p>
            <a:fld id="{B3CE4FC1-9BFD-4D71-B62C-EB069A42157A}" type="slidenum">
              <a:rPr lang="en-US" smtClean="0">
                <a:solidFill>
                  <a:srgbClr val="000000"/>
                </a:solidFill>
              </a:rPr>
              <a:pPr/>
              <a:t>‹#›</a:t>
            </a:fld>
            <a:endParaRPr lang="en-US">
              <a:solidFill>
                <a:srgbClr val="000000"/>
              </a:solidFill>
            </a:endParaRPr>
          </a:p>
        </p:txBody>
      </p:sp>
      <p:sp>
        <p:nvSpPr>
          <p:cNvPr id="7" name="Rectangle 4"/>
          <p:cNvSpPr>
            <a:spLocks noGrp="1" noChangeArrowheads="1"/>
          </p:cNvSpPr>
          <p:nvPr>
            <p:ph type="ftr" sz="quarter" idx="12"/>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178277436"/>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orient="horz" pos="4020">
          <p15:clr>
            <a:srgbClr val="FBAE40"/>
          </p15:clr>
        </p15:guide>
        <p15:guide id="4" pos="191">
          <p15:clr>
            <a:srgbClr val="FBAE40"/>
          </p15:clr>
        </p15:guide>
        <p15:guide id="5" pos="10049">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Arrow half">
    <p:bg>
      <p:bgPr>
        <a:gradFill flip="none" rotWithShape="1">
          <a:gsLst>
            <a:gs pos="0">
              <a:srgbClr val="ED1D24"/>
            </a:gs>
            <a:gs pos="100000">
              <a:srgbClr val="870B0E"/>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3772988-BAC3-45EB-8F49-ECA66C3B6F60}"/>
              </a:ext>
            </a:extLst>
          </p:cNvPr>
          <p:cNvGraphicFramePr>
            <a:graphicFrameLocks noChangeAspect="1"/>
          </p:cNvGraphicFramePr>
          <p:nvPr>
            <p:custDataLst>
              <p:tags r:id="rId1"/>
            </p:custDataLst>
          </p:nvPr>
        </p:nvGraphicFramePr>
        <p:xfrm>
          <a:off x="1590"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93772988-BAC3-45EB-8F49-ECA66C3B6F60}"/>
                          </a:ext>
                        </a:extLst>
                      </p:cNvPr>
                      <p:cNvPicPr/>
                      <p:nvPr/>
                    </p:nvPicPr>
                    <p:blipFill>
                      <a:blip r:embed="rId4"/>
                      <a:stretch>
                        <a:fillRect/>
                      </a:stretch>
                    </p:blipFill>
                    <p:spPr>
                      <a:xfrm>
                        <a:off x="1590" y="1588"/>
                        <a:ext cx="1588" cy="1588"/>
                      </a:xfrm>
                      <a:prstGeom prst="rect">
                        <a:avLst/>
                      </a:prstGeom>
                    </p:spPr>
                  </p:pic>
                </p:oleObj>
              </mc:Fallback>
            </mc:AlternateContent>
          </a:graphicData>
        </a:graphic>
      </p:graphicFrame>
      <p:sp>
        <p:nvSpPr>
          <p:cNvPr id="18" name="Copyright" hidden="1"/>
          <p:cNvSpPr txBox="1"/>
          <p:nvPr/>
        </p:nvSpPr>
        <p:spPr>
          <a:xfrm rot="16200000">
            <a:off x="9486903" y="3934616"/>
            <a:ext cx="5133975"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ea typeface="+mn-ea"/>
                <a:cs typeface="+mn-cs"/>
                <a:sym typeface="Trebuchet MS" panose="020B0603020202020204" pitchFamily="34" charset="0"/>
              </a:rPr>
              <a:t>Copyright © 2022 by Boston Consulting Group. All rights reserved.</a:t>
            </a:r>
          </a:p>
        </p:txBody>
      </p:sp>
      <p:sp>
        <p:nvSpPr>
          <p:cNvPr id="14" name="Pentagon 8"/>
          <p:cNvSpPr/>
          <p:nvPr/>
        </p:nvSpPr>
        <p:spPr bwMode="white">
          <a:xfrm>
            <a:off x="1" y="0"/>
            <a:ext cx="6363547"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latin typeface="+mn-lt"/>
              <a:ea typeface="+mn-ea"/>
              <a:cs typeface="+mn-cs"/>
              <a:sym typeface="Trebuchet MS" panose="020B0603020202020204" pitchFamily="34" charset="0"/>
            </a:endParaRPr>
          </a:p>
        </p:txBody>
      </p:sp>
      <p:sp>
        <p:nvSpPr>
          <p:cNvPr id="16" name="Title 2"/>
          <p:cNvSpPr>
            <a:spLocks noGrp="1"/>
          </p:cNvSpPr>
          <p:nvPr>
            <p:ph type="title" hasCustomPrompt="1"/>
          </p:nvPr>
        </p:nvSpPr>
        <p:spPr>
          <a:xfrm>
            <a:off x="630002" y="622800"/>
            <a:ext cx="4673647"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rgbClr val="ED1D24"/>
                </a:solidFill>
                <a:latin typeface="+mj-lt"/>
                <a:ea typeface="+mj-ea"/>
                <a:cs typeface="+mj-cs"/>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805" y="3589606"/>
            <a:ext cx="1365251"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203FE9-A075-4BF8-987F-E3175D587168}"/>
              </a:ext>
            </a:extLst>
          </p:cNvPr>
          <p:cNvSpPr txBox="1"/>
          <p:nvPr/>
        </p:nvSpPr>
        <p:spPr>
          <a:xfrm>
            <a:off x="11757835" y="6700052"/>
            <a:ext cx="381000" cy="115416"/>
          </a:xfrm>
          <a:prstGeom prst="rect">
            <a:avLst/>
          </a:prstGeom>
          <a:noFill/>
        </p:spPr>
        <p:txBody>
          <a:bodyPr wrap="square" lIns="0" tIns="0" rIns="0" bIns="0" rtlCol="0" anchor="b">
            <a:spAutoFit/>
          </a:bodyPr>
          <a:lstStyle/>
          <a:p>
            <a:pPr marL="0" marR="0" indent="0" algn="r" defTabSz="685800"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800" rtl="0" eaLnBrk="1" fontAlgn="auto" latinLnBrk="0" hangingPunct="1">
                <a:lnSpc>
                  <a:spcPct val="100000"/>
                </a:lnSpc>
                <a:spcBef>
                  <a:spcPts val="0"/>
                </a:spcBef>
                <a:spcAft>
                  <a:spcPts val="0"/>
                </a:spcAft>
                <a:buClrTx/>
                <a:buSzTx/>
                <a:buFontTx/>
                <a:buNone/>
                <a:tabLst/>
                <a:defRPr/>
              </a:pPr>
              <a:t>‹#›</a:t>
            </a:fld>
            <a:endParaRPr lang="en-US" sz="750" kern="1200">
              <a:solidFill>
                <a:schemeClr val="bg1"/>
              </a:solidFill>
              <a:latin typeface="+mn-lt"/>
              <a:ea typeface="+mn-ea"/>
              <a:cs typeface="+mn-cs"/>
              <a:sym typeface="Trebuchet MS" panose="020B0603020202020204" pitchFamily="34" charset="0"/>
            </a:endParaRPr>
          </a:p>
        </p:txBody>
      </p:sp>
      <p:pic>
        <p:nvPicPr>
          <p:cNvPr id="12" name="Picture 11">
            <a:extLst>
              <a:ext uri="{FF2B5EF4-FFF2-40B4-BE49-F238E27FC236}">
                <a16:creationId xmlns:a16="http://schemas.microsoft.com/office/drawing/2014/main" id="{DB280514-AAB0-4C3F-BD7F-3099741B263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23666" t="40333" b="40333"/>
          <a:stretch/>
        </p:blipFill>
        <p:spPr>
          <a:xfrm>
            <a:off x="10109202" y="6445250"/>
            <a:ext cx="1454151" cy="368300"/>
          </a:xfrm>
          <a:prstGeom prst="rect">
            <a:avLst/>
          </a:prstGeom>
        </p:spPr>
      </p:pic>
    </p:spTree>
    <p:extLst>
      <p:ext uri="{BB962C8B-B14F-4D97-AF65-F5344CB8AC3E}">
        <p14:creationId xmlns:p14="http://schemas.microsoft.com/office/powerpoint/2010/main" val="12942413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5"/>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 y="6"/>
            <a:ext cx="12192000" cy="6857433"/>
          </a:xfrm>
          <a:prstGeom prst="rect">
            <a:avLst/>
          </a:prstGeom>
          <a:ln>
            <a:noFill/>
          </a:ln>
        </p:spPr>
      </p:pic>
      <p:sp>
        <p:nvSpPr>
          <p:cNvPr id="7" name="Rectangle 6"/>
          <p:cNvSpPr/>
          <p:nvPr/>
        </p:nvSpPr>
        <p:spPr bwMode="auto">
          <a:xfrm>
            <a:off x="1"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8" rIns="51435" bIns="25718" numCol="1" rtlCol="0" anchor="ctr" anchorCtr="0" compatLnSpc="1">
            <a:prstTxWarp prst="textNoShape">
              <a:avLst/>
            </a:prstTxWarp>
          </a:bodyPr>
          <a:lstStyle/>
          <a:p>
            <a:pPr algn="ctr" defTabSz="514350" fontAlgn="base">
              <a:spcBef>
                <a:spcPct val="0"/>
              </a:spcBef>
              <a:spcAft>
                <a:spcPct val="0"/>
              </a:spcAft>
            </a:pPr>
            <a:endParaRPr lang="en-GB" sz="1069">
              <a:solidFill>
                <a:srgbClr val="2D2926"/>
              </a:solidFill>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5">
                <a:solidFill>
                  <a:schemeClr val="bg1"/>
                </a:solidFill>
                <a:latin typeface="+mn-lt"/>
              </a:defRPr>
            </a:lvl1pPr>
          </a:lstStyle>
          <a:p>
            <a:endParaRPr lang="en-US">
              <a:solidFill>
                <a:srgbClr val="FFFFFF"/>
              </a:solidFill>
            </a:endParaRPr>
          </a:p>
        </p:txBody>
      </p:sp>
      <p:sp>
        <p:nvSpPr>
          <p:cNvPr id="6" name="Rectangle 5"/>
          <p:cNvSpPr>
            <a:spLocks noGrp="1" noChangeArrowheads="1"/>
          </p:cNvSpPr>
          <p:nvPr>
            <p:ph type="sldNum" sz="quarter" idx="12"/>
          </p:nvPr>
        </p:nvSpPr>
        <p:spPr>
          <a:ln/>
        </p:spPr>
        <p:txBody>
          <a:bodyPr anchor="b"/>
          <a:lstStyle>
            <a:lvl1pPr>
              <a:defRPr sz="675">
                <a:solidFill>
                  <a:schemeClr val="bg1"/>
                </a:solidFill>
                <a:latin typeface="+mn-lt"/>
              </a:defRPr>
            </a:lvl1pPr>
          </a:lstStyle>
          <a:p>
            <a:fld id="{B3CE4FC1-9BFD-4D71-B62C-EB069A42157A}" type="slidenum">
              <a:rPr lang="en-US" smtClean="0">
                <a:solidFill>
                  <a:srgbClr val="FFFFFF"/>
                </a:solidFill>
              </a:rPr>
              <a:pPr/>
              <a:t>‹#›</a:t>
            </a:fld>
            <a:endParaRPr lang="en-US">
              <a:solidFill>
                <a:srgbClr val="FFFFFF"/>
              </a:solidFill>
            </a:endParaRPr>
          </a:p>
        </p:txBody>
      </p:sp>
      <p:sp>
        <p:nvSpPr>
          <p:cNvPr id="2" name="Title 1"/>
          <p:cNvSpPr>
            <a:spLocks noGrp="1"/>
          </p:cNvSpPr>
          <p:nvPr>
            <p:ph type="ctrTitle"/>
          </p:nvPr>
        </p:nvSpPr>
        <p:spPr>
          <a:xfrm>
            <a:off x="286572" y="2390406"/>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0"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75" indent="0" algn="ctr">
              <a:buNone/>
              <a:defRPr/>
            </a:lvl2pPr>
            <a:lvl3pPr marL="514350" indent="0" algn="ctr">
              <a:buNone/>
              <a:defRPr/>
            </a:lvl3pPr>
            <a:lvl4pPr marL="771525" indent="0" algn="ctr">
              <a:buNone/>
              <a:defRPr/>
            </a:lvl4pPr>
            <a:lvl5pPr marL="1028700" indent="0" algn="ctr">
              <a:buNone/>
              <a:defRPr/>
            </a:lvl5pPr>
            <a:lvl6pPr marL="1285875" indent="0" algn="ctr">
              <a:buNone/>
              <a:defRPr/>
            </a:lvl6pPr>
            <a:lvl7pPr marL="1543050" indent="0" algn="ctr">
              <a:buNone/>
              <a:defRPr/>
            </a:lvl7pPr>
            <a:lvl8pPr marL="1800225" indent="0" algn="ctr">
              <a:buNone/>
              <a:defRPr/>
            </a:lvl8pPr>
            <a:lvl9pPr marL="2057400" indent="0" algn="ctr">
              <a:buNone/>
              <a:defRPr/>
            </a:lvl9pPr>
          </a:lstStyle>
          <a:p>
            <a:r>
              <a:rPr lang="en-US"/>
              <a:t>Click to edit Master subtitle style</a:t>
            </a:r>
          </a:p>
        </p:txBody>
      </p:sp>
      <p:sp>
        <p:nvSpPr>
          <p:cNvPr id="12" name="Rectangle 11"/>
          <p:cNvSpPr/>
          <p:nvPr/>
        </p:nvSpPr>
        <p:spPr bwMode="auto">
          <a:xfrm>
            <a:off x="5104664"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8" rIns="51435" bIns="25718" numCol="1" rtlCol="0" anchor="ctr" anchorCtr="0" compatLnSpc="1">
            <a:prstTxWarp prst="textNoShape">
              <a:avLst/>
            </a:prstTxWarp>
          </a:bodyPr>
          <a:lstStyle/>
          <a:p>
            <a:pPr algn="ctr" defTabSz="514350" fontAlgn="base">
              <a:spcBef>
                <a:spcPct val="0"/>
              </a:spcBef>
              <a:spcAft>
                <a:spcPct val="0"/>
              </a:spcAft>
            </a:pPr>
            <a:endParaRPr lang="en-GB" sz="675">
              <a:solidFill>
                <a:srgbClr val="2D2926"/>
              </a:solidFill>
            </a:endParaRPr>
          </a:p>
        </p:txBody>
      </p:sp>
      <p:pic>
        <p:nvPicPr>
          <p:cNvPr id="9" name="Picture 8"/>
          <p:cNvPicPr>
            <a:picLocks noChangeAspect="1"/>
          </p:cNvPicPr>
          <p:nvPr/>
        </p:nvPicPr>
        <p:blipFill>
          <a:blip r:embed="rId6"/>
          <a:stretch>
            <a:fillRect/>
          </a:stretch>
        </p:blipFill>
        <p:spPr>
          <a:xfrm>
            <a:off x="8429746" y="526501"/>
            <a:ext cx="2876433" cy="756000"/>
          </a:xfrm>
          <a:prstGeom prst="rect">
            <a:avLst/>
          </a:prstGeom>
        </p:spPr>
      </p:pic>
      <p:pic>
        <p:nvPicPr>
          <p:cNvPr id="11" name="Picture 10"/>
          <p:cNvPicPr>
            <a:picLocks noChangeAspect="1"/>
          </p:cNvPicPr>
          <p:nvPr/>
        </p:nvPicPr>
        <p:blipFill rotWithShape="1">
          <a:blip r:embed="rId7">
            <a:extLst>
              <a:ext uri="{28A0092B-C50C-407E-A947-70E740481C1C}">
                <a14:useLocalDpi xmlns:a14="http://schemas.microsoft.com/office/drawing/2010/main" val="0"/>
              </a:ext>
            </a:extLst>
          </a:blip>
          <a:srcRect l="37353" t="8741" r="101" b="27"/>
          <a:stretch/>
        </p:blipFill>
        <p:spPr bwMode="ltGray">
          <a:xfrm rot="16200000" flipH="1">
            <a:off x="9058187" y="-962476"/>
            <a:ext cx="369901" cy="5915488"/>
          </a:xfrm>
          <a:prstGeom prst="rect">
            <a:avLst/>
          </a:prstGeom>
        </p:spPr>
      </p:pic>
    </p:spTree>
    <p:extLst>
      <p:ext uri="{BB962C8B-B14F-4D97-AF65-F5344CB8AC3E}">
        <p14:creationId xmlns:p14="http://schemas.microsoft.com/office/powerpoint/2010/main" val="374301592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5">
              <a:solidFill>
                <a:srgbClr val="2D2926"/>
              </a:solidFill>
              <a:latin typeface="Arial"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7" y="477842"/>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7" name="Picture 6"/>
          <p:cNvPicPr>
            <a:picLocks noChangeAspect="1"/>
          </p:cNvPicPr>
          <p:nvPr/>
        </p:nvPicPr>
        <p:blipFill>
          <a:blip r:embed="rId6"/>
          <a:stretch>
            <a:fillRect/>
          </a:stretch>
        </p:blipFill>
        <p:spPr>
          <a:xfrm>
            <a:off x="239188" y="1964569"/>
            <a:ext cx="11713633" cy="65091"/>
          </a:xfrm>
          <a:prstGeom prst="rect">
            <a:avLst/>
          </a:prstGeom>
        </p:spPr>
      </p:pic>
      <p:sp>
        <p:nvSpPr>
          <p:cNvPr id="8" name="Text Placeholder 11"/>
          <p:cNvSpPr>
            <a:spLocks noGrp="1"/>
          </p:cNvSpPr>
          <p:nvPr>
            <p:ph type="body" sz="quarter" idx="13" hasCustomPrompt="1"/>
          </p:nvPr>
        </p:nvSpPr>
        <p:spPr>
          <a:xfrm>
            <a:off x="239188" y="2181578"/>
            <a:ext cx="11713633"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4"/>
            <a:ext cx="11713633" cy="561756"/>
          </a:xfrm>
          <a:prstGeom prst="rect">
            <a:avLst/>
          </a:prstGeom>
        </p:spPr>
        <p:txBody>
          <a:bodyPr vert="horz" anchor="b">
            <a:normAutofit/>
          </a:bodyPr>
          <a:lstStyle>
            <a:lvl1pPr marL="0" indent="0">
              <a:buNone/>
              <a:defRPr sz="1350"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90040082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3"/>
                        <a:ext cx="2116" cy="1587"/>
                      </a:xfrm>
                      <a:prstGeom prst="rect">
                        <a:avLst/>
                      </a:prstGeom>
                    </p:spPr>
                  </p:pic>
                </p:oleObj>
              </mc:Fallback>
            </mc:AlternateContent>
          </a:graphicData>
        </a:graphic>
      </p:graphicFrame>
      <p:grpSp>
        <p:nvGrpSpPr>
          <p:cNvPr id="2" name="Group 1"/>
          <p:cNvGrpSpPr/>
          <p:nvPr/>
        </p:nvGrpSpPr>
        <p:grpSpPr>
          <a:xfrm>
            <a:off x="0" y="1178584"/>
            <a:ext cx="12192000" cy="2547336"/>
            <a:chOff x="0" y="1178584"/>
            <a:chExt cx="12192000" cy="2547336"/>
          </a:xfrm>
        </p:grpSpPr>
        <p:grpSp>
          <p:nvGrpSpPr>
            <p:cNvPr id="5" name="Group 4"/>
            <p:cNvGrpSpPr/>
            <p:nvPr/>
          </p:nvGrpSpPr>
          <p:grpSpPr>
            <a:xfrm>
              <a:off x="4584735" y="1178585"/>
              <a:ext cx="7607265" cy="1277860"/>
              <a:chOff x="4242374" y="1266924"/>
              <a:chExt cx="7607265" cy="1277860"/>
            </a:xfrm>
          </p:grpSpPr>
          <p:pic>
            <p:nvPicPr>
              <p:cNvPr id="1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69032" y="2448060"/>
              <a:ext cx="7607265" cy="1277860"/>
              <a:chOff x="4242374" y="1266924"/>
              <a:chExt cx="7607265" cy="1277860"/>
            </a:xfrm>
          </p:grpSpPr>
          <p:pic>
            <p:nvPicPr>
              <p:cNvPr id="24"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8" y="2453554"/>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5">
              <a:solidFill>
                <a:srgbClr val="2D2926"/>
              </a:solidFill>
              <a:latin typeface="Arial" charset="0"/>
            </a:endParaRPr>
          </a:p>
        </p:txBody>
      </p:sp>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8" name="Text Placeholder 11"/>
          <p:cNvSpPr>
            <a:spLocks noGrp="1"/>
          </p:cNvSpPr>
          <p:nvPr>
            <p:ph type="body" sz="quarter" idx="13" hasCustomPrompt="1"/>
          </p:nvPr>
        </p:nvSpPr>
        <p:spPr>
          <a:xfrm>
            <a:off x="239185"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5" y="1266924"/>
            <a:ext cx="8736139" cy="561756"/>
          </a:xfrm>
          <a:prstGeom prst="rect">
            <a:avLst/>
          </a:prstGeom>
        </p:spPr>
        <p:txBody>
          <a:bodyPr vert="horz" anchor="b">
            <a:normAutofit/>
          </a:bodyPr>
          <a:lstStyle>
            <a:lvl1pPr marL="0" indent="0">
              <a:buNone/>
              <a:defRPr sz="1350"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pic>
        <p:nvPicPr>
          <p:cNvPr id="14"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13116" r="76604" b="25471"/>
          <a:stretch/>
        </p:blipFill>
        <p:spPr bwMode="auto">
          <a:xfrm>
            <a:off x="11399100" y="3113151"/>
            <a:ext cx="627693"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4"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598411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89" y="1592"/>
                        <a:ext cx="1587" cy="1587"/>
                      </a:xfrm>
                      <a:prstGeom prst="rect">
                        <a:avLst/>
                      </a:prstGeom>
                    </p:spPr>
                  </p:pic>
                </p:oleObj>
              </mc:Fallback>
            </mc:AlternateContent>
          </a:graphicData>
        </a:graphic>
      </p:graphicFrame>
      <p:sp>
        <p:nvSpPr>
          <p:cNvPr id="6"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5" name="Text Placeholder 4"/>
          <p:cNvSpPr>
            <a:spLocks noGrp="1"/>
          </p:cNvSpPr>
          <p:nvPr>
            <p:ph type="body" sz="quarter" idx="13" hasCustomPrompt="1"/>
          </p:nvPr>
        </p:nvSpPr>
        <p:spPr>
          <a:xfrm>
            <a:off x="239184" y="836712"/>
            <a:ext cx="11329424" cy="1655762"/>
          </a:xfrm>
          <a:prstGeom prst="rect">
            <a:avLst/>
          </a:prstGeom>
        </p:spPr>
        <p:txBody>
          <a:bodyPr/>
          <a:lstStyle>
            <a:lvl1pPr marL="0" marR="0" indent="0" algn="l" defTabSz="685800" rtl="0" eaLnBrk="1" fontAlgn="base" latinLnBrk="0" hangingPunct="1">
              <a:lnSpc>
                <a:spcPct val="100000"/>
              </a:lnSpc>
              <a:spcBef>
                <a:spcPct val="20000"/>
              </a:spcBef>
              <a:spcAft>
                <a:spcPct val="0"/>
              </a:spcAft>
              <a:buClr>
                <a:srgbClr val="C00000"/>
              </a:buClr>
              <a:buSzTx/>
              <a:buFontTx/>
              <a:buNone/>
              <a:tabLst/>
              <a:defRPr kumimoji="0" lang="en-US" sz="1350" b="0" i="0" u="none" strike="noStrike" kern="0" cap="none" spc="0" normalizeH="0" baseline="0" noProof="0">
                <a:ln>
                  <a:noFill/>
                </a:ln>
                <a:solidFill>
                  <a:schemeClr val="tx1"/>
                </a:solidFill>
                <a:effectLst/>
                <a:uLnTx/>
                <a:uFillTx/>
              </a:defRPr>
            </a:lvl1pPr>
            <a:lvl2pPr marL="557213" marR="0" indent="-214313" algn="l" defTabSz="685800"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3pPr>
            <a:lvl4pPr marL="12001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4pPr>
            <a:lvl5pPr marL="15430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5pPr>
            <a:lvl6pPr marL="0" marR="0" indent="0" algn="l" defTabSz="685800"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00" rtl="0" eaLnBrk="1" fontAlgn="base" latinLnBrk="0" hangingPunct="1">
              <a:lnSpc>
                <a:spcPct val="100000"/>
              </a:lnSpc>
              <a:spcBef>
                <a:spcPct val="20000"/>
              </a:spcBef>
              <a:spcAft>
                <a:spcPct val="0"/>
              </a:spcAft>
              <a:buClrTx/>
              <a:buSzTx/>
              <a:buFontTx/>
              <a:buNone/>
              <a:tabLst/>
              <a:defRPr/>
            </a:lvl8pPr>
            <a:lvl9pPr marL="0" marR="0" indent="0" algn="l" defTabSz="685800" rtl="0" eaLnBrk="1" fontAlgn="base" latinLnBrk="0" hangingPunct="1">
              <a:lnSpc>
                <a:spcPct val="100000"/>
              </a:lnSpc>
              <a:spcBef>
                <a:spcPct val="20000"/>
              </a:spcBef>
              <a:spcAft>
                <a:spcPct val="0"/>
              </a:spcAft>
              <a:buClrTx/>
              <a:buSzTx/>
              <a:buFontTx/>
              <a:buNone/>
              <a:tabLst/>
              <a:defRPr/>
            </a:lvl9pPr>
          </a:lstStyle>
          <a:p>
            <a:pPr marL="257175" marR="0" lvl="0" indent="-257175" algn="l" defTabSz="685800" rtl="0" eaLnBrk="1" fontAlgn="base" latinLnBrk="0" hangingPunct="1">
              <a:lnSpc>
                <a:spcPct val="100000"/>
              </a:lnSpc>
              <a:spcBef>
                <a:spcPct val="20000"/>
              </a:spcBef>
              <a:spcAft>
                <a:spcPct val="0"/>
              </a:spcAft>
              <a:buClrTx/>
              <a:buSzTx/>
              <a:buFontTx/>
              <a:buChar char="•"/>
              <a:tabLst/>
              <a:defRPr/>
            </a:pPr>
            <a:r>
              <a:rPr kumimoji="0" lang="en-US" sz="1350" b="0" i="0" u="none" strike="noStrike" kern="0" cap="none" spc="0" normalizeH="0" baseline="0" noProof="0">
                <a:ln>
                  <a:noFill/>
                </a:ln>
                <a:solidFill>
                  <a:srgbClr val="575757"/>
                </a:solidFill>
                <a:effectLst/>
                <a:uLnTx/>
                <a:uFillTx/>
                <a:latin typeface="+mn-lt"/>
              </a:rPr>
              <a:t>Edit Master text styles</a:t>
            </a:r>
          </a:p>
          <a:p>
            <a:pPr marL="557213" marR="0" lvl="1" indent="-214313" algn="l" defTabSz="685800"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50" marR="0" lvl="2"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Third level</a:t>
            </a:r>
          </a:p>
          <a:p>
            <a:pPr marL="1200150" marR="0" lvl="3"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Fourth level</a:t>
            </a:r>
          </a:p>
          <a:p>
            <a:pPr marL="1543050" marR="0" lvl="4"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Fifth level</a:t>
            </a:r>
          </a:p>
          <a:p>
            <a:pPr marL="1885950" marR="0" lvl="5" indent="-171450" algn="l" defTabSz="685800" rtl="0" eaLnBrk="1" fontAlgn="base" latinLnBrk="0" hangingPunct="1">
              <a:lnSpc>
                <a:spcPct val="100000"/>
              </a:lnSpc>
              <a:spcBef>
                <a:spcPct val="20000"/>
              </a:spcBef>
              <a:spcAft>
                <a:spcPct val="0"/>
              </a:spcAft>
              <a:buClrTx/>
              <a:buSzTx/>
              <a:buFontTx/>
              <a:buChar char="»"/>
              <a:tabLst/>
              <a:defRPr/>
            </a:pPr>
            <a:r>
              <a:rPr kumimoji="0" lang="en-US" sz="1350" b="0" i="0" u="none" strike="noStrike" kern="0" cap="none" spc="0" normalizeH="0" baseline="0" noProof="0">
                <a:ln>
                  <a:noFill/>
                </a:ln>
                <a:solidFill>
                  <a:srgbClr val="575757"/>
                </a:solidFill>
                <a:effectLst/>
                <a:uLnTx/>
                <a:uFillTx/>
                <a:latin typeface="+mn-lt"/>
              </a:rPr>
              <a:t>Level six</a:t>
            </a:r>
          </a:p>
          <a:p>
            <a:pPr marL="0" marR="0" lvl="5" indent="0" algn="l" defTabSz="685800" rtl="0" eaLnBrk="1" fontAlgn="base" latinLnBrk="0" hangingPunct="1">
              <a:lnSpc>
                <a:spcPct val="100000"/>
              </a:lnSpc>
              <a:spcBef>
                <a:spcPct val="20000"/>
              </a:spcBef>
              <a:spcAft>
                <a:spcPct val="0"/>
              </a:spcAft>
              <a:buClrTx/>
              <a:buSzTx/>
              <a:buFontTx/>
              <a:buNone/>
              <a:tabLst/>
              <a:defRPr/>
            </a:pPr>
            <a:r>
              <a:rPr kumimoji="0" lang="en-US" sz="1350" b="1" i="0" u="none" strike="noStrike" kern="0" cap="none" spc="0" normalizeH="0" baseline="0" noProof="0">
                <a:ln>
                  <a:noFill/>
                </a:ln>
                <a:solidFill>
                  <a:schemeClr val="accent3"/>
                </a:solidFill>
                <a:effectLst/>
                <a:uLnTx/>
                <a:uFillTx/>
                <a:latin typeface="+mn-lt"/>
              </a:rPr>
              <a:t>Level seven</a:t>
            </a:r>
          </a:p>
          <a:p>
            <a:pPr marL="0" marR="0" lvl="7" indent="0" algn="l" defTabSz="685800" rtl="0" eaLnBrk="1" fontAlgn="base" latinLnBrk="0" hangingPunct="1">
              <a:lnSpc>
                <a:spcPct val="100000"/>
              </a:lnSpc>
              <a:spcBef>
                <a:spcPct val="20000"/>
              </a:spcBef>
              <a:spcAft>
                <a:spcPct val="0"/>
              </a:spcAft>
              <a:buClrTx/>
              <a:buSzTx/>
              <a:buFontTx/>
              <a:buNone/>
              <a:tabLst/>
              <a:defRPr/>
            </a:pPr>
            <a:r>
              <a:rPr kumimoji="0" lang="en-US" sz="1350" b="0" i="0" u="none" strike="noStrike" kern="0" cap="none" spc="0" normalizeH="0" baseline="0" noProof="0">
                <a:ln>
                  <a:noFill/>
                </a:ln>
                <a:solidFill>
                  <a:srgbClr val="C00000"/>
                </a:solidFill>
                <a:effectLst/>
                <a:uLnTx/>
                <a:uFillTx/>
                <a:latin typeface="+mn-lt"/>
              </a:rPr>
              <a:t>Level eight</a:t>
            </a:r>
          </a:p>
          <a:p>
            <a:pPr marL="0" marR="0" lvl="8" indent="0" algn="l" defTabSz="685800"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3961428587"/>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pos="191">
          <p15:clr>
            <a:srgbClr val="FBAE40"/>
          </p15:clr>
        </p15:guide>
        <p15:guide id="4" pos="10049">
          <p15:clr>
            <a:srgbClr val="FBAE40"/>
          </p15:clr>
        </p15:guide>
        <p15:guide id="5" orient="horz" pos="4020">
          <p15:clr>
            <a:srgbClr val="FBAE40"/>
          </p15:clr>
        </p15:guide>
        <p15:guide id="6" orient="horz" pos="527">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608437878"/>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pos="191">
          <p15:clr>
            <a:srgbClr val="FBAE40"/>
          </p15:clr>
        </p15:guide>
        <p15:guide id="4" pos="10049">
          <p15:clr>
            <a:srgbClr val="FBAE40"/>
          </p15:clr>
        </p15:guide>
        <p15:guide id="5" orient="horz" pos="527">
          <p15:clr>
            <a:srgbClr val="FBAE40"/>
          </p15:clr>
        </p15:guide>
        <p15:guide id="6" orient="horz" pos="402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1" y="0"/>
            <a:ext cx="211667"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fontAlgn="base">
              <a:spcBef>
                <a:spcPct val="0"/>
              </a:spcBef>
              <a:spcAft>
                <a:spcPct val="0"/>
              </a:spcAft>
            </a:pP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56518877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5">
              <a:solidFill>
                <a:srgbClr val="2D2926"/>
              </a:solidFill>
              <a:latin typeface="Arial" charset="0"/>
            </a:endParaRPr>
          </a:p>
        </p:txBody>
      </p:sp>
      <p:sp>
        <p:nvSpPr>
          <p:cNvPr id="4" name="Slide Number Placeholder 3"/>
          <p:cNvSpPr>
            <a:spLocks noGrp="1"/>
          </p:cNvSpPr>
          <p:nvPr>
            <p:ph type="sldNum" sz="quarter" idx="11"/>
          </p:nvPr>
        </p:nvSpPr>
        <p:spPr/>
        <p:txBody>
          <a:bodyPr/>
          <a:lstStyle/>
          <a:p>
            <a:fld id="{B3CE4FC1-9BFD-4D71-B62C-EB069A42157A}" type="slidenum">
              <a:rPr lang="en-US" smtClean="0">
                <a:solidFill>
                  <a:srgbClr val="000000"/>
                </a:solidFill>
              </a:rPr>
              <a:pPr/>
              <a:t>‹#›</a:t>
            </a:fld>
            <a:endParaRPr lang="en-US">
              <a:solidFill>
                <a:srgbClr val="000000"/>
              </a:solidFill>
            </a:endParaRPr>
          </a:p>
        </p:txBody>
      </p:sp>
      <p:sp>
        <p:nvSpPr>
          <p:cNvPr id="7" name="Rectangle 4"/>
          <p:cNvSpPr>
            <a:spLocks noGrp="1" noChangeArrowheads="1"/>
          </p:cNvSpPr>
          <p:nvPr>
            <p:ph type="ftr" sz="quarter" idx="12"/>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858962789"/>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orient="horz" pos="4020">
          <p15:clr>
            <a:srgbClr val="FBAE40"/>
          </p15:clr>
        </p15:guide>
        <p15:guide id="4" pos="191">
          <p15:clr>
            <a:srgbClr val="FBAE40"/>
          </p15:clr>
        </p15:guide>
        <p15:guide id="5" pos="10049">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Arrow half">
    <p:bg>
      <p:bgPr>
        <a:gradFill flip="none" rotWithShape="1">
          <a:gsLst>
            <a:gs pos="0">
              <a:srgbClr val="ED1D24"/>
            </a:gs>
            <a:gs pos="100000">
              <a:srgbClr val="870B0E"/>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3772988-BAC3-45EB-8F49-ECA66C3B6F60}"/>
              </a:ext>
            </a:extLst>
          </p:cNvPr>
          <p:cNvGraphicFramePr>
            <a:graphicFrameLocks noChangeAspect="1"/>
          </p:cNvGraphicFramePr>
          <p:nvPr>
            <p:custDataLst>
              <p:tags r:id="rId1"/>
            </p:custDataLst>
          </p:nvPr>
        </p:nvGraphicFramePr>
        <p:xfrm>
          <a:off x="1590"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93772988-BAC3-45EB-8F49-ECA66C3B6F60}"/>
                          </a:ext>
                        </a:extLst>
                      </p:cNvPr>
                      <p:cNvPicPr/>
                      <p:nvPr/>
                    </p:nvPicPr>
                    <p:blipFill>
                      <a:blip r:embed="rId4"/>
                      <a:stretch>
                        <a:fillRect/>
                      </a:stretch>
                    </p:blipFill>
                    <p:spPr>
                      <a:xfrm>
                        <a:off x="1590" y="1588"/>
                        <a:ext cx="1588" cy="1588"/>
                      </a:xfrm>
                      <a:prstGeom prst="rect">
                        <a:avLst/>
                      </a:prstGeom>
                    </p:spPr>
                  </p:pic>
                </p:oleObj>
              </mc:Fallback>
            </mc:AlternateContent>
          </a:graphicData>
        </a:graphic>
      </p:graphicFrame>
      <p:sp>
        <p:nvSpPr>
          <p:cNvPr id="18" name="Copyright" hidden="1"/>
          <p:cNvSpPr txBox="1"/>
          <p:nvPr/>
        </p:nvSpPr>
        <p:spPr>
          <a:xfrm rot="16200000">
            <a:off x="9486903" y="3934616"/>
            <a:ext cx="5133975"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ea typeface="+mn-ea"/>
                <a:cs typeface="+mn-cs"/>
                <a:sym typeface="Trebuchet MS" panose="020B0603020202020204" pitchFamily="34" charset="0"/>
              </a:rPr>
              <a:t>Copyright © 2022 by Boston Consulting Group. All rights reserved.</a:t>
            </a:r>
          </a:p>
        </p:txBody>
      </p:sp>
      <p:sp>
        <p:nvSpPr>
          <p:cNvPr id="14" name="Pentagon 8"/>
          <p:cNvSpPr/>
          <p:nvPr/>
        </p:nvSpPr>
        <p:spPr bwMode="white">
          <a:xfrm>
            <a:off x="1" y="0"/>
            <a:ext cx="6363547"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latin typeface="+mn-lt"/>
              <a:ea typeface="+mn-ea"/>
              <a:cs typeface="+mn-cs"/>
              <a:sym typeface="Trebuchet MS" panose="020B0603020202020204" pitchFamily="34" charset="0"/>
            </a:endParaRPr>
          </a:p>
        </p:txBody>
      </p:sp>
      <p:sp>
        <p:nvSpPr>
          <p:cNvPr id="16" name="Title 2"/>
          <p:cNvSpPr>
            <a:spLocks noGrp="1"/>
          </p:cNvSpPr>
          <p:nvPr>
            <p:ph type="title" hasCustomPrompt="1"/>
          </p:nvPr>
        </p:nvSpPr>
        <p:spPr>
          <a:xfrm>
            <a:off x="630002" y="622800"/>
            <a:ext cx="4673647"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rgbClr val="ED1D24"/>
                </a:solidFill>
                <a:latin typeface="+mj-lt"/>
                <a:ea typeface="+mj-ea"/>
                <a:cs typeface="+mj-cs"/>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805" y="3589606"/>
            <a:ext cx="1365251"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203FE9-A075-4BF8-987F-E3175D587168}"/>
              </a:ext>
            </a:extLst>
          </p:cNvPr>
          <p:cNvSpPr txBox="1"/>
          <p:nvPr/>
        </p:nvSpPr>
        <p:spPr>
          <a:xfrm>
            <a:off x="11757835" y="6700052"/>
            <a:ext cx="381000" cy="115416"/>
          </a:xfrm>
          <a:prstGeom prst="rect">
            <a:avLst/>
          </a:prstGeom>
          <a:noFill/>
        </p:spPr>
        <p:txBody>
          <a:bodyPr wrap="square" lIns="0" tIns="0" rIns="0" bIns="0" rtlCol="0" anchor="b">
            <a:spAutoFit/>
          </a:bodyPr>
          <a:lstStyle/>
          <a:p>
            <a:pPr marL="0" marR="0" indent="0" algn="r" defTabSz="685800"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800" rtl="0" eaLnBrk="1" fontAlgn="auto" latinLnBrk="0" hangingPunct="1">
                <a:lnSpc>
                  <a:spcPct val="100000"/>
                </a:lnSpc>
                <a:spcBef>
                  <a:spcPts val="0"/>
                </a:spcBef>
                <a:spcAft>
                  <a:spcPts val="0"/>
                </a:spcAft>
                <a:buClrTx/>
                <a:buSzTx/>
                <a:buFontTx/>
                <a:buNone/>
                <a:tabLst/>
                <a:defRPr/>
              </a:pPr>
              <a:t>‹#›</a:t>
            </a:fld>
            <a:endParaRPr lang="en-US" sz="750" kern="1200">
              <a:solidFill>
                <a:schemeClr val="bg1"/>
              </a:solidFill>
              <a:latin typeface="+mn-lt"/>
              <a:ea typeface="+mn-ea"/>
              <a:cs typeface="+mn-cs"/>
              <a:sym typeface="Trebuchet MS" panose="020B0603020202020204" pitchFamily="34" charset="0"/>
            </a:endParaRPr>
          </a:p>
        </p:txBody>
      </p:sp>
      <p:pic>
        <p:nvPicPr>
          <p:cNvPr id="12" name="Picture 11">
            <a:extLst>
              <a:ext uri="{FF2B5EF4-FFF2-40B4-BE49-F238E27FC236}">
                <a16:creationId xmlns:a16="http://schemas.microsoft.com/office/drawing/2014/main" id="{DB280514-AAB0-4C3F-BD7F-3099741B263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23666" t="40333" b="40333"/>
          <a:stretch/>
        </p:blipFill>
        <p:spPr>
          <a:xfrm>
            <a:off x="10109202" y="6445250"/>
            <a:ext cx="1454151" cy="368300"/>
          </a:xfrm>
          <a:prstGeom prst="rect">
            <a:avLst/>
          </a:prstGeom>
        </p:spPr>
      </p:pic>
    </p:spTree>
    <p:extLst>
      <p:ext uri="{BB962C8B-B14F-4D97-AF65-F5344CB8AC3E}">
        <p14:creationId xmlns:p14="http://schemas.microsoft.com/office/powerpoint/2010/main" val="34084102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8" name="Object 7"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 y="1591"/>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3" name="Picture 3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 y="2"/>
            <a:ext cx="12192000" cy="6857433"/>
          </a:xfrm>
          <a:prstGeom prst="rect">
            <a:avLst/>
          </a:prstGeom>
          <a:ln>
            <a:noFill/>
          </a:ln>
        </p:spPr>
      </p:pic>
      <p:sp>
        <p:nvSpPr>
          <p:cNvPr id="7" name="Rectangle 6"/>
          <p:cNvSpPr/>
          <p:nvPr/>
        </p:nvSpPr>
        <p:spPr bwMode="auto">
          <a:xfrm>
            <a:off x="1"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marL="0" marR="0" indent="0" algn="ctr" defTabSz="685800" rtl="0" eaLnBrk="1" fontAlgn="base" latinLnBrk="0" hangingPunct="1">
              <a:lnSpc>
                <a:spcPct val="100000"/>
              </a:lnSpc>
              <a:spcBef>
                <a:spcPct val="0"/>
              </a:spcBef>
              <a:spcAft>
                <a:spcPct val="0"/>
              </a:spcAft>
              <a:buClrTx/>
              <a:buSzTx/>
              <a:buFontTx/>
              <a:buNone/>
              <a:tabLst/>
            </a:pPr>
            <a:endParaRPr kumimoji="0" lang="en-GB" sz="1425" b="0" i="0" u="none" strike="noStrike" cap="none" normalizeH="0" baseline="0">
              <a:ln>
                <a:noFill/>
              </a:ln>
              <a:solidFill>
                <a:schemeClr val="tx1"/>
              </a:solidFill>
              <a:effectLst/>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900">
                <a:solidFill>
                  <a:schemeClr val="bg1"/>
                </a:solidFill>
                <a:latin typeface="+mn-lt"/>
              </a:defRPr>
            </a:lvl1pPr>
          </a:lstStyle>
          <a:p>
            <a:endParaRPr lang="en-GB"/>
          </a:p>
        </p:txBody>
      </p:sp>
      <p:sp>
        <p:nvSpPr>
          <p:cNvPr id="6" name="Rectangle 5"/>
          <p:cNvSpPr>
            <a:spLocks noGrp="1" noChangeArrowheads="1"/>
          </p:cNvSpPr>
          <p:nvPr>
            <p:ph type="sldNum" sz="quarter" idx="12"/>
          </p:nvPr>
        </p:nvSpPr>
        <p:spPr>
          <a:ln/>
        </p:spPr>
        <p:txBody>
          <a:bodyPr anchor="b"/>
          <a:lstStyle>
            <a:lvl1pPr>
              <a:defRPr sz="900">
                <a:solidFill>
                  <a:schemeClr val="bg1"/>
                </a:solidFill>
                <a:latin typeface="+mn-lt"/>
              </a:defRPr>
            </a:lvl1pPr>
          </a:lstStyle>
          <a:p>
            <a:fld id="{20314B1F-90EF-4791-B992-945A908ADE38}" type="slidenum">
              <a:rPr lang="en-GB" smtClean="0"/>
              <a:pPr/>
              <a:t>‹#›</a:t>
            </a:fld>
            <a:endParaRPr lang="en-GB"/>
          </a:p>
        </p:txBody>
      </p:sp>
      <p:sp>
        <p:nvSpPr>
          <p:cNvPr id="2" name="Title 1"/>
          <p:cNvSpPr>
            <a:spLocks noGrp="1"/>
          </p:cNvSpPr>
          <p:nvPr>
            <p:ph type="ctrTitle"/>
          </p:nvPr>
        </p:nvSpPr>
        <p:spPr>
          <a:xfrm>
            <a:off x="286572" y="2390402"/>
            <a:ext cx="11616000" cy="1918823"/>
          </a:xfrm>
          <a:prstGeom prst="rect">
            <a:avLst/>
          </a:prstGeom>
        </p:spPr>
        <p:txBody>
          <a:bodyPr anchor="ctr"/>
          <a:lstStyle>
            <a:lvl1pPr algn="l">
              <a:defRPr sz="28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400" b="1">
                <a:solidFill>
                  <a:schemeClr val="bg1"/>
                </a:solidFill>
                <a:effectLst>
                  <a:outerShdw blurRad="38100" dist="38100" dir="2700000" algn="tl">
                    <a:srgbClr val="000000">
                      <a:alpha val="43137"/>
                    </a:srgbClr>
                  </a:outerShdw>
                </a:effectLst>
                <a:latin typeface="Calibri" panose="020F0502020204030204" pitchFamily="34" charset="0"/>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12" name="Rectangle 11"/>
          <p:cNvSpPr/>
          <p:nvPr/>
        </p:nvSpPr>
        <p:spPr bwMode="auto">
          <a:xfrm>
            <a:off x="5104662"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marL="0" marR="0" indent="0" algn="ctr" defTabSz="685800" rtl="0" eaLnBrk="1" fontAlgn="base" latinLnBrk="0" hangingPunct="1">
              <a:lnSpc>
                <a:spcPct val="100000"/>
              </a:lnSpc>
              <a:spcBef>
                <a:spcPct val="0"/>
              </a:spcBef>
              <a:spcAft>
                <a:spcPct val="0"/>
              </a:spcAft>
              <a:buClrTx/>
              <a:buSzTx/>
              <a:buFontTx/>
              <a:buNone/>
              <a:tabLst/>
            </a:pPr>
            <a:endParaRPr kumimoji="0" lang="en-GB" sz="900" b="0" i="0" u="none" strike="noStrike" cap="none" normalizeH="0" baseline="0">
              <a:ln>
                <a:noFill/>
              </a:ln>
              <a:solidFill>
                <a:schemeClr val="tx1"/>
              </a:solidFill>
              <a:effectLst/>
              <a:latin typeface="+mn-lt"/>
            </a:endParaRPr>
          </a:p>
        </p:txBody>
      </p:sp>
      <p:pic>
        <p:nvPicPr>
          <p:cNvPr id="9" name="Picture 8"/>
          <p:cNvPicPr>
            <a:picLocks noChangeAspect="1"/>
          </p:cNvPicPr>
          <p:nvPr/>
        </p:nvPicPr>
        <p:blipFill>
          <a:blip r:embed="rId6" cstate="print"/>
          <a:stretch>
            <a:fillRect/>
          </a:stretch>
        </p:blipFill>
        <p:spPr>
          <a:xfrm>
            <a:off x="8429744" y="526501"/>
            <a:ext cx="2876433" cy="756000"/>
          </a:xfrm>
          <a:prstGeom prst="rect">
            <a:avLst/>
          </a:prstGeom>
        </p:spPr>
      </p:pic>
    </p:spTree>
    <p:extLst>
      <p:ext uri="{BB962C8B-B14F-4D97-AF65-F5344CB8AC3E}">
        <p14:creationId xmlns:p14="http://schemas.microsoft.com/office/powerpoint/2010/main" val="314231217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3585982788"/>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3" name="Object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900" b="0" i="0" u="none" strike="noStrike" cap="none" normalizeH="0" baseline="0">
              <a:ln>
                <a:noFill/>
              </a:ln>
              <a:solidFill>
                <a:schemeClr val="tx1"/>
              </a:solidFill>
              <a:effectLst/>
              <a:latin typeface="Arial" charset="0"/>
            </a:endParaRPr>
          </a:p>
        </p:txBody>
      </p:sp>
      <p:pic>
        <p:nvPicPr>
          <p:cNvPr id="2" name="Picture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16325" y="477838"/>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20314B1F-90EF-4791-B992-945A908ADE38}" type="slidenum">
              <a:rPr lang="en-GB" smtClean="0"/>
              <a:pPr/>
              <a:t>‹#›</a:t>
            </a:fld>
            <a:endParaRPr lang="en-GB"/>
          </a:p>
        </p:txBody>
      </p:sp>
      <p:pic>
        <p:nvPicPr>
          <p:cNvPr id="7" name="Picture 6"/>
          <p:cNvPicPr>
            <a:picLocks noChangeAspect="1"/>
          </p:cNvPicPr>
          <p:nvPr/>
        </p:nvPicPr>
        <p:blipFill>
          <a:blip r:embed="rId6" cstate="print"/>
          <a:stretch>
            <a:fillRect/>
          </a:stretch>
        </p:blipFill>
        <p:spPr>
          <a:xfrm>
            <a:off x="239185" y="1964567"/>
            <a:ext cx="11713633" cy="65091"/>
          </a:xfrm>
          <a:prstGeom prst="rect">
            <a:avLst/>
          </a:prstGeom>
        </p:spPr>
      </p:pic>
      <p:sp>
        <p:nvSpPr>
          <p:cNvPr id="8" name="Text Placeholder 11"/>
          <p:cNvSpPr>
            <a:spLocks noGrp="1"/>
          </p:cNvSpPr>
          <p:nvPr>
            <p:ph type="body" sz="quarter" idx="13" hasCustomPrompt="1"/>
          </p:nvPr>
        </p:nvSpPr>
        <p:spPr>
          <a:xfrm>
            <a:off x="239185" y="2181578"/>
            <a:ext cx="11713633" cy="1463446"/>
          </a:xfrm>
          <a:prstGeom prst="rect">
            <a:avLst/>
          </a:prstGeom>
        </p:spPr>
        <p:txBody>
          <a:bodyPr vert="horz">
            <a:normAutofit/>
          </a:bodyPr>
          <a:lstStyle>
            <a:lvl1pPr marL="0" indent="0">
              <a:buNone/>
              <a:defRPr sz="32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5" y="1266924"/>
            <a:ext cx="11713633" cy="561756"/>
          </a:xfrm>
          <a:prstGeom prst="rect">
            <a:avLst/>
          </a:prstGeom>
        </p:spPr>
        <p:txBody>
          <a:bodyPr vert="horz" anchor="b">
            <a:normAutofit/>
          </a:bodyPr>
          <a:lstStyle>
            <a:lvl1pPr marL="0" indent="0">
              <a:buNone/>
              <a:defRPr sz="1800"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GB"/>
          </a:p>
        </p:txBody>
      </p:sp>
    </p:spTree>
    <p:extLst>
      <p:ext uri="{BB962C8B-B14F-4D97-AF65-F5344CB8AC3E}">
        <p14:creationId xmlns:p14="http://schemas.microsoft.com/office/powerpoint/2010/main" val="367564278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1760927482"/>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3" name="Object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4"/>
          <p:cNvGrpSpPr/>
          <p:nvPr/>
        </p:nvGrpSpPr>
        <p:grpSpPr>
          <a:xfrm>
            <a:off x="4584735" y="1178585"/>
            <a:ext cx="7607265" cy="2547334"/>
            <a:chOff x="4242374" y="1266924"/>
            <a:chExt cx="7607265" cy="1277860"/>
          </a:xfrm>
        </p:grpSpPr>
        <p:pic>
          <p:nvPicPr>
            <p:cNvPr id="15"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2"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900" b="0" i="0" u="none" strike="noStrike" cap="none" normalizeH="0" baseline="0">
              <a:ln>
                <a:noFill/>
              </a:ln>
              <a:solidFill>
                <a:schemeClr val="tx1"/>
              </a:solidFill>
              <a:effectLst/>
              <a:latin typeface="Arial" charset="0"/>
            </a:endParaRPr>
          </a:p>
        </p:txBody>
      </p:sp>
      <p:sp>
        <p:nvSpPr>
          <p:cNvPr id="6" name="Rectangle 5"/>
          <p:cNvSpPr>
            <a:spLocks noGrp="1" noChangeArrowheads="1"/>
          </p:cNvSpPr>
          <p:nvPr>
            <p:ph type="sldNum" sz="quarter" idx="12"/>
          </p:nvPr>
        </p:nvSpPr>
        <p:spPr>
          <a:ln/>
        </p:spPr>
        <p:txBody>
          <a:bodyPr/>
          <a:lstStyle>
            <a:lvl1pPr>
              <a:defRPr/>
            </a:lvl1pPr>
          </a:lstStyle>
          <a:p>
            <a:fld id="{20314B1F-90EF-4791-B992-945A908ADE38}" type="slidenum">
              <a:rPr lang="en-GB" smtClean="0"/>
              <a:pPr/>
              <a:t>‹#›</a:t>
            </a:fld>
            <a:endParaRPr lang="en-GB"/>
          </a:p>
        </p:txBody>
      </p:sp>
      <p:sp>
        <p:nvSpPr>
          <p:cNvPr id="8" name="Text Placeholder 11"/>
          <p:cNvSpPr>
            <a:spLocks noGrp="1"/>
          </p:cNvSpPr>
          <p:nvPr>
            <p:ph type="body" sz="quarter" idx="13" hasCustomPrompt="1"/>
          </p:nvPr>
        </p:nvSpPr>
        <p:spPr>
          <a:xfrm>
            <a:off x="239185" y="2181578"/>
            <a:ext cx="8736139" cy="1463446"/>
          </a:xfrm>
          <a:prstGeom prst="rect">
            <a:avLst/>
          </a:prstGeom>
        </p:spPr>
        <p:txBody>
          <a:bodyPr vert="horz">
            <a:normAutofit/>
          </a:bodyPr>
          <a:lstStyle>
            <a:lvl1pPr marL="0" indent="0">
              <a:buNone/>
              <a:defRPr sz="32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5" y="1266924"/>
            <a:ext cx="8736139" cy="561756"/>
          </a:xfrm>
          <a:prstGeom prst="rect">
            <a:avLst/>
          </a:prstGeom>
        </p:spPr>
        <p:txBody>
          <a:bodyPr vert="horz" anchor="b">
            <a:normAutofit/>
          </a:bodyPr>
          <a:lstStyle>
            <a:lvl1pPr marL="0" indent="0">
              <a:buNone/>
              <a:defRPr sz="1800"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GB"/>
          </a:p>
        </p:txBody>
      </p:sp>
      <p:pic>
        <p:nvPicPr>
          <p:cNvPr id="14" name="Picture 3"/>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t="13116" r="76604" b="25471"/>
          <a:stretch/>
        </p:blipFill>
        <p:spPr bwMode="auto">
          <a:xfrm>
            <a:off x="11399099" y="3113147"/>
            <a:ext cx="627693"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4"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804863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24737233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itle 1"/>
          <p:cNvSpPr>
            <a:spLocks noGrp="1"/>
          </p:cNvSpPr>
          <p:nvPr>
            <p:ph type="title"/>
          </p:nvPr>
        </p:nvSpPr>
        <p:spPr>
          <a:xfrm>
            <a:off x="239184" y="0"/>
            <a:ext cx="10273307" cy="648000"/>
          </a:xfrm>
          <a:prstGeom prst="rect">
            <a:avLst/>
          </a:prstGeom>
        </p:spPr>
        <p:txBody>
          <a:bodyPr lIns="0" tIns="0" rIns="0" bIns="0" anchor="ctr">
            <a:normAutofit/>
          </a:bodyPr>
          <a:lstStyle>
            <a:lvl1pPr>
              <a:defRPr sz="2000" b="1">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GB"/>
          </a:p>
        </p:txBody>
      </p:sp>
      <p:sp>
        <p:nvSpPr>
          <p:cNvPr id="8" name="Rectangle 5"/>
          <p:cNvSpPr>
            <a:spLocks noGrp="1" noChangeArrowheads="1"/>
          </p:cNvSpPr>
          <p:nvPr>
            <p:ph type="sldNum" sz="quarter" idx="12"/>
          </p:nvPr>
        </p:nvSpPr>
        <p:spPr>
          <a:xfrm>
            <a:off x="11664619" y="6400800"/>
            <a:ext cx="527381" cy="457200"/>
          </a:xfrm>
          <a:ln/>
        </p:spPr>
        <p:txBody>
          <a:bodyPr/>
          <a:lstStyle>
            <a:lvl1pPr>
              <a:defRPr/>
            </a:lvl1pPr>
          </a:lstStyle>
          <a:p>
            <a:fld id="{20314B1F-90EF-4791-B992-945A908ADE38}" type="slidenum">
              <a:rPr lang="en-GB" smtClean="0"/>
              <a:pPr/>
              <a:t>‹#›</a:t>
            </a:fld>
            <a:endParaRPr lang="en-GB"/>
          </a:p>
        </p:txBody>
      </p:sp>
      <p:sp>
        <p:nvSpPr>
          <p:cNvPr id="5" name="Text Placeholder 4"/>
          <p:cNvSpPr>
            <a:spLocks noGrp="1"/>
          </p:cNvSpPr>
          <p:nvPr>
            <p:ph type="body" sz="quarter" idx="13" hasCustomPrompt="1"/>
          </p:nvPr>
        </p:nvSpPr>
        <p:spPr>
          <a:xfrm>
            <a:off x="239184" y="836712"/>
            <a:ext cx="11329424" cy="1655762"/>
          </a:xfrm>
          <a:prstGeom prst="rect">
            <a:avLst/>
          </a:prstGeom>
        </p:spPr>
        <p:txBody>
          <a:bodyPr/>
          <a:lstStyle>
            <a:lvl1pPr marL="0" marR="0" indent="0" algn="l" defTabSz="914400" rtl="0" eaLnBrk="1" fontAlgn="base" latinLnBrk="0" hangingPunct="1">
              <a:lnSpc>
                <a:spcPct val="100000"/>
              </a:lnSpc>
              <a:spcBef>
                <a:spcPct val="20000"/>
              </a:spcBef>
              <a:spcAft>
                <a:spcPct val="0"/>
              </a:spcAft>
              <a:buClr>
                <a:srgbClr val="C00000"/>
              </a:buClr>
              <a:buSzTx/>
              <a:buFontTx/>
              <a:buNone/>
              <a:tabLst/>
              <a:defRPr kumimoji="0" lang="en-US" sz="1800" b="0" i="0" u="none" strike="noStrike" kern="0" cap="none" spc="0" normalizeH="0" baseline="0" noProof="0">
                <a:ln>
                  <a:noFill/>
                </a:ln>
                <a:solidFill>
                  <a:schemeClr val="tx1"/>
                </a:solidFill>
                <a:effectLst/>
                <a:uLnTx/>
                <a:uFillTx/>
              </a:defRPr>
            </a:lvl1pPr>
            <a:lvl2pPr marL="742950" marR="0" indent="-285750" algn="l" defTabSz="914400" rtl="0" eaLnBrk="1" fontAlgn="base" latinLnBrk="0" hangingPunct="1">
              <a:lnSpc>
                <a:spcPct val="100000"/>
              </a:lnSpc>
              <a:spcBef>
                <a:spcPct val="20000"/>
              </a:spcBef>
              <a:spcAft>
                <a:spcPct val="0"/>
              </a:spcAft>
              <a:buClr>
                <a:srgbClr val="C00000"/>
              </a:buClr>
              <a:buSzTx/>
              <a:buFontTx/>
              <a:buChar char="–"/>
              <a:tabLst/>
              <a:defRPr kumimoji="0" lang="en-US" sz="1600" b="0" i="0" u="none" strike="noStrike" kern="0" cap="none" spc="0" normalizeH="0" baseline="0" noProof="0">
                <a:ln>
                  <a:noFill/>
                </a:ln>
                <a:solidFill>
                  <a:schemeClr val="tx1"/>
                </a:solidFill>
                <a:effectLst/>
                <a:uLnTx/>
                <a:uFillTx/>
              </a:defRPr>
            </a:lvl2pPr>
            <a:lvl3pPr marL="1143000" marR="0" indent="-228600" algn="l" defTabSz="914400" rtl="0" eaLnBrk="1" fontAlgn="base" latinLnBrk="0" hangingPunct="1">
              <a:lnSpc>
                <a:spcPct val="100000"/>
              </a:lnSpc>
              <a:spcBef>
                <a:spcPct val="20000"/>
              </a:spcBef>
              <a:spcAft>
                <a:spcPct val="0"/>
              </a:spcAft>
              <a:buClr>
                <a:srgbClr val="C00000"/>
              </a:buClr>
              <a:buSzTx/>
              <a:buFontTx/>
              <a:buChar char="•"/>
              <a:tabLst/>
              <a:defRPr kumimoji="0" lang="en-US" sz="1400" b="0" i="0" u="none" strike="noStrike" kern="0" cap="none" spc="0" normalizeH="0" baseline="0" noProof="0">
                <a:ln>
                  <a:noFill/>
                </a:ln>
                <a:solidFill>
                  <a:schemeClr val="tx1"/>
                </a:solidFill>
                <a:effectLst/>
                <a:uLnTx/>
                <a:uFillTx/>
              </a:defRPr>
            </a:lvl3pPr>
            <a:lvl4pPr marL="1600200" marR="0" indent="-228600" algn="l" defTabSz="914400" rtl="0" eaLnBrk="1" fontAlgn="base" latinLnBrk="0" hangingPunct="1">
              <a:lnSpc>
                <a:spcPct val="100000"/>
              </a:lnSpc>
              <a:spcBef>
                <a:spcPct val="20000"/>
              </a:spcBef>
              <a:spcAft>
                <a:spcPct val="0"/>
              </a:spcAft>
              <a:buClr>
                <a:srgbClr val="C00000"/>
              </a:buClr>
              <a:buSzTx/>
              <a:buFontTx/>
              <a:buChar char="–"/>
              <a:tabLst/>
              <a:defRPr kumimoji="0" lang="en-US" sz="1400" b="0" i="0" u="none" strike="noStrike" kern="0" cap="none" spc="0" normalizeH="0" baseline="0" noProof="0">
                <a:ln>
                  <a:noFill/>
                </a:ln>
                <a:solidFill>
                  <a:schemeClr val="tx1"/>
                </a:solidFill>
                <a:effectLst/>
                <a:uLnTx/>
                <a:uFillTx/>
              </a:defRPr>
            </a:lvl4pPr>
            <a:lvl5pPr marL="2057400" marR="0" indent="-228600" algn="l" defTabSz="914400" rtl="0" eaLnBrk="1" fontAlgn="base" latinLnBrk="0" hangingPunct="1">
              <a:lnSpc>
                <a:spcPct val="100000"/>
              </a:lnSpc>
              <a:spcBef>
                <a:spcPct val="20000"/>
              </a:spcBef>
              <a:spcAft>
                <a:spcPct val="0"/>
              </a:spcAft>
              <a:buClr>
                <a:srgbClr val="C00000"/>
              </a:buClr>
              <a:buSzTx/>
              <a:buFontTx/>
              <a:buChar char="»"/>
              <a:tabLst/>
              <a:defRPr kumimoji="0" lang="en-US" sz="1400" b="0" i="0" u="none" strike="noStrike" kern="0" cap="none" spc="0" normalizeH="0" baseline="0" noProof="0">
                <a:ln>
                  <a:noFill/>
                </a:ln>
                <a:solidFill>
                  <a:schemeClr val="tx1"/>
                </a:solidFill>
                <a:effectLst/>
                <a:uLnTx/>
                <a:uFillTx/>
              </a:defRPr>
            </a:lvl5pPr>
            <a:lvl6pPr marL="0" marR="0" indent="0" algn="l" defTabSz="914400"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914400" rtl="0" eaLnBrk="1" fontAlgn="base" latinLnBrk="0" hangingPunct="1">
              <a:lnSpc>
                <a:spcPct val="100000"/>
              </a:lnSpc>
              <a:spcBef>
                <a:spcPct val="20000"/>
              </a:spcBef>
              <a:spcAft>
                <a:spcPct val="0"/>
              </a:spcAft>
              <a:buClrTx/>
              <a:buSzTx/>
              <a:buFontTx/>
              <a:buNone/>
              <a:tabLst/>
              <a:defRPr/>
            </a:lvl8pPr>
            <a:lvl9pPr marL="0" marR="0" indent="0" algn="l" defTabSz="914400" rtl="0" eaLnBrk="1" fontAlgn="base" latinLnBrk="0" hangingPunct="1">
              <a:lnSpc>
                <a:spcPct val="100000"/>
              </a:lnSpc>
              <a:spcBef>
                <a:spcPct val="20000"/>
              </a:spcBef>
              <a:spcAft>
                <a:spcPct val="0"/>
              </a:spcAft>
              <a:buClrTx/>
              <a:buSzTx/>
              <a:buFontTx/>
              <a:buNone/>
              <a:tabLst/>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1800" b="0" i="0" u="none" strike="noStrike" kern="0" cap="none" spc="0" normalizeH="0" baseline="0" noProof="0">
                <a:ln>
                  <a:noFill/>
                </a:ln>
                <a:solidFill>
                  <a:srgbClr val="575757"/>
                </a:solidFill>
                <a:effectLst/>
                <a:uLnTx/>
                <a:uFillTx/>
                <a:latin typeface="+mn-lt"/>
              </a:rPr>
              <a:t>Edit Master text styles</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sz="1600" b="0" i="0" u="none" strike="noStrike" kern="0" cap="none" spc="0" normalizeH="0" baseline="0" noProof="0">
                <a:ln>
                  <a:noFill/>
                </a:ln>
                <a:solidFill>
                  <a:srgbClr val="575757"/>
                </a:solidFill>
                <a:effectLst/>
                <a:uLnTx/>
                <a:uFillTx/>
                <a:latin typeface="+mn-lt"/>
              </a:rPr>
              <a:t>Second level</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0" lang="en-US" sz="1400" b="0" i="0" u="none" strike="noStrike" kern="0" cap="none" spc="0" normalizeH="0" baseline="0" noProof="0">
                <a:ln>
                  <a:noFill/>
                </a:ln>
                <a:solidFill>
                  <a:srgbClr val="575757"/>
                </a:solidFill>
                <a:effectLst/>
                <a:uLnTx/>
                <a:uFillTx/>
                <a:latin typeface="+mn-lt"/>
              </a:rPr>
              <a:t>Third level</a:t>
            </a:r>
          </a:p>
          <a:p>
            <a:pPr marL="1600200" marR="0" lvl="3" indent="-228600" algn="l" defTabSz="914400" rtl="0" eaLnBrk="1" fontAlgn="base" latinLnBrk="0" hangingPunct="1">
              <a:lnSpc>
                <a:spcPct val="100000"/>
              </a:lnSpc>
              <a:spcBef>
                <a:spcPct val="20000"/>
              </a:spcBef>
              <a:spcAft>
                <a:spcPct val="0"/>
              </a:spcAft>
              <a:buClrTx/>
              <a:buSzTx/>
              <a:buFontTx/>
              <a:buChar char="–"/>
              <a:tabLst/>
              <a:defRPr/>
            </a:pPr>
            <a:r>
              <a:rPr kumimoji="0" lang="en-US" sz="1400" b="0" i="0" u="none" strike="noStrike" kern="0" cap="none" spc="0" normalizeH="0" baseline="0" noProof="0">
                <a:ln>
                  <a:noFill/>
                </a:ln>
                <a:solidFill>
                  <a:srgbClr val="575757"/>
                </a:solidFill>
                <a:effectLst/>
                <a:uLnTx/>
                <a:uFillTx/>
                <a:latin typeface="+mn-lt"/>
              </a:rPr>
              <a:t>Fourth level</a:t>
            </a:r>
          </a:p>
          <a:p>
            <a:pPr marL="2057400" marR="0" lvl="4" indent="-228600" algn="l" defTabSz="914400" rtl="0" eaLnBrk="1" fontAlgn="base" latinLnBrk="0" hangingPunct="1">
              <a:lnSpc>
                <a:spcPct val="100000"/>
              </a:lnSpc>
              <a:spcBef>
                <a:spcPct val="20000"/>
              </a:spcBef>
              <a:spcAft>
                <a:spcPct val="0"/>
              </a:spcAft>
              <a:buClrTx/>
              <a:buSzTx/>
              <a:buFontTx/>
              <a:buChar char="»"/>
              <a:tabLst/>
              <a:defRPr/>
            </a:pPr>
            <a:r>
              <a:rPr kumimoji="0" lang="en-US" sz="1400" b="0" i="0" u="none" strike="noStrike" kern="0" cap="none" spc="0" normalizeH="0" baseline="0" noProof="0">
                <a:ln>
                  <a:noFill/>
                </a:ln>
                <a:solidFill>
                  <a:srgbClr val="575757"/>
                </a:solidFill>
                <a:effectLst/>
                <a:uLnTx/>
                <a:uFillTx/>
                <a:latin typeface="+mn-lt"/>
              </a:rPr>
              <a:t>Fifth level</a:t>
            </a:r>
          </a:p>
          <a:p>
            <a:pPr marL="2514600" marR="0" lvl="5" indent="-228600" algn="l" defTabSz="914400" rtl="0" eaLnBrk="1" fontAlgn="base" latinLnBrk="0" hangingPunct="1">
              <a:lnSpc>
                <a:spcPct val="100000"/>
              </a:lnSpc>
              <a:spcBef>
                <a:spcPct val="20000"/>
              </a:spcBef>
              <a:spcAft>
                <a:spcPct val="0"/>
              </a:spcAft>
              <a:buClrTx/>
              <a:buSzTx/>
              <a:buFontTx/>
              <a:buChar char="»"/>
              <a:tabLst/>
              <a:defRPr/>
            </a:pPr>
            <a:r>
              <a:rPr kumimoji="0" lang="en-US" sz="1800" b="0" i="0" u="none" strike="noStrike" kern="0" cap="none" spc="0" normalizeH="0" baseline="0" noProof="0">
                <a:ln>
                  <a:noFill/>
                </a:ln>
                <a:solidFill>
                  <a:srgbClr val="575757"/>
                </a:solidFill>
                <a:effectLst/>
                <a:uLnTx/>
                <a:uFillTx/>
                <a:latin typeface="+mn-lt"/>
              </a:rPr>
              <a:t>Level six</a:t>
            </a:r>
          </a:p>
          <a:p>
            <a:pPr marL="0" marR="0" lvl="5" indent="0" algn="l" defTabSz="914400" rtl="0" eaLnBrk="1" fontAlgn="base" latinLnBrk="0" hangingPunct="1">
              <a:lnSpc>
                <a:spcPct val="100000"/>
              </a:lnSpc>
              <a:spcBef>
                <a:spcPct val="20000"/>
              </a:spcBef>
              <a:spcAft>
                <a:spcPct val="0"/>
              </a:spcAft>
              <a:buClrTx/>
              <a:buSzTx/>
              <a:buFontTx/>
              <a:buNone/>
              <a:tabLst/>
              <a:defRPr/>
            </a:pPr>
            <a:r>
              <a:rPr kumimoji="0" lang="en-US" sz="1800" b="1" i="0" u="none" strike="noStrike" kern="0" cap="none" spc="0" normalizeH="0" baseline="0" noProof="0">
                <a:ln>
                  <a:noFill/>
                </a:ln>
                <a:solidFill>
                  <a:schemeClr val="accent3"/>
                </a:solidFill>
                <a:effectLst/>
                <a:uLnTx/>
                <a:uFillTx/>
                <a:latin typeface="+mn-lt"/>
              </a:rPr>
              <a:t>Level seven</a:t>
            </a:r>
          </a:p>
          <a:p>
            <a:pPr marL="0" marR="0" lvl="7" indent="0" algn="l" defTabSz="914400" rtl="0" eaLnBrk="1" fontAlgn="base" latinLnBrk="0" hangingPunct="1">
              <a:lnSpc>
                <a:spcPct val="100000"/>
              </a:lnSpc>
              <a:spcBef>
                <a:spcPct val="20000"/>
              </a:spcBef>
              <a:spcAft>
                <a:spcPct val="0"/>
              </a:spcAft>
              <a:buClrTx/>
              <a:buSzTx/>
              <a:buFontTx/>
              <a:buNone/>
              <a:tabLst/>
              <a:defRPr/>
            </a:pPr>
            <a:r>
              <a:rPr kumimoji="0" lang="en-US" sz="1800" b="0" i="0" u="none" strike="noStrike" kern="0" cap="none" spc="0" normalizeH="0" baseline="0" noProof="0">
                <a:ln>
                  <a:noFill/>
                </a:ln>
                <a:solidFill>
                  <a:srgbClr val="C00000"/>
                </a:solidFill>
                <a:effectLst/>
                <a:uLnTx/>
                <a:uFillTx/>
                <a:latin typeface="+mn-lt"/>
              </a:rPr>
              <a:t>Level eight</a:t>
            </a:r>
          </a:p>
          <a:p>
            <a:pPr marL="0" marR="0" lvl="8" indent="0" algn="l" defTabSz="914400" rtl="0" eaLnBrk="1" fontAlgn="base" latinLnBrk="0" hangingPunct="1">
              <a:lnSpc>
                <a:spcPct val="100000"/>
              </a:lnSpc>
              <a:spcBef>
                <a:spcPct val="20000"/>
              </a:spcBef>
              <a:spcAft>
                <a:spcPct val="0"/>
              </a:spcAft>
              <a:buClrTx/>
              <a:buSzTx/>
              <a:buFontTx/>
              <a:buNone/>
              <a:tabLst/>
              <a:defRPr/>
            </a:pPr>
            <a:r>
              <a:rPr kumimoji="0" lang="en-US" sz="16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3248128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43">
          <p15:clr>
            <a:srgbClr val="FBAE40"/>
          </p15:clr>
        </p15:guide>
        <p15:guide id="4" pos="7537">
          <p15:clr>
            <a:srgbClr val="FBAE40"/>
          </p15:clr>
        </p15:guide>
        <p15:guide id="5" orient="horz" pos="4020">
          <p15:clr>
            <a:srgbClr val="FBAE40"/>
          </p15:clr>
        </p15:guide>
        <p15:guide id="6" orient="horz" pos="527">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1603633085"/>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Grp="1" noChangeArrowheads="1"/>
          </p:cNvSpPr>
          <p:nvPr>
            <p:ph type="sldNum" sz="quarter" idx="12"/>
          </p:nvPr>
        </p:nvSpPr>
        <p:spPr>
          <a:xfrm>
            <a:off x="11664619" y="6400800"/>
            <a:ext cx="527381" cy="457200"/>
          </a:xfrm>
          <a:ln/>
        </p:spPr>
        <p:txBody>
          <a:bodyPr/>
          <a:lstStyle>
            <a:lvl1pPr>
              <a:defRPr/>
            </a:lvl1pPr>
          </a:lstStyle>
          <a:p>
            <a:fld id="{20314B1F-90EF-4791-B992-945A908ADE38}" type="slidenum">
              <a:rPr lang="en-GB" smtClean="0"/>
              <a:pPr/>
              <a:t>‹#›</a:t>
            </a:fld>
            <a:endParaRPr lang="en-GB"/>
          </a:p>
        </p:txBody>
      </p:sp>
      <p:sp>
        <p:nvSpPr>
          <p:cNvPr id="9" name="Title 1"/>
          <p:cNvSpPr>
            <a:spLocks noGrp="1"/>
          </p:cNvSpPr>
          <p:nvPr>
            <p:ph type="title"/>
          </p:nvPr>
        </p:nvSpPr>
        <p:spPr>
          <a:xfrm>
            <a:off x="239184" y="0"/>
            <a:ext cx="10273307" cy="648000"/>
          </a:xfrm>
          <a:prstGeom prst="rect">
            <a:avLst/>
          </a:prstGeom>
        </p:spPr>
        <p:txBody>
          <a:bodyPr lIns="0" tIns="0" rIns="0" bIns="0" anchor="ctr">
            <a:normAutofit/>
          </a:bodyPr>
          <a:lstStyle>
            <a:lvl1pPr>
              <a:defRPr sz="2000" b="1">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GB"/>
          </a:p>
        </p:txBody>
      </p:sp>
    </p:spTree>
    <p:extLst>
      <p:ext uri="{BB962C8B-B14F-4D97-AF65-F5344CB8AC3E}">
        <p14:creationId xmlns:p14="http://schemas.microsoft.com/office/powerpoint/2010/main" val="21188168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143">
          <p15:clr>
            <a:srgbClr val="FBAE40"/>
          </p15:clr>
        </p15:guide>
        <p15:guide id="4" pos="7537">
          <p15:clr>
            <a:srgbClr val="FBAE40"/>
          </p15:clr>
        </p15:guide>
        <p15:guide id="5" orient="horz" pos="527">
          <p15:clr>
            <a:srgbClr val="FBAE40"/>
          </p15:clr>
        </p15:guide>
        <p15:guide id="6" orient="horz" pos="402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2_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3527947620"/>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Grp="1" noChangeArrowheads="1"/>
          </p:cNvSpPr>
          <p:nvPr>
            <p:ph type="sldNum" sz="quarter" idx="12"/>
          </p:nvPr>
        </p:nvSpPr>
        <p:spPr>
          <a:xfrm>
            <a:off x="11664619" y="6400800"/>
            <a:ext cx="527381" cy="457200"/>
          </a:xfrm>
          <a:ln/>
        </p:spPr>
        <p:txBody>
          <a:bodyPr/>
          <a:lstStyle>
            <a:lvl1pPr>
              <a:defRPr/>
            </a:lvl1pPr>
          </a:lstStyle>
          <a:p>
            <a:fld id="{20314B1F-90EF-4791-B992-945A908ADE38}" type="slidenum">
              <a:rPr lang="en-GB" smtClean="0"/>
              <a:pPr/>
              <a:t>‹#›</a:t>
            </a:fld>
            <a:endParaRPr lang="en-GB"/>
          </a:p>
        </p:txBody>
      </p:sp>
      <p:sp>
        <p:nvSpPr>
          <p:cNvPr id="9" name="Title 1"/>
          <p:cNvSpPr>
            <a:spLocks noGrp="1"/>
          </p:cNvSpPr>
          <p:nvPr>
            <p:ph type="title"/>
          </p:nvPr>
        </p:nvSpPr>
        <p:spPr>
          <a:xfrm>
            <a:off x="239184" y="0"/>
            <a:ext cx="10273307" cy="648000"/>
          </a:xfrm>
          <a:prstGeom prst="rect">
            <a:avLst/>
          </a:prstGeom>
        </p:spPr>
        <p:txBody>
          <a:bodyPr lIns="0" tIns="0" rIns="0" bIns="0" anchor="ctr">
            <a:normAutofit/>
          </a:bodyPr>
          <a:lstStyle>
            <a:lvl1pPr algn="l">
              <a:defRPr sz="2000" b="1">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GB"/>
          </a:p>
        </p:txBody>
      </p:sp>
      <p:sp>
        <p:nvSpPr>
          <p:cNvPr id="11" name="Text Placeholder 4"/>
          <p:cNvSpPr>
            <a:spLocks noGrp="1"/>
          </p:cNvSpPr>
          <p:nvPr>
            <p:ph type="body" sz="quarter" idx="13"/>
          </p:nvPr>
        </p:nvSpPr>
        <p:spPr>
          <a:xfrm>
            <a:off x="239713" y="686328"/>
            <a:ext cx="10275887" cy="365760"/>
          </a:xfrm>
          <a:prstGeom prst="rect">
            <a:avLst/>
          </a:prstGeom>
        </p:spPr>
        <p:txBody>
          <a:bodyPr/>
          <a:lstStyle>
            <a:lvl1pPr marL="0" indent="0">
              <a:buNone/>
              <a:defRPr sz="1600" b="1"/>
            </a:lvl1pPr>
          </a:lstStyle>
          <a:p>
            <a:pPr lvl="0"/>
            <a:r>
              <a:rPr lang="en-US"/>
              <a:t>Click to edit Master text styles</a:t>
            </a:r>
          </a:p>
        </p:txBody>
      </p:sp>
    </p:spTree>
    <p:extLst>
      <p:ext uri="{BB962C8B-B14F-4D97-AF65-F5344CB8AC3E}">
        <p14:creationId xmlns:p14="http://schemas.microsoft.com/office/powerpoint/2010/main" val="190183888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143">
          <p15:clr>
            <a:srgbClr val="FBAE40"/>
          </p15:clr>
        </p15:guide>
        <p15:guide id="4" pos="7537">
          <p15:clr>
            <a:srgbClr val="FBAE40"/>
          </p15:clr>
        </p15:guide>
        <p15:guide id="5" orient="horz" pos="527">
          <p15:clr>
            <a:srgbClr val="FBAE40"/>
          </p15:clr>
        </p15:guide>
        <p15:guide id="6" orient="horz" pos="402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1_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512160302"/>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
          <p:cNvSpPr>
            <a:spLocks noGrp="1" noChangeArrowheads="1"/>
          </p:cNvSpPr>
          <p:nvPr>
            <p:ph type="sldNum" sz="quarter" idx="12"/>
          </p:nvPr>
        </p:nvSpPr>
        <p:spPr>
          <a:xfrm>
            <a:off x="11664619" y="6400800"/>
            <a:ext cx="527381" cy="457200"/>
          </a:xfrm>
          <a:ln/>
        </p:spPr>
        <p:txBody>
          <a:bodyPr/>
          <a:lstStyle>
            <a:lvl1pPr>
              <a:defRPr/>
            </a:lvl1pPr>
          </a:lstStyle>
          <a:p>
            <a:fld id="{20314B1F-90EF-4791-B992-945A908ADE38}" type="slidenum">
              <a:rPr lang="en-GB" smtClean="0"/>
              <a:pPr/>
              <a:t>‹#›</a:t>
            </a:fld>
            <a:endParaRPr lang="en-GB"/>
          </a:p>
        </p:txBody>
      </p:sp>
      <p:sp>
        <p:nvSpPr>
          <p:cNvPr id="9" name="Title 1"/>
          <p:cNvSpPr>
            <a:spLocks noGrp="1"/>
          </p:cNvSpPr>
          <p:nvPr>
            <p:ph type="title"/>
          </p:nvPr>
        </p:nvSpPr>
        <p:spPr>
          <a:xfrm>
            <a:off x="239184" y="0"/>
            <a:ext cx="10273307" cy="648000"/>
          </a:xfrm>
          <a:prstGeom prst="rect">
            <a:avLst/>
          </a:prstGeom>
        </p:spPr>
        <p:txBody>
          <a:bodyPr lIns="0" tIns="0" rIns="0" bIns="0" anchor="ctr">
            <a:normAutofit/>
          </a:bodyPr>
          <a:lstStyle>
            <a:lvl1pPr>
              <a:defRPr sz="2000" b="1">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GB"/>
          </a:p>
        </p:txBody>
      </p:sp>
      <p:sp>
        <p:nvSpPr>
          <p:cNvPr id="3" name="Rectangle 2"/>
          <p:cNvSpPr/>
          <p:nvPr/>
        </p:nvSpPr>
        <p:spPr bwMode="auto">
          <a:xfrm>
            <a:off x="9833113" y="6368498"/>
            <a:ext cx="1722783" cy="47625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900" b="0" i="0" u="none" strike="noStrike" cap="none" normalizeH="0" baseline="0">
              <a:ln>
                <a:noFill/>
              </a:ln>
              <a:solidFill>
                <a:schemeClr val="tx1"/>
              </a:solidFill>
              <a:effectLst/>
              <a:latin typeface="Arial" charset="0"/>
            </a:endParaRPr>
          </a:p>
        </p:txBody>
      </p:sp>
      <p:sp>
        <p:nvSpPr>
          <p:cNvPr id="5" name="Text Placeholder 4"/>
          <p:cNvSpPr>
            <a:spLocks noGrp="1"/>
          </p:cNvSpPr>
          <p:nvPr>
            <p:ph type="body" sz="quarter" idx="13"/>
          </p:nvPr>
        </p:nvSpPr>
        <p:spPr>
          <a:xfrm>
            <a:off x="239713" y="686328"/>
            <a:ext cx="10275887" cy="365760"/>
          </a:xfrm>
          <a:prstGeom prst="rect">
            <a:avLst/>
          </a:prstGeom>
        </p:spPr>
        <p:txBody>
          <a:bodyPr/>
          <a:lstStyle>
            <a:lvl1pPr marL="0" indent="0">
              <a:buNone/>
              <a:defRPr sz="1600" b="1"/>
            </a:lvl1pPr>
          </a:lstStyle>
          <a:p>
            <a:pPr lvl="0"/>
            <a:r>
              <a:rPr lang="en-US"/>
              <a:t>Click to edit Master text styles</a:t>
            </a:r>
          </a:p>
        </p:txBody>
      </p:sp>
    </p:spTree>
    <p:extLst>
      <p:ext uri="{BB962C8B-B14F-4D97-AF65-F5344CB8AC3E}">
        <p14:creationId xmlns:p14="http://schemas.microsoft.com/office/powerpoint/2010/main" val="511527761"/>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40">
          <p15:clr>
            <a:srgbClr val="FBAE40"/>
          </p15:clr>
        </p15:guide>
        <p15:guide id="3" pos="143">
          <p15:clr>
            <a:srgbClr val="FBAE40"/>
          </p15:clr>
        </p15:guide>
        <p15:guide id="4" pos="7537">
          <p15:clr>
            <a:srgbClr val="FBAE40"/>
          </p15:clr>
        </p15:guide>
        <p15:guide id="5" orient="horz" pos="527">
          <p15:clr>
            <a:srgbClr val="FBAE40"/>
          </p15:clr>
        </p15:guide>
        <p15:guide id="6" orient="horz" pos="402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2353270478"/>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6" name="Object 5"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hidden="1"/>
          <p:cNvSpPr/>
          <p:nvPr>
            <p:custDataLst>
              <p:tags r:id="rId2"/>
            </p:custDataLst>
          </p:nvPr>
        </p:nvSpPr>
        <p:spPr bwMode="auto">
          <a:xfrm>
            <a:off x="0" y="0"/>
            <a:ext cx="211667"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1000" b="0" i="0" u="none" strike="noStrike" cap="none" normalizeH="0" baseline="0">
              <a:ln>
                <a:noFill/>
              </a:ln>
              <a:solidFill>
                <a:schemeClr val="tx1"/>
              </a:solidFill>
              <a:effectLst/>
              <a:latin typeface="Calibri"/>
              <a:ea typeface="+mn-ea"/>
              <a:cs typeface="Times New Roman"/>
              <a:sym typeface="Calibri"/>
            </a:endParaRPr>
          </a:p>
        </p:txBody>
      </p:sp>
      <p:sp>
        <p:nvSpPr>
          <p:cNvPr id="8" name="Rectangle 5"/>
          <p:cNvSpPr>
            <a:spLocks noGrp="1" noChangeArrowheads="1"/>
          </p:cNvSpPr>
          <p:nvPr>
            <p:ph type="sldNum" sz="quarter" idx="12"/>
          </p:nvPr>
        </p:nvSpPr>
        <p:spPr>
          <a:xfrm>
            <a:off x="11664619" y="6400800"/>
            <a:ext cx="527381" cy="457200"/>
          </a:xfrm>
          <a:ln/>
        </p:spPr>
        <p:txBody>
          <a:bodyPr/>
          <a:lstStyle>
            <a:lvl1pPr>
              <a:defRPr/>
            </a:lvl1pPr>
          </a:lstStyle>
          <a:p>
            <a:fld id="{20314B1F-90EF-4791-B992-945A908ADE38}" type="slidenum">
              <a:rPr lang="en-GB" smtClean="0"/>
              <a:pPr/>
              <a:t>‹#›</a:t>
            </a:fld>
            <a:endParaRPr lang="en-GB"/>
          </a:p>
        </p:txBody>
      </p:sp>
      <p:sp>
        <p:nvSpPr>
          <p:cNvPr id="9"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GB"/>
          </a:p>
        </p:txBody>
      </p:sp>
    </p:spTree>
    <p:extLst>
      <p:ext uri="{BB962C8B-B14F-4D97-AF65-F5344CB8AC3E}">
        <p14:creationId xmlns:p14="http://schemas.microsoft.com/office/powerpoint/2010/main" val="111847063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3389085670"/>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6" name="Object 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GB" sz="1900" b="0" i="0" u="none" strike="noStrike" cap="none" normalizeH="0" baseline="0">
              <a:ln>
                <a:noFill/>
              </a:ln>
              <a:solidFill>
                <a:schemeClr val="tx1"/>
              </a:solidFill>
              <a:effectLst/>
              <a:latin typeface="Arial" charset="0"/>
            </a:endParaRPr>
          </a:p>
        </p:txBody>
      </p:sp>
      <p:sp>
        <p:nvSpPr>
          <p:cNvPr id="4" name="Slide Number Placeholder 3"/>
          <p:cNvSpPr>
            <a:spLocks noGrp="1"/>
          </p:cNvSpPr>
          <p:nvPr>
            <p:ph type="sldNum" sz="quarter" idx="11"/>
          </p:nvPr>
        </p:nvSpPr>
        <p:spPr/>
        <p:txBody>
          <a:bodyPr/>
          <a:lstStyle/>
          <a:p>
            <a:fld id="{20314B1F-90EF-4791-B992-945A908ADE38}" type="slidenum">
              <a:rPr lang="en-GB" smtClean="0"/>
              <a:pPr/>
              <a:t>‹#›</a:t>
            </a:fld>
            <a:endParaRPr lang="en-GB"/>
          </a:p>
        </p:txBody>
      </p:sp>
      <p:sp>
        <p:nvSpPr>
          <p:cNvPr id="7" name="Rectangle 4"/>
          <p:cNvSpPr>
            <a:spLocks noGrp="1" noChangeArrowheads="1"/>
          </p:cNvSpPr>
          <p:nvPr>
            <p:ph type="ftr" sz="quarter" idx="12"/>
          </p:nvPr>
        </p:nvSpPr>
        <p:spPr>
          <a:xfrm>
            <a:off x="239184" y="6400800"/>
            <a:ext cx="9409211" cy="457200"/>
          </a:xfrm>
          <a:prstGeom prst="rect">
            <a:avLst/>
          </a:prstGeom>
          <a:ln/>
        </p:spPr>
        <p:txBody>
          <a:bodyPr/>
          <a:lstStyle>
            <a:lvl1pPr>
              <a:defRPr/>
            </a:lvl1pPr>
          </a:lstStyle>
          <a:p>
            <a:endParaRPr lang="en-GB"/>
          </a:p>
        </p:txBody>
      </p:sp>
    </p:spTree>
    <p:extLst>
      <p:ext uri="{BB962C8B-B14F-4D97-AF65-F5344CB8AC3E}">
        <p14:creationId xmlns:p14="http://schemas.microsoft.com/office/powerpoint/2010/main" val="62772306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4020">
          <p15:clr>
            <a:srgbClr val="FBAE40"/>
          </p15:clr>
        </p15:guide>
        <p15:guide id="4" pos="143">
          <p15:clr>
            <a:srgbClr val="FBAE40"/>
          </p15:clr>
        </p15:guide>
        <p15:guide id="5" pos="7537">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100000">
                <a:schemeClr val="tx2"/>
              </a:gs>
              <a:gs pos="99000">
                <a:srgbClr val="AF4946"/>
              </a:gs>
              <a:gs pos="79000">
                <a:schemeClr val="tx2"/>
              </a:gs>
              <a:gs pos="100000">
                <a:schemeClr val="accent2"/>
              </a:gs>
            </a:gsLst>
            <a:lin ang="810000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lvl="0">
              <a:lnSpc>
                <a:spcPct val="90000"/>
              </a:lnSpc>
              <a:spcAft>
                <a:spcPts val="1000"/>
              </a:spcAft>
            </a:pPr>
            <a:endParaRPr lang="en-US" sz="1200">
              <a:solidFill>
                <a:prstClr val="white"/>
              </a:solidFill>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a:prstGeom prst="rect">
            <a:avLst/>
          </a:prstGeom>
        </p:spPr>
        <p:txBody>
          <a:bodyPr anchor="ctr" anchorCtr="0">
            <a:noAutofit/>
          </a:bodyPr>
          <a:lstStyle>
            <a:lvl1pPr>
              <a:defRPr>
                <a:solidFill>
                  <a:srgbClr val="FFFFFF"/>
                </a:solidFill>
                <a:latin typeface="+mj-lt"/>
              </a:defRPr>
            </a:lvl1pPr>
          </a:lstStyle>
          <a:p>
            <a:r>
              <a:rPr lang="en-US"/>
              <a:t>Click to add title</a:t>
            </a:r>
          </a:p>
        </p:txBody>
      </p:sp>
      <p:sp>
        <p:nvSpPr>
          <p:cNvPr id="19" name="FooterSimple" hidden="1"/>
          <p:cNvSpPr txBox="1"/>
          <p:nvPr>
            <p:custDataLst>
              <p:tags r:id="rId1"/>
            </p:custDataLst>
          </p:nvPr>
        </p:nvSpPr>
        <p:spPr>
          <a:xfrm rot="16200000">
            <a:off x="10561320" y="5069411"/>
            <a:ext cx="2743200" cy="193899"/>
          </a:xfrm>
          <a:prstGeom prst="rect">
            <a:avLst/>
          </a:prstGeom>
          <a:noFill/>
        </p:spPr>
        <p:txBody>
          <a:bodyPr wrap="square" lIns="0" tIns="0" rIns="0" bIns="0" rtlCol="0" anchor="b">
            <a:spAutoFit/>
          </a:bodyPr>
          <a:lstStyle/>
          <a:p>
            <a:pPr>
              <a:lnSpc>
                <a:spcPct val="90000"/>
              </a:lnSpc>
              <a:spcAft>
                <a:spcPts val="600"/>
              </a:spcAft>
            </a:pPr>
            <a:r>
              <a:rPr lang="en-US" sz="700">
                <a:solidFill>
                  <a:prstClr val="white">
                    <a:lumMod val="50000"/>
                  </a:prstClr>
                </a:solidFill>
                <a:sym typeface="Trebuchet MS" panose="020B0603020202020204" pitchFamily="34" charset="0"/>
              </a:rPr>
              <a:t>180211 RAKBANK Strategy 2018-2020_ExCo presentation_vF BSC.pptx</a:t>
            </a:r>
          </a:p>
        </p:txBody>
      </p:sp>
      <p:sp>
        <p:nvSpPr>
          <p:cNvPr id="9" name="Slide Number Placeholder 3"/>
          <p:cNvSpPr>
            <a:spLocks noGrp="1"/>
          </p:cNvSpPr>
          <p:nvPr>
            <p:ph type="sldNum" sz="quarter" idx="11"/>
          </p:nvPr>
        </p:nvSpPr>
        <p:spPr>
          <a:xfrm>
            <a:off x="11664619" y="6400800"/>
            <a:ext cx="527381" cy="457200"/>
          </a:xfrm>
        </p:spPr>
        <p:txBody>
          <a:bodyPr/>
          <a:lstStyle/>
          <a:p>
            <a:fld id="{20314B1F-90EF-4791-B992-945A908ADE38}" type="slidenum">
              <a:rPr lang="en-GB" smtClean="0"/>
              <a:pPr/>
              <a:t>‹#›</a:t>
            </a:fld>
            <a:endParaRPr lang="en-GB"/>
          </a:p>
        </p:txBody>
      </p:sp>
      <p:sp>
        <p:nvSpPr>
          <p:cNvPr id="12" name="Rectangle 4"/>
          <p:cNvSpPr>
            <a:spLocks noGrp="1" noChangeArrowheads="1"/>
          </p:cNvSpPr>
          <p:nvPr>
            <p:ph type="ftr" sz="quarter" idx="12"/>
          </p:nvPr>
        </p:nvSpPr>
        <p:spPr>
          <a:xfrm>
            <a:off x="239184" y="6400800"/>
            <a:ext cx="9409211" cy="457200"/>
          </a:xfrm>
          <a:prstGeom prst="rect">
            <a:avLst/>
          </a:prstGeom>
          <a:ln/>
        </p:spPr>
        <p:txBody>
          <a:bodyPr/>
          <a:lstStyle>
            <a:lvl1pPr>
              <a:defRPr/>
            </a:lvl1pPr>
          </a:lstStyle>
          <a:p>
            <a:endParaRPr lang="en-GB"/>
          </a:p>
        </p:txBody>
      </p:sp>
      <p:pic>
        <p:nvPicPr>
          <p:cNvPr id="13"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40416" y="6597352"/>
            <a:ext cx="1698136"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sz="quarter" idx="13"/>
          </p:nvPr>
        </p:nvSpPr>
        <p:spPr>
          <a:xfrm>
            <a:off x="4655441" y="203199"/>
            <a:ext cx="7406640" cy="5943600"/>
          </a:xfrm>
          <a:prstGeom prst="rect">
            <a:avLst/>
          </a:prstGeo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9440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dt="0"/>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Agenda D. Two-Thirds">
    <p:bg>
      <p:bgPr>
        <a:gradFill>
          <a:gsLst>
            <a:gs pos="100000">
              <a:srgbClr val="C00000"/>
            </a:gs>
            <a:gs pos="8100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6" name="Rectangle 25"/>
          <p:cNvSpPr/>
          <p:nvPr/>
        </p:nvSpPr>
        <p:spPr bwMode="ltGray">
          <a:xfrm>
            <a:off x="4080763" y="-1309"/>
            <a:ext cx="8111237" cy="6859309"/>
          </a:xfrm>
          <a:prstGeom prst="rect">
            <a:avLst/>
          </a:prstGeom>
          <a:solidFill>
            <a:schemeClr val="bg1"/>
          </a:solidFill>
          <a:ln>
            <a:noFill/>
          </a:ln>
          <a:effectLst>
            <a:outerShdw blurRad="50800" dist="508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a:solidFill>
                <a:prstClr val="white"/>
              </a:solidFill>
              <a:sym typeface="Trebuchet MS" panose="020B0603020202020204" pitchFamily="34" charset="0"/>
            </a:endParaRPr>
          </a:p>
        </p:txBody>
      </p:sp>
      <p:sp>
        <p:nvSpPr>
          <p:cNvPr id="11" name="FooterSimple" hidden="1"/>
          <p:cNvSpPr txBox="1"/>
          <p:nvPr>
            <p:custDataLst>
              <p:tags r:id="rId2"/>
            </p:custDataLst>
          </p:nvPr>
        </p:nvSpPr>
        <p:spPr>
          <a:xfrm rot="16200000">
            <a:off x="10561320" y="5069411"/>
            <a:ext cx="2743200" cy="193899"/>
          </a:xfrm>
          <a:prstGeom prst="rect">
            <a:avLst/>
          </a:prstGeom>
          <a:noFill/>
        </p:spPr>
        <p:txBody>
          <a:bodyPr wrap="square" lIns="0" tIns="0" rIns="0" bIns="0" rtlCol="0" anchor="b">
            <a:spAutoFit/>
          </a:bodyPr>
          <a:lstStyle/>
          <a:p>
            <a:pPr>
              <a:lnSpc>
                <a:spcPct val="90000"/>
              </a:lnSpc>
              <a:spcAft>
                <a:spcPts val="600"/>
              </a:spcAft>
            </a:pPr>
            <a:r>
              <a:rPr lang="en-US" sz="700">
                <a:solidFill>
                  <a:prstClr val="white">
                    <a:lumMod val="50000"/>
                  </a:prstClr>
                </a:solidFill>
                <a:sym typeface="Trebuchet MS" panose="020B0603020202020204" pitchFamily="34" charset="0"/>
              </a:rPr>
              <a:t>180211 RAKBANK Strategy 2018-2020_ExCo presentation_vF BSC.pptx</a:t>
            </a:r>
          </a:p>
        </p:txBody>
      </p:sp>
      <p:sp>
        <p:nvSpPr>
          <p:cNvPr id="9" name="Slide Number Placeholder 3"/>
          <p:cNvSpPr>
            <a:spLocks noGrp="1"/>
          </p:cNvSpPr>
          <p:nvPr>
            <p:ph type="sldNum" sz="quarter" idx="11"/>
          </p:nvPr>
        </p:nvSpPr>
        <p:spPr>
          <a:xfrm>
            <a:off x="11664619" y="6400800"/>
            <a:ext cx="527381" cy="457200"/>
          </a:xfrm>
        </p:spPr>
        <p:txBody>
          <a:bodyPr/>
          <a:lstStyle/>
          <a:p>
            <a:fld id="{20314B1F-90EF-4791-B992-945A908ADE38}" type="slidenum">
              <a:rPr lang="en-GB" smtClean="0"/>
              <a:pPr/>
              <a:t>‹#›</a:t>
            </a:fld>
            <a:endParaRPr lang="en-GB"/>
          </a:p>
        </p:txBody>
      </p:sp>
      <p:sp>
        <p:nvSpPr>
          <p:cNvPr id="12" name="Rectangle 4"/>
          <p:cNvSpPr>
            <a:spLocks noGrp="1" noChangeArrowheads="1"/>
          </p:cNvSpPr>
          <p:nvPr>
            <p:ph type="ftr" sz="quarter" idx="12"/>
          </p:nvPr>
        </p:nvSpPr>
        <p:spPr>
          <a:xfrm>
            <a:off x="239184" y="6400800"/>
            <a:ext cx="9409211" cy="457200"/>
          </a:xfrm>
          <a:prstGeom prst="rect">
            <a:avLst/>
          </a:prstGeom>
          <a:ln/>
        </p:spPr>
        <p:txBody>
          <a:bodyPr/>
          <a:lstStyle>
            <a:lvl1pPr>
              <a:defRPr/>
            </a:lvl1pPr>
          </a:lstStyle>
          <a:p>
            <a:endParaRPr lang="en-GB"/>
          </a:p>
        </p:txBody>
      </p:sp>
      <p:pic>
        <p:nvPicPr>
          <p:cNvPr id="13"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840416" y="6597352"/>
            <a:ext cx="1698136"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itle 4"/>
          <p:cNvSpPr>
            <a:spLocks noGrp="1"/>
          </p:cNvSpPr>
          <p:nvPr>
            <p:ph type="title" hasCustomPrompt="1"/>
          </p:nvPr>
        </p:nvSpPr>
        <p:spPr>
          <a:xfrm>
            <a:off x="630000" y="2764203"/>
            <a:ext cx="2478638" cy="1314311"/>
          </a:xfrm>
          <a:prstGeom prst="rect">
            <a:avLst/>
          </a:prstGeom>
        </p:spPr>
        <p:txBody>
          <a:bodyPr anchor="ctr" anchorCtr="0">
            <a:noAutofit/>
          </a:bodyPr>
          <a:lstStyle>
            <a:lvl1pPr>
              <a:defRPr>
                <a:solidFill>
                  <a:srgbClr val="FFFFFF"/>
                </a:solidFill>
                <a:latin typeface="+mj-lt"/>
              </a:defRPr>
            </a:lvl1pPr>
          </a:lstStyle>
          <a:p>
            <a:r>
              <a:rPr lang="en-US"/>
              <a:t>Click to add title</a:t>
            </a:r>
          </a:p>
        </p:txBody>
      </p:sp>
      <p:sp>
        <p:nvSpPr>
          <p:cNvPr id="10" name="Text Placeholder 2"/>
          <p:cNvSpPr>
            <a:spLocks noGrp="1"/>
          </p:cNvSpPr>
          <p:nvPr>
            <p:ph type="body" sz="quarter" idx="13"/>
          </p:nvPr>
        </p:nvSpPr>
        <p:spPr>
          <a:xfrm>
            <a:off x="4655441" y="203199"/>
            <a:ext cx="7406640" cy="5943600"/>
          </a:xfrm>
          <a:prstGeom prst="rect">
            <a:avLst/>
          </a:prstGeom>
        </p:spPr>
        <p:txBody>
          <a:bodyPr/>
          <a:lstStyle>
            <a:lvl1pPr>
              <a:buClr>
                <a:srgbClr val="C00000"/>
              </a:buClr>
              <a:defRPr/>
            </a:lvl1pPr>
            <a:lvl2pPr>
              <a:buClr>
                <a:srgbClr val="C00000"/>
              </a:buClr>
              <a:defRPr/>
            </a:lvl2pPr>
            <a:lvl3pPr>
              <a:buClr>
                <a:srgbClr val="C00000"/>
              </a:buClr>
              <a:defRPr/>
            </a:lvl3pPr>
            <a:lvl4pPr>
              <a:buClr>
                <a:srgbClr val="C00000"/>
              </a:buClr>
              <a:defRPr/>
            </a:lvl4pPr>
            <a:lvl5pPr>
              <a:buClr>
                <a:srgbClr val="C0000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75808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dt="0"/>
</p:sldLayout>
</file>

<file path=ppt/slideLayouts/slideLayout9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7"/>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7"/>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 y="7"/>
            <a:ext cx="12192000" cy="6857433"/>
          </a:xfrm>
          <a:prstGeom prst="rect">
            <a:avLst/>
          </a:prstGeom>
          <a:ln>
            <a:noFill/>
          </a:ln>
        </p:spPr>
      </p:pic>
      <p:sp>
        <p:nvSpPr>
          <p:cNvPr id="7" name="Rectangle 6"/>
          <p:cNvSpPr/>
          <p:nvPr/>
        </p:nvSpPr>
        <p:spPr bwMode="auto">
          <a:xfrm>
            <a:off x="2"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1068">
              <a:solidFill>
                <a:srgbClr val="2D2926"/>
              </a:solidFill>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6">
                <a:solidFill>
                  <a:schemeClr val="bg1"/>
                </a:solidFill>
                <a:latin typeface="+mn-lt"/>
              </a:defRPr>
            </a:lvl1pPr>
          </a:lstStyle>
          <a:p>
            <a:endParaRPr lang="en-US">
              <a:solidFill>
                <a:srgbClr val="FFFFFF"/>
              </a:solidFill>
            </a:endParaRPr>
          </a:p>
        </p:txBody>
      </p:sp>
      <p:sp>
        <p:nvSpPr>
          <p:cNvPr id="6" name="Rectangle 5"/>
          <p:cNvSpPr>
            <a:spLocks noGrp="1" noChangeArrowheads="1"/>
          </p:cNvSpPr>
          <p:nvPr>
            <p:ph type="sldNum" sz="quarter" idx="12"/>
          </p:nvPr>
        </p:nvSpPr>
        <p:spPr>
          <a:ln/>
        </p:spPr>
        <p:txBody>
          <a:bodyPr anchor="b"/>
          <a:lstStyle>
            <a:lvl1pPr>
              <a:defRPr sz="676">
                <a:solidFill>
                  <a:schemeClr val="tx1"/>
                </a:solidFill>
                <a:latin typeface="+mn-lt"/>
              </a:defRPr>
            </a:lvl1pPr>
          </a:lstStyle>
          <a:p>
            <a:fld id="{B3CE4FC1-9BFD-4D71-B62C-EB069A42157A}" type="slidenum">
              <a:rPr lang="en-US" smtClean="0"/>
              <a:pPr/>
              <a:t>‹#›</a:t>
            </a:fld>
            <a:endParaRPr lang="en-US"/>
          </a:p>
        </p:txBody>
      </p:sp>
      <p:sp>
        <p:nvSpPr>
          <p:cNvPr id="2" name="Title 1"/>
          <p:cNvSpPr>
            <a:spLocks noGrp="1"/>
          </p:cNvSpPr>
          <p:nvPr>
            <p:ph type="ctrTitle"/>
          </p:nvPr>
        </p:nvSpPr>
        <p:spPr>
          <a:xfrm>
            <a:off x="286572" y="2390408"/>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1"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82" indent="0" algn="ctr">
              <a:buNone/>
              <a:defRPr/>
            </a:lvl2pPr>
            <a:lvl3pPr marL="514362" indent="0" algn="ctr">
              <a:buNone/>
              <a:defRPr/>
            </a:lvl3pPr>
            <a:lvl4pPr marL="771544" indent="0" algn="ctr">
              <a:buNone/>
              <a:defRPr/>
            </a:lvl4pPr>
            <a:lvl5pPr marL="1028726" indent="0" algn="ctr">
              <a:buNone/>
              <a:defRPr/>
            </a:lvl5pPr>
            <a:lvl6pPr marL="1285908" indent="0" algn="ctr">
              <a:buNone/>
              <a:defRPr/>
            </a:lvl6pPr>
            <a:lvl7pPr marL="1543088" indent="0" algn="ctr">
              <a:buNone/>
              <a:defRPr/>
            </a:lvl7pPr>
            <a:lvl8pPr marL="1800271" indent="0" algn="ctr">
              <a:buNone/>
              <a:defRPr/>
            </a:lvl8pPr>
            <a:lvl9pPr marL="2057451" indent="0" algn="ctr">
              <a:buNone/>
              <a:defRPr/>
            </a:lvl9pPr>
          </a:lstStyle>
          <a:p>
            <a:r>
              <a:rPr lang="en-US"/>
              <a:t>Click to edit Master subtitle style</a:t>
            </a:r>
          </a:p>
        </p:txBody>
      </p:sp>
      <p:sp>
        <p:nvSpPr>
          <p:cNvPr id="12" name="Rectangle 11"/>
          <p:cNvSpPr/>
          <p:nvPr/>
        </p:nvSpPr>
        <p:spPr bwMode="auto">
          <a:xfrm>
            <a:off x="5104665"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7" rIns="51435" bIns="25717" numCol="1" rtlCol="0" anchor="ctr" anchorCtr="0" compatLnSpc="1">
            <a:prstTxWarp prst="textNoShape">
              <a:avLst/>
            </a:prstTxWarp>
          </a:bodyPr>
          <a:lstStyle/>
          <a:p>
            <a:pPr algn="ctr" defTabSz="514362" fontAlgn="base">
              <a:spcBef>
                <a:spcPct val="0"/>
              </a:spcBef>
              <a:spcAft>
                <a:spcPct val="0"/>
              </a:spcAft>
            </a:pPr>
            <a:endParaRPr lang="en-GB" sz="676">
              <a:solidFill>
                <a:srgbClr val="2D2926"/>
              </a:solidFill>
            </a:endParaRPr>
          </a:p>
        </p:txBody>
      </p:sp>
      <p:pic>
        <p:nvPicPr>
          <p:cNvPr id="9" name="Picture 8"/>
          <p:cNvPicPr>
            <a:picLocks noChangeAspect="1"/>
          </p:cNvPicPr>
          <p:nvPr/>
        </p:nvPicPr>
        <p:blipFill>
          <a:blip r:embed="rId6"/>
          <a:stretch>
            <a:fillRect/>
          </a:stretch>
        </p:blipFill>
        <p:spPr>
          <a:xfrm>
            <a:off x="8429746" y="526501"/>
            <a:ext cx="2876434" cy="756000"/>
          </a:xfrm>
          <a:prstGeom prst="rect">
            <a:avLst/>
          </a:prstGeom>
        </p:spPr>
      </p:pic>
      <p:pic>
        <p:nvPicPr>
          <p:cNvPr id="11" name="Picture 10"/>
          <p:cNvPicPr>
            <a:picLocks noChangeAspect="1"/>
          </p:cNvPicPr>
          <p:nvPr/>
        </p:nvPicPr>
        <p:blipFill rotWithShape="1">
          <a:blip r:embed="rId7">
            <a:extLst>
              <a:ext uri="{28A0092B-C50C-407E-A947-70E740481C1C}">
                <a14:useLocalDpi xmlns:a14="http://schemas.microsoft.com/office/drawing/2010/main" val="0"/>
              </a:ext>
            </a:extLst>
          </a:blip>
          <a:srcRect l="37353" t="8741" r="101" b="27"/>
          <a:stretch/>
        </p:blipFill>
        <p:spPr bwMode="ltGray">
          <a:xfrm rot="16200000" flipH="1">
            <a:off x="9058187" y="-962476"/>
            <a:ext cx="369901" cy="5915488"/>
          </a:xfrm>
          <a:prstGeom prst="rect">
            <a:avLst/>
          </a:prstGeom>
        </p:spPr>
      </p:pic>
    </p:spTree>
    <p:extLst>
      <p:ext uri="{BB962C8B-B14F-4D97-AF65-F5344CB8AC3E}">
        <p14:creationId xmlns:p14="http://schemas.microsoft.com/office/powerpoint/2010/main" val="97839371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7" y="477844"/>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7" name="Picture 6"/>
          <p:cNvPicPr>
            <a:picLocks noChangeAspect="1"/>
          </p:cNvPicPr>
          <p:nvPr/>
        </p:nvPicPr>
        <p:blipFill>
          <a:blip r:embed="rId6"/>
          <a:stretch>
            <a:fillRect/>
          </a:stretch>
        </p:blipFill>
        <p:spPr>
          <a:xfrm>
            <a:off x="239188" y="1964571"/>
            <a:ext cx="11713634" cy="65091"/>
          </a:xfrm>
          <a:prstGeom prst="rect">
            <a:avLst/>
          </a:prstGeom>
        </p:spPr>
      </p:pic>
      <p:sp>
        <p:nvSpPr>
          <p:cNvPr id="8" name="Text Placeholder 11"/>
          <p:cNvSpPr>
            <a:spLocks noGrp="1"/>
          </p:cNvSpPr>
          <p:nvPr>
            <p:ph type="body" sz="quarter" idx="13" hasCustomPrompt="1"/>
          </p:nvPr>
        </p:nvSpPr>
        <p:spPr>
          <a:xfrm>
            <a:off x="239188" y="2181578"/>
            <a:ext cx="11713634"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5"/>
            <a:ext cx="11713634" cy="561756"/>
          </a:xfrm>
          <a:prstGeom prst="rect">
            <a:avLst/>
          </a:prstGeom>
        </p:spPr>
        <p:txBody>
          <a:bodyPr vert="horz" anchor="b">
            <a:normAutofit/>
          </a:bodyPr>
          <a:lstStyle>
            <a:lvl1pPr marL="0" indent="0">
              <a:buNone/>
              <a:defRPr sz="1349"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09864198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5"/>
                        <a:ext cx="2116" cy="1587"/>
                      </a:xfrm>
                      <a:prstGeom prst="rect">
                        <a:avLst/>
                      </a:prstGeom>
                    </p:spPr>
                  </p:pic>
                </p:oleObj>
              </mc:Fallback>
            </mc:AlternateContent>
          </a:graphicData>
        </a:graphic>
      </p:graphicFrame>
      <p:grpSp>
        <p:nvGrpSpPr>
          <p:cNvPr id="2" name="Group 1"/>
          <p:cNvGrpSpPr/>
          <p:nvPr/>
        </p:nvGrpSpPr>
        <p:grpSpPr>
          <a:xfrm>
            <a:off x="0" y="1178585"/>
            <a:ext cx="12192000" cy="2547336"/>
            <a:chOff x="0" y="1178584"/>
            <a:chExt cx="12192000" cy="2547336"/>
          </a:xfrm>
        </p:grpSpPr>
        <p:grpSp>
          <p:nvGrpSpPr>
            <p:cNvPr id="5" name="Group 4"/>
            <p:cNvGrpSpPr/>
            <p:nvPr/>
          </p:nvGrpSpPr>
          <p:grpSpPr>
            <a:xfrm>
              <a:off x="4584735" y="1178585"/>
              <a:ext cx="7607265" cy="1277860"/>
              <a:chOff x="4242374" y="1266924"/>
              <a:chExt cx="7607265" cy="1277860"/>
            </a:xfrm>
          </p:grpSpPr>
          <p:pic>
            <p:nvPicPr>
              <p:cNvPr id="1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69032" y="2448060"/>
              <a:ext cx="7607265" cy="1277860"/>
              <a:chOff x="4242374" y="1266924"/>
              <a:chExt cx="7607265" cy="1277860"/>
            </a:xfrm>
          </p:grpSpPr>
          <p:pic>
            <p:nvPicPr>
              <p:cNvPr id="24"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8" y="2453554"/>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8" name="Text Placeholder 11"/>
          <p:cNvSpPr>
            <a:spLocks noGrp="1"/>
          </p:cNvSpPr>
          <p:nvPr>
            <p:ph type="body" sz="quarter" idx="13" hasCustomPrompt="1"/>
          </p:nvPr>
        </p:nvSpPr>
        <p:spPr>
          <a:xfrm>
            <a:off x="239187"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7" y="1266925"/>
            <a:ext cx="8736139" cy="561756"/>
          </a:xfrm>
          <a:prstGeom prst="rect">
            <a:avLst/>
          </a:prstGeom>
        </p:spPr>
        <p:txBody>
          <a:bodyPr vert="horz" anchor="b">
            <a:normAutofit/>
          </a:bodyPr>
          <a:lstStyle>
            <a:lvl1pPr marL="0" indent="0">
              <a:buNone/>
              <a:defRPr sz="1349"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pic>
        <p:nvPicPr>
          <p:cNvPr id="14"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13116" r="76604" b="25471"/>
          <a:stretch/>
        </p:blipFill>
        <p:spPr bwMode="auto">
          <a:xfrm>
            <a:off x="11399103" y="3113153"/>
            <a:ext cx="627692"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7"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1495004"/>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92" y="1594"/>
          <a:ext cx="1588"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92" y="1594"/>
                        <a:ext cx="1588" cy="1587"/>
                      </a:xfrm>
                      <a:prstGeom prst="rect">
                        <a:avLst/>
                      </a:prstGeom>
                    </p:spPr>
                  </p:pic>
                </p:oleObj>
              </mc:Fallback>
            </mc:AlternateContent>
          </a:graphicData>
        </a:graphic>
      </p:graphicFrame>
      <p:sp>
        <p:nvSpPr>
          <p:cNvPr id="6"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5" name="Text Placeholder 4"/>
          <p:cNvSpPr>
            <a:spLocks noGrp="1"/>
          </p:cNvSpPr>
          <p:nvPr>
            <p:ph type="body" sz="quarter" idx="13" hasCustomPrompt="1"/>
          </p:nvPr>
        </p:nvSpPr>
        <p:spPr>
          <a:xfrm>
            <a:off x="239187" y="836712"/>
            <a:ext cx="11329424" cy="1655762"/>
          </a:xfrm>
          <a:prstGeom prst="rect">
            <a:avLst/>
          </a:prstGeom>
        </p:spPr>
        <p:txBody>
          <a:bodyPr/>
          <a:lstStyle>
            <a:lvl1pPr marL="0" marR="0" indent="0" algn="l" defTabSz="685817" rtl="0" eaLnBrk="1" fontAlgn="base" latinLnBrk="0" hangingPunct="1">
              <a:lnSpc>
                <a:spcPct val="100000"/>
              </a:lnSpc>
              <a:spcBef>
                <a:spcPct val="20000"/>
              </a:spcBef>
              <a:spcAft>
                <a:spcPct val="0"/>
              </a:spcAft>
              <a:buClr>
                <a:srgbClr val="C00000"/>
              </a:buClr>
              <a:buSzTx/>
              <a:buFontTx/>
              <a:buNone/>
              <a:tabLst/>
              <a:defRPr kumimoji="0" lang="en-US" sz="1349" b="0" i="0" u="none" strike="noStrike" kern="0" cap="none" spc="0" normalizeH="0" baseline="0" noProof="0">
                <a:ln>
                  <a:noFill/>
                </a:ln>
                <a:solidFill>
                  <a:schemeClr val="tx1"/>
                </a:solidFill>
                <a:effectLst/>
                <a:uLnTx/>
                <a:uFillTx/>
              </a:defRPr>
            </a:lvl1pPr>
            <a:lvl2pPr marL="557227" marR="0" indent="-214319" algn="l" defTabSz="685817"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71"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3pPr>
            <a:lvl4pPr marL="1200180"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4pPr>
            <a:lvl5pPr marL="1543088" marR="0" indent="-171455" algn="l" defTabSz="685817" rtl="0" eaLnBrk="1" fontAlgn="base" latinLnBrk="0" hangingPunct="1">
              <a:lnSpc>
                <a:spcPct val="100000"/>
              </a:lnSpc>
              <a:spcBef>
                <a:spcPct val="20000"/>
              </a:spcBef>
              <a:spcAft>
                <a:spcPct val="0"/>
              </a:spcAft>
              <a:buClr>
                <a:srgbClr val="C00000"/>
              </a:buClr>
              <a:buSzTx/>
              <a:buFontTx/>
              <a:buChar char="»"/>
              <a:tabLst/>
              <a:defRPr kumimoji="0" lang="en-US" sz="1051" b="0" i="0" u="none" strike="noStrike" kern="0" cap="none" spc="0" normalizeH="0" baseline="0" noProof="0">
                <a:ln>
                  <a:noFill/>
                </a:ln>
                <a:solidFill>
                  <a:schemeClr val="tx1"/>
                </a:solidFill>
                <a:effectLst/>
                <a:uLnTx/>
                <a:uFillTx/>
              </a:defRPr>
            </a:lvl5pPr>
            <a:lvl6pPr marL="0" marR="0" indent="0" algn="l" defTabSz="685817"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17" rtl="0" eaLnBrk="1" fontAlgn="base" latinLnBrk="0" hangingPunct="1">
              <a:lnSpc>
                <a:spcPct val="100000"/>
              </a:lnSpc>
              <a:spcBef>
                <a:spcPct val="20000"/>
              </a:spcBef>
              <a:spcAft>
                <a:spcPct val="0"/>
              </a:spcAft>
              <a:buClrTx/>
              <a:buSzTx/>
              <a:buFontTx/>
              <a:buNone/>
              <a:tabLst/>
              <a:defRPr/>
            </a:lvl8pPr>
            <a:lvl9pPr marL="0" marR="0" indent="0" algn="l" defTabSz="685817" rtl="0" eaLnBrk="1" fontAlgn="base" latinLnBrk="0" hangingPunct="1">
              <a:lnSpc>
                <a:spcPct val="100000"/>
              </a:lnSpc>
              <a:spcBef>
                <a:spcPct val="20000"/>
              </a:spcBef>
              <a:spcAft>
                <a:spcPct val="0"/>
              </a:spcAft>
              <a:buClrTx/>
              <a:buSzTx/>
              <a:buFontTx/>
              <a:buNone/>
              <a:tabLst/>
              <a:defRPr/>
            </a:lvl9pPr>
          </a:lstStyle>
          <a:p>
            <a:pPr marL="257182" marR="0" lvl="0" indent="-257182"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Edit Master text styles</a:t>
            </a:r>
          </a:p>
          <a:p>
            <a:pPr marL="557227" marR="0" lvl="1" indent="-214319" algn="l" defTabSz="685817"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71" marR="0" lvl="2"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Third level</a:t>
            </a:r>
          </a:p>
          <a:p>
            <a:pPr marL="1200180" marR="0" lvl="3"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Fourth level</a:t>
            </a:r>
          </a:p>
          <a:p>
            <a:pPr marL="1543088" marR="0" lvl="4" indent="-171455" algn="l" defTabSz="685817" rtl="0" eaLnBrk="1" fontAlgn="base" latinLnBrk="0" hangingPunct="1">
              <a:lnSpc>
                <a:spcPct val="100000"/>
              </a:lnSpc>
              <a:spcBef>
                <a:spcPct val="20000"/>
              </a:spcBef>
              <a:spcAft>
                <a:spcPct val="0"/>
              </a:spcAft>
              <a:buClrTx/>
              <a:buSzTx/>
              <a:buFontTx/>
              <a:buChar char="»"/>
              <a:tabLst/>
              <a:defRPr/>
            </a:pPr>
            <a:r>
              <a:rPr kumimoji="0" lang="en-US" sz="1051" b="0" i="0" u="none" strike="noStrike" kern="0" cap="none" spc="0" normalizeH="0" baseline="0" noProof="0">
                <a:ln>
                  <a:noFill/>
                </a:ln>
                <a:solidFill>
                  <a:srgbClr val="575757"/>
                </a:solidFill>
                <a:effectLst/>
                <a:uLnTx/>
                <a:uFillTx/>
                <a:latin typeface="+mn-lt"/>
              </a:rPr>
              <a:t>Fifth level</a:t>
            </a:r>
          </a:p>
          <a:p>
            <a:pPr marL="1885997" marR="0" lvl="5" indent="-171455" algn="l" defTabSz="685817" rtl="0" eaLnBrk="1" fontAlgn="base" latinLnBrk="0" hangingPunct="1">
              <a:lnSpc>
                <a:spcPct val="100000"/>
              </a:lnSpc>
              <a:spcBef>
                <a:spcPct val="20000"/>
              </a:spcBef>
              <a:spcAft>
                <a:spcPct val="0"/>
              </a:spcAft>
              <a:buClrTx/>
              <a:buSzTx/>
              <a:buFontTx/>
              <a:buChar char="»"/>
              <a:tabLst/>
              <a:defRPr/>
            </a:pPr>
            <a:r>
              <a:rPr kumimoji="0" lang="en-US" sz="1349" b="0" i="0" u="none" strike="noStrike" kern="0" cap="none" spc="0" normalizeH="0" baseline="0" noProof="0">
                <a:ln>
                  <a:noFill/>
                </a:ln>
                <a:solidFill>
                  <a:srgbClr val="575757"/>
                </a:solidFill>
                <a:effectLst/>
                <a:uLnTx/>
                <a:uFillTx/>
                <a:latin typeface="+mn-lt"/>
              </a:rPr>
              <a:t>Level six</a:t>
            </a:r>
          </a:p>
          <a:p>
            <a:pPr marL="0" marR="0" lvl="5" indent="0" algn="l" defTabSz="685817" rtl="0" eaLnBrk="1" fontAlgn="base" latinLnBrk="0" hangingPunct="1">
              <a:lnSpc>
                <a:spcPct val="100000"/>
              </a:lnSpc>
              <a:spcBef>
                <a:spcPct val="20000"/>
              </a:spcBef>
              <a:spcAft>
                <a:spcPct val="0"/>
              </a:spcAft>
              <a:buClrTx/>
              <a:buSzTx/>
              <a:buFontTx/>
              <a:buNone/>
              <a:tabLst/>
              <a:defRPr/>
            </a:pPr>
            <a:r>
              <a:rPr kumimoji="0" lang="en-US" sz="1349" b="1" i="0" u="none" strike="noStrike" kern="0" cap="none" spc="0" normalizeH="0" baseline="0" noProof="0">
                <a:ln>
                  <a:noFill/>
                </a:ln>
                <a:solidFill>
                  <a:schemeClr val="accent3"/>
                </a:solidFill>
                <a:effectLst/>
                <a:uLnTx/>
                <a:uFillTx/>
                <a:latin typeface="+mn-lt"/>
              </a:rPr>
              <a:t>Level seven</a:t>
            </a:r>
          </a:p>
          <a:p>
            <a:pPr marL="0" marR="0" lvl="7" indent="0" algn="l" defTabSz="685817" rtl="0" eaLnBrk="1" fontAlgn="base" latinLnBrk="0" hangingPunct="1">
              <a:lnSpc>
                <a:spcPct val="100000"/>
              </a:lnSpc>
              <a:spcBef>
                <a:spcPct val="20000"/>
              </a:spcBef>
              <a:spcAft>
                <a:spcPct val="0"/>
              </a:spcAft>
              <a:buClrTx/>
              <a:buSzTx/>
              <a:buFontTx/>
              <a:buNone/>
              <a:tabLst/>
              <a:defRPr/>
            </a:pPr>
            <a:r>
              <a:rPr kumimoji="0" lang="en-US" sz="1349" b="0" i="0" u="none" strike="noStrike" kern="0" cap="none" spc="0" normalizeH="0" baseline="0" noProof="0">
                <a:ln>
                  <a:noFill/>
                </a:ln>
                <a:solidFill>
                  <a:srgbClr val="C00000"/>
                </a:solidFill>
                <a:effectLst/>
                <a:uLnTx/>
                <a:uFillTx/>
                <a:latin typeface="+mn-lt"/>
              </a:rPr>
              <a:t>Level eight</a:t>
            </a:r>
          </a:p>
          <a:p>
            <a:pPr marL="0" marR="0" lvl="8" indent="0" algn="l" defTabSz="685817"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1726911975"/>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pos="190">
          <p15:clr>
            <a:srgbClr val="FBAE40"/>
          </p15:clr>
        </p15:guide>
        <p15:guide id="4" pos="10050">
          <p15:clr>
            <a:srgbClr val="FBAE40"/>
          </p15:clr>
        </p15:guide>
        <p15:guide id="5" orient="horz" pos="4020">
          <p15:clr>
            <a:srgbClr val="FBAE40"/>
          </p15:clr>
        </p15:guide>
        <p15:guide id="6" orient="horz" pos="527">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8"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395808138"/>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pos="190">
          <p15:clr>
            <a:srgbClr val="FBAE40"/>
          </p15:clr>
        </p15:guide>
        <p15:guide id="4" pos="10050">
          <p15:clr>
            <a:srgbClr val="FBAE40"/>
          </p15:clr>
        </p15:guide>
        <p15:guide id="5" orient="horz" pos="527">
          <p15:clr>
            <a:srgbClr val="FBAE40"/>
          </p15:clr>
        </p15:guide>
        <p15:guide id="6" orient="horz" pos="402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5"/>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2" y="0"/>
            <a:ext cx="211668"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fontAlgn="base">
              <a:spcBef>
                <a:spcPct val="0"/>
              </a:spcBef>
              <a:spcAft>
                <a:spcPct val="0"/>
              </a:spcAft>
            </a:pP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2"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Rectangle 4"/>
          <p:cNvSpPr>
            <a:spLocks noGrp="1" noChangeArrowheads="1"/>
          </p:cNvSpPr>
          <p:nvPr>
            <p:ph type="ftr" sz="quarter" idx="11"/>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137651565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5"/>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6">
              <a:solidFill>
                <a:srgbClr val="2D2926"/>
              </a:solidFill>
              <a:latin typeface="Arial" charset="0"/>
            </a:endParaRPr>
          </a:p>
        </p:txBody>
      </p:sp>
      <p:sp>
        <p:nvSpPr>
          <p:cNvPr id="4" name="Slide Number Placeholder 3"/>
          <p:cNvSpPr>
            <a:spLocks noGrp="1"/>
          </p:cNvSpPr>
          <p:nvPr>
            <p:ph type="sldNum" sz="quarter" idx="11"/>
          </p:nvPr>
        </p:nvSpPr>
        <p:spPr/>
        <p:txBody>
          <a:bodyPr/>
          <a:lstStyle/>
          <a:p>
            <a:fld id="{B3CE4FC1-9BFD-4D71-B62C-EB069A42157A}" type="slidenum">
              <a:rPr lang="en-US" smtClean="0">
                <a:solidFill>
                  <a:srgbClr val="000000"/>
                </a:solidFill>
              </a:rPr>
              <a:pPr/>
              <a:t>‹#›</a:t>
            </a:fld>
            <a:endParaRPr lang="en-US">
              <a:solidFill>
                <a:srgbClr val="000000"/>
              </a:solidFill>
            </a:endParaRPr>
          </a:p>
        </p:txBody>
      </p:sp>
      <p:sp>
        <p:nvSpPr>
          <p:cNvPr id="7" name="Rectangle 4"/>
          <p:cNvSpPr>
            <a:spLocks noGrp="1" noChangeArrowheads="1"/>
          </p:cNvSpPr>
          <p:nvPr>
            <p:ph type="ftr" sz="quarter" idx="12"/>
          </p:nvPr>
        </p:nvSpPr>
        <p:spPr>
          <a:xfrm>
            <a:off x="239187"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786578679"/>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orient="horz" pos="4020">
          <p15:clr>
            <a:srgbClr val="FBAE40"/>
          </p15:clr>
        </p15:guide>
        <p15:guide id="4" pos="190">
          <p15:clr>
            <a:srgbClr val="FBAE40"/>
          </p15:clr>
        </p15:guide>
        <p15:guide id="5" pos="1005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Arrow half">
    <p:bg>
      <p:bgPr>
        <a:gradFill flip="none" rotWithShape="1">
          <a:gsLst>
            <a:gs pos="0">
              <a:srgbClr val="ED1D24"/>
            </a:gs>
            <a:gs pos="100000">
              <a:srgbClr val="870B0E"/>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3772988-BAC3-45EB-8F49-ECA66C3B6F60}"/>
              </a:ext>
            </a:extLst>
          </p:cNvPr>
          <p:cNvGraphicFramePr>
            <a:graphicFrameLocks noChangeAspect="1"/>
          </p:cNvGraphicFramePr>
          <p:nvPr>
            <p:custDataLst>
              <p:tags r:id="rId1"/>
            </p:custDataLst>
          </p:nvPr>
        </p:nvGraphicFramePr>
        <p:xfrm>
          <a:off x="1594"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93772988-BAC3-45EB-8F49-ECA66C3B6F60}"/>
                          </a:ext>
                        </a:extLst>
                      </p:cNvPr>
                      <p:cNvPicPr/>
                      <p:nvPr/>
                    </p:nvPicPr>
                    <p:blipFill>
                      <a:blip r:embed="rId4"/>
                      <a:stretch>
                        <a:fillRect/>
                      </a:stretch>
                    </p:blipFill>
                    <p:spPr>
                      <a:xfrm>
                        <a:off x="1594" y="1588"/>
                        <a:ext cx="1588" cy="1588"/>
                      </a:xfrm>
                      <a:prstGeom prst="rect">
                        <a:avLst/>
                      </a:prstGeom>
                    </p:spPr>
                  </p:pic>
                </p:oleObj>
              </mc:Fallback>
            </mc:AlternateContent>
          </a:graphicData>
        </a:graphic>
      </p:graphicFrame>
      <p:sp>
        <p:nvSpPr>
          <p:cNvPr id="18" name="Copyright" hidden="1"/>
          <p:cNvSpPr txBox="1"/>
          <p:nvPr/>
        </p:nvSpPr>
        <p:spPr>
          <a:xfrm rot="16200000">
            <a:off x="9486906" y="3934681"/>
            <a:ext cx="5133975" cy="72584"/>
          </a:xfrm>
          <a:prstGeom prst="rect">
            <a:avLst/>
          </a:prstGeom>
          <a:noFill/>
        </p:spPr>
        <p:txBody>
          <a:bodyPr wrap="square" lIns="0" tIns="0" rIns="0" bIns="0" rtlCol="0" anchor="t">
            <a:spAutoFit/>
          </a:bodyPr>
          <a:lstStyle/>
          <a:p>
            <a:pPr>
              <a:lnSpc>
                <a:spcPct val="90000"/>
              </a:lnSpc>
              <a:spcAft>
                <a:spcPts val="450"/>
              </a:spcAft>
            </a:pPr>
            <a:r>
              <a:rPr lang="en-US" sz="524">
                <a:solidFill>
                  <a:schemeClr val="bg1"/>
                </a:solidFill>
                <a:latin typeface="+mn-lt"/>
                <a:ea typeface="+mn-ea"/>
                <a:cs typeface="+mn-cs"/>
                <a:sym typeface="Trebuchet MS" panose="020B0603020202020204" pitchFamily="34" charset="0"/>
              </a:rPr>
              <a:t>Copyright © 2022 by Boston Consulting Group. All rights reserved.</a:t>
            </a:r>
          </a:p>
        </p:txBody>
      </p:sp>
      <p:sp>
        <p:nvSpPr>
          <p:cNvPr id="14" name="Pentagon 8"/>
          <p:cNvSpPr/>
          <p:nvPr/>
        </p:nvSpPr>
        <p:spPr bwMode="white">
          <a:xfrm>
            <a:off x="2" y="0"/>
            <a:ext cx="6363547"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latin typeface="+mn-lt"/>
              <a:ea typeface="+mn-ea"/>
              <a:cs typeface="+mn-cs"/>
              <a:sym typeface="Trebuchet MS" panose="020B0603020202020204" pitchFamily="34" charset="0"/>
            </a:endParaRPr>
          </a:p>
        </p:txBody>
      </p:sp>
      <p:sp>
        <p:nvSpPr>
          <p:cNvPr id="16" name="Title 2"/>
          <p:cNvSpPr>
            <a:spLocks noGrp="1"/>
          </p:cNvSpPr>
          <p:nvPr>
            <p:ph type="title" hasCustomPrompt="1"/>
          </p:nvPr>
        </p:nvSpPr>
        <p:spPr>
          <a:xfrm>
            <a:off x="630004" y="622800"/>
            <a:ext cx="4673646" cy="353045"/>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49" b="0" i="0" u="none" kern="1200" spc="0">
                <a:solidFill>
                  <a:srgbClr val="ED1D24"/>
                </a:solidFill>
                <a:latin typeface="+mj-lt"/>
                <a:ea typeface="+mj-ea"/>
                <a:cs typeface="+mj-cs"/>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804" y="3589607"/>
            <a:ext cx="1365252"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203FE9-A075-4BF8-987F-E3175D587168}"/>
              </a:ext>
            </a:extLst>
          </p:cNvPr>
          <p:cNvSpPr txBox="1"/>
          <p:nvPr/>
        </p:nvSpPr>
        <p:spPr>
          <a:xfrm>
            <a:off x="11757837" y="6700053"/>
            <a:ext cx="381001" cy="115416"/>
          </a:xfrm>
          <a:prstGeom prst="rect">
            <a:avLst/>
          </a:prstGeom>
          <a:noFill/>
        </p:spPr>
        <p:txBody>
          <a:bodyPr wrap="square" lIns="0" tIns="0" rIns="0" bIns="0" rtlCol="0" anchor="b">
            <a:spAutoFit/>
          </a:bodyPr>
          <a:lstStyle/>
          <a:p>
            <a:pPr marL="0" marR="0" indent="0" algn="r" defTabSz="685817"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817" rtl="0" eaLnBrk="1" fontAlgn="auto" latinLnBrk="0" hangingPunct="1">
                <a:lnSpc>
                  <a:spcPct val="100000"/>
                </a:lnSpc>
                <a:spcBef>
                  <a:spcPts val="0"/>
                </a:spcBef>
                <a:spcAft>
                  <a:spcPts val="0"/>
                </a:spcAft>
                <a:buClrTx/>
                <a:buSzTx/>
                <a:buFontTx/>
                <a:buNone/>
                <a:tabLst/>
                <a:defRPr/>
              </a:pPr>
              <a:t>‹#›</a:t>
            </a:fld>
            <a:endParaRPr lang="en-US" sz="750" kern="1200">
              <a:solidFill>
                <a:schemeClr val="bg1"/>
              </a:solidFill>
              <a:latin typeface="+mn-lt"/>
              <a:ea typeface="+mn-ea"/>
              <a:cs typeface="+mn-cs"/>
              <a:sym typeface="Trebuchet MS" panose="020B0603020202020204" pitchFamily="34" charset="0"/>
            </a:endParaRPr>
          </a:p>
        </p:txBody>
      </p:sp>
      <p:pic>
        <p:nvPicPr>
          <p:cNvPr id="12" name="Picture 11">
            <a:extLst>
              <a:ext uri="{FF2B5EF4-FFF2-40B4-BE49-F238E27FC236}">
                <a16:creationId xmlns:a16="http://schemas.microsoft.com/office/drawing/2014/main" id="{DB280514-AAB0-4C3F-BD7F-3099741B263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23666" t="40333" b="40333"/>
          <a:stretch/>
        </p:blipFill>
        <p:spPr>
          <a:xfrm>
            <a:off x="10109202" y="6445250"/>
            <a:ext cx="1454151" cy="368300"/>
          </a:xfrm>
          <a:prstGeom prst="rect">
            <a:avLst/>
          </a:prstGeom>
        </p:spPr>
      </p:pic>
    </p:spTree>
    <p:extLst>
      <p:ext uri="{BB962C8B-B14F-4D97-AF65-F5344CB8AC3E}">
        <p14:creationId xmlns:p14="http://schemas.microsoft.com/office/powerpoint/2010/main" val="5164357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5"/>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 y="6"/>
            <a:ext cx="12192000" cy="6857433"/>
          </a:xfrm>
          <a:prstGeom prst="rect">
            <a:avLst/>
          </a:prstGeom>
          <a:ln>
            <a:noFill/>
          </a:ln>
        </p:spPr>
      </p:pic>
      <p:sp>
        <p:nvSpPr>
          <p:cNvPr id="7" name="Rectangle 6"/>
          <p:cNvSpPr/>
          <p:nvPr/>
        </p:nvSpPr>
        <p:spPr bwMode="auto">
          <a:xfrm>
            <a:off x="1"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8" rIns="51435" bIns="25718" numCol="1" rtlCol="0" anchor="ctr" anchorCtr="0" compatLnSpc="1">
            <a:prstTxWarp prst="textNoShape">
              <a:avLst/>
            </a:prstTxWarp>
          </a:bodyPr>
          <a:lstStyle/>
          <a:p>
            <a:pPr algn="ctr" defTabSz="514350" fontAlgn="base">
              <a:spcBef>
                <a:spcPct val="0"/>
              </a:spcBef>
              <a:spcAft>
                <a:spcPct val="0"/>
              </a:spcAft>
            </a:pPr>
            <a:endParaRPr lang="en-GB" sz="1069">
              <a:solidFill>
                <a:srgbClr val="2D2926"/>
              </a:solidFill>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5">
                <a:solidFill>
                  <a:schemeClr val="bg1"/>
                </a:solidFill>
                <a:latin typeface="+mn-lt"/>
              </a:defRPr>
            </a:lvl1pPr>
          </a:lstStyle>
          <a:p>
            <a:endParaRPr lang="en-US"/>
          </a:p>
        </p:txBody>
      </p:sp>
      <p:sp>
        <p:nvSpPr>
          <p:cNvPr id="6" name="Rectangle 5"/>
          <p:cNvSpPr>
            <a:spLocks noGrp="1" noChangeArrowheads="1"/>
          </p:cNvSpPr>
          <p:nvPr>
            <p:ph type="sldNum" sz="quarter" idx="12"/>
          </p:nvPr>
        </p:nvSpPr>
        <p:spPr>
          <a:ln/>
        </p:spPr>
        <p:txBody>
          <a:bodyPr anchor="b"/>
          <a:lstStyle>
            <a:lvl1pPr>
              <a:defRPr sz="675">
                <a:solidFill>
                  <a:schemeClr val="bg1"/>
                </a:solidFill>
                <a:latin typeface="+mn-lt"/>
              </a:defRPr>
            </a:lvl1pPr>
          </a:lstStyle>
          <a:p>
            <a:pPr>
              <a:defRPr/>
            </a:pPr>
            <a:fld id="{6516E9BE-843C-4425-80E4-36155279AD5E}" type="slidenum">
              <a:rPr lang="en-GB" smtClean="0">
                <a:solidFill>
                  <a:srgbClr val="FFFFFF"/>
                </a:solidFill>
              </a:rPr>
              <a:pPr>
                <a:defRPr/>
              </a:pPr>
              <a:t>‹#›</a:t>
            </a:fld>
            <a:endParaRPr lang="en-GB">
              <a:solidFill>
                <a:srgbClr val="FFFFFF"/>
              </a:solidFill>
            </a:endParaRPr>
          </a:p>
        </p:txBody>
      </p:sp>
      <p:sp>
        <p:nvSpPr>
          <p:cNvPr id="2" name="Title 1"/>
          <p:cNvSpPr>
            <a:spLocks noGrp="1"/>
          </p:cNvSpPr>
          <p:nvPr>
            <p:ph type="ctrTitle"/>
          </p:nvPr>
        </p:nvSpPr>
        <p:spPr>
          <a:xfrm>
            <a:off x="286572" y="2390406"/>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0"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75" indent="0" algn="ctr">
              <a:buNone/>
              <a:defRPr/>
            </a:lvl2pPr>
            <a:lvl3pPr marL="514350" indent="0" algn="ctr">
              <a:buNone/>
              <a:defRPr/>
            </a:lvl3pPr>
            <a:lvl4pPr marL="771525" indent="0" algn="ctr">
              <a:buNone/>
              <a:defRPr/>
            </a:lvl4pPr>
            <a:lvl5pPr marL="1028700" indent="0" algn="ctr">
              <a:buNone/>
              <a:defRPr/>
            </a:lvl5pPr>
            <a:lvl6pPr marL="1285875" indent="0" algn="ctr">
              <a:buNone/>
              <a:defRPr/>
            </a:lvl6pPr>
            <a:lvl7pPr marL="1543050" indent="0" algn="ctr">
              <a:buNone/>
              <a:defRPr/>
            </a:lvl7pPr>
            <a:lvl8pPr marL="1800225" indent="0" algn="ctr">
              <a:buNone/>
              <a:defRPr/>
            </a:lvl8pPr>
            <a:lvl9pPr marL="2057400" indent="0" algn="ctr">
              <a:buNone/>
              <a:defRPr/>
            </a:lvl9pPr>
          </a:lstStyle>
          <a:p>
            <a:r>
              <a:rPr lang="en-US"/>
              <a:t>Click to edit Master subtitle style</a:t>
            </a:r>
          </a:p>
        </p:txBody>
      </p:sp>
      <p:sp>
        <p:nvSpPr>
          <p:cNvPr id="12" name="Rectangle 11"/>
          <p:cNvSpPr/>
          <p:nvPr/>
        </p:nvSpPr>
        <p:spPr bwMode="auto">
          <a:xfrm>
            <a:off x="5104664"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8" rIns="51435" bIns="25718" numCol="1" rtlCol="0" anchor="ctr" anchorCtr="0" compatLnSpc="1">
            <a:prstTxWarp prst="textNoShape">
              <a:avLst/>
            </a:prstTxWarp>
          </a:bodyPr>
          <a:lstStyle/>
          <a:p>
            <a:pPr algn="ctr" defTabSz="514350" fontAlgn="base">
              <a:spcBef>
                <a:spcPct val="0"/>
              </a:spcBef>
              <a:spcAft>
                <a:spcPct val="0"/>
              </a:spcAft>
            </a:pPr>
            <a:endParaRPr lang="en-GB" sz="675">
              <a:solidFill>
                <a:srgbClr val="2D2926"/>
              </a:solidFill>
            </a:endParaRPr>
          </a:p>
        </p:txBody>
      </p:sp>
      <p:pic>
        <p:nvPicPr>
          <p:cNvPr id="9" name="Picture 8"/>
          <p:cNvPicPr>
            <a:picLocks noChangeAspect="1"/>
          </p:cNvPicPr>
          <p:nvPr/>
        </p:nvPicPr>
        <p:blipFill>
          <a:blip r:embed="rId6"/>
          <a:stretch>
            <a:fillRect/>
          </a:stretch>
        </p:blipFill>
        <p:spPr>
          <a:xfrm>
            <a:off x="8429746" y="526501"/>
            <a:ext cx="2876433" cy="756000"/>
          </a:xfrm>
          <a:prstGeom prst="rect">
            <a:avLst/>
          </a:prstGeom>
        </p:spPr>
      </p:pic>
      <p:pic>
        <p:nvPicPr>
          <p:cNvPr id="11" name="Picture 10"/>
          <p:cNvPicPr>
            <a:picLocks noChangeAspect="1"/>
          </p:cNvPicPr>
          <p:nvPr/>
        </p:nvPicPr>
        <p:blipFill rotWithShape="1">
          <a:blip r:embed="rId7">
            <a:extLst>
              <a:ext uri="{28A0092B-C50C-407E-A947-70E740481C1C}">
                <a14:useLocalDpi xmlns:a14="http://schemas.microsoft.com/office/drawing/2010/main" val="0"/>
              </a:ext>
            </a:extLst>
          </a:blip>
          <a:srcRect l="37353" t="8741" r="101" b="27"/>
          <a:stretch/>
        </p:blipFill>
        <p:spPr bwMode="ltGray">
          <a:xfrm rot="16200000" flipH="1">
            <a:off x="9058187" y="-962476"/>
            <a:ext cx="369901" cy="5915488"/>
          </a:xfrm>
          <a:prstGeom prst="rect">
            <a:avLst/>
          </a:prstGeom>
        </p:spPr>
      </p:pic>
    </p:spTree>
    <p:extLst>
      <p:ext uri="{BB962C8B-B14F-4D97-AF65-F5344CB8AC3E}">
        <p14:creationId xmlns:p14="http://schemas.microsoft.com/office/powerpoint/2010/main" val="1852297939"/>
      </p:ext>
    </p:extLst>
  </p:cSld>
  <p:clrMapOvr>
    <a:masterClrMapping/>
  </p:clrMapOvr>
  <p:hf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5">
              <a:solidFill>
                <a:srgbClr val="2D2926"/>
              </a:solidFill>
              <a:latin typeface="Arial"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7" y="477842"/>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pPr>
              <a:defRPr/>
            </a:pPr>
            <a:fld id="{6516E9BE-843C-4425-80E4-36155279AD5E}" type="slidenum">
              <a:rPr lang="en-GB" smtClean="0">
                <a:solidFill>
                  <a:srgbClr val="FFFFFF"/>
                </a:solidFill>
              </a:rPr>
              <a:pPr>
                <a:defRPr/>
              </a:pPr>
              <a:t>‹#›</a:t>
            </a:fld>
            <a:endParaRPr lang="en-GB">
              <a:solidFill>
                <a:srgbClr val="FFFFFF"/>
              </a:solidFill>
            </a:endParaRPr>
          </a:p>
        </p:txBody>
      </p:sp>
      <p:pic>
        <p:nvPicPr>
          <p:cNvPr id="7" name="Picture 6"/>
          <p:cNvPicPr>
            <a:picLocks noChangeAspect="1"/>
          </p:cNvPicPr>
          <p:nvPr/>
        </p:nvPicPr>
        <p:blipFill>
          <a:blip r:embed="rId6"/>
          <a:stretch>
            <a:fillRect/>
          </a:stretch>
        </p:blipFill>
        <p:spPr>
          <a:xfrm>
            <a:off x="239188" y="1964569"/>
            <a:ext cx="11713633" cy="65091"/>
          </a:xfrm>
          <a:prstGeom prst="rect">
            <a:avLst/>
          </a:prstGeom>
        </p:spPr>
      </p:pic>
      <p:sp>
        <p:nvSpPr>
          <p:cNvPr id="8" name="Text Placeholder 11"/>
          <p:cNvSpPr>
            <a:spLocks noGrp="1"/>
          </p:cNvSpPr>
          <p:nvPr>
            <p:ph type="body" sz="quarter" idx="13" hasCustomPrompt="1"/>
          </p:nvPr>
        </p:nvSpPr>
        <p:spPr>
          <a:xfrm>
            <a:off x="239188" y="2181578"/>
            <a:ext cx="11713633"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8" y="1266924"/>
            <a:ext cx="11713633" cy="561756"/>
          </a:xfrm>
          <a:prstGeom prst="rect">
            <a:avLst/>
          </a:prstGeom>
        </p:spPr>
        <p:txBody>
          <a:bodyPr vert="horz" anchor="b">
            <a:normAutofit/>
          </a:bodyPr>
          <a:lstStyle>
            <a:lvl1pPr marL="0" indent="0">
              <a:buNone/>
              <a:defRPr sz="1350"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3071890252"/>
      </p:ext>
    </p:extLst>
  </p:cSld>
  <p:clrMapOvr>
    <a:masterClrMapping/>
  </p:clrMapOvr>
  <p:hf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3"/>
                        <a:ext cx="2116" cy="1587"/>
                      </a:xfrm>
                      <a:prstGeom prst="rect">
                        <a:avLst/>
                      </a:prstGeom>
                    </p:spPr>
                  </p:pic>
                </p:oleObj>
              </mc:Fallback>
            </mc:AlternateContent>
          </a:graphicData>
        </a:graphic>
      </p:graphicFrame>
      <p:grpSp>
        <p:nvGrpSpPr>
          <p:cNvPr id="2" name="Group 1"/>
          <p:cNvGrpSpPr/>
          <p:nvPr/>
        </p:nvGrpSpPr>
        <p:grpSpPr>
          <a:xfrm>
            <a:off x="0" y="1178584"/>
            <a:ext cx="12192000" cy="2547336"/>
            <a:chOff x="0" y="1178584"/>
            <a:chExt cx="12192000" cy="2547336"/>
          </a:xfrm>
        </p:grpSpPr>
        <p:grpSp>
          <p:nvGrpSpPr>
            <p:cNvPr id="5" name="Group 4"/>
            <p:cNvGrpSpPr/>
            <p:nvPr/>
          </p:nvGrpSpPr>
          <p:grpSpPr>
            <a:xfrm>
              <a:off x="4584735" y="1178585"/>
              <a:ext cx="7607265" cy="1277860"/>
              <a:chOff x="4242374" y="1266924"/>
              <a:chExt cx="7607265" cy="1277860"/>
            </a:xfrm>
          </p:grpSpPr>
          <p:pic>
            <p:nvPicPr>
              <p:cNvPr id="1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69032" y="2448060"/>
              <a:ext cx="7607265" cy="1277860"/>
              <a:chOff x="4242374" y="1266924"/>
              <a:chExt cx="7607265" cy="1277860"/>
            </a:xfrm>
          </p:grpSpPr>
          <p:pic>
            <p:nvPicPr>
              <p:cNvPr id="24"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8" y="2453554"/>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5">
              <a:solidFill>
                <a:srgbClr val="2D2926"/>
              </a:solidFill>
              <a:latin typeface="Arial" charset="0"/>
            </a:endParaRPr>
          </a:p>
        </p:txBody>
      </p:sp>
      <p:sp>
        <p:nvSpPr>
          <p:cNvPr id="6" name="Rectangle 5"/>
          <p:cNvSpPr>
            <a:spLocks noGrp="1" noChangeArrowheads="1"/>
          </p:cNvSpPr>
          <p:nvPr>
            <p:ph type="sldNum" sz="quarter" idx="12"/>
          </p:nvPr>
        </p:nvSpPr>
        <p:spPr>
          <a:ln/>
        </p:spPr>
        <p:txBody>
          <a:bodyPr/>
          <a:lstStyle>
            <a:lvl1pPr>
              <a:defRPr/>
            </a:lvl1pPr>
          </a:lstStyle>
          <a:p>
            <a:pPr>
              <a:defRPr/>
            </a:pPr>
            <a:fld id="{6516E9BE-843C-4425-80E4-36155279AD5E}" type="slidenum">
              <a:rPr lang="en-GB" smtClean="0">
                <a:solidFill>
                  <a:srgbClr val="FFFFFF"/>
                </a:solidFill>
              </a:rPr>
              <a:pPr>
                <a:defRPr/>
              </a:pPr>
              <a:t>‹#›</a:t>
            </a:fld>
            <a:endParaRPr lang="en-GB">
              <a:solidFill>
                <a:srgbClr val="FFFFFF"/>
              </a:solidFill>
            </a:endParaRPr>
          </a:p>
        </p:txBody>
      </p:sp>
      <p:sp>
        <p:nvSpPr>
          <p:cNvPr id="8" name="Text Placeholder 11"/>
          <p:cNvSpPr>
            <a:spLocks noGrp="1"/>
          </p:cNvSpPr>
          <p:nvPr>
            <p:ph type="body" sz="quarter" idx="13" hasCustomPrompt="1"/>
          </p:nvPr>
        </p:nvSpPr>
        <p:spPr>
          <a:xfrm>
            <a:off x="239185"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5" y="1266924"/>
            <a:ext cx="8736139" cy="561756"/>
          </a:xfrm>
          <a:prstGeom prst="rect">
            <a:avLst/>
          </a:prstGeom>
        </p:spPr>
        <p:txBody>
          <a:bodyPr vert="horz" anchor="b">
            <a:normAutofit/>
          </a:bodyPr>
          <a:lstStyle>
            <a:lvl1pPr marL="0" indent="0">
              <a:buNone/>
              <a:defRPr sz="1350"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p>
        </p:txBody>
      </p:sp>
      <p:pic>
        <p:nvPicPr>
          <p:cNvPr id="14"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13116" r="76604" b="25471"/>
          <a:stretch/>
        </p:blipFill>
        <p:spPr bwMode="auto">
          <a:xfrm>
            <a:off x="11399100" y="3113151"/>
            <a:ext cx="627693"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4"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1740068"/>
      </p:ext>
    </p:extLst>
  </p:cSld>
  <p:clrMapOvr>
    <a:masterClrMapping/>
  </p:clrMapOvr>
  <p:hf hdr="0" ftr="0" dt="0"/>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89" y="1592"/>
          <a:ext cx="1587"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89" y="1592"/>
                        <a:ext cx="1587" cy="1587"/>
                      </a:xfrm>
                      <a:prstGeom prst="rect">
                        <a:avLst/>
                      </a:prstGeom>
                    </p:spPr>
                  </p:pic>
                </p:oleObj>
              </mc:Fallback>
            </mc:AlternateContent>
          </a:graphicData>
        </a:graphic>
      </p:graphicFrame>
      <p:sp>
        <p:nvSpPr>
          <p:cNvPr id="6"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p>
        </p:txBody>
      </p:sp>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pPr>
              <a:defRPr/>
            </a:pPr>
            <a:fld id="{6516E9BE-843C-4425-80E4-36155279AD5E}" type="slidenum">
              <a:rPr lang="en-GB" smtClean="0">
                <a:solidFill>
                  <a:srgbClr val="FFFFFF"/>
                </a:solidFill>
              </a:rPr>
              <a:pPr>
                <a:defRPr/>
              </a:pPr>
              <a:t>‹#›</a:t>
            </a:fld>
            <a:endParaRPr lang="en-GB">
              <a:solidFill>
                <a:srgbClr val="FFFFFF"/>
              </a:solidFill>
            </a:endParaRPr>
          </a:p>
        </p:txBody>
      </p:sp>
      <p:sp>
        <p:nvSpPr>
          <p:cNvPr id="5" name="Text Placeholder 4"/>
          <p:cNvSpPr>
            <a:spLocks noGrp="1"/>
          </p:cNvSpPr>
          <p:nvPr>
            <p:ph type="body" sz="quarter" idx="13" hasCustomPrompt="1"/>
          </p:nvPr>
        </p:nvSpPr>
        <p:spPr>
          <a:xfrm>
            <a:off x="239184" y="836712"/>
            <a:ext cx="11329424" cy="1655762"/>
          </a:xfrm>
          <a:prstGeom prst="rect">
            <a:avLst/>
          </a:prstGeom>
        </p:spPr>
        <p:txBody>
          <a:bodyPr/>
          <a:lstStyle>
            <a:lvl1pPr marL="0" marR="0" indent="0" algn="l" defTabSz="685800" rtl="0" eaLnBrk="1" fontAlgn="base" latinLnBrk="0" hangingPunct="1">
              <a:lnSpc>
                <a:spcPct val="100000"/>
              </a:lnSpc>
              <a:spcBef>
                <a:spcPct val="20000"/>
              </a:spcBef>
              <a:spcAft>
                <a:spcPct val="0"/>
              </a:spcAft>
              <a:buClr>
                <a:srgbClr val="C00000"/>
              </a:buClr>
              <a:buSzTx/>
              <a:buFontTx/>
              <a:buNone/>
              <a:tabLst/>
              <a:defRPr kumimoji="0" lang="en-US" sz="1350" b="0" i="0" u="none" strike="noStrike" kern="0" cap="none" spc="0" normalizeH="0" baseline="0" noProof="0">
                <a:ln>
                  <a:noFill/>
                </a:ln>
                <a:solidFill>
                  <a:schemeClr val="tx1"/>
                </a:solidFill>
                <a:effectLst/>
                <a:uLnTx/>
                <a:uFillTx/>
              </a:defRPr>
            </a:lvl1pPr>
            <a:lvl2pPr marL="557213" marR="0" indent="-214313" algn="l" defTabSz="685800"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3pPr>
            <a:lvl4pPr marL="12001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4pPr>
            <a:lvl5pPr marL="15430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5pPr>
            <a:lvl6pPr marL="0" marR="0" indent="0" algn="l" defTabSz="685800"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00" rtl="0" eaLnBrk="1" fontAlgn="base" latinLnBrk="0" hangingPunct="1">
              <a:lnSpc>
                <a:spcPct val="100000"/>
              </a:lnSpc>
              <a:spcBef>
                <a:spcPct val="20000"/>
              </a:spcBef>
              <a:spcAft>
                <a:spcPct val="0"/>
              </a:spcAft>
              <a:buClrTx/>
              <a:buSzTx/>
              <a:buFontTx/>
              <a:buNone/>
              <a:tabLst/>
              <a:defRPr/>
            </a:lvl8pPr>
            <a:lvl9pPr marL="0" marR="0" indent="0" algn="l" defTabSz="685800" rtl="0" eaLnBrk="1" fontAlgn="base" latinLnBrk="0" hangingPunct="1">
              <a:lnSpc>
                <a:spcPct val="100000"/>
              </a:lnSpc>
              <a:spcBef>
                <a:spcPct val="20000"/>
              </a:spcBef>
              <a:spcAft>
                <a:spcPct val="0"/>
              </a:spcAft>
              <a:buClrTx/>
              <a:buSzTx/>
              <a:buFontTx/>
              <a:buNone/>
              <a:tabLst/>
              <a:defRPr/>
            </a:lvl9pPr>
          </a:lstStyle>
          <a:p>
            <a:pPr marL="257175" marR="0" lvl="0" indent="-257175" algn="l" defTabSz="685800" rtl="0" eaLnBrk="1" fontAlgn="base" latinLnBrk="0" hangingPunct="1">
              <a:lnSpc>
                <a:spcPct val="100000"/>
              </a:lnSpc>
              <a:spcBef>
                <a:spcPct val="20000"/>
              </a:spcBef>
              <a:spcAft>
                <a:spcPct val="0"/>
              </a:spcAft>
              <a:buClrTx/>
              <a:buSzTx/>
              <a:buFontTx/>
              <a:buChar char="•"/>
              <a:tabLst/>
              <a:defRPr/>
            </a:pPr>
            <a:r>
              <a:rPr kumimoji="0" lang="en-US" sz="1350" b="0" i="0" u="none" strike="noStrike" kern="0" cap="none" spc="0" normalizeH="0" baseline="0" noProof="0">
                <a:ln>
                  <a:noFill/>
                </a:ln>
                <a:solidFill>
                  <a:srgbClr val="575757"/>
                </a:solidFill>
                <a:effectLst/>
                <a:uLnTx/>
                <a:uFillTx/>
                <a:latin typeface="+mn-lt"/>
              </a:rPr>
              <a:t>Edit Master text styles</a:t>
            </a:r>
          </a:p>
          <a:p>
            <a:pPr marL="557213" marR="0" lvl="1" indent="-214313" algn="l" defTabSz="685800"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50" marR="0" lvl="2"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Third level</a:t>
            </a:r>
          </a:p>
          <a:p>
            <a:pPr marL="1200150" marR="0" lvl="3"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Fourth level</a:t>
            </a:r>
          </a:p>
          <a:p>
            <a:pPr marL="1543050" marR="0" lvl="4"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Fifth level</a:t>
            </a:r>
          </a:p>
          <a:p>
            <a:pPr marL="1885950" marR="0" lvl="5" indent="-171450" algn="l" defTabSz="685800" rtl="0" eaLnBrk="1" fontAlgn="base" latinLnBrk="0" hangingPunct="1">
              <a:lnSpc>
                <a:spcPct val="100000"/>
              </a:lnSpc>
              <a:spcBef>
                <a:spcPct val="20000"/>
              </a:spcBef>
              <a:spcAft>
                <a:spcPct val="0"/>
              </a:spcAft>
              <a:buClrTx/>
              <a:buSzTx/>
              <a:buFontTx/>
              <a:buChar char="»"/>
              <a:tabLst/>
              <a:defRPr/>
            </a:pPr>
            <a:r>
              <a:rPr kumimoji="0" lang="en-US" sz="1350" b="0" i="0" u="none" strike="noStrike" kern="0" cap="none" spc="0" normalizeH="0" baseline="0" noProof="0">
                <a:ln>
                  <a:noFill/>
                </a:ln>
                <a:solidFill>
                  <a:srgbClr val="575757"/>
                </a:solidFill>
                <a:effectLst/>
                <a:uLnTx/>
                <a:uFillTx/>
                <a:latin typeface="+mn-lt"/>
              </a:rPr>
              <a:t>Level six</a:t>
            </a:r>
          </a:p>
          <a:p>
            <a:pPr marL="0" marR="0" lvl="5" indent="0" algn="l" defTabSz="685800" rtl="0" eaLnBrk="1" fontAlgn="base" latinLnBrk="0" hangingPunct="1">
              <a:lnSpc>
                <a:spcPct val="100000"/>
              </a:lnSpc>
              <a:spcBef>
                <a:spcPct val="20000"/>
              </a:spcBef>
              <a:spcAft>
                <a:spcPct val="0"/>
              </a:spcAft>
              <a:buClrTx/>
              <a:buSzTx/>
              <a:buFontTx/>
              <a:buNone/>
              <a:tabLst/>
              <a:defRPr/>
            </a:pPr>
            <a:r>
              <a:rPr kumimoji="0" lang="en-US" sz="1350" b="1" i="0" u="none" strike="noStrike" kern="0" cap="none" spc="0" normalizeH="0" baseline="0" noProof="0">
                <a:ln>
                  <a:noFill/>
                </a:ln>
                <a:solidFill>
                  <a:schemeClr val="accent3"/>
                </a:solidFill>
                <a:effectLst/>
                <a:uLnTx/>
                <a:uFillTx/>
                <a:latin typeface="+mn-lt"/>
              </a:rPr>
              <a:t>Level seven</a:t>
            </a:r>
          </a:p>
          <a:p>
            <a:pPr marL="0" marR="0" lvl="7" indent="0" algn="l" defTabSz="685800" rtl="0" eaLnBrk="1" fontAlgn="base" latinLnBrk="0" hangingPunct="1">
              <a:lnSpc>
                <a:spcPct val="100000"/>
              </a:lnSpc>
              <a:spcBef>
                <a:spcPct val="20000"/>
              </a:spcBef>
              <a:spcAft>
                <a:spcPct val="0"/>
              </a:spcAft>
              <a:buClrTx/>
              <a:buSzTx/>
              <a:buFontTx/>
              <a:buNone/>
              <a:tabLst/>
              <a:defRPr/>
            </a:pPr>
            <a:r>
              <a:rPr kumimoji="0" lang="en-US" sz="1350" b="0" i="0" u="none" strike="noStrike" kern="0" cap="none" spc="0" normalizeH="0" baseline="0" noProof="0">
                <a:ln>
                  <a:noFill/>
                </a:ln>
                <a:solidFill>
                  <a:srgbClr val="C00000"/>
                </a:solidFill>
                <a:effectLst/>
                <a:uLnTx/>
                <a:uFillTx/>
                <a:latin typeface="+mn-lt"/>
              </a:rPr>
              <a:t>Level eight</a:t>
            </a:r>
          </a:p>
          <a:p>
            <a:pPr marL="0" marR="0" lvl="8" indent="0" algn="l" defTabSz="685800"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836205568"/>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5120">
          <p15:clr>
            <a:srgbClr val="FBAE40"/>
          </p15:clr>
        </p15:guide>
        <p15:guide id="3" pos="191">
          <p15:clr>
            <a:srgbClr val="FBAE40"/>
          </p15:clr>
        </p15:guide>
        <p15:guide id="4" pos="10049">
          <p15:clr>
            <a:srgbClr val="FBAE40"/>
          </p15:clr>
        </p15:guide>
        <p15:guide id="5" orient="horz" pos="4020">
          <p15:clr>
            <a:srgbClr val="FBAE40"/>
          </p15:clr>
        </p15:guide>
        <p15:guide id="6" orient="horz" pos="527">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pPr>
              <a:defRPr/>
            </a:pPr>
            <a:fld id="{6516E9BE-843C-4425-80E4-36155279AD5E}" type="slidenum">
              <a:rPr lang="en-GB" smtClean="0">
                <a:solidFill>
                  <a:srgbClr val="FFFFFF"/>
                </a:solidFill>
              </a:rPr>
              <a:pPr>
                <a:defRPr/>
              </a:pPr>
              <a:t>‹#›</a:t>
            </a:fld>
            <a:endParaRPr lang="en-GB">
              <a:solidFill>
                <a:srgbClr val="FFFFFF"/>
              </a:solidFill>
            </a:endParaRPr>
          </a:p>
        </p:txBody>
      </p:sp>
      <p:sp>
        <p:nvSpPr>
          <p:cNvPr id="9"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4075554652"/>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5120">
          <p15:clr>
            <a:srgbClr val="FBAE40"/>
          </p15:clr>
        </p15:guide>
        <p15:guide id="3" pos="191">
          <p15:clr>
            <a:srgbClr val="FBAE40"/>
          </p15:clr>
        </p15:guide>
        <p15:guide id="4" pos="10049">
          <p15:clr>
            <a:srgbClr val="FBAE40"/>
          </p15:clr>
        </p15:guide>
        <p15:guide id="5" orient="horz" pos="527">
          <p15:clr>
            <a:srgbClr val="FBAE40"/>
          </p15:clr>
        </p15:guide>
        <p15:guide id="6" orient="horz" pos="4020">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1" y="0"/>
            <a:ext cx="211667"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fontAlgn="base">
              <a:spcBef>
                <a:spcPct val="0"/>
              </a:spcBef>
              <a:spcAft>
                <a:spcPct val="0"/>
              </a:spcAft>
            </a:pP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pPr>
              <a:defRPr/>
            </a:pPr>
            <a:fld id="{6516E9BE-843C-4425-80E4-36155279AD5E}" type="slidenum">
              <a:rPr lang="en-GB" smtClean="0">
                <a:solidFill>
                  <a:srgbClr val="FFFFFF"/>
                </a:solidFill>
              </a:rPr>
              <a:pPr>
                <a:defRPr/>
              </a:pPr>
              <a:t>‹#›</a:t>
            </a:fld>
            <a:endParaRPr lang="en-GB">
              <a:solidFill>
                <a:srgbClr val="FFFFFF"/>
              </a:solidFill>
            </a:endParaRPr>
          </a:p>
        </p:txBody>
      </p:sp>
      <p:sp>
        <p:nvSpPr>
          <p:cNvPr id="9"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3657522874"/>
      </p:ext>
    </p:extLst>
  </p:cSld>
  <p:clrMapOvr>
    <a:masterClrMapping/>
  </p:clrMapOvr>
  <p:hf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fontAlgn="base">
              <a:spcBef>
                <a:spcPct val="0"/>
              </a:spcBef>
              <a:spcAft>
                <a:spcPct val="0"/>
              </a:spcAft>
            </a:pPr>
            <a:endParaRPr lang="en-GB" sz="1425">
              <a:solidFill>
                <a:srgbClr val="2D2926"/>
              </a:solidFill>
              <a:latin typeface="Arial" charset="0"/>
            </a:endParaRPr>
          </a:p>
        </p:txBody>
      </p:sp>
      <p:sp>
        <p:nvSpPr>
          <p:cNvPr id="4" name="Slide Number Placeholder 3"/>
          <p:cNvSpPr>
            <a:spLocks noGrp="1"/>
          </p:cNvSpPr>
          <p:nvPr>
            <p:ph type="sldNum" sz="quarter" idx="11"/>
          </p:nvPr>
        </p:nvSpPr>
        <p:spPr/>
        <p:txBody>
          <a:bodyPr/>
          <a:lstStyle/>
          <a:p>
            <a:pPr>
              <a:defRPr/>
            </a:pPr>
            <a:fld id="{6516E9BE-843C-4425-80E4-36155279AD5E}" type="slidenum">
              <a:rPr lang="en-GB" smtClean="0">
                <a:solidFill>
                  <a:srgbClr val="FFFFFF"/>
                </a:solidFill>
              </a:rPr>
              <a:pPr>
                <a:defRPr/>
              </a:pPr>
              <a:t>‹#›</a:t>
            </a:fld>
            <a:endParaRPr lang="en-GB">
              <a:solidFill>
                <a:srgbClr val="FFFFFF"/>
              </a:solidFill>
            </a:endParaRPr>
          </a:p>
        </p:txBody>
      </p:sp>
      <p:sp>
        <p:nvSpPr>
          <p:cNvPr id="7" name="Rectangle 4"/>
          <p:cNvSpPr>
            <a:spLocks noGrp="1" noChangeArrowheads="1"/>
          </p:cNvSpPr>
          <p:nvPr>
            <p:ph type="ftr" sz="quarter" idx="12"/>
          </p:nvPr>
        </p:nvSpPr>
        <p:spPr>
          <a:xfrm>
            <a:off x="239184" y="6400800"/>
            <a:ext cx="9409211" cy="457200"/>
          </a:xfrm>
          <a:prstGeom prst="rect">
            <a:avLst/>
          </a:prstGeom>
          <a:ln/>
        </p:spPr>
        <p:txBody>
          <a:bodyPr/>
          <a:lstStyle>
            <a:lvl1pPr>
              <a:defRPr/>
            </a:lvl1pPr>
          </a:lstStyle>
          <a:p>
            <a:endParaRPr lang="en-US"/>
          </a:p>
        </p:txBody>
      </p:sp>
    </p:spTree>
    <p:extLst>
      <p:ext uri="{BB962C8B-B14F-4D97-AF65-F5344CB8AC3E}">
        <p14:creationId xmlns:p14="http://schemas.microsoft.com/office/powerpoint/2010/main" val="3509260546"/>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5120">
          <p15:clr>
            <a:srgbClr val="FBAE40"/>
          </p15:clr>
        </p15:guide>
        <p15:guide id="3" orient="horz" pos="4020">
          <p15:clr>
            <a:srgbClr val="FBAE40"/>
          </p15:clr>
        </p15:guide>
        <p15:guide id="4" pos="191">
          <p15:clr>
            <a:srgbClr val="FBAE40"/>
          </p15:clr>
        </p15:guide>
        <p15:guide id="5" pos="10049">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cSld name="Arrow half">
    <p:bg>
      <p:bgPr>
        <a:gradFill flip="none" rotWithShape="1">
          <a:gsLst>
            <a:gs pos="0">
              <a:srgbClr val="ED1D24"/>
            </a:gs>
            <a:gs pos="100000">
              <a:srgbClr val="870B0E"/>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3772988-BAC3-45EB-8F49-ECA66C3B6F60}"/>
              </a:ext>
            </a:extLst>
          </p:cNvPr>
          <p:cNvGraphicFramePr>
            <a:graphicFrameLocks noChangeAspect="1"/>
          </p:cNvGraphicFramePr>
          <p:nvPr>
            <p:custDataLst>
              <p:tags r:id="rId1"/>
            </p:custDataLst>
          </p:nvPr>
        </p:nvGraphicFramePr>
        <p:xfrm>
          <a:off x="1590"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93772988-BAC3-45EB-8F49-ECA66C3B6F60}"/>
                          </a:ext>
                        </a:extLst>
                      </p:cNvPr>
                      <p:cNvPicPr/>
                      <p:nvPr/>
                    </p:nvPicPr>
                    <p:blipFill>
                      <a:blip r:embed="rId4"/>
                      <a:stretch>
                        <a:fillRect/>
                      </a:stretch>
                    </p:blipFill>
                    <p:spPr>
                      <a:xfrm>
                        <a:off x="1590" y="1588"/>
                        <a:ext cx="1588" cy="1588"/>
                      </a:xfrm>
                      <a:prstGeom prst="rect">
                        <a:avLst/>
                      </a:prstGeom>
                    </p:spPr>
                  </p:pic>
                </p:oleObj>
              </mc:Fallback>
            </mc:AlternateContent>
          </a:graphicData>
        </a:graphic>
      </p:graphicFrame>
      <p:sp>
        <p:nvSpPr>
          <p:cNvPr id="18" name="Copyright" hidden="1"/>
          <p:cNvSpPr txBox="1"/>
          <p:nvPr/>
        </p:nvSpPr>
        <p:spPr>
          <a:xfrm rot="16200000">
            <a:off x="9486903" y="3934616"/>
            <a:ext cx="5133975" cy="72712"/>
          </a:xfrm>
          <a:prstGeom prst="rect">
            <a:avLst/>
          </a:prstGeom>
          <a:noFill/>
        </p:spPr>
        <p:txBody>
          <a:bodyPr wrap="square" lIns="0" tIns="0" rIns="0" bIns="0" rtlCol="0" anchor="t">
            <a:spAutoFit/>
          </a:bodyPr>
          <a:lstStyle/>
          <a:p>
            <a:pPr>
              <a:lnSpc>
                <a:spcPct val="90000"/>
              </a:lnSpc>
              <a:spcAft>
                <a:spcPts val="450"/>
              </a:spcAft>
            </a:pPr>
            <a:r>
              <a:rPr lang="en-US" sz="525">
                <a:solidFill>
                  <a:schemeClr val="bg1"/>
                </a:solidFill>
                <a:latin typeface="+mn-lt"/>
                <a:ea typeface="+mn-ea"/>
                <a:cs typeface="+mn-cs"/>
                <a:sym typeface="Trebuchet MS" panose="020B0603020202020204" pitchFamily="34" charset="0"/>
              </a:rPr>
              <a:t>Copyright © 2022 by Boston Consulting Group. All rights reserved.</a:t>
            </a:r>
          </a:p>
        </p:txBody>
      </p:sp>
      <p:sp>
        <p:nvSpPr>
          <p:cNvPr id="14" name="Pentagon 8"/>
          <p:cNvSpPr/>
          <p:nvPr/>
        </p:nvSpPr>
        <p:spPr bwMode="white">
          <a:xfrm>
            <a:off x="1" y="0"/>
            <a:ext cx="6363547"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latin typeface="+mn-lt"/>
              <a:ea typeface="+mn-ea"/>
              <a:cs typeface="+mn-cs"/>
              <a:sym typeface="Trebuchet MS" panose="020B0603020202020204" pitchFamily="34" charset="0"/>
            </a:endParaRPr>
          </a:p>
        </p:txBody>
      </p:sp>
      <p:sp>
        <p:nvSpPr>
          <p:cNvPr id="16" name="Title 2"/>
          <p:cNvSpPr>
            <a:spLocks noGrp="1"/>
          </p:cNvSpPr>
          <p:nvPr>
            <p:ph type="title" hasCustomPrompt="1"/>
          </p:nvPr>
        </p:nvSpPr>
        <p:spPr>
          <a:xfrm>
            <a:off x="630002" y="622800"/>
            <a:ext cx="4673647"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rgbClr val="ED1D24"/>
                </a:solidFill>
                <a:latin typeface="+mj-lt"/>
                <a:ea typeface="+mj-ea"/>
                <a:cs typeface="+mj-cs"/>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805" y="3589606"/>
            <a:ext cx="1365251"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203FE9-A075-4BF8-987F-E3175D587168}"/>
              </a:ext>
            </a:extLst>
          </p:cNvPr>
          <p:cNvSpPr txBox="1"/>
          <p:nvPr/>
        </p:nvSpPr>
        <p:spPr>
          <a:xfrm>
            <a:off x="11757835" y="6700052"/>
            <a:ext cx="381000" cy="115416"/>
          </a:xfrm>
          <a:prstGeom prst="rect">
            <a:avLst/>
          </a:prstGeom>
          <a:noFill/>
        </p:spPr>
        <p:txBody>
          <a:bodyPr wrap="square" lIns="0" tIns="0" rIns="0" bIns="0" rtlCol="0" anchor="b">
            <a:spAutoFit/>
          </a:bodyPr>
          <a:lstStyle/>
          <a:p>
            <a:pPr marL="0" marR="0" indent="0" algn="r" defTabSz="685800" rtl="0" eaLnBrk="1" fontAlgn="auto" latinLnBrk="0" hangingPunct="1">
              <a:lnSpc>
                <a:spcPct val="100000"/>
              </a:lnSpc>
              <a:spcBef>
                <a:spcPts val="0"/>
              </a:spcBef>
              <a:spcAft>
                <a:spcPts val="0"/>
              </a:spcAft>
              <a:buClrTx/>
              <a:buSzTx/>
              <a:buFontTx/>
              <a:buNone/>
              <a:tabLst/>
              <a:defRPr/>
            </a:pPr>
            <a:fld id="{DFCF27A5-1A5B-48D3-A060-2758FFBB1ADD}" type="slidenum">
              <a:rPr lang="en-US" sz="750" kern="1200" smtClean="0">
                <a:solidFill>
                  <a:schemeClr val="bg1"/>
                </a:solidFill>
                <a:latin typeface="+mn-lt"/>
                <a:ea typeface="+mn-ea"/>
                <a:cs typeface="+mn-cs"/>
                <a:sym typeface="Trebuchet MS" panose="020B0603020202020204" pitchFamily="34" charset="0"/>
              </a:rPr>
              <a:pPr marL="0" marR="0" indent="0" algn="r" defTabSz="685800" rtl="0" eaLnBrk="1" fontAlgn="auto" latinLnBrk="0" hangingPunct="1">
                <a:lnSpc>
                  <a:spcPct val="100000"/>
                </a:lnSpc>
                <a:spcBef>
                  <a:spcPts val="0"/>
                </a:spcBef>
                <a:spcAft>
                  <a:spcPts val="0"/>
                </a:spcAft>
                <a:buClrTx/>
                <a:buSzTx/>
                <a:buFontTx/>
                <a:buNone/>
                <a:tabLst/>
                <a:defRPr/>
              </a:pPr>
              <a:t>‹#›</a:t>
            </a:fld>
            <a:endParaRPr lang="en-US" sz="750" kern="1200">
              <a:solidFill>
                <a:schemeClr val="bg1"/>
              </a:solidFill>
              <a:latin typeface="+mn-lt"/>
              <a:ea typeface="+mn-ea"/>
              <a:cs typeface="+mn-cs"/>
              <a:sym typeface="Trebuchet MS" panose="020B0603020202020204" pitchFamily="34" charset="0"/>
            </a:endParaRPr>
          </a:p>
        </p:txBody>
      </p:sp>
      <p:pic>
        <p:nvPicPr>
          <p:cNvPr id="12" name="Picture 11">
            <a:extLst>
              <a:ext uri="{FF2B5EF4-FFF2-40B4-BE49-F238E27FC236}">
                <a16:creationId xmlns:a16="http://schemas.microsoft.com/office/drawing/2014/main" id="{DB280514-AAB0-4C3F-BD7F-3099741B263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23666" t="40333" b="40333"/>
          <a:stretch/>
        </p:blipFill>
        <p:spPr>
          <a:xfrm>
            <a:off x="10109202" y="6445250"/>
            <a:ext cx="1454151" cy="368300"/>
          </a:xfrm>
          <a:prstGeom prst="rect">
            <a:avLst/>
          </a:prstGeom>
        </p:spPr>
      </p:pic>
    </p:spTree>
    <p:extLst>
      <p:ext uri="{BB962C8B-B14F-4D97-AF65-F5344CB8AC3E}">
        <p14:creationId xmlns:p14="http://schemas.microsoft.com/office/powerpoint/2010/main" val="28636551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hdr="0" ftr="0" dt="0"/>
  <p:extLst>
    <p:ext uri="{DCECCB84-F9BA-43D5-87BE-67443E8EF086}">
      <p15:sldGuideLst xmlns:p15="http://schemas.microsoft.com/office/powerpoint/2012/main"/>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1"/>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2"/>
            <a:ext cx="12192000" cy="6857433"/>
          </a:xfrm>
          <a:prstGeom prst="rect">
            <a:avLst/>
          </a:prstGeom>
          <a:ln>
            <a:noFill/>
          </a:ln>
        </p:spPr>
      </p:pic>
      <p:sp>
        <p:nvSpPr>
          <p:cNvPr id="7" name="Rectangle 6"/>
          <p:cNvSpPr/>
          <p:nvPr/>
        </p:nvSpPr>
        <p:spPr bwMode="auto">
          <a:xfrm>
            <a:off x="1"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defTabSz="685800" fontAlgn="base">
              <a:spcBef>
                <a:spcPct val="0"/>
              </a:spcBef>
              <a:spcAft>
                <a:spcPct val="0"/>
              </a:spcAft>
            </a:pPr>
            <a:endParaRPr lang="en-GB" sz="1425">
              <a:solidFill>
                <a:prstClr val="black"/>
              </a:solidFill>
              <a:latin typeface="Arial" charset="0"/>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900">
                <a:solidFill>
                  <a:schemeClr val="bg1"/>
                </a:solidFill>
                <a:latin typeface="+mn-lt"/>
              </a:defRPr>
            </a:lvl1pPr>
          </a:lstStyle>
          <a:p>
            <a:pPr defTabSz="914363"/>
            <a:endParaRPr lang="en-GB">
              <a:solidFill>
                <a:prstClr val="white"/>
              </a:solidFill>
            </a:endParaRPr>
          </a:p>
        </p:txBody>
      </p:sp>
      <p:sp>
        <p:nvSpPr>
          <p:cNvPr id="6" name="Rectangle 5"/>
          <p:cNvSpPr>
            <a:spLocks noGrp="1" noChangeArrowheads="1"/>
          </p:cNvSpPr>
          <p:nvPr>
            <p:ph type="sldNum" sz="quarter" idx="12"/>
          </p:nvPr>
        </p:nvSpPr>
        <p:spPr>
          <a:ln/>
        </p:spPr>
        <p:txBody>
          <a:bodyPr anchor="b"/>
          <a:lstStyle>
            <a:lvl1pPr>
              <a:defRPr sz="900">
                <a:solidFill>
                  <a:schemeClr val="bg1"/>
                </a:solidFill>
                <a:latin typeface="+mn-lt"/>
              </a:defRPr>
            </a:lvl1pPr>
          </a:lstStyle>
          <a:p>
            <a:fld id="{20314B1F-90EF-4791-B992-945A908ADE38}" type="slidenum">
              <a:rPr lang="en-GB" smtClean="0">
                <a:solidFill>
                  <a:prstClr val="white"/>
                </a:solidFill>
              </a:rPr>
              <a:pPr/>
              <a:t>‹#›</a:t>
            </a:fld>
            <a:endParaRPr lang="en-GB">
              <a:solidFill>
                <a:prstClr val="white"/>
              </a:solidFill>
            </a:endParaRPr>
          </a:p>
        </p:txBody>
      </p:sp>
      <p:sp>
        <p:nvSpPr>
          <p:cNvPr id="2" name="Title 1"/>
          <p:cNvSpPr>
            <a:spLocks noGrp="1"/>
          </p:cNvSpPr>
          <p:nvPr>
            <p:ph type="ctrTitle"/>
          </p:nvPr>
        </p:nvSpPr>
        <p:spPr>
          <a:xfrm>
            <a:off x="286572" y="2390402"/>
            <a:ext cx="11616000" cy="1918823"/>
          </a:xfrm>
          <a:prstGeom prst="rect">
            <a:avLst/>
          </a:prstGeom>
        </p:spPr>
        <p:txBody>
          <a:bodyPr anchor="ctr"/>
          <a:lstStyle>
            <a:lvl1pPr algn="l">
              <a:defRPr sz="28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400" b="1">
                <a:solidFill>
                  <a:schemeClr val="bg1"/>
                </a:solidFill>
                <a:effectLst>
                  <a:outerShdw blurRad="38100" dist="38100" dir="2700000" algn="tl">
                    <a:srgbClr val="000000">
                      <a:alpha val="43137"/>
                    </a:srgbClr>
                  </a:outerShdw>
                </a:effectLst>
                <a:latin typeface="Calibri" panose="020F0502020204030204" pitchFamily="34" charset="0"/>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p>
        </p:txBody>
      </p:sp>
      <p:sp>
        <p:nvSpPr>
          <p:cNvPr id="12" name="Rectangle 11"/>
          <p:cNvSpPr/>
          <p:nvPr/>
        </p:nvSpPr>
        <p:spPr bwMode="auto">
          <a:xfrm>
            <a:off x="5104662"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defTabSz="685800" fontAlgn="base">
              <a:spcBef>
                <a:spcPct val="0"/>
              </a:spcBef>
              <a:spcAft>
                <a:spcPct val="0"/>
              </a:spcAft>
            </a:pPr>
            <a:endParaRPr lang="en-GB" sz="900">
              <a:solidFill>
                <a:prstClr val="black"/>
              </a:solidFill>
            </a:endParaRPr>
          </a:p>
        </p:txBody>
      </p:sp>
      <p:pic>
        <p:nvPicPr>
          <p:cNvPr id="9" name="Picture 8"/>
          <p:cNvPicPr>
            <a:picLocks noChangeAspect="1"/>
          </p:cNvPicPr>
          <p:nvPr/>
        </p:nvPicPr>
        <p:blipFill>
          <a:blip r:embed="rId6"/>
          <a:stretch>
            <a:fillRect/>
          </a:stretch>
        </p:blipFill>
        <p:spPr>
          <a:xfrm>
            <a:off x="8429744" y="526501"/>
            <a:ext cx="2876433" cy="756000"/>
          </a:xfrm>
          <a:prstGeom prst="rect">
            <a:avLst/>
          </a:prstGeom>
        </p:spPr>
      </p:pic>
    </p:spTree>
    <p:extLst>
      <p:ext uri="{BB962C8B-B14F-4D97-AF65-F5344CB8AC3E}">
        <p14:creationId xmlns:p14="http://schemas.microsoft.com/office/powerpoint/2010/main" val="241289956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defTabSz="685800" fontAlgn="base">
              <a:spcBef>
                <a:spcPct val="0"/>
              </a:spcBef>
              <a:spcAft>
                <a:spcPct val="0"/>
              </a:spcAft>
            </a:pPr>
            <a:endParaRPr lang="en-GB" sz="1425">
              <a:solidFill>
                <a:prstClr val="black"/>
              </a:solidFill>
              <a:latin typeface="Arial" charset="0"/>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6" y="477840"/>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sz="1000"/>
            </a:lvl1pPr>
          </a:lstStyle>
          <a:p>
            <a:fld id="{20314B1F-90EF-4791-B992-945A908ADE38}" type="slidenum">
              <a:rPr lang="en-GB" smtClean="0">
                <a:solidFill>
                  <a:prstClr val="black">
                    <a:lumMod val="50000"/>
                    <a:lumOff val="50000"/>
                  </a:prstClr>
                </a:solidFill>
              </a:rPr>
              <a:pPr/>
              <a:t>‹#›</a:t>
            </a:fld>
            <a:endParaRPr lang="en-GB">
              <a:solidFill>
                <a:prstClr val="black">
                  <a:lumMod val="50000"/>
                  <a:lumOff val="50000"/>
                </a:prstClr>
              </a:solidFill>
            </a:endParaRPr>
          </a:p>
        </p:txBody>
      </p:sp>
      <p:pic>
        <p:nvPicPr>
          <p:cNvPr id="7" name="Picture 6"/>
          <p:cNvPicPr>
            <a:picLocks noChangeAspect="1"/>
          </p:cNvPicPr>
          <p:nvPr/>
        </p:nvPicPr>
        <p:blipFill>
          <a:blip r:embed="rId6"/>
          <a:stretch>
            <a:fillRect/>
          </a:stretch>
        </p:blipFill>
        <p:spPr>
          <a:xfrm>
            <a:off x="239186" y="1964569"/>
            <a:ext cx="11713633" cy="65091"/>
          </a:xfrm>
          <a:prstGeom prst="rect">
            <a:avLst/>
          </a:prstGeom>
        </p:spPr>
      </p:pic>
      <p:sp>
        <p:nvSpPr>
          <p:cNvPr id="8" name="Text Placeholder 11"/>
          <p:cNvSpPr>
            <a:spLocks noGrp="1"/>
          </p:cNvSpPr>
          <p:nvPr>
            <p:ph type="body" sz="quarter" idx="13" hasCustomPrompt="1"/>
          </p:nvPr>
        </p:nvSpPr>
        <p:spPr>
          <a:xfrm>
            <a:off x="239186" y="2181578"/>
            <a:ext cx="11713633" cy="1463446"/>
          </a:xfrm>
          <a:prstGeom prst="rect">
            <a:avLst/>
          </a:prstGeom>
        </p:spPr>
        <p:txBody>
          <a:bodyPr vert="horz">
            <a:normAutofit/>
          </a:bodyPr>
          <a:lstStyle>
            <a:lvl1pPr marL="0" indent="0">
              <a:buNone/>
              <a:defRPr sz="28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6" y="1266924"/>
            <a:ext cx="11713633" cy="561756"/>
          </a:xfrm>
          <a:prstGeom prst="rect">
            <a:avLst/>
          </a:prstGeom>
        </p:spPr>
        <p:txBody>
          <a:bodyPr vert="horz" anchor="b">
            <a:normAutofit/>
          </a:bodyPr>
          <a:lstStyle>
            <a:lvl1pPr marL="0" indent="0">
              <a:buNone/>
              <a:defRPr sz="1350" b="0">
                <a:solidFill>
                  <a:schemeClr val="tx1">
                    <a:lumMod val="50000"/>
                    <a:lumOff val="50000"/>
                  </a:schemeClr>
                </a:solidFill>
              </a:defRPr>
            </a:lvl1pPr>
          </a:lstStyle>
          <a:p>
            <a:pPr lvl="0"/>
            <a:r>
              <a:rPr lang="en-US"/>
              <a:t>Section #</a:t>
            </a:r>
          </a:p>
        </p:txBody>
      </p:sp>
    </p:spTree>
    <p:extLst>
      <p:ext uri="{BB962C8B-B14F-4D97-AF65-F5344CB8AC3E}">
        <p14:creationId xmlns:p14="http://schemas.microsoft.com/office/powerpoint/2010/main" val="293648830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Rectangle 4"/>
          <p:cNvSpPr>
            <a:spLocks noGrp="1" noChangeArrowheads="1"/>
          </p:cNvSpPr>
          <p:nvPr>
            <p:ph type="ftr" sz="quarter" idx="11"/>
          </p:nvPr>
        </p:nvSpPr>
        <p:spPr>
          <a:xfrm>
            <a:off x="239184" y="6400800"/>
            <a:ext cx="9409211" cy="457200"/>
          </a:xfrm>
          <a:prstGeom prst="rect">
            <a:avLst/>
          </a:prstGeom>
          <a:ln/>
        </p:spPr>
        <p:txBody>
          <a:bodyPr/>
          <a:lstStyle>
            <a:lvl1pPr>
              <a:defRPr sz="1000"/>
            </a:lvl1pPr>
          </a:lstStyle>
          <a:p>
            <a:pPr defTabSz="914363"/>
            <a:endParaRPr lang="en-GB">
              <a:solidFill>
                <a:prstClr val="black">
                  <a:lumMod val="50000"/>
                  <a:lumOff val="50000"/>
                </a:prstClr>
              </a:solidFill>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sz="1000"/>
            </a:lvl1pPr>
          </a:lstStyle>
          <a:p>
            <a:fld id="{20314B1F-90EF-4791-B992-945A908ADE38}" type="slidenum">
              <a:rPr lang="en-GB" smtClean="0">
                <a:solidFill>
                  <a:prstClr val="black">
                    <a:lumMod val="50000"/>
                    <a:lumOff val="50000"/>
                  </a:prstClr>
                </a:solidFill>
              </a:rPr>
              <a:pPr/>
              <a:t>‹#›</a:t>
            </a:fld>
            <a:endParaRPr lang="en-GB">
              <a:solidFill>
                <a:prstClr val="black">
                  <a:lumMod val="50000"/>
                  <a:lumOff val="50000"/>
                </a:prstClr>
              </a:solidFill>
            </a:endParaRPr>
          </a:p>
        </p:txBody>
      </p:sp>
      <p:sp>
        <p:nvSpPr>
          <p:cNvPr id="3" name="Text Placeholder 2"/>
          <p:cNvSpPr>
            <a:spLocks noGrp="1"/>
          </p:cNvSpPr>
          <p:nvPr>
            <p:ph type="body" sz="quarter" idx="13"/>
          </p:nvPr>
        </p:nvSpPr>
        <p:spPr>
          <a:xfrm>
            <a:off x="239184" y="836613"/>
            <a:ext cx="11713635" cy="5472112"/>
          </a:xfrm>
          <a:prstGeom prst="rect">
            <a:avLst/>
          </a:prstGeom>
        </p:spPr>
        <p:txBody>
          <a:bodyPr lIns="0" tIns="0" rIns="0" bIns="0"/>
          <a:lstStyle>
            <a:lvl1pPr>
              <a:defRPr sz="1400"/>
            </a:lvl1pPr>
            <a:lvl2pPr marL="557213" indent="-214313">
              <a:buFont typeface="Courier New" panose="02070309020205020404" pitchFamily="49" charset="0"/>
              <a:buChar char="o"/>
              <a:defRPr sz="1400"/>
            </a:lvl2pPr>
            <a:lvl3pPr marL="857250" indent="-171450">
              <a:buFont typeface="Wingdings" panose="05000000000000000000" pitchFamily="2" charset="2"/>
              <a:buChar char="Ø"/>
              <a:defRPr sz="1200"/>
            </a:lvl3pPr>
            <a:lvl4pPr>
              <a:defRPr sz="1200"/>
            </a:lvl4pPr>
            <a:lvl5pPr>
              <a:defRPr sz="1200"/>
            </a:lvl5pPr>
            <a:lvl6pPr>
              <a:defRPr sz="900" baseline="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5561496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0" y="6400800"/>
            <a:ext cx="527381" cy="457200"/>
          </a:xfrm>
          <a:ln/>
        </p:spPr>
        <p:txBody>
          <a:bodyPr/>
          <a:lstStyle>
            <a:lvl1pPr>
              <a:defRPr sz="1000"/>
            </a:lvl1pPr>
          </a:lstStyle>
          <a:p>
            <a:fld id="{20314B1F-90EF-4791-B992-945A908ADE38}" type="slidenum">
              <a:rPr lang="en-GB" smtClean="0">
                <a:solidFill>
                  <a:prstClr val="black">
                    <a:lumMod val="50000"/>
                    <a:lumOff val="50000"/>
                  </a:prstClr>
                </a:solidFill>
              </a:rPr>
              <a:pPr/>
              <a:t>‹#›</a:t>
            </a:fld>
            <a:endParaRPr lang="en-GB">
              <a:solidFill>
                <a:prstClr val="black">
                  <a:lumMod val="50000"/>
                  <a:lumOff val="50000"/>
                </a:prstClr>
              </a:solidFill>
            </a:endParaRPr>
          </a:p>
        </p:txBody>
      </p:sp>
      <p:sp>
        <p:nvSpPr>
          <p:cNvPr id="9"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2000">
                <a:latin typeface="Calibri" panose="020F0502020204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373309555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1"/>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1" y="0"/>
            <a:ext cx="211667"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defTabSz="685800" fontAlgn="base">
              <a:spcBef>
                <a:spcPct val="0"/>
              </a:spcBef>
              <a:spcAft>
                <a:spcPct val="0"/>
              </a:spcAft>
            </a:pPr>
            <a:endParaRPr lang="en-GB" sz="750">
              <a:solidFill>
                <a:prstClr val="black"/>
              </a:solidFill>
              <a:cs typeface="Times New Roman"/>
              <a:sym typeface="Calibri"/>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sz="1000"/>
            </a:lvl1pPr>
          </a:lstStyle>
          <a:p>
            <a:fld id="{20314B1F-90EF-4791-B992-945A908ADE38}" type="slidenum">
              <a:rPr lang="en-GB" smtClean="0">
                <a:solidFill>
                  <a:prstClr val="black">
                    <a:lumMod val="50000"/>
                    <a:lumOff val="50000"/>
                  </a:prstClr>
                </a:solidFill>
              </a:rPr>
              <a:pPr/>
              <a:t>‹#›</a:t>
            </a:fld>
            <a:endParaRPr lang="en-GB">
              <a:solidFill>
                <a:prstClr val="black">
                  <a:lumMod val="50000"/>
                  <a:lumOff val="50000"/>
                </a:prstClr>
              </a:solidFill>
            </a:endParaRPr>
          </a:p>
        </p:txBody>
      </p:sp>
      <p:sp>
        <p:nvSpPr>
          <p:cNvPr id="9" name="Rectangle 4"/>
          <p:cNvSpPr>
            <a:spLocks noGrp="1" noChangeArrowheads="1"/>
          </p:cNvSpPr>
          <p:nvPr>
            <p:ph type="ftr" sz="quarter" idx="11"/>
          </p:nvPr>
        </p:nvSpPr>
        <p:spPr>
          <a:xfrm>
            <a:off x="239184" y="6400800"/>
            <a:ext cx="9409211" cy="457200"/>
          </a:xfrm>
          <a:prstGeom prst="rect">
            <a:avLst/>
          </a:prstGeom>
          <a:ln/>
        </p:spPr>
        <p:txBody>
          <a:bodyPr/>
          <a:lstStyle>
            <a:lvl1pPr>
              <a:defRPr sz="1000"/>
            </a:lvl1pPr>
          </a:lstStyle>
          <a:p>
            <a:pPr defTabSz="914363"/>
            <a:endParaRPr lang="en-GB">
              <a:solidFill>
                <a:prstClr val="black">
                  <a:lumMod val="50000"/>
                  <a:lumOff val="50000"/>
                </a:prstClr>
              </a:solidFill>
            </a:endParaRPr>
          </a:p>
        </p:txBody>
      </p:sp>
    </p:spTree>
    <p:extLst>
      <p:ext uri="{BB962C8B-B14F-4D97-AF65-F5344CB8AC3E}">
        <p14:creationId xmlns:p14="http://schemas.microsoft.com/office/powerpoint/2010/main" val="3034016457"/>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defTabSz="685800" fontAlgn="base">
              <a:spcBef>
                <a:spcPct val="0"/>
              </a:spcBef>
              <a:spcAft>
                <a:spcPct val="0"/>
              </a:spcAft>
            </a:pPr>
            <a:endParaRPr lang="en-GB" sz="1425">
              <a:solidFill>
                <a:prstClr val="black"/>
              </a:solidFill>
              <a:latin typeface="Arial" charset="0"/>
            </a:endParaRPr>
          </a:p>
        </p:txBody>
      </p:sp>
      <p:sp>
        <p:nvSpPr>
          <p:cNvPr id="4" name="Slide Number Placeholder 3"/>
          <p:cNvSpPr>
            <a:spLocks noGrp="1"/>
          </p:cNvSpPr>
          <p:nvPr>
            <p:ph type="sldNum" sz="quarter" idx="11"/>
          </p:nvPr>
        </p:nvSpPr>
        <p:spPr/>
        <p:txBody>
          <a:bodyPr/>
          <a:lstStyle>
            <a:lvl1pPr>
              <a:defRPr sz="1000"/>
            </a:lvl1pPr>
          </a:lstStyle>
          <a:p>
            <a:fld id="{20314B1F-90EF-4791-B992-945A908ADE38}" type="slidenum">
              <a:rPr lang="en-GB" smtClean="0">
                <a:solidFill>
                  <a:prstClr val="black">
                    <a:lumMod val="50000"/>
                    <a:lumOff val="50000"/>
                  </a:prstClr>
                </a:solidFill>
              </a:rPr>
              <a:pPr/>
              <a:t>‹#›</a:t>
            </a:fld>
            <a:endParaRPr lang="en-GB">
              <a:solidFill>
                <a:prstClr val="black">
                  <a:lumMod val="50000"/>
                  <a:lumOff val="50000"/>
                </a:prstClr>
              </a:solidFill>
            </a:endParaRPr>
          </a:p>
        </p:txBody>
      </p:sp>
      <p:sp>
        <p:nvSpPr>
          <p:cNvPr id="7" name="Rectangle 4"/>
          <p:cNvSpPr>
            <a:spLocks noGrp="1" noChangeArrowheads="1"/>
          </p:cNvSpPr>
          <p:nvPr>
            <p:ph type="ftr" sz="quarter" idx="12"/>
          </p:nvPr>
        </p:nvSpPr>
        <p:spPr>
          <a:xfrm>
            <a:off x="239184" y="6400800"/>
            <a:ext cx="9409211" cy="457200"/>
          </a:xfrm>
          <a:prstGeom prst="rect">
            <a:avLst/>
          </a:prstGeom>
          <a:ln/>
        </p:spPr>
        <p:txBody>
          <a:bodyPr/>
          <a:lstStyle>
            <a:lvl1pPr>
              <a:defRPr sz="1000"/>
            </a:lvl1pPr>
          </a:lstStyle>
          <a:p>
            <a:pPr defTabSz="914363"/>
            <a:endParaRPr lang="en-GB">
              <a:solidFill>
                <a:prstClr val="black">
                  <a:lumMod val="50000"/>
                  <a:lumOff val="50000"/>
                </a:prstClr>
              </a:solidFill>
            </a:endParaRPr>
          </a:p>
        </p:txBody>
      </p:sp>
    </p:spTree>
    <p:extLst>
      <p:ext uri="{BB962C8B-B14F-4D97-AF65-F5344CB8AC3E}">
        <p14:creationId xmlns:p14="http://schemas.microsoft.com/office/powerpoint/2010/main" val="3526879319"/>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44" imgH="344" progId="TCLayout.ActiveDocument.1">
                  <p:embed/>
                </p:oleObj>
              </mc:Choice>
              <mc:Fallback>
                <p:oleObj name="think-cell Slide" r:id="rId3" imgW="344" imgH="34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Content Placeholder 2"/>
          <p:cNvSpPr>
            <a:spLocks noGrp="1"/>
          </p:cNvSpPr>
          <p:nvPr>
            <p:ph idx="1"/>
          </p:nvPr>
        </p:nvSpPr>
        <p:spPr>
          <a:xfrm>
            <a:off x="336000" y="1080864"/>
            <a:ext cx="11520000" cy="47244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a:lstStyle>
            <a:lvl1pPr>
              <a:defRPr/>
            </a:lvl1pPr>
          </a:lstStyle>
          <a:p>
            <a:pPr defTabSz="914363"/>
            <a:endParaRPr lang="en-GB">
              <a:solidFill>
                <a:prstClr val="black"/>
              </a:solidFill>
            </a:endParaRPr>
          </a:p>
        </p:txBody>
      </p:sp>
      <p:sp>
        <p:nvSpPr>
          <p:cNvPr id="5" name="Footer Placeholder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pPr defTabSz="914363"/>
            <a:endParaRPr lang="en-GB">
              <a:solidFill>
                <a:prstClr val="black">
                  <a:lumMod val="50000"/>
                  <a:lumOff val="50000"/>
                </a:prstClr>
              </a:solidFill>
            </a:endParaRPr>
          </a:p>
        </p:txBody>
      </p:sp>
      <p:sp>
        <p:nvSpPr>
          <p:cNvPr id="6" name="Rectangle 5"/>
          <p:cNvSpPr>
            <a:spLocks noGrp="1" noChangeArrowheads="1"/>
          </p:cNvSpPr>
          <p:nvPr>
            <p:ph type="sldNum" sz="quarter" idx="12"/>
          </p:nvPr>
        </p:nvSpPr>
        <p:spPr>
          <a:ln/>
        </p:spPr>
        <p:txBody>
          <a:bodyPr/>
          <a:lstStyle>
            <a:lvl1pPr>
              <a:defRPr/>
            </a:lvl1pPr>
          </a:lstStyle>
          <a:p>
            <a:fld id="{20314B1F-90EF-4791-B992-945A908ADE38}" type="slidenum">
              <a:rPr lang="en-GB" smtClean="0">
                <a:solidFill>
                  <a:prstClr val="black">
                    <a:lumMod val="50000"/>
                    <a:lumOff val="50000"/>
                  </a:prstClr>
                </a:solidFill>
              </a:rPr>
              <a:pPr/>
              <a:t>‹#›</a:t>
            </a:fld>
            <a:endParaRPr lang="en-GB">
              <a:solidFill>
                <a:prstClr val="black">
                  <a:lumMod val="50000"/>
                  <a:lumOff val="50000"/>
                </a:prstClr>
              </a:solidFill>
            </a:endParaRPr>
          </a:p>
        </p:txBody>
      </p:sp>
      <p:sp>
        <p:nvSpPr>
          <p:cNvPr id="10" name="Title 1"/>
          <p:cNvSpPr>
            <a:spLocks noGrp="1"/>
          </p:cNvSpPr>
          <p:nvPr>
            <p:ph type="title"/>
          </p:nvPr>
        </p:nvSpPr>
        <p:spPr>
          <a:xfrm>
            <a:off x="239349" y="260648"/>
            <a:ext cx="11521280" cy="648000"/>
          </a:xfrm>
          <a:prstGeom prst="rect">
            <a:avLst/>
          </a:prstGeom>
        </p:spPr>
        <p:txBody>
          <a:bodyPr anchor="ctr"/>
          <a:lstStyle>
            <a:lvl1pPr>
              <a:defRPr sz="1800">
                <a:latin typeface="Calibri" panose="020F0502020204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666955584"/>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Infographic_P00003">
    <p:spTree>
      <p:nvGrpSpPr>
        <p:cNvPr id="1" name=""/>
        <p:cNvGrpSpPr/>
        <p:nvPr/>
      </p:nvGrpSpPr>
      <p:grpSpPr>
        <a:xfrm>
          <a:off x="0" y="0"/>
          <a:ext cx="0" cy="0"/>
          <a:chOff x="0" y="0"/>
          <a:chExt cx="0" cy="0"/>
        </a:xfrm>
      </p:grpSpPr>
      <p:sp>
        <p:nvSpPr>
          <p:cNvPr id="25" name="Text Placeholder 3"/>
          <p:cNvSpPr>
            <a:spLocks noGrp="1"/>
          </p:cNvSpPr>
          <p:nvPr>
            <p:ph type="body" sz="half" idx="2" hasCustomPrompt="1"/>
          </p:nvPr>
        </p:nvSpPr>
        <p:spPr>
          <a:xfrm>
            <a:off x="508001" y="901143"/>
            <a:ext cx="11157817" cy="231007"/>
          </a:xfrm>
          <a:prstGeom prst="rect">
            <a:avLst/>
          </a:prstGeom>
        </p:spPr>
        <p:txBody>
          <a:bodyPr wrap="none" lIns="0" tIns="0" rIns="0" bIns="0" anchor="ctr">
            <a:noAutofit/>
          </a:bodyPr>
          <a:lstStyle>
            <a:lvl1pPr marL="0" indent="0" algn="ctr">
              <a:buNone/>
              <a:defRPr sz="1600" b="0" baseline="0">
                <a:solidFill>
                  <a:schemeClr val="bg1">
                    <a:lumMod val="65000"/>
                  </a:schemeClr>
                </a:solidFill>
                <a:latin typeface="+mn-lt"/>
                <a:ea typeface="Roboto" panose="02000000000000000000" pitchFamily="2" charset="0"/>
              </a:defRPr>
            </a:lvl1pPr>
            <a:lvl2pPr marL="609570" indent="0">
              <a:buNone/>
              <a:defRPr sz="1600"/>
            </a:lvl2pPr>
            <a:lvl3pPr marL="1219139" indent="0">
              <a:buNone/>
              <a:defRPr sz="1333"/>
            </a:lvl3pPr>
            <a:lvl4pPr marL="1828709" indent="0">
              <a:buNone/>
              <a:defRPr sz="1200"/>
            </a:lvl4pPr>
            <a:lvl5pPr marL="2438278" indent="0">
              <a:buNone/>
              <a:defRPr sz="1200"/>
            </a:lvl5pPr>
            <a:lvl6pPr marL="3047848" indent="0">
              <a:buNone/>
              <a:defRPr sz="1200"/>
            </a:lvl6pPr>
            <a:lvl7pPr marL="3657417" indent="0">
              <a:buNone/>
              <a:defRPr sz="1200"/>
            </a:lvl7pPr>
            <a:lvl8pPr marL="4266987" indent="0">
              <a:buNone/>
              <a:defRPr sz="1200"/>
            </a:lvl8pPr>
            <a:lvl9pPr marL="4876557" indent="0">
              <a:buNone/>
              <a:defRPr sz="1200"/>
            </a:lvl9pPr>
          </a:lstStyle>
          <a:p>
            <a:pPr lvl="0"/>
            <a:r>
              <a:rPr lang="en-US"/>
              <a:t>CLICK TO EDITE SUBTITLE</a:t>
            </a:r>
          </a:p>
        </p:txBody>
      </p:sp>
      <p:sp>
        <p:nvSpPr>
          <p:cNvPr id="26" name="Title 2"/>
          <p:cNvSpPr>
            <a:spLocks noGrp="1"/>
          </p:cNvSpPr>
          <p:nvPr>
            <p:ph type="title"/>
          </p:nvPr>
        </p:nvSpPr>
        <p:spPr>
          <a:xfrm>
            <a:off x="508001" y="177801"/>
            <a:ext cx="11157817" cy="660511"/>
          </a:xfrm>
          <a:prstGeom prst="rect">
            <a:avLst/>
          </a:prstGeom>
        </p:spPr>
        <p:txBody>
          <a:bodyPr lIns="0" tIns="0" rIns="0" bIns="0" anchor="ctr"/>
          <a:lstStyle>
            <a:lvl1pPr algn="ctr">
              <a:defRPr sz="3733">
                <a:solidFill>
                  <a:schemeClr val="tx1">
                    <a:lumMod val="50000"/>
                    <a:lumOff val="50000"/>
                  </a:schemeClr>
                </a:solidFill>
              </a:defRPr>
            </a:lvl1pPr>
          </a:lstStyle>
          <a:p>
            <a:r>
              <a:rPr lang="en-US"/>
              <a:t>Click to edit Master title style</a:t>
            </a:r>
          </a:p>
        </p:txBody>
      </p:sp>
    </p:spTree>
    <p:extLst>
      <p:ext uri="{BB962C8B-B14F-4D97-AF65-F5344CB8AC3E}">
        <p14:creationId xmlns:p14="http://schemas.microsoft.com/office/powerpoint/2010/main" val="282563226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CIlo_1">
    <p:spTree>
      <p:nvGrpSpPr>
        <p:cNvPr id="1" name=""/>
        <p:cNvGrpSpPr/>
        <p:nvPr/>
      </p:nvGrpSpPr>
      <p:grpSpPr>
        <a:xfrm>
          <a:off x="0" y="0"/>
          <a:ext cx="0" cy="0"/>
          <a:chOff x="0" y="0"/>
          <a:chExt cx="0" cy="0"/>
        </a:xfrm>
      </p:grpSpPr>
      <p:sp>
        <p:nvSpPr>
          <p:cNvPr id="5" name="Text Placeholder 3"/>
          <p:cNvSpPr>
            <a:spLocks noGrp="1"/>
          </p:cNvSpPr>
          <p:nvPr>
            <p:ph type="body" sz="half" idx="2" hasCustomPrompt="1"/>
          </p:nvPr>
        </p:nvSpPr>
        <p:spPr>
          <a:xfrm>
            <a:off x="508001" y="1178427"/>
            <a:ext cx="11157817" cy="231007"/>
          </a:xfrm>
          <a:prstGeom prst="rect">
            <a:avLst/>
          </a:prstGeom>
        </p:spPr>
        <p:txBody>
          <a:bodyPr wrap="none" lIns="0" tIns="0" rIns="0" bIns="0" anchor="ctr">
            <a:noAutofit/>
          </a:bodyPr>
          <a:lstStyle>
            <a:lvl1pPr marL="0" indent="0" algn="ctr">
              <a:buNone/>
              <a:defRPr sz="1600" b="0" baseline="0">
                <a:solidFill>
                  <a:schemeClr val="bg1">
                    <a:lumMod val="65000"/>
                  </a:schemeClr>
                </a:solidFill>
                <a:latin typeface="+mn-lt"/>
                <a:ea typeface="Roboto" panose="02000000000000000000" pitchFamily="2" charset="0"/>
              </a:defRPr>
            </a:lvl1pPr>
            <a:lvl2pPr marL="609570" indent="0">
              <a:buNone/>
              <a:defRPr sz="1600"/>
            </a:lvl2pPr>
            <a:lvl3pPr marL="1219139" indent="0">
              <a:buNone/>
              <a:defRPr sz="1333"/>
            </a:lvl3pPr>
            <a:lvl4pPr marL="1828709" indent="0">
              <a:buNone/>
              <a:defRPr sz="1200"/>
            </a:lvl4pPr>
            <a:lvl5pPr marL="2438278" indent="0">
              <a:buNone/>
              <a:defRPr sz="1200"/>
            </a:lvl5pPr>
            <a:lvl6pPr marL="3047848" indent="0">
              <a:buNone/>
              <a:defRPr sz="1200"/>
            </a:lvl6pPr>
            <a:lvl7pPr marL="3657417" indent="0">
              <a:buNone/>
              <a:defRPr sz="1200"/>
            </a:lvl7pPr>
            <a:lvl8pPr marL="4266987" indent="0">
              <a:buNone/>
              <a:defRPr sz="1200"/>
            </a:lvl8pPr>
            <a:lvl9pPr marL="4876557" indent="0">
              <a:buNone/>
              <a:defRPr sz="1200"/>
            </a:lvl9pPr>
          </a:lstStyle>
          <a:p>
            <a:pPr lvl="0"/>
            <a:r>
              <a:rPr lang="en-US"/>
              <a:t>CLICK TO EDITE SUBTITLE</a:t>
            </a:r>
          </a:p>
        </p:txBody>
      </p:sp>
      <p:sp>
        <p:nvSpPr>
          <p:cNvPr id="6" name="Title 2"/>
          <p:cNvSpPr>
            <a:spLocks noGrp="1"/>
          </p:cNvSpPr>
          <p:nvPr>
            <p:ph type="title"/>
          </p:nvPr>
        </p:nvSpPr>
        <p:spPr>
          <a:xfrm>
            <a:off x="508001" y="455085"/>
            <a:ext cx="11157817" cy="660511"/>
          </a:xfrm>
          <a:prstGeom prst="rect">
            <a:avLst/>
          </a:prstGeom>
        </p:spPr>
        <p:txBody>
          <a:bodyPr lIns="0" tIns="0" rIns="0" bIns="0" anchor="ctr"/>
          <a:lstStyle>
            <a:lvl1pPr algn="ctr">
              <a:defRPr sz="4800">
                <a:solidFill>
                  <a:schemeClr val="tx1">
                    <a:lumMod val="50000"/>
                    <a:lumOff val="50000"/>
                  </a:schemeClr>
                </a:solidFill>
              </a:defRPr>
            </a:lvl1pPr>
          </a:lstStyle>
          <a:p>
            <a:r>
              <a:rPr lang="en-US"/>
              <a:t>Click to edit Master title style</a:t>
            </a:r>
          </a:p>
        </p:txBody>
      </p:sp>
    </p:spTree>
    <p:extLst>
      <p:ext uri="{BB962C8B-B14F-4D97-AF65-F5344CB8AC3E}">
        <p14:creationId xmlns:p14="http://schemas.microsoft.com/office/powerpoint/2010/main" val="227501441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Arrow">
    <p:spTree>
      <p:nvGrpSpPr>
        <p:cNvPr id="1" name=""/>
        <p:cNvGrpSpPr/>
        <p:nvPr/>
      </p:nvGrpSpPr>
      <p:grpSpPr>
        <a:xfrm>
          <a:off x="0" y="0"/>
          <a:ext cx="0" cy="0"/>
          <a:chOff x="0" y="0"/>
          <a:chExt cx="0" cy="0"/>
        </a:xfrm>
      </p:grpSpPr>
      <p:sp>
        <p:nvSpPr>
          <p:cNvPr id="5" name="Text Placeholder 3"/>
          <p:cNvSpPr>
            <a:spLocks noGrp="1"/>
          </p:cNvSpPr>
          <p:nvPr>
            <p:ph type="body" sz="half" idx="2" hasCustomPrompt="1"/>
          </p:nvPr>
        </p:nvSpPr>
        <p:spPr>
          <a:xfrm>
            <a:off x="508001" y="1178427"/>
            <a:ext cx="11157817" cy="231007"/>
          </a:xfrm>
          <a:prstGeom prst="rect">
            <a:avLst/>
          </a:prstGeom>
        </p:spPr>
        <p:txBody>
          <a:bodyPr wrap="none" lIns="0" tIns="0" rIns="0" bIns="0" anchor="ctr">
            <a:noAutofit/>
          </a:bodyPr>
          <a:lstStyle>
            <a:lvl1pPr marL="0" indent="0" algn="ctr">
              <a:buNone/>
              <a:defRPr sz="1600" b="0" baseline="0">
                <a:solidFill>
                  <a:schemeClr val="bg1">
                    <a:lumMod val="65000"/>
                  </a:schemeClr>
                </a:solidFill>
                <a:latin typeface="+mn-lt"/>
                <a:ea typeface="Roboto" panose="02000000000000000000" pitchFamily="2" charset="0"/>
              </a:defRPr>
            </a:lvl1pPr>
            <a:lvl2pPr marL="609570" indent="0">
              <a:buNone/>
              <a:defRPr sz="1600"/>
            </a:lvl2pPr>
            <a:lvl3pPr marL="1219139" indent="0">
              <a:buNone/>
              <a:defRPr sz="1333"/>
            </a:lvl3pPr>
            <a:lvl4pPr marL="1828709" indent="0">
              <a:buNone/>
              <a:defRPr sz="1200"/>
            </a:lvl4pPr>
            <a:lvl5pPr marL="2438278" indent="0">
              <a:buNone/>
              <a:defRPr sz="1200"/>
            </a:lvl5pPr>
            <a:lvl6pPr marL="3047848" indent="0">
              <a:buNone/>
              <a:defRPr sz="1200"/>
            </a:lvl6pPr>
            <a:lvl7pPr marL="3657417" indent="0">
              <a:buNone/>
              <a:defRPr sz="1200"/>
            </a:lvl7pPr>
            <a:lvl8pPr marL="4266987" indent="0">
              <a:buNone/>
              <a:defRPr sz="1200"/>
            </a:lvl8pPr>
            <a:lvl9pPr marL="4876557" indent="0">
              <a:buNone/>
              <a:defRPr sz="1200"/>
            </a:lvl9pPr>
          </a:lstStyle>
          <a:p>
            <a:pPr lvl="0"/>
            <a:r>
              <a:rPr lang="en-US"/>
              <a:t>CLICK TO EDITE SUBTITLE</a:t>
            </a:r>
          </a:p>
        </p:txBody>
      </p:sp>
      <p:sp>
        <p:nvSpPr>
          <p:cNvPr id="6" name="Title 2"/>
          <p:cNvSpPr>
            <a:spLocks noGrp="1"/>
          </p:cNvSpPr>
          <p:nvPr>
            <p:ph type="title"/>
          </p:nvPr>
        </p:nvSpPr>
        <p:spPr>
          <a:xfrm>
            <a:off x="508001" y="455085"/>
            <a:ext cx="11157817" cy="660511"/>
          </a:xfrm>
          <a:prstGeom prst="rect">
            <a:avLst/>
          </a:prstGeom>
        </p:spPr>
        <p:txBody>
          <a:bodyPr lIns="0" tIns="0" rIns="0" bIns="0" anchor="ctr"/>
          <a:lstStyle>
            <a:lvl1pPr algn="ctr">
              <a:defRPr sz="4800">
                <a:solidFill>
                  <a:schemeClr val="tx1">
                    <a:lumMod val="50000"/>
                    <a:lumOff val="50000"/>
                  </a:schemeClr>
                </a:solidFill>
              </a:defRPr>
            </a:lvl1pPr>
          </a:lstStyle>
          <a:p>
            <a:r>
              <a:rPr lang="en-US"/>
              <a:t>Click to edit Master title style</a:t>
            </a:r>
          </a:p>
        </p:txBody>
      </p:sp>
    </p:spTree>
    <p:extLst>
      <p:ext uri="{BB962C8B-B14F-4D97-AF65-F5344CB8AC3E}">
        <p14:creationId xmlns:p14="http://schemas.microsoft.com/office/powerpoint/2010/main" val="354033152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8" name="Object 7" hidden="1"/>
                      <p:cNvPicPr/>
                      <p:nvPr/>
                    </p:nvPicPr>
                    <p:blipFill>
                      <a:blip r:embed="rId4"/>
                      <a:stretch>
                        <a:fillRect/>
                      </a:stretch>
                    </p:blipFill>
                    <p:spPr>
                      <a:xfrm>
                        <a:off x="2119" y="1593"/>
                        <a:ext cx="2116" cy="1587"/>
                      </a:xfrm>
                      <a:prstGeom prst="rect">
                        <a:avLst/>
                      </a:prstGeom>
                    </p:spPr>
                  </p:pic>
                </p:oleObj>
              </mc:Fallback>
            </mc:AlternateContent>
          </a:graphicData>
        </a:graphic>
      </p:graphicFrame>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 y="4"/>
            <a:ext cx="12192000" cy="6857433"/>
          </a:xfrm>
          <a:prstGeom prst="rect">
            <a:avLst/>
          </a:prstGeom>
          <a:ln>
            <a:noFill/>
          </a:ln>
        </p:spPr>
      </p:pic>
      <p:sp>
        <p:nvSpPr>
          <p:cNvPr id="7" name="Rectangle 6"/>
          <p:cNvSpPr/>
          <p:nvPr/>
        </p:nvSpPr>
        <p:spPr bwMode="auto">
          <a:xfrm>
            <a:off x="1" y="1809000"/>
            <a:ext cx="12192000" cy="32400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8" rIns="51435" bIns="25718" numCol="1" rtlCol="0" anchor="ctr" anchorCtr="0" compatLnSpc="1">
            <a:prstTxWarp prst="textNoShape">
              <a:avLst/>
            </a:prstTxWarp>
          </a:bodyPr>
          <a:lstStyle/>
          <a:p>
            <a:pPr algn="ctr" defTabSz="514350"/>
            <a:endParaRPr lang="en-GB" sz="1069">
              <a:solidFill>
                <a:srgbClr val="2D2926"/>
              </a:solidFill>
            </a:endParaRPr>
          </a:p>
        </p:txBody>
      </p:sp>
      <p:sp>
        <p:nvSpPr>
          <p:cNvPr id="4" name="Date Placeholder 3"/>
          <p:cNvSpPr>
            <a:spLocks noGrp="1" noChangeArrowheads="1"/>
          </p:cNvSpPr>
          <p:nvPr>
            <p:ph type="dt" sz="half" idx="10"/>
          </p:nvPr>
        </p:nvSpPr>
        <p:spPr>
          <a:xfrm>
            <a:off x="0" y="6400800"/>
            <a:ext cx="2540000" cy="457200"/>
          </a:xfrm>
          <a:prstGeom prst="rect">
            <a:avLst/>
          </a:prstGeom>
          <a:ln/>
        </p:spPr>
        <p:txBody>
          <a:bodyPr lIns="36000" tIns="36000" rIns="36000" bIns="36000" anchor="b"/>
          <a:lstStyle>
            <a:lvl1pPr>
              <a:defRPr sz="675">
                <a:solidFill>
                  <a:schemeClr val="bg1"/>
                </a:solidFill>
                <a:latin typeface="+mn-lt"/>
              </a:defRPr>
            </a:lvl1pPr>
          </a:lstStyle>
          <a:p>
            <a:endParaRPr lang="en-US">
              <a:solidFill>
                <a:srgbClr val="FFFFFF"/>
              </a:solidFill>
            </a:endParaRPr>
          </a:p>
        </p:txBody>
      </p:sp>
      <p:sp>
        <p:nvSpPr>
          <p:cNvPr id="6" name="Rectangle 5"/>
          <p:cNvSpPr>
            <a:spLocks noGrp="1" noChangeArrowheads="1"/>
          </p:cNvSpPr>
          <p:nvPr>
            <p:ph type="sldNum" sz="quarter" idx="12"/>
          </p:nvPr>
        </p:nvSpPr>
        <p:spPr>
          <a:ln/>
        </p:spPr>
        <p:txBody>
          <a:bodyPr anchor="b"/>
          <a:lstStyle>
            <a:lvl1pPr>
              <a:defRPr sz="675">
                <a:solidFill>
                  <a:schemeClr val="bg1"/>
                </a:solidFill>
                <a:latin typeface="+mn-lt"/>
              </a:defRPr>
            </a:lvl1pPr>
          </a:lstStyle>
          <a:p>
            <a:fld id="{B3CE4FC1-9BFD-4D71-B62C-EB069A42157A}" type="slidenum">
              <a:rPr lang="en-US" smtClean="0">
                <a:solidFill>
                  <a:srgbClr val="FFFFFF"/>
                </a:solidFill>
              </a:rPr>
              <a:pPr/>
              <a:t>‹#›</a:t>
            </a:fld>
            <a:endParaRPr lang="en-US">
              <a:solidFill>
                <a:srgbClr val="FFFFFF"/>
              </a:solidFill>
            </a:endParaRPr>
          </a:p>
        </p:txBody>
      </p:sp>
      <p:sp>
        <p:nvSpPr>
          <p:cNvPr id="2" name="Title 1"/>
          <p:cNvSpPr>
            <a:spLocks noGrp="1"/>
          </p:cNvSpPr>
          <p:nvPr>
            <p:ph type="ctrTitle"/>
          </p:nvPr>
        </p:nvSpPr>
        <p:spPr>
          <a:xfrm>
            <a:off x="286572" y="2390404"/>
            <a:ext cx="11616000" cy="1918823"/>
          </a:xfrm>
          <a:prstGeom prst="rect">
            <a:avLst/>
          </a:prstGeom>
        </p:spPr>
        <p:txBody>
          <a:bodyPr anchor="ctr"/>
          <a:lstStyle>
            <a:lvl1pPr algn="l">
              <a:defRPr sz="2100" b="1">
                <a:solidFill>
                  <a:schemeClr val="tx1"/>
                </a:solidFill>
                <a:effectLst/>
                <a:latin typeface="Calibri" panose="020F0502020204030204" pitchFamily="34" charset="0"/>
              </a:defRPr>
            </a:lvl1pPr>
          </a:lstStyle>
          <a:p>
            <a:r>
              <a:rPr lang="en-US"/>
              <a:t>Click to edit Master title style</a:t>
            </a:r>
          </a:p>
        </p:txBody>
      </p:sp>
      <p:sp>
        <p:nvSpPr>
          <p:cNvPr id="3" name="Subtitle 2"/>
          <p:cNvSpPr>
            <a:spLocks noGrp="1"/>
          </p:cNvSpPr>
          <p:nvPr>
            <p:ph type="subTitle" idx="1"/>
          </p:nvPr>
        </p:nvSpPr>
        <p:spPr>
          <a:xfrm>
            <a:off x="286571" y="5140422"/>
            <a:ext cx="5088000" cy="1080000"/>
          </a:xfrm>
          <a:prstGeom prst="rect">
            <a:avLst/>
          </a:prstGeom>
        </p:spPr>
        <p:txBody>
          <a:bodyPr/>
          <a:lstStyle>
            <a:lvl1pPr marL="0" indent="0" algn="l">
              <a:buNone/>
              <a:defRPr sz="1050" b="1">
                <a:solidFill>
                  <a:schemeClr val="bg1"/>
                </a:solidFill>
                <a:effectLst>
                  <a:outerShdw blurRad="38100" dist="38100" dir="2700000" algn="tl">
                    <a:srgbClr val="000000">
                      <a:alpha val="43137"/>
                    </a:srgbClr>
                  </a:outerShdw>
                </a:effectLst>
                <a:latin typeface="Calibri" panose="020F0502020204030204" pitchFamily="34" charset="0"/>
              </a:defRPr>
            </a:lvl1pPr>
            <a:lvl2pPr marL="257175" indent="0" algn="ctr">
              <a:buNone/>
              <a:defRPr/>
            </a:lvl2pPr>
            <a:lvl3pPr marL="514350" indent="0" algn="ctr">
              <a:buNone/>
              <a:defRPr/>
            </a:lvl3pPr>
            <a:lvl4pPr marL="771525" indent="0" algn="ctr">
              <a:buNone/>
              <a:defRPr/>
            </a:lvl4pPr>
            <a:lvl5pPr marL="1028700" indent="0" algn="ctr">
              <a:buNone/>
              <a:defRPr/>
            </a:lvl5pPr>
            <a:lvl6pPr marL="1285875" indent="0" algn="ctr">
              <a:buNone/>
              <a:defRPr/>
            </a:lvl6pPr>
            <a:lvl7pPr marL="1543050" indent="0" algn="ctr">
              <a:buNone/>
              <a:defRPr/>
            </a:lvl7pPr>
            <a:lvl8pPr marL="1800225" indent="0" algn="ctr">
              <a:buNone/>
              <a:defRPr/>
            </a:lvl8pPr>
            <a:lvl9pPr marL="2057400" indent="0" algn="ctr">
              <a:buNone/>
              <a:defRPr/>
            </a:lvl9pPr>
          </a:lstStyle>
          <a:p>
            <a:r>
              <a:rPr lang="en-US"/>
              <a:t>Click to edit Master subtitle style</a:t>
            </a:r>
          </a:p>
        </p:txBody>
      </p:sp>
      <p:sp>
        <p:nvSpPr>
          <p:cNvPr id="12" name="Rectangle 11"/>
          <p:cNvSpPr/>
          <p:nvPr/>
        </p:nvSpPr>
        <p:spPr bwMode="auto">
          <a:xfrm>
            <a:off x="5104663" y="6755907"/>
            <a:ext cx="2925191" cy="102094"/>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51435" tIns="25718" rIns="51435" bIns="25718" numCol="1" rtlCol="0" anchor="ctr" anchorCtr="0" compatLnSpc="1">
            <a:prstTxWarp prst="textNoShape">
              <a:avLst/>
            </a:prstTxWarp>
          </a:bodyPr>
          <a:lstStyle/>
          <a:p>
            <a:pPr algn="ctr" defTabSz="514350"/>
            <a:endParaRPr lang="en-GB" sz="675">
              <a:solidFill>
                <a:srgbClr val="2D2926"/>
              </a:solidFill>
            </a:endParaRPr>
          </a:p>
        </p:txBody>
      </p:sp>
      <p:pic>
        <p:nvPicPr>
          <p:cNvPr id="9" name="Picture 8"/>
          <p:cNvPicPr>
            <a:picLocks noChangeAspect="1"/>
          </p:cNvPicPr>
          <p:nvPr/>
        </p:nvPicPr>
        <p:blipFill>
          <a:blip r:embed="rId6"/>
          <a:stretch>
            <a:fillRect/>
          </a:stretch>
        </p:blipFill>
        <p:spPr>
          <a:xfrm>
            <a:off x="8429745" y="526501"/>
            <a:ext cx="2876433" cy="756000"/>
          </a:xfrm>
          <a:prstGeom prst="rect">
            <a:avLst/>
          </a:prstGeom>
        </p:spPr>
      </p:pic>
      <p:pic>
        <p:nvPicPr>
          <p:cNvPr id="11" name="Picture 10"/>
          <p:cNvPicPr>
            <a:picLocks noChangeAspect="1"/>
          </p:cNvPicPr>
          <p:nvPr/>
        </p:nvPicPr>
        <p:blipFill rotWithShape="1">
          <a:blip r:embed="rId7">
            <a:extLst>
              <a:ext uri="{28A0092B-C50C-407E-A947-70E740481C1C}">
                <a14:useLocalDpi xmlns:a14="http://schemas.microsoft.com/office/drawing/2010/main" val="0"/>
              </a:ext>
            </a:extLst>
          </a:blip>
          <a:srcRect l="37353" t="8741" r="101" b="27"/>
          <a:stretch/>
        </p:blipFill>
        <p:spPr bwMode="ltGray">
          <a:xfrm rot="16200000" flipH="1">
            <a:off x="9058186" y="-962476"/>
            <a:ext cx="369901" cy="5915488"/>
          </a:xfrm>
          <a:prstGeom prst="rect">
            <a:avLst/>
          </a:prstGeom>
        </p:spPr>
      </p:pic>
    </p:spTree>
    <p:extLst>
      <p:ext uri="{BB962C8B-B14F-4D97-AF65-F5344CB8AC3E}">
        <p14:creationId xmlns:p14="http://schemas.microsoft.com/office/powerpoint/2010/main" val="281333226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a:endParaRPr lang="en-GB" sz="1425">
              <a:solidFill>
                <a:srgbClr val="2D2926"/>
              </a:solidFill>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16326" y="477840"/>
            <a:ext cx="5575676" cy="5543451"/>
          </a:xfrm>
          <a:prstGeom prst="rect">
            <a:avLst/>
          </a:prstGeom>
        </p:spPr>
      </p:pic>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7" name="Picture 6"/>
          <p:cNvPicPr>
            <a:picLocks noChangeAspect="1"/>
          </p:cNvPicPr>
          <p:nvPr/>
        </p:nvPicPr>
        <p:blipFill>
          <a:blip r:embed="rId6"/>
          <a:stretch>
            <a:fillRect/>
          </a:stretch>
        </p:blipFill>
        <p:spPr>
          <a:xfrm>
            <a:off x="239186" y="1964569"/>
            <a:ext cx="11713633" cy="65091"/>
          </a:xfrm>
          <a:prstGeom prst="rect">
            <a:avLst/>
          </a:prstGeom>
        </p:spPr>
      </p:pic>
      <p:sp>
        <p:nvSpPr>
          <p:cNvPr id="8" name="Text Placeholder 11"/>
          <p:cNvSpPr>
            <a:spLocks noGrp="1"/>
          </p:cNvSpPr>
          <p:nvPr>
            <p:ph type="body" sz="quarter" idx="13" hasCustomPrompt="1"/>
          </p:nvPr>
        </p:nvSpPr>
        <p:spPr>
          <a:xfrm>
            <a:off x="239186" y="2181578"/>
            <a:ext cx="11713633" cy="1463446"/>
          </a:xfrm>
          <a:prstGeom prst="rect">
            <a:avLst/>
          </a:prstGeom>
        </p:spPr>
        <p:txBody>
          <a:bodyPr vert="horz">
            <a:normAutofit/>
          </a:bodyPr>
          <a:lstStyle>
            <a:lvl1pPr marL="0" indent="0">
              <a:buNone/>
              <a:defRPr sz="2400" b="1">
                <a:solidFill>
                  <a:schemeClr val="tx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6" y="1266924"/>
            <a:ext cx="11713633" cy="561756"/>
          </a:xfrm>
          <a:prstGeom prst="rect">
            <a:avLst/>
          </a:prstGeom>
        </p:spPr>
        <p:txBody>
          <a:bodyPr vert="horz" anchor="b">
            <a:normAutofit/>
          </a:bodyPr>
          <a:lstStyle>
            <a:lvl1pPr marL="0" indent="0">
              <a:buNone/>
              <a:defRPr sz="1350" b="0">
                <a:solidFill>
                  <a:schemeClr val="tx1">
                    <a:lumMod val="50000"/>
                    <a:lumOff val="50000"/>
                  </a:schemeClr>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412142795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1_Section Header">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3" name="Object 2"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 name="Group 1"/>
          <p:cNvGrpSpPr/>
          <p:nvPr/>
        </p:nvGrpSpPr>
        <p:grpSpPr>
          <a:xfrm>
            <a:off x="0" y="1178584"/>
            <a:ext cx="12192000" cy="2547336"/>
            <a:chOff x="0" y="1178584"/>
            <a:chExt cx="12192000" cy="2547336"/>
          </a:xfrm>
        </p:grpSpPr>
        <p:grpSp>
          <p:nvGrpSpPr>
            <p:cNvPr id="5" name="Group 4"/>
            <p:cNvGrpSpPr/>
            <p:nvPr/>
          </p:nvGrpSpPr>
          <p:grpSpPr>
            <a:xfrm>
              <a:off x="4584735" y="1178585"/>
              <a:ext cx="7607265" cy="1277860"/>
              <a:chOff x="4242374" y="1266924"/>
              <a:chExt cx="7607265" cy="1277860"/>
            </a:xfrm>
          </p:grpSpPr>
          <p:pic>
            <p:nvPicPr>
              <p:cNvPr id="1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3" name="Group 22"/>
            <p:cNvGrpSpPr/>
            <p:nvPr/>
          </p:nvGrpSpPr>
          <p:grpSpPr>
            <a:xfrm>
              <a:off x="3169032" y="2448060"/>
              <a:ext cx="7607265" cy="1277860"/>
              <a:chOff x="4242374" y="1266924"/>
              <a:chExt cx="7607265" cy="1277860"/>
            </a:xfrm>
          </p:grpSpPr>
          <p:pic>
            <p:nvPicPr>
              <p:cNvPr id="24"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a:stretch/>
            </p:blipFill>
            <p:spPr bwMode="auto">
              <a:xfrm>
                <a:off x="7458055" y="1266924"/>
                <a:ext cx="4049222"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7157" b="17268"/>
              <a:stretch/>
            </p:blipFill>
            <p:spPr bwMode="auto">
              <a:xfrm>
                <a:off x="4242374" y="1266924"/>
                <a:ext cx="3215680"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873398" y="1505214"/>
                <a:ext cx="616085"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l="66788" b="7541"/>
              <a:stretch/>
            </p:blipFill>
            <p:spPr bwMode="auto">
              <a:xfrm>
                <a:off x="6747364" y="1904828"/>
                <a:ext cx="4049222" cy="6399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r="99746" b="50292"/>
              <a:stretch/>
            </p:blipFill>
            <p:spPr bwMode="auto">
              <a:xfrm>
                <a:off x="10181088" y="2094605"/>
                <a:ext cx="526195" cy="28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1005120" y="1266924"/>
                <a:ext cx="844519" cy="1277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9" y="1724108"/>
                <a:ext cx="1186880" cy="8206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31"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10662758" y="2453554"/>
              <a:ext cx="1529242" cy="1272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12683" r="99340" b="31624"/>
            <a:stretch/>
          </p:blipFill>
          <p:spPr bwMode="auto">
            <a:xfrm>
              <a:off x="0" y="1178584"/>
              <a:ext cx="4648131" cy="25473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0" name="Rectangle 9"/>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a:endParaRPr lang="en-GB" sz="1425">
              <a:solidFill>
                <a:srgbClr val="2D2926"/>
              </a:solidFill>
            </a:endParaRPr>
          </a:p>
        </p:txBody>
      </p:sp>
      <p:sp>
        <p:nvSpPr>
          <p:cNvPr id="6" name="Rectangle 5"/>
          <p:cNvSpPr>
            <a:spLocks noGrp="1" noChangeArrowheads="1"/>
          </p:cNvSpPr>
          <p:nvPr>
            <p:ph type="sldNum" sz="quarter" idx="12"/>
          </p:nvPr>
        </p:nvSpPr>
        <p:spPr>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8" name="Text Placeholder 11"/>
          <p:cNvSpPr>
            <a:spLocks noGrp="1"/>
          </p:cNvSpPr>
          <p:nvPr>
            <p:ph type="body" sz="quarter" idx="13" hasCustomPrompt="1"/>
          </p:nvPr>
        </p:nvSpPr>
        <p:spPr>
          <a:xfrm>
            <a:off x="239185" y="2181578"/>
            <a:ext cx="8736139" cy="1463446"/>
          </a:xfrm>
          <a:prstGeom prst="rect">
            <a:avLst/>
          </a:prstGeom>
        </p:spPr>
        <p:txBody>
          <a:bodyPr vert="horz">
            <a:normAutofit/>
          </a:bodyPr>
          <a:lstStyle>
            <a:lvl1pPr marL="0" indent="0">
              <a:buNone/>
              <a:defRPr sz="2400" b="1">
                <a:solidFill>
                  <a:schemeClr val="bg1"/>
                </a:solidFill>
                <a:effectLst/>
              </a:defRPr>
            </a:lvl1pPr>
          </a:lstStyle>
          <a:p>
            <a:pPr lvl="0"/>
            <a:r>
              <a:rPr lang="en-US"/>
              <a:t>Section Title</a:t>
            </a:r>
          </a:p>
        </p:txBody>
      </p:sp>
      <p:sp>
        <p:nvSpPr>
          <p:cNvPr id="9" name="Text Placeholder 11"/>
          <p:cNvSpPr>
            <a:spLocks noGrp="1"/>
          </p:cNvSpPr>
          <p:nvPr>
            <p:ph type="body" sz="quarter" idx="14" hasCustomPrompt="1"/>
          </p:nvPr>
        </p:nvSpPr>
        <p:spPr>
          <a:xfrm>
            <a:off x="239185" y="1266924"/>
            <a:ext cx="8736139" cy="561756"/>
          </a:xfrm>
          <a:prstGeom prst="rect">
            <a:avLst/>
          </a:prstGeom>
        </p:spPr>
        <p:txBody>
          <a:bodyPr vert="horz" anchor="b">
            <a:normAutofit/>
          </a:bodyPr>
          <a:lstStyle>
            <a:lvl1pPr marL="0" indent="0">
              <a:buNone/>
              <a:defRPr sz="1350" b="0">
                <a:solidFill>
                  <a:schemeClr val="bg1"/>
                </a:solidFill>
              </a:defRPr>
            </a:lvl1pPr>
          </a:lstStyle>
          <a:p>
            <a:pPr lvl="0"/>
            <a:r>
              <a:rPr lang="en-US"/>
              <a:t>Section #</a:t>
            </a:r>
          </a:p>
        </p:txBody>
      </p:sp>
      <p:sp>
        <p:nvSpPr>
          <p:cNvPr id="11"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pic>
        <p:nvPicPr>
          <p:cNvPr id="14"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t="13116" r="76604" b="25471"/>
          <a:stretch/>
        </p:blipFill>
        <p:spPr bwMode="auto">
          <a:xfrm>
            <a:off x="11399100" y="3113149"/>
            <a:ext cx="627693" cy="531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5" name="Straight Connector 34"/>
          <p:cNvCxnSpPr/>
          <p:nvPr/>
        </p:nvCxnSpPr>
        <p:spPr bwMode="auto">
          <a:xfrm>
            <a:off x="239184" y="2006353"/>
            <a:ext cx="8875152" cy="0"/>
          </a:xfrm>
          <a:prstGeom prst="line">
            <a:avLst/>
          </a:prstGeom>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841511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89" y="1590"/>
          <a:ext cx="1587"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89" y="1590"/>
                        <a:ext cx="1587" cy="1587"/>
                      </a:xfrm>
                      <a:prstGeom prst="rect">
                        <a:avLst/>
                      </a:prstGeom>
                    </p:spPr>
                  </p:pic>
                </p:oleObj>
              </mc:Fallback>
            </mc:AlternateContent>
          </a:graphicData>
        </a:graphic>
      </p:graphicFrame>
      <p:sp>
        <p:nvSpPr>
          <p:cNvPr id="6"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7"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5" name="Text Placeholder 4"/>
          <p:cNvSpPr>
            <a:spLocks noGrp="1"/>
          </p:cNvSpPr>
          <p:nvPr>
            <p:ph type="body" sz="quarter" idx="13" hasCustomPrompt="1"/>
          </p:nvPr>
        </p:nvSpPr>
        <p:spPr>
          <a:xfrm>
            <a:off x="239184" y="836712"/>
            <a:ext cx="11329424" cy="1655762"/>
          </a:xfrm>
          <a:prstGeom prst="rect">
            <a:avLst/>
          </a:prstGeom>
        </p:spPr>
        <p:txBody>
          <a:bodyPr/>
          <a:lstStyle>
            <a:lvl1pPr marL="0" marR="0" indent="0" algn="l" defTabSz="685800" rtl="0" eaLnBrk="1" fontAlgn="base" latinLnBrk="0" hangingPunct="1">
              <a:lnSpc>
                <a:spcPct val="100000"/>
              </a:lnSpc>
              <a:spcBef>
                <a:spcPct val="20000"/>
              </a:spcBef>
              <a:spcAft>
                <a:spcPct val="0"/>
              </a:spcAft>
              <a:buClr>
                <a:srgbClr val="C00000"/>
              </a:buClr>
              <a:buSzTx/>
              <a:buFontTx/>
              <a:buNone/>
              <a:tabLst/>
              <a:defRPr kumimoji="0" lang="en-US" sz="1350" b="0" i="0" u="none" strike="noStrike" kern="0" cap="none" spc="0" normalizeH="0" baseline="0" noProof="0">
                <a:ln>
                  <a:noFill/>
                </a:ln>
                <a:solidFill>
                  <a:schemeClr val="tx1"/>
                </a:solidFill>
                <a:effectLst/>
                <a:uLnTx/>
                <a:uFillTx/>
              </a:defRPr>
            </a:lvl1pPr>
            <a:lvl2pPr marL="557213" marR="0" indent="-214313" algn="l" defTabSz="685800" rtl="0" eaLnBrk="1" fontAlgn="base" latinLnBrk="0" hangingPunct="1">
              <a:lnSpc>
                <a:spcPct val="100000"/>
              </a:lnSpc>
              <a:spcBef>
                <a:spcPct val="20000"/>
              </a:spcBef>
              <a:spcAft>
                <a:spcPct val="0"/>
              </a:spcAft>
              <a:buClr>
                <a:srgbClr val="C00000"/>
              </a:buClr>
              <a:buSzTx/>
              <a:buFontTx/>
              <a:buChar char="–"/>
              <a:tabLst/>
              <a:defRPr kumimoji="0" lang="en-US" sz="1200" b="0" i="0" u="none" strike="noStrike" kern="0" cap="none" spc="0" normalizeH="0" baseline="0" noProof="0">
                <a:ln>
                  <a:noFill/>
                </a:ln>
                <a:solidFill>
                  <a:schemeClr val="tx1"/>
                </a:solidFill>
                <a:effectLst/>
                <a:uLnTx/>
                <a:uFillTx/>
              </a:defRPr>
            </a:lvl2pPr>
            <a:lvl3pPr marL="8572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3pPr>
            <a:lvl4pPr marL="12001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4pPr>
            <a:lvl5pPr marL="1543050" marR="0" indent="-171450" algn="l" defTabSz="685800" rtl="0" eaLnBrk="1" fontAlgn="base" latinLnBrk="0" hangingPunct="1">
              <a:lnSpc>
                <a:spcPct val="100000"/>
              </a:lnSpc>
              <a:spcBef>
                <a:spcPct val="20000"/>
              </a:spcBef>
              <a:spcAft>
                <a:spcPct val="0"/>
              </a:spcAft>
              <a:buClr>
                <a:srgbClr val="C00000"/>
              </a:buClr>
              <a:buSzTx/>
              <a:buFontTx/>
              <a:buChar char="»"/>
              <a:tabLst/>
              <a:defRPr kumimoji="0" lang="en-US" sz="1050" b="0" i="0" u="none" strike="noStrike" kern="0" cap="none" spc="0" normalizeH="0" baseline="0" noProof="0">
                <a:ln>
                  <a:noFill/>
                </a:ln>
                <a:solidFill>
                  <a:schemeClr val="tx1"/>
                </a:solidFill>
                <a:effectLst/>
                <a:uLnTx/>
                <a:uFillTx/>
              </a:defRPr>
            </a:lvl5pPr>
            <a:lvl6pPr marL="0" marR="0" indent="0" algn="l" defTabSz="685800" rtl="0" eaLnBrk="1" fontAlgn="base" latinLnBrk="0" hangingPunct="1">
              <a:lnSpc>
                <a:spcPct val="100000"/>
              </a:lnSpc>
              <a:spcBef>
                <a:spcPct val="20000"/>
              </a:spcBef>
              <a:spcAft>
                <a:spcPct val="0"/>
              </a:spcAft>
              <a:buClr>
                <a:srgbClr val="C00000"/>
              </a:buClr>
              <a:buSzTx/>
              <a:buFontTx/>
              <a:buNone/>
              <a:tabLst/>
              <a:defRPr>
                <a:solidFill>
                  <a:schemeClr val="tx1"/>
                </a:solidFill>
              </a:defRPr>
            </a:lvl6pPr>
            <a:lvl8pPr marL="0" marR="0" indent="0" algn="l" defTabSz="685800" rtl="0" eaLnBrk="1" fontAlgn="base" latinLnBrk="0" hangingPunct="1">
              <a:lnSpc>
                <a:spcPct val="100000"/>
              </a:lnSpc>
              <a:spcBef>
                <a:spcPct val="20000"/>
              </a:spcBef>
              <a:spcAft>
                <a:spcPct val="0"/>
              </a:spcAft>
              <a:buClrTx/>
              <a:buSzTx/>
              <a:buFontTx/>
              <a:buNone/>
              <a:tabLst/>
              <a:defRPr/>
            </a:lvl8pPr>
            <a:lvl9pPr marL="0" marR="0" indent="0" algn="l" defTabSz="685800" rtl="0" eaLnBrk="1" fontAlgn="base" latinLnBrk="0" hangingPunct="1">
              <a:lnSpc>
                <a:spcPct val="100000"/>
              </a:lnSpc>
              <a:spcBef>
                <a:spcPct val="20000"/>
              </a:spcBef>
              <a:spcAft>
                <a:spcPct val="0"/>
              </a:spcAft>
              <a:buClrTx/>
              <a:buSzTx/>
              <a:buFontTx/>
              <a:buNone/>
              <a:tabLst/>
              <a:defRPr/>
            </a:lvl9pPr>
          </a:lstStyle>
          <a:p>
            <a:pPr marL="257175" marR="0" lvl="0" indent="-257175" algn="l" defTabSz="685800" rtl="0" eaLnBrk="1" fontAlgn="base" latinLnBrk="0" hangingPunct="1">
              <a:lnSpc>
                <a:spcPct val="100000"/>
              </a:lnSpc>
              <a:spcBef>
                <a:spcPct val="20000"/>
              </a:spcBef>
              <a:spcAft>
                <a:spcPct val="0"/>
              </a:spcAft>
              <a:buClrTx/>
              <a:buSzTx/>
              <a:buFontTx/>
              <a:buChar char="•"/>
              <a:tabLst/>
              <a:defRPr/>
            </a:pPr>
            <a:r>
              <a:rPr kumimoji="0" lang="en-US" sz="1350" b="0" i="0" u="none" strike="noStrike" kern="0" cap="none" spc="0" normalizeH="0" baseline="0" noProof="0">
                <a:ln>
                  <a:noFill/>
                </a:ln>
                <a:solidFill>
                  <a:srgbClr val="575757"/>
                </a:solidFill>
                <a:effectLst/>
                <a:uLnTx/>
                <a:uFillTx/>
                <a:latin typeface="+mn-lt"/>
              </a:rPr>
              <a:t>Edit Master text styles</a:t>
            </a:r>
          </a:p>
          <a:p>
            <a:pPr marL="557213" marR="0" lvl="1" indent="-214313" algn="l" defTabSz="685800" rtl="0" eaLnBrk="1" fontAlgn="base" latinLnBrk="0" hangingPunct="1">
              <a:lnSpc>
                <a:spcPct val="100000"/>
              </a:lnSpc>
              <a:spcBef>
                <a:spcPct val="20000"/>
              </a:spcBef>
              <a:spcAft>
                <a:spcPct val="0"/>
              </a:spcAft>
              <a:buClrTx/>
              <a:buSzTx/>
              <a:buFontTx/>
              <a:buChar char="–"/>
              <a:tabLst/>
              <a:defRPr/>
            </a:pPr>
            <a:r>
              <a:rPr kumimoji="0" lang="en-US" sz="1200" b="0" i="0" u="none" strike="noStrike" kern="0" cap="none" spc="0" normalizeH="0" baseline="0" noProof="0">
                <a:ln>
                  <a:noFill/>
                </a:ln>
                <a:solidFill>
                  <a:srgbClr val="575757"/>
                </a:solidFill>
                <a:effectLst/>
                <a:uLnTx/>
                <a:uFillTx/>
                <a:latin typeface="+mn-lt"/>
              </a:rPr>
              <a:t>Second level</a:t>
            </a:r>
          </a:p>
          <a:p>
            <a:pPr marL="857250" marR="0" lvl="2"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Third level</a:t>
            </a:r>
          </a:p>
          <a:p>
            <a:pPr marL="1200150" marR="0" lvl="3"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Fourth level</a:t>
            </a:r>
          </a:p>
          <a:p>
            <a:pPr marL="1543050" marR="0" lvl="4" indent="-171450" algn="l" defTabSz="685800" rtl="0" eaLnBrk="1" fontAlgn="base" latinLnBrk="0" hangingPunct="1">
              <a:lnSpc>
                <a:spcPct val="100000"/>
              </a:lnSpc>
              <a:spcBef>
                <a:spcPct val="20000"/>
              </a:spcBef>
              <a:spcAft>
                <a:spcPct val="0"/>
              </a:spcAft>
              <a:buClrTx/>
              <a:buSzTx/>
              <a:buFontTx/>
              <a:buChar char="»"/>
              <a:tabLst/>
              <a:defRPr/>
            </a:pPr>
            <a:r>
              <a:rPr kumimoji="0" lang="en-US" sz="1050" b="0" i="0" u="none" strike="noStrike" kern="0" cap="none" spc="0" normalizeH="0" baseline="0" noProof="0">
                <a:ln>
                  <a:noFill/>
                </a:ln>
                <a:solidFill>
                  <a:srgbClr val="575757"/>
                </a:solidFill>
                <a:effectLst/>
                <a:uLnTx/>
                <a:uFillTx/>
                <a:latin typeface="+mn-lt"/>
              </a:rPr>
              <a:t>Fifth level</a:t>
            </a:r>
          </a:p>
          <a:p>
            <a:pPr marL="1885950" marR="0" lvl="5" indent="-171450" algn="l" defTabSz="685800" rtl="0" eaLnBrk="1" fontAlgn="base" latinLnBrk="0" hangingPunct="1">
              <a:lnSpc>
                <a:spcPct val="100000"/>
              </a:lnSpc>
              <a:spcBef>
                <a:spcPct val="20000"/>
              </a:spcBef>
              <a:spcAft>
                <a:spcPct val="0"/>
              </a:spcAft>
              <a:buClrTx/>
              <a:buSzTx/>
              <a:buFontTx/>
              <a:buChar char="»"/>
              <a:tabLst/>
              <a:defRPr/>
            </a:pPr>
            <a:r>
              <a:rPr kumimoji="0" lang="en-US" sz="1350" b="0" i="0" u="none" strike="noStrike" kern="0" cap="none" spc="0" normalizeH="0" baseline="0" noProof="0">
                <a:ln>
                  <a:noFill/>
                </a:ln>
                <a:solidFill>
                  <a:srgbClr val="575757"/>
                </a:solidFill>
                <a:effectLst/>
                <a:uLnTx/>
                <a:uFillTx/>
                <a:latin typeface="+mn-lt"/>
              </a:rPr>
              <a:t>Level six</a:t>
            </a:r>
          </a:p>
          <a:p>
            <a:pPr marL="0" marR="0" lvl="5" indent="0" algn="l" defTabSz="685800" rtl="0" eaLnBrk="1" fontAlgn="base" latinLnBrk="0" hangingPunct="1">
              <a:lnSpc>
                <a:spcPct val="100000"/>
              </a:lnSpc>
              <a:spcBef>
                <a:spcPct val="20000"/>
              </a:spcBef>
              <a:spcAft>
                <a:spcPct val="0"/>
              </a:spcAft>
              <a:buClrTx/>
              <a:buSzTx/>
              <a:buFontTx/>
              <a:buNone/>
              <a:tabLst/>
              <a:defRPr/>
            </a:pPr>
            <a:r>
              <a:rPr kumimoji="0" lang="en-US" sz="1350" b="1" i="0" u="none" strike="noStrike" kern="0" cap="none" spc="0" normalizeH="0" baseline="0" noProof="0">
                <a:ln>
                  <a:noFill/>
                </a:ln>
                <a:solidFill>
                  <a:schemeClr val="accent3"/>
                </a:solidFill>
                <a:effectLst/>
                <a:uLnTx/>
                <a:uFillTx/>
                <a:latin typeface="+mn-lt"/>
              </a:rPr>
              <a:t>Level seven</a:t>
            </a:r>
          </a:p>
          <a:p>
            <a:pPr marL="0" marR="0" lvl="7" indent="0" algn="l" defTabSz="685800" rtl="0" eaLnBrk="1" fontAlgn="base" latinLnBrk="0" hangingPunct="1">
              <a:lnSpc>
                <a:spcPct val="100000"/>
              </a:lnSpc>
              <a:spcBef>
                <a:spcPct val="20000"/>
              </a:spcBef>
              <a:spcAft>
                <a:spcPct val="0"/>
              </a:spcAft>
              <a:buClrTx/>
              <a:buSzTx/>
              <a:buFontTx/>
              <a:buNone/>
              <a:tabLst/>
              <a:defRPr/>
            </a:pPr>
            <a:r>
              <a:rPr kumimoji="0" lang="en-US" sz="1350" b="0" i="0" u="none" strike="noStrike" kern="0" cap="none" spc="0" normalizeH="0" baseline="0" noProof="0">
                <a:ln>
                  <a:noFill/>
                </a:ln>
                <a:solidFill>
                  <a:srgbClr val="C00000"/>
                </a:solidFill>
                <a:effectLst/>
                <a:uLnTx/>
                <a:uFillTx/>
                <a:latin typeface="+mn-lt"/>
              </a:rPr>
              <a:t>Level eight</a:t>
            </a:r>
          </a:p>
          <a:p>
            <a:pPr marL="0" marR="0" lvl="8" indent="0" algn="l" defTabSz="685800" rtl="0" eaLnBrk="1" fontAlgn="base" latinLnBrk="0" hangingPunct="1">
              <a:lnSpc>
                <a:spcPct val="100000"/>
              </a:lnSpc>
              <a:spcBef>
                <a:spcPct val="20000"/>
              </a:spcBef>
              <a:spcAft>
                <a:spcPct val="0"/>
              </a:spcAft>
              <a:buClrTx/>
              <a:buSzTx/>
              <a:buFontTx/>
              <a:buNone/>
              <a:tabLst/>
              <a:defRPr/>
            </a:pPr>
            <a:r>
              <a:rPr kumimoji="0" lang="en-US" sz="1200" b="0" i="0" u="none" strike="noStrike" kern="0" cap="none" spc="0" normalizeH="0" baseline="0" noProof="0">
                <a:ln>
                  <a:noFill/>
                </a:ln>
                <a:solidFill>
                  <a:srgbClr val="575757"/>
                </a:solidFill>
                <a:effectLst/>
                <a:uLnTx/>
                <a:uFillTx/>
                <a:latin typeface="+mn-lt"/>
              </a:rPr>
              <a:t>Level nine</a:t>
            </a:r>
          </a:p>
        </p:txBody>
      </p:sp>
    </p:spTree>
    <p:extLst>
      <p:ext uri="{BB962C8B-B14F-4D97-AF65-F5344CB8AC3E}">
        <p14:creationId xmlns:p14="http://schemas.microsoft.com/office/powerpoint/2010/main" val="1643921835"/>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pos="191">
          <p15:clr>
            <a:srgbClr val="FBAE40"/>
          </p15:clr>
        </p15:guide>
        <p15:guide id="4" pos="10049">
          <p15:clr>
            <a:srgbClr val="FBAE40"/>
          </p15:clr>
        </p15:guide>
        <p15:guide id="5" orient="horz" pos="4020">
          <p15:clr>
            <a:srgbClr val="FBAE40"/>
          </p15:clr>
        </p15:guide>
        <p15:guide id="6" orient="horz" pos="527">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Title 1"/>
          <p:cNvSpPr>
            <a:spLocks noGrp="1"/>
          </p:cNvSpPr>
          <p:nvPr>
            <p:ph type="title"/>
          </p:nvPr>
        </p:nvSpPr>
        <p:spPr>
          <a:xfrm>
            <a:off x="239185" y="0"/>
            <a:ext cx="10273307" cy="648000"/>
          </a:xfrm>
          <a:prstGeom prst="rect">
            <a:avLst/>
          </a:prstGeom>
        </p:spPr>
        <p:txBody>
          <a:bodyPr lIns="0" tIns="0" rIns="0" bIns="0" anchor="ctr">
            <a:normAutofit/>
          </a:bodyPr>
          <a:lstStyle>
            <a:lvl1pPr>
              <a:defRPr sz="1500">
                <a:latin typeface="Calibri" panose="020F0502020204030204" pitchFamily="34" charset="0"/>
              </a:defRPr>
            </a:lvl1pPr>
          </a:lstStyle>
          <a:p>
            <a:r>
              <a:rPr lang="en-US"/>
              <a:t>Click to edit Master title style</a:t>
            </a:r>
            <a:endParaRPr lang="en-GB"/>
          </a:p>
        </p:txBody>
      </p:sp>
      <p:sp>
        <p:nvSpPr>
          <p:cNvPr id="6"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366456247"/>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pos="191">
          <p15:clr>
            <a:srgbClr val="FBAE40"/>
          </p15:clr>
        </p15:guide>
        <p15:guide id="4" pos="10049">
          <p15:clr>
            <a:srgbClr val="FBAE40"/>
          </p15:clr>
        </p15:guide>
        <p15:guide id="5" orient="horz" pos="527">
          <p15:clr>
            <a:srgbClr val="FBAE40"/>
          </p15:clr>
        </p15:guide>
        <p15:guide id="6" orient="horz" pos="4020">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4" imgW="430" imgH="433" progId="TCLayout.ActiveDocument.1">
                  <p:embed/>
                </p:oleObj>
              </mc:Choice>
              <mc:Fallback>
                <p:oleObj name="think-cell Slide" r:id="rId4" imgW="430" imgH="433" progId="TCLayout.ActiveDocument.1">
                  <p:embed/>
                  <p:pic>
                    <p:nvPicPr>
                      <p:cNvPr id="6" name="Object 5" hidden="1"/>
                      <p:cNvPicPr/>
                      <p:nvPr/>
                    </p:nvPicPr>
                    <p:blipFill>
                      <a:blip r:embed="rId5"/>
                      <a:stretch>
                        <a:fillRect/>
                      </a:stretch>
                    </p:blipFill>
                    <p:spPr>
                      <a:xfrm>
                        <a:off x="2119" y="1591"/>
                        <a:ext cx="2116" cy="1587"/>
                      </a:xfrm>
                      <a:prstGeom prst="rect">
                        <a:avLst/>
                      </a:prstGeom>
                    </p:spPr>
                  </p:pic>
                </p:oleObj>
              </mc:Fallback>
            </mc:AlternateContent>
          </a:graphicData>
        </a:graphic>
      </p:graphicFrame>
      <p:sp>
        <p:nvSpPr>
          <p:cNvPr id="5" name="Rectangle 4" hidden="1"/>
          <p:cNvSpPr/>
          <p:nvPr>
            <p:custDataLst>
              <p:tags r:id="rId2"/>
            </p:custDataLst>
          </p:nvPr>
        </p:nvSpPr>
        <p:spPr bwMode="auto">
          <a:xfrm>
            <a:off x="1" y="0"/>
            <a:ext cx="211667" cy="158750"/>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bodyPr>
          <a:lstStyle/>
          <a:p>
            <a:pPr algn="ctr"/>
            <a:endParaRPr lang="en-GB" sz="750">
              <a:solidFill>
                <a:srgbClr val="2D2926"/>
              </a:solidFill>
              <a:cs typeface="Times New Roman"/>
              <a:sym typeface="Calibri"/>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a:lvl1pPr>
          </a:lstStyle>
          <a:p>
            <a:fld id="{B3CE4FC1-9BFD-4D71-B62C-EB069A42157A}" type="slidenum">
              <a:rPr lang="en-US" smtClean="0">
                <a:solidFill>
                  <a:srgbClr val="000000"/>
                </a:solidFill>
              </a:rPr>
              <a:pPr/>
              <a:t>‹#›</a:t>
            </a:fld>
            <a:endParaRPr lang="en-US">
              <a:solidFill>
                <a:srgbClr val="000000"/>
              </a:solidFill>
            </a:endParaRPr>
          </a:p>
        </p:txBody>
      </p:sp>
      <p:sp>
        <p:nvSpPr>
          <p:cNvPr id="9" name="Rectangle 4"/>
          <p:cNvSpPr>
            <a:spLocks noGrp="1" noChangeArrowheads="1"/>
          </p:cNvSpPr>
          <p:nvPr>
            <p:ph type="ftr" sz="quarter" idx="11"/>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2679948118"/>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Full Blank Layou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6" name="Object 5"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Rectangle 4"/>
          <p:cNvSpPr/>
          <p:nvPr/>
        </p:nvSpPr>
        <p:spPr bwMode="auto">
          <a:xfrm>
            <a:off x="0" y="0"/>
            <a:ext cx="12192000" cy="1052736"/>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p>
            <a:pPr algn="ctr"/>
            <a:endParaRPr lang="en-GB" sz="1425">
              <a:solidFill>
                <a:srgbClr val="2D2926"/>
              </a:solidFill>
            </a:endParaRPr>
          </a:p>
        </p:txBody>
      </p:sp>
      <p:sp>
        <p:nvSpPr>
          <p:cNvPr id="4" name="Slide Number Placeholder 3"/>
          <p:cNvSpPr>
            <a:spLocks noGrp="1"/>
          </p:cNvSpPr>
          <p:nvPr>
            <p:ph type="sldNum" sz="quarter" idx="11"/>
          </p:nvPr>
        </p:nvSpPr>
        <p:spPr/>
        <p:txBody>
          <a:bodyPr/>
          <a:lstStyle/>
          <a:p>
            <a:fld id="{B3CE4FC1-9BFD-4D71-B62C-EB069A42157A}" type="slidenum">
              <a:rPr lang="en-US" smtClean="0">
                <a:solidFill>
                  <a:srgbClr val="000000"/>
                </a:solidFill>
              </a:rPr>
              <a:pPr/>
              <a:t>‹#›</a:t>
            </a:fld>
            <a:endParaRPr lang="en-US">
              <a:solidFill>
                <a:srgbClr val="000000"/>
              </a:solidFill>
            </a:endParaRPr>
          </a:p>
        </p:txBody>
      </p:sp>
      <p:sp>
        <p:nvSpPr>
          <p:cNvPr id="7" name="Rectangle 4"/>
          <p:cNvSpPr>
            <a:spLocks noGrp="1" noChangeArrowheads="1"/>
          </p:cNvSpPr>
          <p:nvPr>
            <p:ph type="ftr" sz="quarter" idx="12"/>
          </p:nvPr>
        </p:nvSpPr>
        <p:spPr>
          <a:xfrm>
            <a:off x="239184" y="6400800"/>
            <a:ext cx="9409211" cy="457200"/>
          </a:xfrm>
          <a:prstGeom prst="rect">
            <a:avLst/>
          </a:prstGeom>
          <a:ln/>
        </p:spPr>
        <p:txBody>
          <a:bodyPr/>
          <a:lstStyle>
            <a:lvl1pPr>
              <a:defRPr/>
            </a:lvl1pPr>
          </a:lstStyle>
          <a:p>
            <a:endParaRPr lang="en-US">
              <a:solidFill>
                <a:srgbClr val="000000"/>
              </a:solidFill>
            </a:endParaRPr>
          </a:p>
        </p:txBody>
      </p:sp>
    </p:spTree>
    <p:extLst>
      <p:ext uri="{BB962C8B-B14F-4D97-AF65-F5344CB8AC3E}">
        <p14:creationId xmlns:p14="http://schemas.microsoft.com/office/powerpoint/2010/main" val="977530234"/>
      </p:ext>
    </p:extLst>
  </p:cSld>
  <p:clrMapOvr>
    <a:masterClrMapping/>
  </p:clrMapOvr>
  <p:extLst>
    <p:ext uri="{DCECCB84-F9BA-43D5-87BE-67443E8EF086}">
      <p15:sldGuideLst xmlns:p15="http://schemas.microsoft.com/office/powerpoint/2012/main">
        <p15:guide id="1" orient="horz" pos="2160">
          <p15:clr>
            <a:srgbClr val="FBAE40"/>
          </p15:clr>
        </p15:guide>
        <p15:guide id="2" pos="5120">
          <p15:clr>
            <a:srgbClr val="FBAE40"/>
          </p15:clr>
        </p15:guide>
        <p15:guide id="3" orient="horz" pos="4020">
          <p15:clr>
            <a:srgbClr val="FBAE40"/>
          </p15:clr>
        </p15:guide>
        <p15:guide id="4" pos="191">
          <p15:clr>
            <a:srgbClr val="FBAE40"/>
          </p15:clr>
        </p15:guide>
        <p15:guide id="5" pos="10049">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Arrow half">
    <p:bg>
      <p:bgPr>
        <a:gradFill flip="none" rotWithShape="1">
          <a:gsLst>
            <a:gs pos="0">
              <a:srgbClr val="ED1D24"/>
            </a:gs>
            <a:gs pos="100000">
              <a:srgbClr val="870B0E"/>
            </a:gs>
          </a:gsLst>
          <a:lin ang="8100000" scaled="1"/>
          <a:tileRect/>
        </a:gra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3772988-BAC3-45EB-8F49-ECA66C3B6F60}"/>
              </a:ext>
            </a:extLst>
          </p:cNvPr>
          <p:cNvGraphicFramePr>
            <a:graphicFrameLocks noChangeAspect="1"/>
          </p:cNvGraphicFramePr>
          <p:nvPr>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286" imgH="286" progId="TCLayout.ActiveDocument.1">
                  <p:embed/>
                </p:oleObj>
              </mc:Choice>
              <mc:Fallback>
                <p:oleObj name="think-cell Slide" r:id="rId3" imgW="286" imgH="286" progId="TCLayout.ActiveDocument.1">
                  <p:embed/>
                  <p:pic>
                    <p:nvPicPr>
                      <p:cNvPr id="3" name="Object 2" hidden="1">
                        <a:extLst>
                          <a:ext uri="{FF2B5EF4-FFF2-40B4-BE49-F238E27FC236}">
                            <a16:creationId xmlns:a16="http://schemas.microsoft.com/office/drawing/2014/main" id="{93772988-BAC3-45EB-8F49-ECA66C3B6F60}"/>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8" name="Copyright" hidden="1"/>
          <p:cNvSpPr txBox="1"/>
          <p:nvPr/>
        </p:nvSpPr>
        <p:spPr>
          <a:xfrm rot="16200000">
            <a:off x="9486902" y="3934616"/>
            <a:ext cx="5133975" cy="72712"/>
          </a:xfrm>
          <a:prstGeom prst="rect">
            <a:avLst/>
          </a:prstGeom>
          <a:noFill/>
        </p:spPr>
        <p:txBody>
          <a:bodyPr wrap="square" lIns="0" tIns="0" rIns="0" bIns="0" rtlCol="0" anchor="t">
            <a:spAutoFit/>
          </a:bodyPr>
          <a:lstStyle/>
          <a:p>
            <a:pPr>
              <a:lnSpc>
                <a:spcPct val="90000"/>
              </a:lnSpc>
              <a:spcAft>
                <a:spcPts val="450"/>
              </a:spcAft>
            </a:pPr>
            <a:r>
              <a:rPr lang="en-US" sz="525">
                <a:solidFill>
                  <a:srgbClr val="FFFFFF"/>
                </a:solidFill>
                <a:latin typeface="Calibri"/>
                <a:sym typeface="Trebuchet MS" panose="020B0603020202020204" pitchFamily="34" charset="0"/>
              </a:rPr>
              <a:t>Copyright © 2022 by Boston Consulting Group. All rights reserved.</a:t>
            </a:r>
          </a:p>
        </p:txBody>
      </p:sp>
      <p:sp>
        <p:nvSpPr>
          <p:cNvPr id="14" name="Pentagon 8"/>
          <p:cNvSpPr/>
          <p:nvPr/>
        </p:nvSpPr>
        <p:spPr bwMode="white">
          <a:xfrm>
            <a:off x="0" y="0"/>
            <a:ext cx="6363547"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750"/>
              </a:spcAft>
            </a:pPr>
            <a:endParaRPr lang="en-US" sz="900">
              <a:solidFill>
                <a:prstClr val="white"/>
              </a:solidFill>
              <a:sym typeface="Trebuchet MS" panose="020B0603020202020204" pitchFamily="34" charset="0"/>
            </a:endParaRPr>
          </a:p>
        </p:txBody>
      </p:sp>
      <p:sp>
        <p:nvSpPr>
          <p:cNvPr id="16" name="Title 2"/>
          <p:cNvSpPr>
            <a:spLocks noGrp="1"/>
          </p:cNvSpPr>
          <p:nvPr>
            <p:ph type="title" hasCustomPrompt="1"/>
          </p:nvPr>
        </p:nvSpPr>
        <p:spPr>
          <a:xfrm>
            <a:off x="630001" y="622800"/>
            <a:ext cx="4673647" cy="353174"/>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550" b="0" i="0" u="none" kern="1200" spc="0">
                <a:solidFill>
                  <a:srgbClr val="ED1D24"/>
                </a:solidFill>
                <a:latin typeface="+mj-lt"/>
                <a:ea typeface="+mj-ea"/>
                <a:cs typeface="+mj-cs"/>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805" y="3589606"/>
            <a:ext cx="1365251"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1203FE9-A075-4BF8-987F-E3175D587168}"/>
              </a:ext>
            </a:extLst>
          </p:cNvPr>
          <p:cNvSpPr txBox="1"/>
          <p:nvPr/>
        </p:nvSpPr>
        <p:spPr>
          <a:xfrm>
            <a:off x="11757835" y="6700052"/>
            <a:ext cx="381000" cy="115416"/>
          </a:xfrm>
          <a:prstGeom prst="rect">
            <a:avLst/>
          </a:prstGeom>
          <a:noFill/>
        </p:spPr>
        <p:txBody>
          <a:bodyPr wrap="square" lIns="0" tIns="0" rIns="0" bIns="0" rtlCol="0" anchor="b">
            <a:spAutoFit/>
          </a:bodyPr>
          <a:lstStyle/>
          <a:p>
            <a:pPr algn="r" defTabSz="685800" fontAlgn="auto">
              <a:spcBef>
                <a:spcPts val="0"/>
              </a:spcBef>
              <a:spcAft>
                <a:spcPts val="0"/>
              </a:spcAft>
              <a:defRPr/>
            </a:pPr>
            <a:fld id="{DFCF27A5-1A5B-48D3-A060-2758FFBB1ADD}" type="slidenum">
              <a:rPr lang="en-US" sz="750" smtClean="0">
                <a:solidFill>
                  <a:srgbClr val="FFFFFF"/>
                </a:solidFill>
                <a:latin typeface="Calibri"/>
                <a:sym typeface="Trebuchet MS" panose="020B0603020202020204" pitchFamily="34" charset="0"/>
              </a:rPr>
              <a:pPr algn="r" defTabSz="685800" fontAlgn="auto">
                <a:spcBef>
                  <a:spcPts val="0"/>
                </a:spcBef>
                <a:spcAft>
                  <a:spcPts val="0"/>
                </a:spcAft>
                <a:defRPr/>
              </a:pPr>
              <a:t>‹#›</a:t>
            </a:fld>
            <a:endParaRPr lang="en-US" sz="750">
              <a:solidFill>
                <a:srgbClr val="FFFFFF"/>
              </a:solidFill>
              <a:latin typeface="Calibri"/>
              <a:sym typeface="Trebuchet MS" panose="020B0603020202020204" pitchFamily="34" charset="0"/>
            </a:endParaRPr>
          </a:p>
        </p:txBody>
      </p:sp>
      <p:pic>
        <p:nvPicPr>
          <p:cNvPr id="12" name="Picture 11">
            <a:extLst>
              <a:ext uri="{FF2B5EF4-FFF2-40B4-BE49-F238E27FC236}">
                <a16:creationId xmlns:a16="http://schemas.microsoft.com/office/drawing/2014/main" id="{DB280514-AAB0-4C3F-BD7F-3099741B263A}"/>
              </a:ext>
            </a:extLst>
          </p:cNvPr>
          <p:cNvPicPr>
            <a:picLocks noChangeAspect="1"/>
          </p:cNvPicPr>
          <p:nvPr/>
        </p:nvPicPr>
        <p:blipFill rotWithShape="1">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l="23666" t="40333" b="40333"/>
          <a:stretch/>
        </p:blipFill>
        <p:spPr>
          <a:xfrm>
            <a:off x="10109201" y="6445250"/>
            <a:ext cx="1454151" cy="368300"/>
          </a:xfrm>
          <a:prstGeom prst="rect">
            <a:avLst/>
          </a:prstGeom>
        </p:spPr>
      </p:pic>
    </p:spTree>
    <p:extLst>
      <p:ext uri="{BB962C8B-B14F-4D97-AF65-F5344CB8AC3E}">
        <p14:creationId xmlns:p14="http://schemas.microsoft.com/office/powerpoint/2010/main" val="40444534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9883701" y="6547156"/>
            <a:ext cx="1616243" cy="152978"/>
          </a:xfrm>
          <a:prstGeom prst="rect">
            <a:avLst/>
          </a:prstGeom>
        </p:spPr>
      </p:pic>
      <p:pic>
        <p:nvPicPr>
          <p:cNvPr id="17" name="bg object 17"/>
          <p:cNvPicPr/>
          <p:nvPr/>
        </p:nvPicPr>
        <p:blipFill>
          <a:blip r:embed="rId3" cstate="print"/>
          <a:stretch>
            <a:fillRect/>
          </a:stretch>
        </p:blipFill>
        <p:spPr>
          <a:xfrm>
            <a:off x="2" y="0"/>
            <a:ext cx="12191999" cy="647462"/>
          </a:xfrm>
          <a:prstGeom prst="rect">
            <a:avLst/>
          </a:prstGeom>
        </p:spPr>
      </p:pic>
      <p:pic>
        <p:nvPicPr>
          <p:cNvPr id="18" name="bg object 18"/>
          <p:cNvPicPr/>
          <p:nvPr/>
        </p:nvPicPr>
        <p:blipFill>
          <a:blip r:embed="rId4" cstate="print"/>
          <a:stretch>
            <a:fillRect/>
          </a:stretch>
        </p:blipFill>
        <p:spPr>
          <a:xfrm>
            <a:off x="2" y="0"/>
            <a:ext cx="3215639" cy="691896"/>
          </a:xfrm>
          <a:prstGeom prst="rect">
            <a:avLst/>
          </a:prstGeom>
        </p:spPr>
      </p:pic>
      <p:pic>
        <p:nvPicPr>
          <p:cNvPr id="19" name="bg object 19"/>
          <p:cNvPicPr/>
          <p:nvPr/>
        </p:nvPicPr>
        <p:blipFill>
          <a:blip r:embed="rId5" cstate="print"/>
          <a:stretch>
            <a:fillRect/>
          </a:stretch>
        </p:blipFill>
        <p:spPr>
          <a:xfrm>
            <a:off x="11905490" y="0"/>
            <a:ext cx="286511" cy="691896"/>
          </a:xfrm>
          <a:prstGeom prst="rect">
            <a:avLst/>
          </a:prstGeom>
        </p:spPr>
      </p:pic>
      <p:pic>
        <p:nvPicPr>
          <p:cNvPr id="20" name="bg object 20"/>
          <p:cNvPicPr/>
          <p:nvPr/>
        </p:nvPicPr>
        <p:blipFill>
          <a:blip r:embed="rId6" cstate="print"/>
          <a:stretch>
            <a:fillRect/>
          </a:stretch>
        </p:blipFill>
        <p:spPr>
          <a:xfrm>
            <a:off x="11567159" y="152400"/>
            <a:ext cx="618744" cy="387096"/>
          </a:xfrm>
          <a:prstGeom prst="rect">
            <a:avLst/>
          </a:prstGeom>
        </p:spPr>
      </p:pic>
      <p:pic>
        <p:nvPicPr>
          <p:cNvPr id="21" name="bg object 21"/>
          <p:cNvPicPr/>
          <p:nvPr/>
        </p:nvPicPr>
        <p:blipFill>
          <a:blip r:embed="rId7" cstate="print"/>
          <a:stretch>
            <a:fillRect/>
          </a:stretch>
        </p:blipFill>
        <p:spPr>
          <a:xfrm>
            <a:off x="11603737" y="115825"/>
            <a:ext cx="530351" cy="448055"/>
          </a:xfrm>
          <a:prstGeom prst="rect">
            <a:avLst/>
          </a:prstGeom>
        </p:spPr>
      </p:pic>
      <p:pic>
        <p:nvPicPr>
          <p:cNvPr id="22" name="bg object 22"/>
          <p:cNvPicPr/>
          <p:nvPr/>
        </p:nvPicPr>
        <p:blipFill>
          <a:blip r:embed="rId8" cstate="print"/>
          <a:stretch>
            <a:fillRect/>
          </a:stretch>
        </p:blipFill>
        <p:spPr>
          <a:xfrm>
            <a:off x="192024" y="655321"/>
            <a:ext cx="11999976" cy="371855"/>
          </a:xfrm>
          <a:prstGeom prst="rect">
            <a:avLst/>
          </a:prstGeom>
        </p:spPr>
      </p:pic>
      <p:pic>
        <p:nvPicPr>
          <p:cNvPr id="23" name="bg object 23"/>
          <p:cNvPicPr/>
          <p:nvPr/>
        </p:nvPicPr>
        <p:blipFill>
          <a:blip r:embed="rId9" cstate="print"/>
          <a:stretch>
            <a:fillRect/>
          </a:stretch>
        </p:blipFill>
        <p:spPr>
          <a:xfrm>
            <a:off x="2" y="2"/>
            <a:ext cx="12191999" cy="6857997"/>
          </a:xfrm>
          <a:prstGeom prst="rect">
            <a:avLst/>
          </a:prstGeom>
        </p:spPr>
      </p:pic>
      <p:sp>
        <p:nvSpPr>
          <p:cNvPr id="24" name="bg object 24"/>
          <p:cNvSpPr/>
          <p:nvPr/>
        </p:nvSpPr>
        <p:spPr>
          <a:xfrm>
            <a:off x="1524" y="1812035"/>
            <a:ext cx="12192000" cy="3237230"/>
          </a:xfrm>
          <a:custGeom>
            <a:avLst/>
            <a:gdLst/>
            <a:ahLst/>
            <a:cxnLst/>
            <a:rect l="l" t="t" r="r" b="b"/>
            <a:pathLst>
              <a:path w="12192000" h="3237229">
                <a:moveTo>
                  <a:pt x="12192000" y="0"/>
                </a:moveTo>
                <a:lnTo>
                  <a:pt x="0" y="0"/>
                </a:lnTo>
                <a:lnTo>
                  <a:pt x="0" y="3236976"/>
                </a:lnTo>
                <a:lnTo>
                  <a:pt x="12192000" y="3236976"/>
                </a:lnTo>
                <a:lnTo>
                  <a:pt x="12192000" y="0"/>
                </a:lnTo>
                <a:close/>
              </a:path>
            </a:pathLst>
          </a:custGeom>
          <a:solidFill>
            <a:srgbClr val="FFFFFF"/>
          </a:solidFill>
        </p:spPr>
        <p:txBody>
          <a:bodyPr wrap="square" lIns="0" tIns="0" rIns="0" bIns="0" rtlCol="0"/>
          <a:lstStyle/>
          <a:p>
            <a:endParaRPr/>
          </a:p>
        </p:txBody>
      </p:sp>
      <p:sp>
        <p:nvSpPr>
          <p:cNvPr id="25" name="bg object 25"/>
          <p:cNvSpPr/>
          <p:nvPr/>
        </p:nvSpPr>
        <p:spPr>
          <a:xfrm>
            <a:off x="1524" y="1812035"/>
            <a:ext cx="12192000" cy="3237230"/>
          </a:xfrm>
          <a:custGeom>
            <a:avLst/>
            <a:gdLst/>
            <a:ahLst/>
            <a:cxnLst/>
            <a:rect l="l" t="t" r="r" b="b"/>
            <a:pathLst>
              <a:path w="12192000" h="3237229">
                <a:moveTo>
                  <a:pt x="0" y="3236976"/>
                </a:moveTo>
                <a:lnTo>
                  <a:pt x="12192000" y="3236976"/>
                </a:lnTo>
                <a:lnTo>
                  <a:pt x="12192000" y="0"/>
                </a:lnTo>
                <a:lnTo>
                  <a:pt x="0" y="0"/>
                </a:lnTo>
                <a:lnTo>
                  <a:pt x="0" y="3236976"/>
                </a:lnTo>
                <a:close/>
              </a:path>
            </a:pathLst>
          </a:custGeom>
          <a:ln w="9524">
            <a:solidFill>
              <a:srgbClr val="FFFFFF"/>
            </a:solidFill>
          </a:ln>
        </p:spPr>
        <p:txBody>
          <a:bodyPr wrap="square" lIns="0" tIns="0" rIns="0" bIns="0" rtlCol="0"/>
          <a:lstStyle/>
          <a:p>
            <a:endParaRPr/>
          </a:p>
        </p:txBody>
      </p:sp>
      <p:sp>
        <p:nvSpPr>
          <p:cNvPr id="26" name="bg object 26"/>
          <p:cNvSpPr/>
          <p:nvPr/>
        </p:nvSpPr>
        <p:spPr>
          <a:xfrm>
            <a:off x="5106925" y="6758941"/>
            <a:ext cx="2923540" cy="100965"/>
          </a:xfrm>
          <a:custGeom>
            <a:avLst/>
            <a:gdLst/>
            <a:ahLst/>
            <a:cxnLst/>
            <a:rect l="l" t="t" r="r" b="b"/>
            <a:pathLst>
              <a:path w="2923540" h="100965">
                <a:moveTo>
                  <a:pt x="2923031" y="0"/>
                </a:moveTo>
                <a:lnTo>
                  <a:pt x="0" y="0"/>
                </a:lnTo>
                <a:lnTo>
                  <a:pt x="0" y="100584"/>
                </a:lnTo>
                <a:lnTo>
                  <a:pt x="2923031" y="100584"/>
                </a:lnTo>
                <a:lnTo>
                  <a:pt x="2923031" y="0"/>
                </a:lnTo>
                <a:close/>
              </a:path>
            </a:pathLst>
          </a:custGeom>
          <a:solidFill>
            <a:srgbClr val="FFFFFF"/>
          </a:solidFill>
        </p:spPr>
        <p:txBody>
          <a:bodyPr wrap="square" lIns="0" tIns="0" rIns="0" bIns="0" rtlCol="0"/>
          <a:lstStyle/>
          <a:p>
            <a:endParaRPr/>
          </a:p>
        </p:txBody>
      </p:sp>
      <p:sp>
        <p:nvSpPr>
          <p:cNvPr id="27" name="bg object 27"/>
          <p:cNvSpPr/>
          <p:nvPr/>
        </p:nvSpPr>
        <p:spPr>
          <a:xfrm>
            <a:off x="5106925" y="6758941"/>
            <a:ext cx="2923540" cy="100965"/>
          </a:xfrm>
          <a:custGeom>
            <a:avLst/>
            <a:gdLst/>
            <a:ahLst/>
            <a:cxnLst/>
            <a:rect l="l" t="t" r="r" b="b"/>
            <a:pathLst>
              <a:path w="2923540" h="100965">
                <a:moveTo>
                  <a:pt x="0" y="100584"/>
                </a:moveTo>
                <a:lnTo>
                  <a:pt x="2923031" y="100584"/>
                </a:lnTo>
                <a:lnTo>
                  <a:pt x="2923031" y="0"/>
                </a:lnTo>
                <a:lnTo>
                  <a:pt x="0" y="0"/>
                </a:lnTo>
                <a:lnTo>
                  <a:pt x="0" y="100584"/>
                </a:lnTo>
                <a:close/>
              </a:path>
            </a:pathLst>
          </a:custGeom>
          <a:ln w="9525">
            <a:solidFill>
              <a:srgbClr val="FFFFFF"/>
            </a:solidFill>
          </a:ln>
        </p:spPr>
        <p:txBody>
          <a:bodyPr wrap="square" lIns="0" tIns="0" rIns="0" bIns="0" rtlCol="0"/>
          <a:lstStyle/>
          <a:p>
            <a:endParaRPr/>
          </a:p>
        </p:txBody>
      </p:sp>
      <p:pic>
        <p:nvPicPr>
          <p:cNvPr id="28" name="bg object 28"/>
          <p:cNvPicPr/>
          <p:nvPr/>
        </p:nvPicPr>
        <p:blipFill>
          <a:blip r:embed="rId10" cstate="print"/>
          <a:stretch>
            <a:fillRect/>
          </a:stretch>
        </p:blipFill>
        <p:spPr>
          <a:xfrm>
            <a:off x="8430768" y="527311"/>
            <a:ext cx="2854667" cy="755896"/>
          </a:xfrm>
          <a:prstGeom prst="rect">
            <a:avLst/>
          </a:prstGeom>
        </p:spPr>
      </p:pic>
      <p:pic>
        <p:nvPicPr>
          <p:cNvPr id="29" name="bg object 29"/>
          <p:cNvPicPr/>
          <p:nvPr/>
        </p:nvPicPr>
        <p:blipFill>
          <a:blip r:embed="rId11" cstate="print"/>
          <a:stretch>
            <a:fillRect/>
          </a:stretch>
        </p:blipFill>
        <p:spPr>
          <a:xfrm>
            <a:off x="6284978" y="1810511"/>
            <a:ext cx="5907023" cy="368808"/>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lgn="r">
              <a:defRPr sz="1200">
                <a:solidFill>
                  <a:schemeClr val="tx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57382388"/>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1_Title + Text Box Layou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430" imgH="433" progId="TCLayout.ActiveDocument.1">
                  <p:embed/>
                </p:oleObj>
              </mc:Choice>
              <mc:Fallback>
                <p:oleObj name="think-cell Slide" r:id="rId3" imgW="430" imgH="433"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Rectangle 4"/>
          <p:cNvSpPr>
            <a:spLocks noGrp="1" noChangeArrowheads="1"/>
          </p:cNvSpPr>
          <p:nvPr>
            <p:ph type="ftr" sz="quarter" idx="11"/>
          </p:nvPr>
        </p:nvSpPr>
        <p:spPr>
          <a:xfrm>
            <a:off x="239184" y="6400800"/>
            <a:ext cx="9409211" cy="457200"/>
          </a:xfrm>
          <a:prstGeom prst="rect">
            <a:avLst/>
          </a:prstGeom>
          <a:ln/>
        </p:spPr>
        <p:txBody>
          <a:bodyPr/>
          <a:lstStyle>
            <a:lvl1pPr>
              <a:defRPr sz="1000"/>
            </a:lvl1pPr>
          </a:lstStyle>
          <a:p>
            <a:pPr defTabSz="914363"/>
            <a:endParaRPr lang="en-GB">
              <a:solidFill>
                <a:prstClr val="black">
                  <a:lumMod val="50000"/>
                  <a:lumOff val="50000"/>
                </a:prstClr>
              </a:solidFill>
            </a:endParaRPr>
          </a:p>
        </p:txBody>
      </p:sp>
      <p:sp>
        <p:nvSpPr>
          <p:cNvPr id="8" name="Rectangle 5"/>
          <p:cNvSpPr>
            <a:spLocks noGrp="1" noChangeArrowheads="1"/>
          </p:cNvSpPr>
          <p:nvPr>
            <p:ph type="sldNum" sz="quarter" idx="12"/>
          </p:nvPr>
        </p:nvSpPr>
        <p:spPr>
          <a:xfrm>
            <a:off x="11664620" y="6400800"/>
            <a:ext cx="527381" cy="457200"/>
          </a:xfrm>
          <a:ln/>
        </p:spPr>
        <p:txBody>
          <a:bodyPr/>
          <a:lstStyle>
            <a:lvl1pPr>
              <a:defRPr sz="1000"/>
            </a:lvl1pPr>
          </a:lstStyle>
          <a:p>
            <a:fld id="{20314B1F-90EF-4791-B992-945A908ADE38}" type="slidenum">
              <a:rPr lang="en-GB" smtClean="0">
                <a:solidFill>
                  <a:prstClr val="black">
                    <a:lumMod val="50000"/>
                    <a:lumOff val="50000"/>
                  </a:prstClr>
                </a:solidFill>
              </a:rPr>
              <a:pPr/>
              <a:t>‹#›</a:t>
            </a:fld>
            <a:endParaRPr lang="en-GB">
              <a:solidFill>
                <a:prstClr val="black">
                  <a:lumMod val="50000"/>
                  <a:lumOff val="50000"/>
                </a:prstClr>
              </a:solidFill>
            </a:endParaRPr>
          </a:p>
        </p:txBody>
      </p:sp>
      <p:sp>
        <p:nvSpPr>
          <p:cNvPr id="3" name="Text Placeholder 2"/>
          <p:cNvSpPr>
            <a:spLocks noGrp="1"/>
          </p:cNvSpPr>
          <p:nvPr>
            <p:ph type="body" sz="quarter" idx="13"/>
          </p:nvPr>
        </p:nvSpPr>
        <p:spPr>
          <a:xfrm>
            <a:off x="239184" y="836613"/>
            <a:ext cx="11713635" cy="5472112"/>
          </a:xfrm>
          <a:prstGeom prst="rect">
            <a:avLst/>
          </a:prstGeom>
        </p:spPr>
        <p:txBody>
          <a:bodyPr lIns="0" tIns="0" rIns="0" bIns="0"/>
          <a:lstStyle>
            <a:lvl1pPr>
              <a:defRPr sz="1400"/>
            </a:lvl1pPr>
            <a:lvl2pPr marL="557213" indent="-214313">
              <a:buFont typeface="Courier New" panose="02070309020205020404" pitchFamily="49" charset="0"/>
              <a:buChar char="o"/>
              <a:defRPr sz="1400"/>
            </a:lvl2pPr>
            <a:lvl3pPr marL="857250" indent="-171450">
              <a:buFont typeface="Wingdings" panose="05000000000000000000" pitchFamily="2" charset="2"/>
              <a:buChar char="Ø"/>
              <a:defRPr sz="1200"/>
            </a:lvl3pPr>
            <a:lvl4pPr>
              <a:defRPr sz="1200"/>
            </a:lvl4pPr>
            <a:lvl5pPr>
              <a:defRPr sz="1200"/>
            </a:lvl5pPr>
            <a:lvl6pPr>
              <a:defRPr sz="900" baseline="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61664853"/>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414937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oleObject" Target="../embeddings/oleObject1.bin"/><Relationship Id="rId17"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image" Target="../media/image2.png"/><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image" Target="../media/image1.emf"/><Relationship Id="rId2" Type="http://schemas.openxmlformats.org/officeDocument/2006/relationships/slideLayout" Target="../slideLayouts/slideLayout11.xml"/><Relationship Id="rId16" Type="http://schemas.openxmlformats.org/officeDocument/2006/relationships/oleObject" Target="../embeddings/oleObject8.bin"/><Relationship Id="rId20" Type="http://schemas.openxmlformats.org/officeDocument/2006/relationships/image" Target="../media/image4.png"/><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tags" Target="../tags/tag11.xml"/><Relationship Id="rId10" Type="http://schemas.openxmlformats.org/officeDocument/2006/relationships/slideLayout" Target="../slideLayouts/slideLayout19.xml"/><Relationship Id="rId19" Type="http://schemas.openxmlformats.org/officeDocument/2006/relationships/image" Target="../media/image3.png"/><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emf"/><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oleObject" Target="../embeddings/oleObject1.bin"/><Relationship Id="rId17" Type="http://schemas.openxmlformats.org/officeDocument/2006/relationships/image" Target="../media/image5.png"/><Relationship Id="rId2" Type="http://schemas.openxmlformats.org/officeDocument/2006/relationships/slideLayout" Target="../slideLayouts/slideLayout24.xml"/><Relationship Id="rId16" Type="http://schemas.openxmlformats.org/officeDocument/2006/relationships/image" Target="../media/image4.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tags" Target="../tags/tag27.xml"/><Relationship Id="rId5" Type="http://schemas.openxmlformats.org/officeDocument/2006/relationships/slideLayout" Target="../slideLayouts/slideLayout27.xml"/><Relationship Id="rId15" Type="http://schemas.openxmlformats.org/officeDocument/2006/relationships/image" Target="../media/image3.png"/><Relationship Id="rId10" Type="http://schemas.openxmlformats.org/officeDocument/2006/relationships/theme" Target="../theme/theme3.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13" Type="http://schemas.openxmlformats.org/officeDocument/2006/relationships/image" Target="../media/image3.png"/><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image" Target="../media/image2.png"/><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image" Target="../media/image1.emf"/><Relationship Id="rId5" Type="http://schemas.openxmlformats.org/officeDocument/2006/relationships/slideLayout" Target="../slideLayouts/slideLayout36.xml"/><Relationship Id="rId15" Type="http://schemas.openxmlformats.org/officeDocument/2006/relationships/image" Target="../media/image5.png"/><Relationship Id="rId10" Type="http://schemas.openxmlformats.org/officeDocument/2006/relationships/oleObject" Target="../embeddings/oleObject1.bin"/><Relationship Id="rId4" Type="http://schemas.openxmlformats.org/officeDocument/2006/relationships/slideLayout" Target="../slideLayouts/slideLayout35.xml"/><Relationship Id="rId9" Type="http://schemas.openxmlformats.org/officeDocument/2006/relationships/tags" Target="../tags/tag37.xml"/><Relationship Id="rId14"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ags" Target="../tags/tag46.xml"/><Relationship Id="rId18" Type="http://schemas.openxmlformats.org/officeDocument/2006/relationships/image" Target="../media/image4.png"/><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5.xml"/><Relationship Id="rId17" Type="http://schemas.openxmlformats.org/officeDocument/2006/relationships/image" Target="../media/image3.png"/><Relationship Id="rId2" Type="http://schemas.openxmlformats.org/officeDocument/2006/relationships/slideLayout" Target="../slideLayouts/slideLayout40.xml"/><Relationship Id="rId16" Type="http://schemas.openxmlformats.org/officeDocument/2006/relationships/image" Target="../media/image2.pn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image" Target="../media/image1.emf"/><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oleObject" Target="../embeddings/oleObject10.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image" Target="../media/image2.png"/><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image" Target="../media/image1.emf"/><Relationship Id="rId2" Type="http://schemas.openxmlformats.org/officeDocument/2006/relationships/slideLayout" Target="../slideLayouts/slideLayout51.xml"/><Relationship Id="rId16" Type="http://schemas.openxmlformats.org/officeDocument/2006/relationships/image" Target="../media/image5.png"/><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oleObject" Target="../embeddings/oleObject1.bin"/><Relationship Id="rId5" Type="http://schemas.openxmlformats.org/officeDocument/2006/relationships/slideLayout" Target="../slideLayouts/slideLayout54.xml"/><Relationship Id="rId15" Type="http://schemas.openxmlformats.org/officeDocument/2006/relationships/image" Target="../media/image4.png"/><Relationship Id="rId10" Type="http://schemas.openxmlformats.org/officeDocument/2006/relationships/tags" Target="../tags/tag60.xml"/><Relationship Id="rId4" Type="http://schemas.openxmlformats.org/officeDocument/2006/relationships/slideLayout" Target="../slideLayouts/slideLayout53.xml"/><Relationship Id="rId9" Type="http://schemas.openxmlformats.org/officeDocument/2006/relationships/theme" Target="../theme/theme6.xml"/><Relationship Id="rId14" Type="http://schemas.openxmlformats.org/officeDocument/2006/relationships/image" Target="../media/image3.png"/></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13" Type="http://schemas.openxmlformats.org/officeDocument/2006/relationships/image" Target="../media/image3.png"/><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image" Target="../media/image2.png"/><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image" Target="../media/image1.emf"/><Relationship Id="rId5" Type="http://schemas.openxmlformats.org/officeDocument/2006/relationships/slideLayout" Target="../slideLayouts/slideLayout62.xml"/><Relationship Id="rId15" Type="http://schemas.openxmlformats.org/officeDocument/2006/relationships/image" Target="../media/image5.png"/><Relationship Id="rId10" Type="http://schemas.openxmlformats.org/officeDocument/2006/relationships/oleObject" Target="../embeddings/oleObject11.bin"/><Relationship Id="rId4" Type="http://schemas.openxmlformats.org/officeDocument/2006/relationships/slideLayout" Target="../slideLayouts/slideLayout61.xml"/><Relationship Id="rId9" Type="http://schemas.openxmlformats.org/officeDocument/2006/relationships/tags" Target="../tags/tag70.xml"/><Relationship Id="rId14" Type="http://schemas.openxmlformats.org/officeDocument/2006/relationships/image" Target="../media/image4.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image" Target="../media/image2.png"/><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image" Target="../media/image1.emf"/><Relationship Id="rId2" Type="http://schemas.openxmlformats.org/officeDocument/2006/relationships/slideLayout" Target="../slideLayouts/slideLayout66.xml"/><Relationship Id="rId16" Type="http://schemas.openxmlformats.org/officeDocument/2006/relationships/image" Target="../media/image5.pn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oleObject" Target="../embeddings/oleObject1.bin"/><Relationship Id="rId5" Type="http://schemas.openxmlformats.org/officeDocument/2006/relationships/slideLayout" Target="../slideLayouts/slideLayout69.xml"/><Relationship Id="rId15" Type="http://schemas.openxmlformats.org/officeDocument/2006/relationships/image" Target="../media/image4.png"/><Relationship Id="rId10" Type="http://schemas.openxmlformats.org/officeDocument/2006/relationships/tags" Target="../tags/tag79.xml"/><Relationship Id="rId4" Type="http://schemas.openxmlformats.org/officeDocument/2006/relationships/slideLayout" Target="../slideLayouts/slideLayout68.xml"/><Relationship Id="rId9" Type="http://schemas.openxmlformats.org/officeDocument/2006/relationships/theme" Target="../theme/theme8.xml"/><Relationship Id="rId14" Type="http://schemas.openxmlformats.org/officeDocument/2006/relationships/image" Target="../media/image3.pn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image" Target="../media/image2.png"/><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image" Target="../media/image1.emf"/><Relationship Id="rId2" Type="http://schemas.openxmlformats.org/officeDocument/2006/relationships/slideLayout" Target="../slideLayouts/slideLayout74.xml"/><Relationship Id="rId16" Type="http://schemas.openxmlformats.org/officeDocument/2006/relationships/image" Target="../media/image5.png"/><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oleObject" Target="../embeddings/oleObject1.bin"/><Relationship Id="rId5" Type="http://schemas.openxmlformats.org/officeDocument/2006/relationships/slideLayout" Target="../slideLayouts/slideLayout77.xml"/><Relationship Id="rId15" Type="http://schemas.openxmlformats.org/officeDocument/2006/relationships/image" Target="../media/image4.png"/><Relationship Id="rId10" Type="http://schemas.openxmlformats.org/officeDocument/2006/relationships/tags" Target="../tags/tag89.xml"/><Relationship Id="rId4" Type="http://schemas.openxmlformats.org/officeDocument/2006/relationships/slideLayout" Target="../slideLayouts/slideLayout76.xml"/><Relationship Id="rId9" Type="http://schemas.openxmlformats.org/officeDocument/2006/relationships/theme" Target="../theme/theme9.xml"/><Relationship Id="rId14" Type="http://schemas.openxmlformats.org/officeDocument/2006/relationships/image" Target="../media/image3.pn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88.xml"/><Relationship Id="rId13" Type="http://schemas.openxmlformats.org/officeDocument/2006/relationships/tags" Target="../tags/tag99.xml"/><Relationship Id="rId18" Type="http://schemas.openxmlformats.org/officeDocument/2006/relationships/image" Target="../media/image4.png"/><Relationship Id="rId3" Type="http://schemas.openxmlformats.org/officeDocument/2006/relationships/slideLayout" Target="../slideLayouts/slideLayout83.xml"/><Relationship Id="rId7" Type="http://schemas.openxmlformats.org/officeDocument/2006/relationships/slideLayout" Target="../slideLayouts/slideLayout87.xml"/><Relationship Id="rId12" Type="http://schemas.openxmlformats.org/officeDocument/2006/relationships/theme" Target="../theme/theme10.xml"/><Relationship Id="rId17" Type="http://schemas.openxmlformats.org/officeDocument/2006/relationships/image" Target="../media/image3.png"/><Relationship Id="rId2" Type="http://schemas.openxmlformats.org/officeDocument/2006/relationships/slideLayout" Target="../slideLayouts/slideLayout82.xml"/><Relationship Id="rId16" Type="http://schemas.openxmlformats.org/officeDocument/2006/relationships/image" Target="../media/image2.png"/><Relationship Id="rId1" Type="http://schemas.openxmlformats.org/officeDocument/2006/relationships/slideLayout" Target="../slideLayouts/slideLayout81.xml"/><Relationship Id="rId6" Type="http://schemas.openxmlformats.org/officeDocument/2006/relationships/slideLayout" Target="../slideLayouts/slideLayout86.xml"/><Relationship Id="rId11" Type="http://schemas.openxmlformats.org/officeDocument/2006/relationships/slideLayout" Target="../slideLayouts/slideLayout91.xml"/><Relationship Id="rId5" Type="http://schemas.openxmlformats.org/officeDocument/2006/relationships/slideLayout" Target="../slideLayouts/slideLayout85.xml"/><Relationship Id="rId15" Type="http://schemas.openxmlformats.org/officeDocument/2006/relationships/image" Target="../media/image1.emf"/><Relationship Id="rId10" Type="http://schemas.openxmlformats.org/officeDocument/2006/relationships/slideLayout" Target="../slideLayouts/slideLayout90.xml"/><Relationship Id="rId4" Type="http://schemas.openxmlformats.org/officeDocument/2006/relationships/slideLayout" Target="../slideLayouts/slideLayout84.xml"/><Relationship Id="rId9" Type="http://schemas.openxmlformats.org/officeDocument/2006/relationships/slideLayout" Target="../slideLayouts/slideLayout89.xml"/><Relationship Id="rId14" Type="http://schemas.openxmlformats.org/officeDocument/2006/relationships/oleObject" Target="../embeddings/oleObject10.bin"/></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99.xml"/><Relationship Id="rId13" Type="http://schemas.openxmlformats.org/officeDocument/2006/relationships/image" Target="../media/image2.png"/><Relationship Id="rId3" Type="http://schemas.openxmlformats.org/officeDocument/2006/relationships/slideLayout" Target="../slideLayouts/slideLayout94.xml"/><Relationship Id="rId7" Type="http://schemas.openxmlformats.org/officeDocument/2006/relationships/slideLayout" Target="../slideLayouts/slideLayout98.xml"/><Relationship Id="rId12" Type="http://schemas.openxmlformats.org/officeDocument/2006/relationships/image" Target="../media/image1.emf"/><Relationship Id="rId2" Type="http://schemas.openxmlformats.org/officeDocument/2006/relationships/slideLayout" Target="../slideLayouts/slideLayout93.xml"/><Relationship Id="rId16" Type="http://schemas.openxmlformats.org/officeDocument/2006/relationships/image" Target="../media/image5.png"/><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oleObject" Target="../embeddings/oleObject1.bin"/><Relationship Id="rId5" Type="http://schemas.openxmlformats.org/officeDocument/2006/relationships/slideLayout" Target="../slideLayouts/slideLayout96.xml"/><Relationship Id="rId15" Type="http://schemas.openxmlformats.org/officeDocument/2006/relationships/image" Target="../media/image4.png"/><Relationship Id="rId10" Type="http://schemas.openxmlformats.org/officeDocument/2006/relationships/tags" Target="../tags/tag113.xml"/><Relationship Id="rId4" Type="http://schemas.openxmlformats.org/officeDocument/2006/relationships/slideLayout" Target="../slideLayouts/slideLayout95.xml"/><Relationship Id="rId9" Type="http://schemas.openxmlformats.org/officeDocument/2006/relationships/theme" Target="../theme/theme11.xml"/><Relationship Id="rId14" Type="http://schemas.openxmlformats.org/officeDocument/2006/relationships/image" Target="../media/image3.pn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image" Target="../media/image2.png"/><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image" Target="../media/image1.emf"/><Relationship Id="rId2" Type="http://schemas.openxmlformats.org/officeDocument/2006/relationships/slideLayout" Target="../slideLayouts/slideLayout101.xml"/><Relationship Id="rId16" Type="http://schemas.openxmlformats.org/officeDocument/2006/relationships/image" Target="../media/image5.png"/><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oleObject" Target="../embeddings/oleObject1.bin"/><Relationship Id="rId5" Type="http://schemas.openxmlformats.org/officeDocument/2006/relationships/slideLayout" Target="../slideLayouts/slideLayout104.xml"/><Relationship Id="rId15" Type="http://schemas.openxmlformats.org/officeDocument/2006/relationships/image" Target="../media/image4.png"/><Relationship Id="rId10" Type="http://schemas.openxmlformats.org/officeDocument/2006/relationships/tags" Target="../tags/tag123.xml"/><Relationship Id="rId4" Type="http://schemas.openxmlformats.org/officeDocument/2006/relationships/slideLayout" Target="../slideLayouts/slideLayout103.xml"/><Relationship Id="rId9" Type="http://schemas.openxmlformats.org/officeDocument/2006/relationships/theme" Target="../theme/theme12.xml"/><Relationship Id="rId14" Type="http://schemas.openxmlformats.org/officeDocument/2006/relationships/image" Target="../media/image3.png"/></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15.xml"/><Relationship Id="rId13" Type="http://schemas.openxmlformats.org/officeDocument/2006/relationships/oleObject" Target="../embeddings/oleObject13.bin"/><Relationship Id="rId3" Type="http://schemas.openxmlformats.org/officeDocument/2006/relationships/slideLayout" Target="../slideLayouts/slideLayout110.xml"/><Relationship Id="rId7" Type="http://schemas.openxmlformats.org/officeDocument/2006/relationships/slideLayout" Target="../slideLayouts/slideLayout114.xml"/><Relationship Id="rId12" Type="http://schemas.openxmlformats.org/officeDocument/2006/relationships/tags" Target="../tags/tag133.xml"/><Relationship Id="rId17" Type="http://schemas.openxmlformats.org/officeDocument/2006/relationships/image" Target="../media/image4.png"/><Relationship Id="rId2" Type="http://schemas.openxmlformats.org/officeDocument/2006/relationships/slideLayout" Target="../slideLayouts/slideLayout109.xml"/><Relationship Id="rId16" Type="http://schemas.openxmlformats.org/officeDocument/2006/relationships/image" Target="../media/image3.png"/><Relationship Id="rId1" Type="http://schemas.openxmlformats.org/officeDocument/2006/relationships/slideLayout" Target="../slideLayouts/slideLayout108.xml"/><Relationship Id="rId6" Type="http://schemas.openxmlformats.org/officeDocument/2006/relationships/slideLayout" Target="../slideLayouts/slideLayout113.xml"/><Relationship Id="rId11" Type="http://schemas.openxmlformats.org/officeDocument/2006/relationships/theme" Target="../theme/theme13.xml"/><Relationship Id="rId5" Type="http://schemas.openxmlformats.org/officeDocument/2006/relationships/slideLayout" Target="../slideLayouts/slideLayout112.xml"/><Relationship Id="rId15" Type="http://schemas.openxmlformats.org/officeDocument/2006/relationships/image" Target="../media/image2.png"/><Relationship Id="rId10" Type="http://schemas.openxmlformats.org/officeDocument/2006/relationships/slideLayout" Target="../slideLayouts/slideLayout117.xml"/><Relationship Id="rId4" Type="http://schemas.openxmlformats.org/officeDocument/2006/relationships/slideLayout" Target="../slideLayouts/slideLayout111.xml"/><Relationship Id="rId9" Type="http://schemas.openxmlformats.org/officeDocument/2006/relationships/slideLayout" Target="../slideLayouts/slideLayout116.xml"/><Relationship Id="rId14" Type="http://schemas.openxmlformats.org/officeDocument/2006/relationships/image" Target="../media/image1.emf"/></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25.xml"/><Relationship Id="rId13" Type="http://schemas.openxmlformats.org/officeDocument/2006/relationships/tags" Target="../tags/tag142.xml"/><Relationship Id="rId18" Type="http://schemas.openxmlformats.org/officeDocument/2006/relationships/image" Target="../media/image4.png"/><Relationship Id="rId3" Type="http://schemas.openxmlformats.org/officeDocument/2006/relationships/slideLayout" Target="../slideLayouts/slideLayout120.xml"/><Relationship Id="rId7" Type="http://schemas.openxmlformats.org/officeDocument/2006/relationships/slideLayout" Target="../slideLayouts/slideLayout124.xml"/><Relationship Id="rId12" Type="http://schemas.openxmlformats.org/officeDocument/2006/relationships/theme" Target="../theme/theme14.xml"/><Relationship Id="rId17" Type="http://schemas.openxmlformats.org/officeDocument/2006/relationships/image" Target="../media/image3.png"/><Relationship Id="rId2" Type="http://schemas.openxmlformats.org/officeDocument/2006/relationships/slideLayout" Target="../slideLayouts/slideLayout119.xml"/><Relationship Id="rId16" Type="http://schemas.openxmlformats.org/officeDocument/2006/relationships/image" Target="../media/image2.png"/><Relationship Id="rId1" Type="http://schemas.openxmlformats.org/officeDocument/2006/relationships/slideLayout" Target="../slideLayouts/slideLayout118.xml"/><Relationship Id="rId6" Type="http://schemas.openxmlformats.org/officeDocument/2006/relationships/slideLayout" Target="../slideLayouts/slideLayout123.xml"/><Relationship Id="rId11" Type="http://schemas.openxmlformats.org/officeDocument/2006/relationships/slideLayout" Target="../slideLayouts/slideLayout128.xml"/><Relationship Id="rId5" Type="http://schemas.openxmlformats.org/officeDocument/2006/relationships/slideLayout" Target="../slideLayouts/slideLayout122.xml"/><Relationship Id="rId15" Type="http://schemas.openxmlformats.org/officeDocument/2006/relationships/image" Target="../media/image1.emf"/><Relationship Id="rId10" Type="http://schemas.openxmlformats.org/officeDocument/2006/relationships/slideLayout" Target="../slideLayouts/slideLayout127.xml"/><Relationship Id="rId19" Type="http://schemas.openxmlformats.org/officeDocument/2006/relationships/image" Target="../media/image5.png"/><Relationship Id="rId4" Type="http://schemas.openxmlformats.org/officeDocument/2006/relationships/slideLayout" Target="../slideLayouts/slideLayout121.xml"/><Relationship Id="rId9" Type="http://schemas.openxmlformats.org/officeDocument/2006/relationships/slideLayout" Target="../slideLayouts/slideLayout126.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1"/>
            </p:custDataLst>
            <p:extLst>
              <p:ext uri="{D42A27DB-BD31-4B8C-83A1-F6EECF244321}">
                <p14:modId xmlns:p14="http://schemas.microsoft.com/office/powerpoint/2010/main" val="4054753942"/>
              </p:ext>
            </p:ext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12" imgW="430" imgH="433" progId="TCLayout.ActiveDocument.1">
                  <p:embed/>
                </p:oleObj>
              </mc:Choice>
              <mc:Fallback>
                <p:oleObj name="think-cell Slide" r:id="rId12" imgW="430" imgH="433" progId="TCLayout.ActiveDocument.1">
                  <p:embed/>
                  <p:pic>
                    <p:nvPicPr>
                      <p:cNvPr id="2" name="Object 1" hidden="1"/>
                      <p:cNvPicPr/>
                      <p:nvPr/>
                    </p:nvPicPr>
                    <p:blipFill>
                      <a:blip r:embed="rId13"/>
                      <a:stretch>
                        <a:fillRect/>
                      </a:stretch>
                    </p:blipFill>
                    <p:spPr>
                      <a:xfrm>
                        <a:off x="2119" y="1595"/>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19"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rgbClr val="FF0000"/>
                </a:solidFill>
                <a:latin typeface="Calibri" panose="020F0502020204030204" pitchFamily="34" charset="0"/>
                <a:cs typeface="+mn-cs"/>
              </a:defRPr>
            </a:lvl1pPr>
          </a:lstStyle>
          <a:p>
            <a:pPr>
              <a:defRPr/>
            </a:pPr>
            <a:fld id="{6516E9BE-843C-4425-80E4-36155279AD5E}" type="slidenum">
              <a:rPr lang="en-GB" smtClean="0"/>
              <a:pPr>
                <a:defRPr/>
              </a:pPr>
              <a:t>‹#›</a:t>
            </a:fld>
            <a:endParaRPr lang="en-GB"/>
          </a:p>
        </p:txBody>
      </p:sp>
      <p:pic>
        <p:nvPicPr>
          <p:cNvPr id="2052" name="Picture 4"/>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7" y="6400800"/>
            <a:ext cx="9409211" cy="457200"/>
          </a:xfrm>
          <a:prstGeom prst="rect">
            <a:avLst/>
          </a:prstGeom>
          <a:ln/>
        </p:spPr>
        <p:txBody>
          <a:bodyPr lIns="36000" tIns="36000" rIns="36000" bIns="36000" anchor="b"/>
          <a:lstStyle>
            <a:lvl1pPr>
              <a:defRPr sz="750">
                <a:solidFill>
                  <a:schemeClr val="bg2"/>
                </a:solidFill>
              </a:defRPr>
            </a:lvl1pPr>
          </a:lstStyle>
          <a:p>
            <a:endParaRPr lang="en-US"/>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6">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7">
            <a:extLst>
              <a:ext uri="{28A0092B-C50C-407E-A947-70E740481C1C}">
                <a14:useLocalDpi xmlns:a14="http://schemas.microsoft.com/office/drawing/2010/main" val="0"/>
              </a:ext>
            </a:extLst>
          </a:blip>
          <a:srcRect l="37353" t="8741" r="101" b="27"/>
          <a:stretch/>
        </p:blipFill>
        <p:spPr bwMode="ltGray">
          <a:xfrm rot="16200000" flipH="1">
            <a:off x="6006724" y="-5159178"/>
            <a:ext cx="369901" cy="12000658"/>
          </a:xfrm>
          <a:prstGeom prst="rect">
            <a:avLst/>
          </a:prstGeom>
        </p:spPr>
      </p:pic>
      <p:sp>
        <p:nvSpPr>
          <p:cNvPr id="22" name="TextBox 21"/>
          <p:cNvSpPr txBox="1"/>
          <p:nvPr userDrawn="1"/>
        </p:nvSpPr>
        <p:spPr>
          <a:xfrm>
            <a:off x="1016000" y="6477004"/>
            <a:ext cx="2844800" cy="276999"/>
          </a:xfrm>
          <a:prstGeom prst="rect">
            <a:avLst/>
          </a:prstGeom>
          <a:noFill/>
        </p:spPr>
        <p:txBody>
          <a:bodyPr wrap="square" rtlCol="0">
            <a:spAutoFit/>
          </a:bodyPr>
          <a:lstStyle/>
          <a:p>
            <a:r>
              <a:rPr lang="en-GB" sz="1200">
                <a:solidFill>
                  <a:srgbClr val="FFFFFF"/>
                </a:solidFill>
                <a:latin typeface="Verdana"/>
              </a:rPr>
              <a:t>GIA – Highly Confidential</a:t>
            </a:r>
          </a:p>
        </p:txBody>
      </p:sp>
      <p:sp>
        <p:nvSpPr>
          <p:cNvPr id="5" name="TextBox 4">
            <a:extLst>
              <a:ext uri="{FF2B5EF4-FFF2-40B4-BE49-F238E27FC236}">
                <a16:creationId xmlns:a16="http://schemas.microsoft.com/office/drawing/2014/main" id="{66958AA2-1B59-E451-DA9D-7AF05DCF9122}"/>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2405085775"/>
      </p:ext>
    </p:extLst>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 id="2147484155" r:id="rId4"/>
    <p:sldLayoutId id="2147484156" r:id="rId5"/>
    <p:sldLayoutId id="2147484157" r:id="rId6"/>
    <p:sldLayoutId id="2147484158" r:id="rId7"/>
    <p:sldLayoutId id="2147484159" r:id="rId8"/>
    <p:sldLayoutId id="2147484160" r:id="rId9"/>
  </p:sldLayoutIdLst>
  <p:hf hdr="0" ft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9"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17"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26"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35"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82" indent="-257182" algn="l" rtl="0" eaLnBrk="1" fontAlgn="base" hangingPunct="1">
        <a:spcBef>
          <a:spcPct val="20000"/>
        </a:spcBef>
        <a:spcAft>
          <a:spcPct val="0"/>
        </a:spcAft>
        <a:buChar char="•"/>
        <a:defRPr sz="1349">
          <a:solidFill>
            <a:schemeClr val="tx1"/>
          </a:solidFill>
          <a:latin typeface="Calibri" panose="020F0502020204030204" pitchFamily="34" charset="0"/>
          <a:ea typeface="+mn-ea"/>
          <a:cs typeface="+mn-cs"/>
        </a:defRPr>
      </a:lvl1pPr>
      <a:lvl2pPr marL="557227" indent="-214319"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71"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3pPr>
      <a:lvl4pPr marL="1200180"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4pPr>
      <a:lvl5pPr marL="1543088"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5pPr>
      <a:lvl6pPr marL="1885997" indent="-171455" algn="l" rtl="0" eaLnBrk="1" fontAlgn="base" hangingPunct="1">
        <a:spcBef>
          <a:spcPct val="20000"/>
        </a:spcBef>
        <a:spcAft>
          <a:spcPct val="0"/>
        </a:spcAft>
        <a:buChar char="»"/>
        <a:defRPr>
          <a:solidFill>
            <a:schemeClr val="tx1"/>
          </a:solidFill>
          <a:latin typeface="+mn-lt"/>
          <a:cs typeface="+mn-cs"/>
        </a:defRPr>
      </a:lvl6pPr>
      <a:lvl7pPr marL="2228906" indent="-171455" algn="l" rtl="0" eaLnBrk="1" fontAlgn="base" hangingPunct="1">
        <a:spcBef>
          <a:spcPct val="20000"/>
        </a:spcBef>
        <a:spcAft>
          <a:spcPct val="0"/>
        </a:spcAft>
        <a:buChar char="»"/>
        <a:defRPr>
          <a:solidFill>
            <a:schemeClr val="tx1"/>
          </a:solidFill>
          <a:latin typeface="+mn-lt"/>
          <a:cs typeface="+mn-cs"/>
        </a:defRPr>
      </a:lvl7pPr>
      <a:lvl8pPr marL="2571813" indent="-171455" algn="l" rtl="0" eaLnBrk="1" fontAlgn="base" hangingPunct="1">
        <a:spcBef>
          <a:spcPct val="20000"/>
        </a:spcBef>
        <a:spcAft>
          <a:spcPct val="0"/>
        </a:spcAft>
        <a:buChar char="»"/>
        <a:defRPr>
          <a:solidFill>
            <a:schemeClr val="tx1"/>
          </a:solidFill>
          <a:latin typeface="+mn-lt"/>
          <a:cs typeface="+mn-cs"/>
        </a:defRPr>
      </a:lvl8pPr>
      <a:lvl9pPr marL="2914723" indent="-171455"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17" rtl="0" eaLnBrk="1" latinLnBrk="0" hangingPunct="1">
        <a:defRPr sz="1349" kern="1200">
          <a:solidFill>
            <a:schemeClr val="tx1"/>
          </a:solidFill>
          <a:latin typeface="+mn-lt"/>
          <a:ea typeface="+mn-ea"/>
          <a:cs typeface="+mn-cs"/>
        </a:defRPr>
      </a:lvl1pPr>
      <a:lvl2pPr marL="342909" algn="l" defTabSz="685817" rtl="0" eaLnBrk="1" latinLnBrk="0" hangingPunct="1">
        <a:defRPr sz="1349" kern="1200">
          <a:solidFill>
            <a:schemeClr val="tx1"/>
          </a:solidFill>
          <a:latin typeface="+mn-lt"/>
          <a:ea typeface="+mn-ea"/>
          <a:cs typeface="+mn-cs"/>
        </a:defRPr>
      </a:lvl2pPr>
      <a:lvl3pPr marL="685817" algn="l" defTabSz="685817" rtl="0" eaLnBrk="1" latinLnBrk="0" hangingPunct="1">
        <a:defRPr sz="1349" kern="1200">
          <a:solidFill>
            <a:schemeClr val="tx1"/>
          </a:solidFill>
          <a:latin typeface="+mn-lt"/>
          <a:ea typeface="+mn-ea"/>
          <a:cs typeface="+mn-cs"/>
        </a:defRPr>
      </a:lvl3pPr>
      <a:lvl4pPr marL="1028726" algn="l" defTabSz="685817" rtl="0" eaLnBrk="1" latinLnBrk="0" hangingPunct="1">
        <a:defRPr sz="1349" kern="1200">
          <a:solidFill>
            <a:schemeClr val="tx1"/>
          </a:solidFill>
          <a:latin typeface="+mn-lt"/>
          <a:ea typeface="+mn-ea"/>
          <a:cs typeface="+mn-cs"/>
        </a:defRPr>
      </a:lvl4pPr>
      <a:lvl5pPr marL="1371635" algn="l" defTabSz="685817" rtl="0" eaLnBrk="1" latinLnBrk="0" hangingPunct="1">
        <a:defRPr sz="1349" kern="1200">
          <a:solidFill>
            <a:schemeClr val="tx1"/>
          </a:solidFill>
          <a:latin typeface="+mn-lt"/>
          <a:ea typeface="+mn-ea"/>
          <a:cs typeface="+mn-cs"/>
        </a:defRPr>
      </a:lvl5pPr>
      <a:lvl6pPr marL="1714542" algn="l" defTabSz="685817" rtl="0" eaLnBrk="1" latinLnBrk="0" hangingPunct="1">
        <a:defRPr sz="1349" kern="1200">
          <a:solidFill>
            <a:schemeClr val="tx1"/>
          </a:solidFill>
          <a:latin typeface="+mn-lt"/>
          <a:ea typeface="+mn-ea"/>
          <a:cs typeface="+mn-cs"/>
        </a:defRPr>
      </a:lvl6pPr>
      <a:lvl7pPr marL="2057451" algn="l" defTabSz="685817" rtl="0" eaLnBrk="1" latinLnBrk="0" hangingPunct="1">
        <a:defRPr sz="1349" kern="1200">
          <a:solidFill>
            <a:schemeClr val="tx1"/>
          </a:solidFill>
          <a:latin typeface="+mn-lt"/>
          <a:ea typeface="+mn-ea"/>
          <a:cs typeface="+mn-cs"/>
        </a:defRPr>
      </a:lvl7pPr>
      <a:lvl8pPr marL="2400361" algn="l" defTabSz="685817" rtl="0" eaLnBrk="1" latinLnBrk="0" hangingPunct="1">
        <a:defRPr sz="1349" kern="1200">
          <a:solidFill>
            <a:schemeClr val="tx1"/>
          </a:solidFill>
          <a:latin typeface="+mn-lt"/>
          <a:ea typeface="+mn-ea"/>
          <a:cs typeface="+mn-cs"/>
        </a:defRPr>
      </a:lvl8pPr>
      <a:lvl9pPr marL="2743268" algn="l" defTabSz="685817" rtl="0" eaLnBrk="1" latinLnBrk="0" hangingPunct="1">
        <a:defRPr sz="1349"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5"/>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16" imgW="360" imgH="360" progId="TCLayout.ActiveDocument.1">
                  <p:embed/>
                </p:oleObj>
              </mc:Choice>
              <mc:Fallback>
                <p:oleObj name="think-cell Slide" r:id="rId16" imgW="360" imgH="360" progId="TCLayout.ActiveDocument.1">
                  <p:embed/>
                  <p:pic>
                    <p:nvPicPr>
                      <p:cNvPr id="2" name="Object 1" hidden="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9" name="Rectangle 5"/>
          <p:cNvSpPr>
            <a:spLocks noGrp="1" noChangeArrowheads="1"/>
          </p:cNvSpPr>
          <p:nvPr>
            <p:ph type="sldNum" sz="quarter" idx="4"/>
          </p:nvPr>
        </p:nvSpPr>
        <p:spPr bwMode="auto">
          <a:xfrm>
            <a:off x="11664622"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chemeClr val="bg2"/>
                </a:solidFill>
                <a:latin typeface="Calibri" panose="020F0502020204030204" pitchFamily="34" charset="0"/>
                <a:cs typeface="+mn-cs"/>
              </a:defRPr>
            </a:lvl1pPr>
          </a:lstStyle>
          <a:p>
            <a:fld id="{7693335A-AD1B-4C37-BF8F-2DC8D7AD9CE6}" type="slidenum">
              <a:rPr lang="en-US" smtClean="0">
                <a:solidFill>
                  <a:srgbClr val="000000"/>
                </a:solidFill>
              </a:rPr>
              <a:pPr/>
              <a:t>‹#›</a:t>
            </a:fld>
            <a:endParaRPr lang="en-US">
              <a:solidFill>
                <a:srgbClr val="000000"/>
              </a:solidFill>
            </a:endParaRPr>
          </a:p>
        </p:txBody>
      </p:sp>
      <p:pic>
        <p:nvPicPr>
          <p:cNvPr id="2052" name="Picture 4"/>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7" y="6400800"/>
            <a:ext cx="9409211" cy="457200"/>
          </a:xfrm>
          <a:prstGeom prst="rect">
            <a:avLst/>
          </a:prstGeom>
          <a:ln/>
        </p:spPr>
        <p:txBody>
          <a:bodyPr lIns="36000" tIns="36000" rIns="36000" bIns="36000" anchor="b"/>
          <a:lstStyle>
            <a:lvl1pPr>
              <a:defRPr sz="750">
                <a:solidFill>
                  <a:schemeClr val="bg2"/>
                </a:solidFill>
              </a:defRPr>
            </a:lvl1pPr>
          </a:lstStyle>
          <a:p>
            <a:endParaRPr lang="en-US">
              <a:solidFill>
                <a:srgbClr val="000000"/>
              </a:solidFill>
            </a:endParaRPr>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9" cstate="print">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20" cstate="print">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5" name="TextBox 4">
            <a:extLst>
              <a:ext uri="{FF2B5EF4-FFF2-40B4-BE49-F238E27FC236}">
                <a16:creationId xmlns:a16="http://schemas.microsoft.com/office/drawing/2014/main" id="{940A9720-3711-D9C8-1513-DDEB73D35CFE}"/>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1174289453"/>
      </p:ext>
    </p:extLst>
  </p:cSld>
  <p:clrMap bg1="lt1" tx1="dk1" bg2="lt2" tx2="dk2" accent1="accent1" accent2="accent2" accent3="accent3" accent4="accent4" accent5="accent5" accent6="accent6" hlink="hlink" folHlink="folHlink"/>
  <p:sldLayoutIdLst>
    <p:sldLayoutId id="2147484162" r:id="rId1"/>
    <p:sldLayoutId id="2147484163" r:id="rId2"/>
    <p:sldLayoutId id="2147484164" r:id="rId3"/>
    <p:sldLayoutId id="2147484165" r:id="rId4"/>
    <p:sldLayoutId id="2147484166" r:id="rId5"/>
    <p:sldLayoutId id="2147484167" r:id="rId6"/>
    <p:sldLayoutId id="2147484168" r:id="rId7"/>
    <p:sldLayoutId id="2147484169" r:id="rId8"/>
    <p:sldLayoutId id="2147484170" r:id="rId9"/>
    <p:sldLayoutId id="2147484171" r:id="rId10"/>
    <p:sldLayoutId id="2147484172" r:id="rId11"/>
    <p:sldLayoutId id="2147484173" r:id="rId12"/>
    <p:sldLayoutId id="2147484174" r:id="rId13"/>
  </p:sldLayoutIdLst>
  <p:hf hdr="0" ft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9"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17"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26"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35"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82" indent="-257182" algn="l" rtl="0" eaLnBrk="1" fontAlgn="base" hangingPunct="1">
        <a:spcBef>
          <a:spcPct val="20000"/>
        </a:spcBef>
        <a:spcAft>
          <a:spcPct val="0"/>
        </a:spcAft>
        <a:buChar char="•"/>
        <a:defRPr sz="1349">
          <a:solidFill>
            <a:schemeClr val="tx1"/>
          </a:solidFill>
          <a:latin typeface="Calibri" panose="020F0502020204030204" pitchFamily="34" charset="0"/>
          <a:ea typeface="+mn-ea"/>
          <a:cs typeface="+mn-cs"/>
        </a:defRPr>
      </a:lvl1pPr>
      <a:lvl2pPr marL="557227" indent="-214319"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71"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3pPr>
      <a:lvl4pPr marL="1200180"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4pPr>
      <a:lvl5pPr marL="1543088"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5pPr>
      <a:lvl6pPr marL="1885997" indent="-171455" algn="l" rtl="0" eaLnBrk="1" fontAlgn="base" hangingPunct="1">
        <a:spcBef>
          <a:spcPct val="20000"/>
        </a:spcBef>
        <a:spcAft>
          <a:spcPct val="0"/>
        </a:spcAft>
        <a:buChar char="»"/>
        <a:defRPr>
          <a:solidFill>
            <a:schemeClr val="tx1"/>
          </a:solidFill>
          <a:latin typeface="+mn-lt"/>
          <a:cs typeface="+mn-cs"/>
        </a:defRPr>
      </a:lvl6pPr>
      <a:lvl7pPr marL="2228906" indent="-171455" algn="l" rtl="0" eaLnBrk="1" fontAlgn="base" hangingPunct="1">
        <a:spcBef>
          <a:spcPct val="20000"/>
        </a:spcBef>
        <a:spcAft>
          <a:spcPct val="0"/>
        </a:spcAft>
        <a:buChar char="»"/>
        <a:defRPr>
          <a:solidFill>
            <a:schemeClr val="tx1"/>
          </a:solidFill>
          <a:latin typeface="+mn-lt"/>
          <a:cs typeface="+mn-cs"/>
        </a:defRPr>
      </a:lvl7pPr>
      <a:lvl8pPr marL="2571813" indent="-171455" algn="l" rtl="0" eaLnBrk="1" fontAlgn="base" hangingPunct="1">
        <a:spcBef>
          <a:spcPct val="20000"/>
        </a:spcBef>
        <a:spcAft>
          <a:spcPct val="0"/>
        </a:spcAft>
        <a:buChar char="»"/>
        <a:defRPr>
          <a:solidFill>
            <a:schemeClr val="tx1"/>
          </a:solidFill>
          <a:latin typeface="+mn-lt"/>
          <a:cs typeface="+mn-cs"/>
        </a:defRPr>
      </a:lvl8pPr>
      <a:lvl9pPr marL="2914723" indent="-171455"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17" rtl="0" eaLnBrk="1" latinLnBrk="0" hangingPunct="1">
        <a:defRPr sz="1349" kern="1200">
          <a:solidFill>
            <a:schemeClr val="tx1"/>
          </a:solidFill>
          <a:latin typeface="+mn-lt"/>
          <a:ea typeface="+mn-ea"/>
          <a:cs typeface="+mn-cs"/>
        </a:defRPr>
      </a:lvl1pPr>
      <a:lvl2pPr marL="342909" algn="l" defTabSz="685817" rtl="0" eaLnBrk="1" latinLnBrk="0" hangingPunct="1">
        <a:defRPr sz="1349" kern="1200">
          <a:solidFill>
            <a:schemeClr val="tx1"/>
          </a:solidFill>
          <a:latin typeface="+mn-lt"/>
          <a:ea typeface="+mn-ea"/>
          <a:cs typeface="+mn-cs"/>
        </a:defRPr>
      </a:lvl2pPr>
      <a:lvl3pPr marL="685817" algn="l" defTabSz="685817" rtl="0" eaLnBrk="1" latinLnBrk="0" hangingPunct="1">
        <a:defRPr sz="1349" kern="1200">
          <a:solidFill>
            <a:schemeClr val="tx1"/>
          </a:solidFill>
          <a:latin typeface="+mn-lt"/>
          <a:ea typeface="+mn-ea"/>
          <a:cs typeface="+mn-cs"/>
        </a:defRPr>
      </a:lvl3pPr>
      <a:lvl4pPr marL="1028726" algn="l" defTabSz="685817" rtl="0" eaLnBrk="1" latinLnBrk="0" hangingPunct="1">
        <a:defRPr sz="1349" kern="1200">
          <a:solidFill>
            <a:schemeClr val="tx1"/>
          </a:solidFill>
          <a:latin typeface="+mn-lt"/>
          <a:ea typeface="+mn-ea"/>
          <a:cs typeface="+mn-cs"/>
        </a:defRPr>
      </a:lvl4pPr>
      <a:lvl5pPr marL="1371635" algn="l" defTabSz="685817" rtl="0" eaLnBrk="1" latinLnBrk="0" hangingPunct="1">
        <a:defRPr sz="1349" kern="1200">
          <a:solidFill>
            <a:schemeClr val="tx1"/>
          </a:solidFill>
          <a:latin typeface="+mn-lt"/>
          <a:ea typeface="+mn-ea"/>
          <a:cs typeface="+mn-cs"/>
        </a:defRPr>
      </a:lvl5pPr>
      <a:lvl6pPr marL="1714542" algn="l" defTabSz="685817" rtl="0" eaLnBrk="1" latinLnBrk="0" hangingPunct="1">
        <a:defRPr sz="1349" kern="1200">
          <a:solidFill>
            <a:schemeClr val="tx1"/>
          </a:solidFill>
          <a:latin typeface="+mn-lt"/>
          <a:ea typeface="+mn-ea"/>
          <a:cs typeface="+mn-cs"/>
        </a:defRPr>
      </a:lvl6pPr>
      <a:lvl7pPr marL="2057451" algn="l" defTabSz="685817" rtl="0" eaLnBrk="1" latinLnBrk="0" hangingPunct="1">
        <a:defRPr sz="1349" kern="1200">
          <a:solidFill>
            <a:schemeClr val="tx1"/>
          </a:solidFill>
          <a:latin typeface="+mn-lt"/>
          <a:ea typeface="+mn-ea"/>
          <a:cs typeface="+mn-cs"/>
        </a:defRPr>
      </a:lvl7pPr>
      <a:lvl8pPr marL="2400361" algn="l" defTabSz="685817" rtl="0" eaLnBrk="1" latinLnBrk="0" hangingPunct="1">
        <a:defRPr sz="1349" kern="1200">
          <a:solidFill>
            <a:schemeClr val="tx1"/>
          </a:solidFill>
          <a:latin typeface="+mn-lt"/>
          <a:ea typeface="+mn-ea"/>
          <a:cs typeface="+mn-cs"/>
        </a:defRPr>
      </a:lvl8pPr>
      <a:lvl9pPr marL="2743268" algn="l" defTabSz="685817" rtl="0" eaLnBrk="1" latinLnBrk="0" hangingPunct="1">
        <a:defRPr sz="1349"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1"/>
            </p:custDataLst>
            <p:extLst>
              <p:ext uri="{D42A27DB-BD31-4B8C-83A1-F6EECF244321}">
                <p14:modId xmlns:p14="http://schemas.microsoft.com/office/powerpoint/2010/main" val="3658942580"/>
              </p:ext>
            </p:ext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12" imgW="430" imgH="433" progId="TCLayout.ActiveDocument.1">
                  <p:embed/>
                </p:oleObj>
              </mc:Choice>
              <mc:Fallback>
                <p:oleObj name="think-cell Slide" r:id="rId12" imgW="430" imgH="433" progId="TCLayout.ActiveDocument.1">
                  <p:embed/>
                  <p:pic>
                    <p:nvPicPr>
                      <p:cNvPr id="2" name="Object 1" hidden="1"/>
                      <p:cNvPicPr/>
                      <p:nvPr/>
                    </p:nvPicPr>
                    <p:blipFill>
                      <a:blip r:embed="rId13"/>
                      <a:stretch>
                        <a:fillRect/>
                      </a:stretch>
                    </p:blipFill>
                    <p:spPr>
                      <a:xfrm>
                        <a:off x="2119" y="1595"/>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22"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chemeClr val="bg2"/>
                </a:solidFill>
                <a:latin typeface="Calibri" panose="020F0502020204030204" pitchFamily="34" charset="0"/>
                <a:cs typeface="+mn-cs"/>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2052" name="Picture 4"/>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7" y="6400800"/>
            <a:ext cx="9409211" cy="457200"/>
          </a:xfrm>
          <a:prstGeom prst="rect">
            <a:avLst/>
          </a:prstGeom>
          <a:ln/>
        </p:spPr>
        <p:txBody>
          <a:bodyPr lIns="36000" tIns="36000" rIns="36000" bIns="36000" anchor="b"/>
          <a:lstStyle>
            <a:lvl1pPr>
              <a:defRPr sz="750">
                <a:solidFill>
                  <a:schemeClr val="bg2"/>
                </a:solidFill>
              </a:defRPr>
            </a:lvl1pPr>
          </a:lstStyle>
          <a:p>
            <a:endParaRPr lang="en-US">
              <a:solidFill>
                <a:srgbClr val="000000"/>
              </a:solidFill>
            </a:endParaRPr>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6">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7">
            <a:extLst>
              <a:ext uri="{28A0092B-C50C-407E-A947-70E740481C1C}">
                <a14:useLocalDpi xmlns:a14="http://schemas.microsoft.com/office/drawing/2010/main" val="0"/>
              </a:ext>
            </a:extLst>
          </a:blip>
          <a:srcRect l="37353" t="8741" r="101" b="27"/>
          <a:stretch/>
        </p:blipFill>
        <p:spPr bwMode="ltGray">
          <a:xfrm rot="16200000" flipH="1">
            <a:off x="6006724" y="-5159178"/>
            <a:ext cx="369901" cy="12000658"/>
          </a:xfrm>
          <a:prstGeom prst="rect">
            <a:avLst/>
          </a:prstGeom>
        </p:spPr>
      </p:pic>
      <p:sp>
        <p:nvSpPr>
          <p:cNvPr id="5" name="TextBox 4">
            <a:extLst>
              <a:ext uri="{FF2B5EF4-FFF2-40B4-BE49-F238E27FC236}">
                <a16:creationId xmlns:a16="http://schemas.microsoft.com/office/drawing/2014/main" id="{B76D8190-9CFF-81BC-F0EF-9D1F1266AD4D}"/>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3365621574"/>
      </p:ext>
    </p:extLst>
  </p:cSld>
  <p:clrMap bg1="lt1" tx1="dk1" bg2="lt2" tx2="dk2" accent1="accent1" accent2="accent2" accent3="accent3" accent4="accent4" accent5="accent5" accent6="accent6" hlink="hlink" folHlink="folHlink"/>
  <p:sldLayoutIdLst>
    <p:sldLayoutId id="2147484176" r:id="rId1"/>
    <p:sldLayoutId id="2147484177" r:id="rId2"/>
    <p:sldLayoutId id="2147484178" r:id="rId3"/>
    <p:sldLayoutId id="2147484179" r:id="rId4"/>
    <p:sldLayoutId id="2147484180" r:id="rId5"/>
    <p:sldLayoutId id="2147484181" r:id="rId6"/>
    <p:sldLayoutId id="2147484182" r:id="rId7"/>
    <p:sldLayoutId id="2147484183" r:id="rId8"/>
    <p:sldLayoutId id="2147484204" r:id="rId9"/>
  </p:sldLayoutIdLst>
  <p:hf hdr="0" ft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9"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17"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26"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35"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82" indent="-257182" algn="l" rtl="0" eaLnBrk="1" fontAlgn="base" hangingPunct="1">
        <a:spcBef>
          <a:spcPct val="20000"/>
        </a:spcBef>
        <a:spcAft>
          <a:spcPct val="0"/>
        </a:spcAft>
        <a:buChar char="•"/>
        <a:defRPr sz="1349">
          <a:solidFill>
            <a:schemeClr val="tx1"/>
          </a:solidFill>
          <a:latin typeface="Calibri" panose="020F0502020204030204" pitchFamily="34" charset="0"/>
          <a:ea typeface="+mn-ea"/>
          <a:cs typeface="+mn-cs"/>
        </a:defRPr>
      </a:lvl1pPr>
      <a:lvl2pPr marL="557227" indent="-214319"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71"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3pPr>
      <a:lvl4pPr marL="1200180"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4pPr>
      <a:lvl5pPr marL="1543088"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5pPr>
      <a:lvl6pPr marL="1885997" indent="-171455" algn="l" rtl="0" eaLnBrk="1" fontAlgn="base" hangingPunct="1">
        <a:spcBef>
          <a:spcPct val="20000"/>
        </a:spcBef>
        <a:spcAft>
          <a:spcPct val="0"/>
        </a:spcAft>
        <a:buChar char="»"/>
        <a:defRPr>
          <a:solidFill>
            <a:schemeClr val="tx1"/>
          </a:solidFill>
          <a:latin typeface="+mn-lt"/>
          <a:cs typeface="+mn-cs"/>
        </a:defRPr>
      </a:lvl6pPr>
      <a:lvl7pPr marL="2228906" indent="-171455" algn="l" rtl="0" eaLnBrk="1" fontAlgn="base" hangingPunct="1">
        <a:spcBef>
          <a:spcPct val="20000"/>
        </a:spcBef>
        <a:spcAft>
          <a:spcPct val="0"/>
        </a:spcAft>
        <a:buChar char="»"/>
        <a:defRPr>
          <a:solidFill>
            <a:schemeClr val="tx1"/>
          </a:solidFill>
          <a:latin typeface="+mn-lt"/>
          <a:cs typeface="+mn-cs"/>
        </a:defRPr>
      </a:lvl7pPr>
      <a:lvl8pPr marL="2571813" indent="-171455" algn="l" rtl="0" eaLnBrk="1" fontAlgn="base" hangingPunct="1">
        <a:spcBef>
          <a:spcPct val="20000"/>
        </a:spcBef>
        <a:spcAft>
          <a:spcPct val="0"/>
        </a:spcAft>
        <a:buChar char="»"/>
        <a:defRPr>
          <a:solidFill>
            <a:schemeClr val="tx1"/>
          </a:solidFill>
          <a:latin typeface="+mn-lt"/>
          <a:cs typeface="+mn-cs"/>
        </a:defRPr>
      </a:lvl8pPr>
      <a:lvl9pPr marL="2914723" indent="-171455"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17" rtl="0" eaLnBrk="1" latinLnBrk="0" hangingPunct="1">
        <a:defRPr sz="1349" kern="1200">
          <a:solidFill>
            <a:schemeClr val="tx1"/>
          </a:solidFill>
          <a:latin typeface="+mn-lt"/>
          <a:ea typeface="+mn-ea"/>
          <a:cs typeface="+mn-cs"/>
        </a:defRPr>
      </a:lvl1pPr>
      <a:lvl2pPr marL="342909" algn="l" defTabSz="685817" rtl="0" eaLnBrk="1" latinLnBrk="0" hangingPunct="1">
        <a:defRPr sz="1349" kern="1200">
          <a:solidFill>
            <a:schemeClr val="tx1"/>
          </a:solidFill>
          <a:latin typeface="+mn-lt"/>
          <a:ea typeface="+mn-ea"/>
          <a:cs typeface="+mn-cs"/>
        </a:defRPr>
      </a:lvl2pPr>
      <a:lvl3pPr marL="685817" algn="l" defTabSz="685817" rtl="0" eaLnBrk="1" latinLnBrk="0" hangingPunct="1">
        <a:defRPr sz="1349" kern="1200">
          <a:solidFill>
            <a:schemeClr val="tx1"/>
          </a:solidFill>
          <a:latin typeface="+mn-lt"/>
          <a:ea typeface="+mn-ea"/>
          <a:cs typeface="+mn-cs"/>
        </a:defRPr>
      </a:lvl3pPr>
      <a:lvl4pPr marL="1028726" algn="l" defTabSz="685817" rtl="0" eaLnBrk="1" latinLnBrk="0" hangingPunct="1">
        <a:defRPr sz="1349" kern="1200">
          <a:solidFill>
            <a:schemeClr val="tx1"/>
          </a:solidFill>
          <a:latin typeface="+mn-lt"/>
          <a:ea typeface="+mn-ea"/>
          <a:cs typeface="+mn-cs"/>
        </a:defRPr>
      </a:lvl4pPr>
      <a:lvl5pPr marL="1371635" algn="l" defTabSz="685817" rtl="0" eaLnBrk="1" latinLnBrk="0" hangingPunct="1">
        <a:defRPr sz="1349" kern="1200">
          <a:solidFill>
            <a:schemeClr val="tx1"/>
          </a:solidFill>
          <a:latin typeface="+mn-lt"/>
          <a:ea typeface="+mn-ea"/>
          <a:cs typeface="+mn-cs"/>
        </a:defRPr>
      </a:lvl5pPr>
      <a:lvl6pPr marL="1714542" algn="l" defTabSz="685817" rtl="0" eaLnBrk="1" latinLnBrk="0" hangingPunct="1">
        <a:defRPr sz="1349" kern="1200">
          <a:solidFill>
            <a:schemeClr val="tx1"/>
          </a:solidFill>
          <a:latin typeface="+mn-lt"/>
          <a:ea typeface="+mn-ea"/>
          <a:cs typeface="+mn-cs"/>
        </a:defRPr>
      </a:lvl6pPr>
      <a:lvl7pPr marL="2057451" algn="l" defTabSz="685817" rtl="0" eaLnBrk="1" latinLnBrk="0" hangingPunct="1">
        <a:defRPr sz="1349" kern="1200">
          <a:solidFill>
            <a:schemeClr val="tx1"/>
          </a:solidFill>
          <a:latin typeface="+mn-lt"/>
          <a:ea typeface="+mn-ea"/>
          <a:cs typeface="+mn-cs"/>
        </a:defRPr>
      </a:lvl7pPr>
      <a:lvl8pPr marL="2400361" algn="l" defTabSz="685817" rtl="0" eaLnBrk="1" latinLnBrk="0" hangingPunct="1">
        <a:defRPr sz="1349" kern="1200">
          <a:solidFill>
            <a:schemeClr val="tx1"/>
          </a:solidFill>
          <a:latin typeface="+mn-lt"/>
          <a:ea typeface="+mn-ea"/>
          <a:cs typeface="+mn-cs"/>
        </a:defRPr>
      </a:lvl8pPr>
      <a:lvl9pPr marL="2743268" algn="l" defTabSz="685817" rtl="0" eaLnBrk="1" latinLnBrk="0" hangingPunct="1">
        <a:defRPr sz="1349"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9"/>
            </p:custDataLst>
            <p:extLst>
              <p:ext uri="{D42A27DB-BD31-4B8C-83A1-F6EECF244321}">
                <p14:modId xmlns:p14="http://schemas.microsoft.com/office/powerpoint/2010/main" val="1512508808"/>
              </p:ext>
            </p:ext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10" imgW="430" imgH="433" progId="TCLayout.ActiveDocument.1">
                  <p:embed/>
                </p:oleObj>
              </mc:Choice>
              <mc:Fallback>
                <p:oleObj name="think-cell Slide" r:id="rId10" imgW="430" imgH="433" progId="TCLayout.ActiveDocument.1">
                  <p:embed/>
                  <p:pic>
                    <p:nvPicPr>
                      <p:cNvPr id="2" name="Object 1" hidden="1"/>
                      <p:cNvPicPr/>
                      <p:nvPr/>
                    </p:nvPicPr>
                    <p:blipFill>
                      <a:blip r:embed="rId11"/>
                      <a:stretch>
                        <a:fillRect/>
                      </a:stretch>
                    </p:blipFill>
                    <p:spPr>
                      <a:xfrm>
                        <a:off x="2119" y="1595"/>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22"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chemeClr val="bg2"/>
                </a:solidFill>
                <a:latin typeface="Calibri" panose="020F0502020204030204" pitchFamily="34" charset="0"/>
                <a:cs typeface="+mn-cs"/>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2052" name="Picture 4"/>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7" y="6400800"/>
            <a:ext cx="9409211" cy="457200"/>
          </a:xfrm>
          <a:prstGeom prst="rect">
            <a:avLst/>
          </a:prstGeom>
          <a:ln/>
        </p:spPr>
        <p:txBody>
          <a:bodyPr lIns="36000" tIns="36000" rIns="36000" bIns="36000" anchor="b"/>
          <a:lstStyle>
            <a:lvl1pPr>
              <a:defRPr sz="750">
                <a:solidFill>
                  <a:schemeClr val="bg2"/>
                </a:solidFill>
              </a:defRPr>
            </a:lvl1pPr>
          </a:lstStyle>
          <a:p>
            <a:endParaRPr lang="en-US">
              <a:solidFill>
                <a:srgbClr val="000000"/>
              </a:solidFill>
            </a:endParaRPr>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3">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3">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3">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5">
            <a:extLst>
              <a:ext uri="{28A0092B-C50C-407E-A947-70E740481C1C}">
                <a14:useLocalDpi xmlns:a14="http://schemas.microsoft.com/office/drawing/2010/main" val="0"/>
              </a:ext>
            </a:extLst>
          </a:blip>
          <a:srcRect l="37353" t="8741" r="101" b="27"/>
          <a:stretch/>
        </p:blipFill>
        <p:spPr bwMode="ltGray">
          <a:xfrm rot="16200000" flipH="1">
            <a:off x="6006724" y="-5159178"/>
            <a:ext cx="369901" cy="12000658"/>
          </a:xfrm>
          <a:prstGeom prst="rect">
            <a:avLst/>
          </a:prstGeom>
        </p:spPr>
      </p:pic>
      <p:sp>
        <p:nvSpPr>
          <p:cNvPr id="5" name="TextBox 4">
            <a:extLst>
              <a:ext uri="{FF2B5EF4-FFF2-40B4-BE49-F238E27FC236}">
                <a16:creationId xmlns:a16="http://schemas.microsoft.com/office/drawing/2014/main" id="{36143A43-C8C0-08ED-ACA9-7F3DA5E05DBF}"/>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960141593"/>
      </p:ext>
    </p:extLst>
  </p:cSld>
  <p:clrMap bg1="lt1" tx1="dk1" bg2="lt2" tx2="dk2" accent1="accent1" accent2="accent2" accent3="accent3" accent4="accent4" accent5="accent5" accent6="accent6" hlink="hlink" folHlink="folHlink"/>
  <p:sldLayoutIdLst>
    <p:sldLayoutId id="2147484185" r:id="rId1"/>
    <p:sldLayoutId id="2147484186" r:id="rId2"/>
    <p:sldLayoutId id="2147484187" r:id="rId3"/>
    <p:sldLayoutId id="2147484188" r:id="rId4"/>
    <p:sldLayoutId id="2147484189" r:id="rId5"/>
    <p:sldLayoutId id="2147484190" r:id="rId6"/>
    <p:sldLayoutId id="2147484191" r:id="rId7"/>
  </p:sldLayoutIdLst>
  <p:hf hdr="0" ft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9"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17"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26"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35"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82" indent="-257182" algn="l" rtl="0" eaLnBrk="1" fontAlgn="base" hangingPunct="1">
        <a:spcBef>
          <a:spcPct val="20000"/>
        </a:spcBef>
        <a:spcAft>
          <a:spcPct val="0"/>
        </a:spcAft>
        <a:buChar char="•"/>
        <a:defRPr sz="1349">
          <a:solidFill>
            <a:schemeClr val="tx1"/>
          </a:solidFill>
          <a:latin typeface="Calibri" panose="020F0502020204030204" pitchFamily="34" charset="0"/>
          <a:ea typeface="+mn-ea"/>
          <a:cs typeface="+mn-cs"/>
        </a:defRPr>
      </a:lvl1pPr>
      <a:lvl2pPr marL="557227" indent="-214319"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71"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3pPr>
      <a:lvl4pPr marL="1200180"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4pPr>
      <a:lvl5pPr marL="1543088"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5pPr>
      <a:lvl6pPr marL="1885997" indent="-171455" algn="l" rtl="0" eaLnBrk="1" fontAlgn="base" hangingPunct="1">
        <a:spcBef>
          <a:spcPct val="20000"/>
        </a:spcBef>
        <a:spcAft>
          <a:spcPct val="0"/>
        </a:spcAft>
        <a:buChar char="»"/>
        <a:defRPr>
          <a:solidFill>
            <a:schemeClr val="tx1"/>
          </a:solidFill>
          <a:latin typeface="+mn-lt"/>
          <a:cs typeface="+mn-cs"/>
        </a:defRPr>
      </a:lvl6pPr>
      <a:lvl7pPr marL="2228906" indent="-171455" algn="l" rtl="0" eaLnBrk="1" fontAlgn="base" hangingPunct="1">
        <a:spcBef>
          <a:spcPct val="20000"/>
        </a:spcBef>
        <a:spcAft>
          <a:spcPct val="0"/>
        </a:spcAft>
        <a:buChar char="»"/>
        <a:defRPr>
          <a:solidFill>
            <a:schemeClr val="tx1"/>
          </a:solidFill>
          <a:latin typeface="+mn-lt"/>
          <a:cs typeface="+mn-cs"/>
        </a:defRPr>
      </a:lvl7pPr>
      <a:lvl8pPr marL="2571813" indent="-171455" algn="l" rtl="0" eaLnBrk="1" fontAlgn="base" hangingPunct="1">
        <a:spcBef>
          <a:spcPct val="20000"/>
        </a:spcBef>
        <a:spcAft>
          <a:spcPct val="0"/>
        </a:spcAft>
        <a:buChar char="»"/>
        <a:defRPr>
          <a:solidFill>
            <a:schemeClr val="tx1"/>
          </a:solidFill>
          <a:latin typeface="+mn-lt"/>
          <a:cs typeface="+mn-cs"/>
        </a:defRPr>
      </a:lvl8pPr>
      <a:lvl9pPr marL="2914723" indent="-171455"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17" rtl="0" eaLnBrk="1" latinLnBrk="0" hangingPunct="1">
        <a:defRPr sz="1349" kern="1200">
          <a:solidFill>
            <a:schemeClr val="tx1"/>
          </a:solidFill>
          <a:latin typeface="+mn-lt"/>
          <a:ea typeface="+mn-ea"/>
          <a:cs typeface="+mn-cs"/>
        </a:defRPr>
      </a:lvl1pPr>
      <a:lvl2pPr marL="342909" algn="l" defTabSz="685817" rtl="0" eaLnBrk="1" latinLnBrk="0" hangingPunct="1">
        <a:defRPr sz="1349" kern="1200">
          <a:solidFill>
            <a:schemeClr val="tx1"/>
          </a:solidFill>
          <a:latin typeface="+mn-lt"/>
          <a:ea typeface="+mn-ea"/>
          <a:cs typeface="+mn-cs"/>
        </a:defRPr>
      </a:lvl2pPr>
      <a:lvl3pPr marL="685817" algn="l" defTabSz="685817" rtl="0" eaLnBrk="1" latinLnBrk="0" hangingPunct="1">
        <a:defRPr sz="1349" kern="1200">
          <a:solidFill>
            <a:schemeClr val="tx1"/>
          </a:solidFill>
          <a:latin typeface="+mn-lt"/>
          <a:ea typeface="+mn-ea"/>
          <a:cs typeface="+mn-cs"/>
        </a:defRPr>
      </a:lvl3pPr>
      <a:lvl4pPr marL="1028726" algn="l" defTabSz="685817" rtl="0" eaLnBrk="1" latinLnBrk="0" hangingPunct="1">
        <a:defRPr sz="1349" kern="1200">
          <a:solidFill>
            <a:schemeClr val="tx1"/>
          </a:solidFill>
          <a:latin typeface="+mn-lt"/>
          <a:ea typeface="+mn-ea"/>
          <a:cs typeface="+mn-cs"/>
        </a:defRPr>
      </a:lvl4pPr>
      <a:lvl5pPr marL="1371635" algn="l" defTabSz="685817" rtl="0" eaLnBrk="1" latinLnBrk="0" hangingPunct="1">
        <a:defRPr sz="1349" kern="1200">
          <a:solidFill>
            <a:schemeClr val="tx1"/>
          </a:solidFill>
          <a:latin typeface="+mn-lt"/>
          <a:ea typeface="+mn-ea"/>
          <a:cs typeface="+mn-cs"/>
        </a:defRPr>
      </a:lvl5pPr>
      <a:lvl6pPr marL="1714542" algn="l" defTabSz="685817" rtl="0" eaLnBrk="1" latinLnBrk="0" hangingPunct="1">
        <a:defRPr sz="1349" kern="1200">
          <a:solidFill>
            <a:schemeClr val="tx1"/>
          </a:solidFill>
          <a:latin typeface="+mn-lt"/>
          <a:ea typeface="+mn-ea"/>
          <a:cs typeface="+mn-cs"/>
        </a:defRPr>
      </a:lvl6pPr>
      <a:lvl7pPr marL="2057451" algn="l" defTabSz="685817" rtl="0" eaLnBrk="1" latinLnBrk="0" hangingPunct="1">
        <a:defRPr sz="1349" kern="1200">
          <a:solidFill>
            <a:schemeClr val="tx1"/>
          </a:solidFill>
          <a:latin typeface="+mn-lt"/>
          <a:ea typeface="+mn-ea"/>
          <a:cs typeface="+mn-cs"/>
        </a:defRPr>
      </a:lvl7pPr>
      <a:lvl8pPr marL="2400361" algn="l" defTabSz="685817" rtl="0" eaLnBrk="1" latinLnBrk="0" hangingPunct="1">
        <a:defRPr sz="1349" kern="1200">
          <a:solidFill>
            <a:schemeClr val="tx1"/>
          </a:solidFill>
          <a:latin typeface="+mn-lt"/>
          <a:ea typeface="+mn-ea"/>
          <a:cs typeface="+mn-cs"/>
        </a:defRPr>
      </a:lvl8pPr>
      <a:lvl9pPr marL="2743268" algn="l" defTabSz="685817" rtl="0" eaLnBrk="1" latinLnBrk="0" hangingPunct="1">
        <a:defRPr sz="1349"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3"/>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14" imgW="360" imgH="360" progId="TCLayout.ActiveDocument.1">
                  <p:embed/>
                </p:oleObj>
              </mc:Choice>
              <mc:Fallback>
                <p:oleObj name="think-cell Slide" r:id="rId14" imgW="360" imgH="360" progId="TCLayout.ActiveDocument.1">
                  <p:embed/>
                  <p:pic>
                    <p:nvPicPr>
                      <p:cNvPr id="2" name="Object 1"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19" y="1595"/>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9" name="Rectangle 5"/>
          <p:cNvSpPr>
            <a:spLocks noGrp="1" noChangeArrowheads="1"/>
          </p:cNvSpPr>
          <p:nvPr>
            <p:ph type="sldNum" sz="quarter" idx="4"/>
          </p:nvPr>
        </p:nvSpPr>
        <p:spPr bwMode="auto">
          <a:xfrm>
            <a:off x="11664622"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chemeClr val="bg2"/>
                </a:solidFill>
                <a:latin typeface="Calibri" panose="020F0502020204030204" pitchFamily="34" charset="0"/>
                <a:cs typeface="+mn-cs"/>
              </a:defRPr>
            </a:lvl1pPr>
          </a:lstStyle>
          <a:p>
            <a:fld id="{9F560533-324B-4E85-82D9-28A85B605079}" type="slidenum">
              <a:rPr lang="en-US" smtClean="0">
                <a:solidFill>
                  <a:srgbClr val="000000"/>
                </a:solidFill>
              </a:rPr>
              <a:pPr/>
              <a:t>‹#›</a:t>
            </a:fld>
            <a:endParaRPr lang="en-US">
              <a:solidFill>
                <a:srgbClr val="000000"/>
              </a:solidFill>
            </a:endParaRPr>
          </a:p>
        </p:txBody>
      </p:sp>
      <p:pic>
        <p:nvPicPr>
          <p:cNvPr id="2052" name="Picture 4"/>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7" y="6400800"/>
            <a:ext cx="9409211" cy="457200"/>
          </a:xfrm>
          <a:prstGeom prst="rect">
            <a:avLst/>
          </a:prstGeom>
          <a:ln/>
        </p:spPr>
        <p:txBody>
          <a:bodyPr lIns="36000" tIns="36000" rIns="36000" bIns="36000" anchor="b"/>
          <a:lstStyle>
            <a:lvl1pPr>
              <a:defRPr sz="750">
                <a:solidFill>
                  <a:schemeClr val="bg2"/>
                </a:solidFill>
              </a:defRPr>
            </a:lvl1pPr>
          </a:lstStyle>
          <a:p>
            <a:endParaRPr lang="en-US">
              <a:solidFill>
                <a:srgbClr val="000000"/>
              </a:solidFill>
            </a:endParaRPr>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7" cstate="print">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7" cstate="print">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7" cstate="print">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8" cstate="print">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5" name="TextBox 4">
            <a:extLst>
              <a:ext uri="{FF2B5EF4-FFF2-40B4-BE49-F238E27FC236}">
                <a16:creationId xmlns:a16="http://schemas.microsoft.com/office/drawing/2014/main" id="{D9E1990B-519E-FE9C-6ED6-72767F545190}"/>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2349668141"/>
      </p:ext>
    </p:extLst>
  </p:cSld>
  <p:clrMap bg1="lt1" tx1="dk1" bg2="lt2" tx2="dk2" accent1="accent1" accent2="accent2" accent3="accent3" accent4="accent4" accent5="accent5" accent6="accent6" hlink="hlink" folHlink="folHlink"/>
  <p:sldLayoutIdLst>
    <p:sldLayoutId id="2147484193" r:id="rId1"/>
    <p:sldLayoutId id="2147484194" r:id="rId2"/>
    <p:sldLayoutId id="2147484195" r:id="rId3"/>
    <p:sldLayoutId id="2147484196" r:id="rId4"/>
    <p:sldLayoutId id="2147484197" r:id="rId5"/>
    <p:sldLayoutId id="2147484198" r:id="rId6"/>
    <p:sldLayoutId id="2147484199" r:id="rId7"/>
    <p:sldLayoutId id="2147484200" r:id="rId8"/>
    <p:sldLayoutId id="2147484201" r:id="rId9"/>
    <p:sldLayoutId id="2147484202" r:id="rId10"/>
    <p:sldLayoutId id="2147484203" r:id="rId11"/>
  </p:sldLayoutIdLst>
  <p:hf hdr="0" ft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9"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17"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26"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35"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82" indent="-257182" algn="l" rtl="0" eaLnBrk="1" fontAlgn="base" hangingPunct="1">
        <a:spcBef>
          <a:spcPct val="20000"/>
        </a:spcBef>
        <a:spcAft>
          <a:spcPct val="0"/>
        </a:spcAft>
        <a:buChar char="•"/>
        <a:defRPr sz="1349">
          <a:solidFill>
            <a:schemeClr val="tx1"/>
          </a:solidFill>
          <a:latin typeface="Calibri" panose="020F0502020204030204" pitchFamily="34" charset="0"/>
          <a:ea typeface="+mn-ea"/>
          <a:cs typeface="+mn-cs"/>
        </a:defRPr>
      </a:lvl1pPr>
      <a:lvl2pPr marL="557227" indent="-214319"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71"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3pPr>
      <a:lvl4pPr marL="1200180"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4pPr>
      <a:lvl5pPr marL="1543088"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5pPr>
      <a:lvl6pPr marL="1885997" indent="-171455" algn="l" rtl="0" eaLnBrk="1" fontAlgn="base" hangingPunct="1">
        <a:spcBef>
          <a:spcPct val="20000"/>
        </a:spcBef>
        <a:spcAft>
          <a:spcPct val="0"/>
        </a:spcAft>
        <a:buChar char="»"/>
        <a:defRPr>
          <a:solidFill>
            <a:schemeClr val="tx1"/>
          </a:solidFill>
          <a:latin typeface="+mn-lt"/>
          <a:cs typeface="+mn-cs"/>
        </a:defRPr>
      </a:lvl6pPr>
      <a:lvl7pPr marL="2228906" indent="-171455" algn="l" rtl="0" eaLnBrk="1" fontAlgn="base" hangingPunct="1">
        <a:spcBef>
          <a:spcPct val="20000"/>
        </a:spcBef>
        <a:spcAft>
          <a:spcPct val="0"/>
        </a:spcAft>
        <a:buChar char="»"/>
        <a:defRPr>
          <a:solidFill>
            <a:schemeClr val="tx1"/>
          </a:solidFill>
          <a:latin typeface="+mn-lt"/>
          <a:cs typeface="+mn-cs"/>
        </a:defRPr>
      </a:lvl7pPr>
      <a:lvl8pPr marL="2571813" indent="-171455" algn="l" rtl="0" eaLnBrk="1" fontAlgn="base" hangingPunct="1">
        <a:spcBef>
          <a:spcPct val="20000"/>
        </a:spcBef>
        <a:spcAft>
          <a:spcPct val="0"/>
        </a:spcAft>
        <a:buChar char="»"/>
        <a:defRPr>
          <a:solidFill>
            <a:schemeClr val="tx1"/>
          </a:solidFill>
          <a:latin typeface="+mn-lt"/>
          <a:cs typeface="+mn-cs"/>
        </a:defRPr>
      </a:lvl8pPr>
      <a:lvl9pPr marL="2914723" indent="-171455"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17" rtl="0" eaLnBrk="1" latinLnBrk="0" hangingPunct="1">
        <a:defRPr sz="1349" kern="1200">
          <a:solidFill>
            <a:schemeClr val="tx1"/>
          </a:solidFill>
          <a:latin typeface="+mn-lt"/>
          <a:ea typeface="+mn-ea"/>
          <a:cs typeface="+mn-cs"/>
        </a:defRPr>
      </a:lvl1pPr>
      <a:lvl2pPr marL="342909" algn="l" defTabSz="685817" rtl="0" eaLnBrk="1" latinLnBrk="0" hangingPunct="1">
        <a:defRPr sz="1349" kern="1200">
          <a:solidFill>
            <a:schemeClr val="tx1"/>
          </a:solidFill>
          <a:latin typeface="+mn-lt"/>
          <a:ea typeface="+mn-ea"/>
          <a:cs typeface="+mn-cs"/>
        </a:defRPr>
      </a:lvl2pPr>
      <a:lvl3pPr marL="685817" algn="l" defTabSz="685817" rtl="0" eaLnBrk="1" latinLnBrk="0" hangingPunct="1">
        <a:defRPr sz="1349" kern="1200">
          <a:solidFill>
            <a:schemeClr val="tx1"/>
          </a:solidFill>
          <a:latin typeface="+mn-lt"/>
          <a:ea typeface="+mn-ea"/>
          <a:cs typeface="+mn-cs"/>
        </a:defRPr>
      </a:lvl3pPr>
      <a:lvl4pPr marL="1028726" algn="l" defTabSz="685817" rtl="0" eaLnBrk="1" latinLnBrk="0" hangingPunct="1">
        <a:defRPr sz="1349" kern="1200">
          <a:solidFill>
            <a:schemeClr val="tx1"/>
          </a:solidFill>
          <a:latin typeface="+mn-lt"/>
          <a:ea typeface="+mn-ea"/>
          <a:cs typeface="+mn-cs"/>
        </a:defRPr>
      </a:lvl4pPr>
      <a:lvl5pPr marL="1371635" algn="l" defTabSz="685817" rtl="0" eaLnBrk="1" latinLnBrk="0" hangingPunct="1">
        <a:defRPr sz="1349" kern="1200">
          <a:solidFill>
            <a:schemeClr val="tx1"/>
          </a:solidFill>
          <a:latin typeface="+mn-lt"/>
          <a:ea typeface="+mn-ea"/>
          <a:cs typeface="+mn-cs"/>
        </a:defRPr>
      </a:lvl5pPr>
      <a:lvl6pPr marL="1714542" algn="l" defTabSz="685817" rtl="0" eaLnBrk="1" latinLnBrk="0" hangingPunct="1">
        <a:defRPr sz="1349" kern="1200">
          <a:solidFill>
            <a:schemeClr val="tx1"/>
          </a:solidFill>
          <a:latin typeface="+mn-lt"/>
          <a:ea typeface="+mn-ea"/>
          <a:cs typeface="+mn-cs"/>
        </a:defRPr>
      </a:lvl6pPr>
      <a:lvl7pPr marL="2057451" algn="l" defTabSz="685817" rtl="0" eaLnBrk="1" latinLnBrk="0" hangingPunct="1">
        <a:defRPr sz="1349" kern="1200">
          <a:solidFill>
            <a:schemeClr val="tx1"/>
          </a:solidFill>
          <a:latin typeface="+mn-lt"/>
          <a:ea typeface="+mn-ea"/>
          <a:cs typeface="+mn-cs"/>
        </a:defRPr>
      </a:lvl7pPr>
      <a:lvl8pPr marL="2400361" algn="l" defTabSz="685817" rtl="0" eaLnBrk="1" latinLnBrk="0" hangingPunct="1">
        <a:defRPr sz="1349" kern="1200">
          <a:solidFill>
            <a:schemeClr val="tx1"/>
          </a:solidFill>
          <a:latin typeface="+mn-lt"/>
          <a:ea typeface="+mn-ea"/>
          <a:cs typeface="+mn-cs"/>
        </a:defRPr>
      </a:lvl8pPr>
      <a:lvl9pPr marL="2743268" algn="l" defTabSz="685817" rtl="0" eaLnBrk="1" latinLnBrk="0" hangingPunct="1">
        <a:defRPr sz="1349"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0"/>
            </p:custData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11" imgW="430" imgH="433" progId="TCLayout.ActiveDocument.1">
                  <p:embed/>
                </p:oleObj>
              </mc:Choice>
              <mc:Fallback>
                <p:oleObj name="think-cell Slide" r:id="rId11" imgW="430" imgH="433" progId="TCLayout.ActiveDocument.1">
                  <p:embed/>
                  <p:pic>
                    <p:nvPicPr>
                      <p:cNvPr id="2" name="Object 1" hidden="1"/>
                      <p:cNvPicPr/>
                      <p:nvPr/>
                    </p:nvPicPr>
                    <p:blipFill>
                      <a:blip r:embed="rId12"/>
                      <a:stretch>
                        <a:fillRect/>
                      </a:stretch>
                    </p:blipFill>
                    <p:spPr>
                      <a:xfrm>
                        <a:off x="2119" y="1595"/>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22"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564">
                <a:solidFill>
                  <a:schemeClr val="bg2"/>
                </a:solidFill>
                <a:latin typeface="Calibri" panose="020F0502020204030204" pitchFamily="34" charset="0"/>
                <a:cs typeface="+mn-cs"/>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2052" name="Picture 4"/>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7" y="6400800"/>
            <a:ext cx="9409211" cy="457200"/>
          </a:xfrm>
          <a:prstGeom prst="rect">
            <a:avLst/>
          </a:prstGeom>
          <a:ln/>
        </p:spPr>
        <p:txBody>
          <a:bodyPr lIns="36000" tIns="36000" rIns="36000" bIns="36000" anchor="b"/>
          <a:lstStyle>
            <a:lvl1pPr>
              <a:defRPr sz="564">
                <a:solidFill>
                  <a:schemeClr val="bg2"/>
                </a:solidFill>
              </a:defRPr>
            </a:lvl1pPr>
          </a:lstStyle>
          <a:p>
            <a:endParaRPr lang="en-US">
              <a:solidFill>
                <a:srgbClr val="000000"/>
              </a:solidFill>
            </a:endParaRPr>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6">
            <a:extLst>
              <a:ext uri="{28A0092B-C50C-407E-A947-70E740481C1C}">
                <a14:useLocalDpi xmlns:a14="http://schemas.microsoft.com/office/drawing/2010/main" val="0"/>
              </a:ext>
            </a:extLst>
          </a:blip>
          <a:srcRect l="37353" t="8741" r="101" b="27"/>
          <a:stretch/>
        </p:blipFill>
        <p:spPr bwMode="ltGray">
          <a:xfrm rot="16200000" flipH="1">
            <a:off x="6006724" y="-5159178"/>
            <a:ext cx="369901" cy="12000658"/>
          </a:xfrm>
          <a:prstGeom prst="rect">
            <a:avLst/>
          </a:prstGeom>
        </p:spPr>
      </p:pic>
      <p:sp>
        <p:nvSpPr>
          <p:cNvPr id="5" name="TextBox 4">
            <a:extLst>
              <a:ext uri="{FF2B5EF4-FFF2-40B4-BE49-F238E27FC236}">
                <a16:creationId xmlns:a16="http://schemas.microsoft.com/office/drawing/2014/main" id="{97676DCB-D75B-7B6C-FA46-0187A1E70DE3}"/>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1374770692"/>
      </p:ext>
    </p:extLst>
  </p:cSld>
  <p:clrMap bg1="lt1" tx1="dk1" bg2="lt2" tx2="dk2" accent1="accent1" accent2="accent2" accent3="accent3" accent4="accent4" accent5="accent5" accent6="accent6" hlink="hlink" folHlink="folHlink"/>
  <p:sldLayoutIdLst>
    <p:sldLayoutId id="2147484206" r:id="rId1"/>
    <p:sldLayoutId id="2147484207" r:id="rId2"/>
    <p:sldLayoutId id="2147484208" r:id="rId3"/>
    <p:sldLayoutId id="2147484209" r:id="rId4"/>
    <p:sldLayoutId id="2147484210" r:id="rId5"/>
    <p:sldLayoutId id="2147484211" r:id="rId6"/>
    <p:sldLayoutId id="2147484212" r:id="rId7"/>
    <p:sldLayoutId id="2147484213" r:id="rId8"/>
  </p:sldLayoutIdLst>
  <p:hf hdr="0" ftr="0" dt="0"/>
  <p:txStyles>
    <p:titleStyle>
      <a:lvl1pPr algn="l" rtl="0" eaLnBrk="1" fontAlgn="base" hangingPunct="1">
        <a:spcBef>
          <a:spcPct val="0"/>
        </a:spcBef>
        <a:spcAft>
          <a:spcPct val="0"/>
        </a:spcAft>
        <a:defRPr sz="900" b="0">
          <a:solidFill>
            <a:schemeClr val="bg1"/>
          </a:solidFill>
          <a:latin typeface="+mj-lt"/>
          <a:ea typeface="+mj-ea"/>
          <a:cs typeface="+mj-cs"/>
        </a:defRPr>
      </a:lvl1pPr>
      <a:lvl2pPr algn="ctr" rtl="0" eaLnBrk="1" fontAlgn="base" hangingPunct="1">
        <a:spcBef>
          <a:spcPct val="0"/>
        </a:spcBef>
        <a:spcAft>
          <a:spcPct val="0"/>
        </a:spcAft>
        <a:defRPr sz="1801"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1801"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1801"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1801" b="1">
          <a:solidFill>
            <a:schemeClr val="bg1"/>
          </a:solidFill>
          <a:latin typeface="Verdana" pitchFamily="34" charset="0"/>
          <a:cs typeface="Times New Roman" pitchFamily="18" charset="0"/>
        </a:defRPr>
      </a:lvl5pPr>
      <a:lvl6pPr marL="257182" algn="ctr" rtl="0" eaLnBrk="1" fontAlgn="base" hangingPunct="1">
        <a:spcBef>
          <a:spcPct val="0"/>
        </a:spcBef>
        <a:spcAft>
          <a:spcPct val="0"/>
        </a:spcAft>
        <a:defRPr sz="1801" b="1">
          <a:solidFill>
            <a:schemeClr val="bg1"/>
          </a:solidFill>
          <a:latin typeface="Verdana" pitchFamily="34" charset="0"/>
          <a:cs typeface="Times New Roman" pitchFamily="18" charset="0"/>
        </a:defRPr>
      </a:lvl6pPr>
      <a:lvl7pPr marL="514362" algn="ctr" rtl="0" eaLnBrk="1" fontAlgn="base" hangingPunct="1">
        <a:spcBef>
          <a:spcPct val="0"/>
        </a:spcBef>
        <a:spcAft>
          <a:spcPct val="0"/>
        </a:spcAft>
        <a:defRPr sz="1801" b="1">
          <a:solidFill>
            <a:schemeClr val="bg1"/>
          </a:solidFill>
          <a:latin typeface="Verdana" pitchFamily="34" charset="0"/>
          <a:cs typeface="Times New Roman" pitchFamily="18" charset="0"/>
        </a:defRPr>
      </a:lvl7pPr>
      <a:lvl8pPr marL="771544" algn="ctr" rtl="0" eaLnBrk="1" fontAlgn="base" hangingPunct="1">
        <a:spcBef>
          <a:spcPct val="0"/>
        </a:spcBef>
        <a:spcAft>
          <a:spcPct val="0"/>
        </a:spcAft>
        <a:defRPr sz="1801" b="1">
          <a:solidFill>
            <a:schemeClr val="bg1"/>
          </a:solidFill>
          <a:latin typeface="Verdana" pitchFamily="34" charset="0"/>
          <a:cs typeface="Times New Roman" pitchFamily="18" charset="0"/>
        </a:defRPr>
      </a:lvl8pPr>
      <a:lvl9pPr marL="1028726" algn="ctr" rtl="0" eaLnBrk="1" fontAlgn="base" hangingPunct="1">
        <a:spcBef>
          <a:spcPct val="0"/>
        </a:spcBef>
        <a:spcAft>
          <a:spcPct val="0"/>
        </a:spcAft>
        <a:defRPr sz="1801" b="1">
          <a:solidFill>
            <a:schemeClr val="bg1"/>
          </a:solidFill>
          <a:latin typeface="Verdana" pitchFamily="34" charset="0"/>
          <a:cs typeface="Times New Roman" pitchFamily="18" charset="0"/>
        </a:defRPr>
      </a:lvl9pPr>
    </p:titleStyle>
    <p:bodyStyle>
      <a:lvl1pPr marL="192886" indent="-192886" algn="l" rtl="0" eaLnBrk="1" fontAlgn="base" hangingPunct="1">
        <a:spcBef>
          <a:spcPct val="20000"/>
        </a:spcBef>
        <a:spcAft>
          <a:spcPct val="0"/>
        </a:spcAft>
        <a:buChar char="•"/>
        <a:defRPr sz="1013">
          <a:solidFill>
            <a:schemeClr val="tx1"/>
          </a:solidFill>
          <a:latin typeface="Calibri" panose="020F0502020204030204" pitchFamily="34" charset="0"/>
          <a:ea typeface="+mn-ea"/>
          <a:cs typeface="+mn-cs"/>
        </a:defRPr>
      </a:lvl1pPr>
      <a:lvl2pPr marL="417920" indent="-160740" algn="l" rtl="0" eaLnBrk="1" fontAlgn="base" hangingPunct="1">
        <a:spcBef>
          <a:spcPct val="20000"/>
        </a:spcBef>
        <a:spcAft>
          <a:spcPct val="0"/>
        </a:spcAft>
        <a:buChar char="–"/>
        <a:defRPr sz="900">
          <a:solidFill>
            <a:schemeClr val="tx1"/>
          </a:solidFill>
          <a:latin typeface="Calibri" panose="020F0502020204030204" pitchFamily="34" charset="0"/>
          <a:cs typeface="+mn-cs"/>
        </a:defRPr>
      </a:lvl2pPr>
      <a:lvl3pPr marL="642954" indent="-128592" algn="l" rtl="0" eaLnBrk="1" fontAlgn="base" hangingPunct="1">
        <a:spcBef>
          <a:spcPct val="20000"/>
        </a:spcBef>
        <a:spcAft>
          <a:spcPct val="0"/>
        </a:spcAft>
        <a:buChar char="•"/>
        <a:defRPr sz="788">
          <a:solidFill>
            <a:schemeClr val="tx1"/>
          </a:solidFill>
          <a:latin typeface="Calibri" panose="020F0502020204030204" pitchFamily="34" charset="0"/>
          <a:cs typeface="+mn-cs"/>
        </a:defRPr>
      </a:lvl3pPr>
      <a:lvl4pPr marL="900136" indent="-128592" algn="l" rtl="0" eaLnBrk="1" fontAlgn="base" hangingPunct="1">
        <a:spcBef>
          <a:spcPct val="20000"/>
        </a:spcBef>
        <a:spcAft>
          <a:spcPct val="0"/>
        </a:spcAft>
        <a:buChar char="–"/>
        <a:defRPr sz="788">
          <a:solidFill>
            <a:schemeClr val="tx1"/>
          </a:solidFill>
          <a:latin typeface="Calibri" panose="020F0502020204030204" pitchFamily="34" charset="0"/>
          <a:cs typeface="+mn-cs"/>
        </a:defRPr>
      </a:lvl4pPr>
      <a:lvl5pPr marL="1157318" indent="-128592" algn="l" rtl="0" eaLnBrk="1" fontAlgn="base" hangingPunct="1">
        <a:spcBef>
          <a:spcPct val="20000"/>
        </a:spcBef>
        <a:spcAft>
          <a:spcPct val="0"/>
        </a:spcAft>
        <a:buChar char="»"/>
        <a:defRPr sz="788">
          <a:solidFill>
            <a:schemeClr val="tx1"/>
          </a:solidFill>
          <a:latin typeface="Calibri" panose="020F0502020204030204" pitchFamily="34" charset="0"/>
          <a:cs typeface="+mn-cs"/>
        </a:defRPr>
      </a:lvl5pPr>
      <a:lvl6pPr marL="1414499" indent="-128592" algn="l" rtl="0" eaLnBrk="1" fontAlgn="base" hangingPunct="1">
        <a:spcBef>
          <a:spcPct val="20000"/>
        </a:spcBef>
        <a:spcAft>
          <a:spcPct val="0"/>
        </a:spcAft>
        <a:buChar char="»"/>
        <a:defRPr>
          <a:solidFill>
            <a:schemeClr val="tx1"/>
          </a:solidFill>
          <a:latin typeface="+mn-lt"/>
          <a:cs typeface="+mn-cs"/>
        </a:defRPr>
      </a:lvl6pPr>
      <a:lvl7pPr marL="1671680" indent="-128592" algn="l" rtl="0" eaLnBrk="1" fontAlgn="base" hangingPunct="1">
        <a:spcBef>
          <a:spcPct val="20000"/>
        </a:spcBef>
        <a:spcAft>
          <a:spcPct val="0"/>
        </a:spcAft>
        <a:buChar char="»"/>
        <a:defRPr>
          <a:solidFill>
            <a:schemeClr val="tx1"/>
          </a:solidFill>
          <a:latin typeface="+mn-lt"/>
          <a:cs typeface="+mn-cs"/>
        </a:defRPr>
      </a:lvl7pPr>
      <a:lvl8pPr marL="1928861" indent="-128592" algn="l" rtl="0" eaLnBrk="1" fontAlgn="base" hangingPunct="1">
        <a:spcBef>
          <a:spcPct val="20000"/>
        </a:spcBef>
        <a:spcAft>
          <a:spcPct val="0"/>
        </a:spcAft>
        <a:buChar char="»"/>
        <a:defRPr>
          <a:solidFill>
            <a:schemeClr val="tx1"/>
          </a:solidFill>
          <a:latin typeface="+mn-lt"/>
          <a:cs typeface="+mn-cs"/>
        </a:defRPr>
      </a:lvl8pPr>
      <a:lvl9pPr marL="2186042" indent="-128592"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514362" rtl="0" eaLnBrk="1" latinLnBrk="0" hangingPunct="1">
        <a:defRPr sz="1013" kern="1200">
          <a:solidFill>
            <a:schemeClr val="tx1"/>
          </a:solidFill>
          <a:latin typeface="+mn-lt"/>
          <a:ea typeface="+mn-ea"/>
          <a:cs typeface="+mn-cs"/>
        </a:defRPr>
      </a:lvl1pPr>
      <a:lvl2pPr marL="257182" algn="l" defTabSz="514362" rtl="0" eaLnBrk="1" latinLnBrk="0" hangingPunct="1">
        <a:defRPr sz="1013" kern="1200">
          <a:solidFill>
            <a:schemeClr val="tx1"/>
          </a:solidFill>
          <a:latin typeface="+mn-lt"/>
          <a:ea typeface="+mn-ea"/>
          <a:cs typeface="+mn-cs"/>
        </a:defRPr>
      </a:lvl2pPr>
      <a:lvl3pPr marL="514362" algn="l" defTabSz="514362" rtl="0" eaLnBrk="1" latinLnBrk="0" hangingPunct="1">
        <a:defRPr sz="1013" kern="1200">
          <a:solidFill>
            <a:schemeClr val="tx1"/>
          </a:solidFill>
          <a:latin typeface="+mn-lt"/>
          <a:ea typeface="+mn-ea"/>
          <a:cs typeface="+mn-cs"/>
        </a:defRPr>
      </a:lvl3pPr>
      <a:lvl4pPr marL="771544" algn="l" defTabSz="514362" rtl="0" eaLnBrk="1" latinLnBrk="0" hangingPunct="1">
        <a:defRPr sz="1013" kern="1200">
          <a:solidFill>
            <a:schemeClr val="tx1"/>
          </a:solidFill>
          <a:latin typeface="+mn-lt"/>
          <a:ea typeface="+mn-ea"/>
          <a:cs typeface="+mn-cs"/>
        </a:defRPr>
      </a:lvl4pPr>
      <a:lvl5pPr marL="1028726" algn="l" defTabSz="514362" rtl="0" eaLnBrk="1" latinLnBrk="0" hangingPunct="1">
        <a:defRPr sz="1013" kern="1200">
          <a:solidFill>
            <a:schemeClr val="tx1"/>
          </a:solidFill>
          <a:latin typeface="+mn-lt"/>
          <a:ea typeface="+mn-ea"/>
          <a:cs typeface="+mn-cs"/>
        </a:defRPr>
      </a:lvl5pPr>
      <a:lvl6pPr marL="1285908" algn="l" defTabSz="514362" rtl="0" eaLnBrk="1" latinLnBrk="0" hangingPunct="1">
        <a:defRPr sz="1013" kern="1200">
          <a:solidFill>
            <a:schemeClr val="tx1"/>
          </a:solidFill>
          <a:latin typeface="+mn-lt"/>
          <a:ea typeface="+mn-ea"/>
          <a:cs typeface="+mn-cs"/>
        </a:defRPr>
      </a:lvl6pPr>
      <a:lvl7pPr marL="1543088" algn="l" defTabSz="514362" rtl="0" eaLnBrk="1" latinLnBrk="0" hangingPunct="1">
        <a:defRPr sz="1013" kern="1200">
          <a:solidFill>
            <a:schemeClr val="tx1"/>
          </a:solidFill>
          <a:latin typeface="+mn-lt"/>
          <a:ea typeface="+mn-ea"/>
          <a:cs typeface="+mn-cs"/>
        </a:defRPr>
      </a:lvl7pPr>
      <a:lvl8pPr marL="1800271" algn="l" defTabSz="514362" rtl="0" eaLnBrk="1" latinLnBrk="0" hangingPunct="1">
        <a:defRPr sz="1013" kern="1200">
          <a:solidFill>
            <a:schemeClr val="tx1"/>
          </a:solidFill>
          <a:latin typeface="+mn-lt"/>
          <a:ea typeface="+mn-ea"/>
          <a:cs typeface="+mn-cs"/>
        </a:defRPr>
      </a:lvl8pPr>
      <a:lvl9pPr marL="2057451" algn="l" defTabSz="514362" rtl="0" eaLnBrk="1" latinLnBrk="0" hangingPunct="1">
        <a:defRPr sz="1013"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9"/>
            </p:custDataLst>
            <p:extLst>
              <p:ext uri="{D42A27DB-BD31-4B8C-83A1-F6EECF244321}">
                <p14:modId xmlns:p14="http://schemas.microsoft.com/office/powerpoint/2010/main" val="700029766"/>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10" imgW="360" imgH="360" progId="TCLayout.ActiveDocument.1">
                  <p:embed/>
                </p:oleObj>
              </mc:Choice>
              <mc:Fallback>
                <p:oleObj name="think-cell Slide" r:id="rId10" imgW="360" imgH="360" progId="TCLayout.ActiveDocument.1">
                  <p:embed/>
                  <p:pic>
                    <p:nvPicPr>
                      <p:cNvPr id="2" name="Object 1" hidden="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19" y="1591"/>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9" name="Rectangle 5"/>
          <p:cNvSpPr>
            <a:spLocks noGrp="1" noChangeArrowheads="1"/>
          </p:cNvSpPr>
          <p:nvPr>
            <p:ph type="sldNum" sz="quarter" idx="4"/>
          </p:nvPr>
        </p:nvSpPr>
        <p:spPr bwMode="auto">
          <a:xfrm>
            <a:off x="11664619"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1001">
                <a:solidFill>
                  <a:schemeClr val="bg2"/>
                </a:solidFill>
                <a:latin typeface="Calibri" panose="020F0502020204030204" pitchFamily="34" charset="0"/>
                <a:cs typeface="+mn-cs"/>
              </a:defRPr>
            </a:lvl1pPr>
          </a:lstStyle>
          <a:p>
            <a:fld id="{5A4A7955-6230-48B4-BD8B-A7C460F75945}" type="slidenum">
              <a:rPr lang="en-US" smtClean="0"/>
              <a:t>‹#›</a:t>
            </a:fld>
            <a:endParaRPr lang="en-US"/>
          </a:p>
        </p:txBody>
      </p:sp>
      <p:pic>
        <p:nvPicPr>
          <p:cNvPr id="2052" name="Picture 4"/>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7" y="6400800"/>
            <a:ext cx="9409211" cy="457200"/>
          </a:xfrm>
          <a:prstGeom prst="rect">
            <a:avLst/>
          </a:prstGeom>
          <a:ln/>
        </p:spPr>
        <p:txBody>
          <a:bodyPr lIns="36000" tIns="36000" rIns="36000" bIns="36000" anchor="b"/>
          <a:lstStyle>
            <a:lvl1pPr>
              <a:defRPr sz="1001">
                <a:solidFill>
                  <a:schemeClr val="bg2"/>
                </a:solidFill>
              </a:defRPr>
            </a:lvl1pPr>
          </a:lstStyle>
          <a:p>
            <a:endParaRPr lang="en-US"/>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4" cstate="print">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5" cstate="print">
            <a:extLst>
              <a:ext uri="{28A0092B-C50C-407E-A947-70E740481C1C}">
                <a14:useLocalDpi xmlns:a14="http://schemas.microsoft.com/office/drawing/2010/main" val="0"/>
              </a:ext>
            </a:extLst>
          </a:blip>
          <a:srcRect l="37353" t="8741" r="101" b="27"/>
          <a:stretch/>
        </p:blipFill>
        <p:spPr bwMode="ltGray">
          <a:xfrm rot="16200000" flipH="1">
            <a:off x="6006722" y="-5159178"/>
            <a:ext cx="369901" cy="12000658"/>
          </a:xfrm>
          <a:prstGeom prst="rect">
            <a:avLst/>
          </a:prstGeom>
        </p:spPr>
      </p:pic>
      <p:sp>
        <p:nvSpPr>
          <p:cNvPr id="5" name="TextBox 4">
            <a:extLst>
              <a:ext uri="{FF2B5EF4-FFF2-40B4-BE49-F238E27FC236}">
                <a16:creationId xmlns:a16="http://schemas.microsoft.com/office/drawing/2014/main" id="{7CFC4062-CEC0-476F-DE17-80441E584F67}"/>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2957344092"/>
      </p:ext>
    </p:extLst>
  </p:cSld>
  <p:clrMap bg1="lt1" tx1="dk1" bg2="lt2" tx2="dk2" accent1="accent1" accent2="accent2" accent3="accent3" accent4="accent4" accent5="accent5" accent6="accent6" hlink="hlink" folHlink="folHlink"/>
  <p:sldLayoutIdLst>
    <p:sldLayoutId id="2147484215" r:id="rId1"/>
    <p:sldLayoutId id="2147484216" r:id="rId2"/>
    <p:sldLayoutId id="2147484217" r:id="rId3"/>
    <p:sldLayoutId id="2147484218" r:id="rId4"/>
    <p:sldLayoutId id="2147484219" r:id="rId5"/>
    <p:sldLayoutId id="2147484220" r:id="rId6"/>
    <p:sldLayoutId id="2147484221" r:id="rId7"/>
  </p:sldLayoutIdLst>
  <p:hf hdr="0" ftr="0" dt="0"/>
  <p:txStyles>
    <p:titleStyle>
      <a:lvl1pPr algn="l" rtl="0" eaLnBrk="1" fontAlgn="base" hangingPunct="1">
        <a:spcBef>
          <a:spcPct val="0"/>
        </a:spcBef>
        <a:spcAft>
          <a:spcPct val="0"/>
        </a:spcAft>
        <a:defRPr sz="1600" b="0">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32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32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3200" b="1">
          <a:solidFill>
            <a:schemeClr val="bg1"/>
          </a:solidFill>
          <a:latin typeface="Verdana" pitchFamily="34" charset="0"/>
          <a:cs typeface="Times New Roman" pitchFamily="18" charset="0"/>
        </a:defRPr>
      </a:lvl5pPr>
      <a:lvl6pPr marL="457211" algn="ctr" rtl="0" eaLnBrk="1" fontAlgn="base" hangingPunct="1">
        <a:spcBef>
          <a:spcPct val="0"/>
        </a:spcBef>
        <a:spcAft>
          <a:spcPct val="0"/>
        </a:spcAft>
        <a:defRPr sz="3200" b="1">
          <a:solidFill>
            <a:schemeClr val="bg1"/>
          </a:solidFill>
          <a:latin typeface="Verdana" pitchFamily="34" charset="0"/>
          <a:cs typeface="Times New Roman" pitchFamily="18" charset="0"/>
        </a:defRPr>
      </a:lvl6pPr>
      <a:lvl7pPr marL="914422" algn="ctr" rtl="0" eaLnBrk="1" fontAlgn="base" hangingPunct="1">
        <a:spcBef>
          <a:spcPct val="0"/>
        </a:spcBef>
        <a:spcAft>
          <a:spcPct val="0"/>
        </a:spcAft>
        <a:defRPr sz="3200" b="1">
          <a:solidFill>
            <a:schemeClr val="bg1"/>
          </a:solidFill>
          <a:latin typeface="Verdana" pitchFamily="34" charset="0"/>
          <a:cs typeface="Times New Roman" pitchFamily="18" charset="0"/>
        </a:defRPr>
      </a:lvl7pPr>
      <a:lvl8pPr marL="1371635" algn="ctr" rtl="0" eaLnBrk="1" fontAlgn="base" hangingPunct="1">
        <a:spcBef>
          <a:spcPct val="0"/>
        </a:spcBef>
        <a:spcAft>
          <a:spcPct val="0"/>
        </a:spcAft>
        <a:defRPr sz="3200" b="1">
          <a:solidFill>
            <a:schemeClr val="bg1"/>
          </a:solidFill>
          <a:latin typeface="Verdana" pitchFamily="34" charset="0"/>
          <a:cs typeface="Times New Roman" pitchFamily="18" charset="0"/>
        </a:defRPr>
      </a:lvl8pPr>
      <a:lvl9pPr marL="1828846" algn="ctr" rtl="0" eaLnBrk="1" fontAlgn="base" hangingPunct="1">
        <a:spcBef>
          <a:spcPct val="0"/>
        </a:spcBef>
        <a:spcAft>
          <a:spcPct val="0"/>
        </a:spcAft>
        <a:defRPr sz="3200" b="1">
          <a:solidFill>
            <a:schemeClr val="bg1"/>
          </a:solidFill>
          <a:latin typeface="Verdana" pitchFamily="34" charset="0"/>
          <a:cs typeface="Times New Roman" pitchFamily="18" charset="0"/>
        </a:defRPr>
      </a:lvl9pPr>
    </p:titleStyle>
    <p:bodyStyle>
      <a:lvl1pPr marL="342909" indent="-342909" algn="l" rtl="0" eaLnBrk="1" fontAlgn="base" hangingPunct="1">
        <a:spcBef>
          <a:spcPct val="20000"/>
        </a:spcBef>
        <a:spcAft>
          <a:spcPct val="0"/>
        </a:spcAft>
        <a:buChar char="•"/>
        <a:defRPr sz="1801">
          <a:solidFill>
            <a:schemeClr val="tx1"/>
          </a:solidFill>
          <a:latin typeface="Calibri" panose="020F0502020204030204" pitchFamily="34" charset="0"/>
          <a:ea typeface="+mn-ea"/>
          <a:cs typeface="+mn-cs"/>
        </a:defRPr>
      </a:lvl1pPr>
      <a:lvl2pPr marL="742969" indent="-285756" algn="l" rtl="0" eaLnBrk="1" fontAlgn="base" hangingPunct="1">
        <a:spcBef>
          <a:spcPct val="20000"/>
        </a:spcBef>
        <a:spcAft>
          <a:spcPct val="0"/>
        </a:spcAft>
        <a:buChar char="–"/>
        <a:defRPr sz="1600">
          <a:solidFill>
            <a:schemeClr val="tx1"/>
          </a:solidFill>
          <a:latin typeface="Calibri" panose="020F0502020204030204" pitchFamily="34" charset="0"/>
          <a:cs typeface="+mn-cs"/>
        </a:defRPr>
      </a:lvl2pPr>
      <a:lvl3pPr marL="1143028" indent="-228606" algn="l" rtl="0" eaLnBrk="1" fontAlgn="base" hangingPunct="1">
        <a:spcBef>
          <a:spcPct val="20000"/>
        </a:spcBef>
        <a:spcAft>
          <a:spcPct val="0"/>
        </a:spcAft>
        <a:buChar char="•"/>
        <a:defRPr sz="1401">
          <a:solidFill>
            <a:schemeClr val="tx1"/>
          </a:solidFill>
          <a:latin typeface="Calibri" panose="020F0502020204030204" pitchFamily="34" charset="0"/>
          <a:cs typeface="+mn-cs"/>
        </a:defRPr>
      </a:lvl3pPr>
      <a:lvl4pPr marL="1600240" indent="-228606" algn="l" rtl="0" eaLnBrk="1" fontAlgn="base" hangingPunct="1">
        <a:spcBef>
          <a:spcPct val="20000"/>
        </a:spcBef>
        <a:spcAft>
          <a:spcPct val="0"/>
        </a:spcAft>
        <a:buChar char="–"/>
        <a:defRPr sz="1401">
          <a:solidFill>
            <a:schemeClr val="tx1"/>
          </a:solidFill>
          <a:latin typeface="Calibri" panose="020F0502020204030204" pitchFamily="34" charset="0"/>
          <a:cs typeface="+mn-cs"/>
        </a:defRPr>
      </a:lvl4pPr>
      <a:lvl5pPr marL="2057451" indent="-228606" algn="l" rtl="0" eaLnBrk="1" fontAlgn="base" hangingPunct="1">
        <a:spcBef>
          <a:spcPct val="20000"/>
        </a:spcBef>
        <a:spcAft>
          <a:spcPct val="0"/>
        </a:spcAft>
        <a:buChar char="»"/>
        <a:defRPr sz="1401">
          <a:solidFill>
            <a:schemeClr val="tx1"/>
          </a:solidFill>
          <a:latin typeface="Calibri" panose="020F0502020204030204" pitchFamily="34" charset="0"/>
          <a:cs typeface="+mn-cs"/>
        </a:defRPr>
      </a:lvl5pPr>
      <a:lvl6pPr marL="2514664" indent="-228606" algn="l" rtl="0" eaLnBrk="1" fontAlgn="base" hangingPunct="1">
        <a:spcBef>
          <a:spcPct val="20000"/>
        </a:spcBef>
        <a:spcAft>
          <a:spcPct val="0"/>
        </a:spcAft>
        <a:buChar char="»"/>
        <a:defRPr>
          <a:solidFill>
            <a:schemeClr val="tx1"/>
          </a:solidFill>
          <a:latin typeface="+mn-lt"/>
          <a:cs typeface="+mn-cs"/>
        </a:defRPr>
      </a:lvl6pPr>
      <a:lvl7pPr marL="2971874" indent="-228606" algn="l" rtl="0" eaLnBrk="1" fontAlgn="base" hangingPunct="1">
        <a:spcBef>
          <a:spcPct val="20000"/>
        </a:spcBef>
        <a:spcAft>
          <a:spcPct val="0"/>
        </a:spcAft>
        <a:buChar char="»"/>
        <a:defRPr>
          <a:solidFill>
            <a:schemeClr val="tx1"/>
          </a:solidFill>
          <a:latin typeface="+mn-lt"/>
          <a:cs typeface="+mn-cs"/>
        </a:defRPr>
      </a:lvl7pPr>
      <a:lvl8pPr marL="3429086" indent="-228606" algn="l" rtl="0" eaLnBrk="1" fontAlgn="base" hangingPunct="1">
        <a:spcBef>
          <a:spcPct val="20000"/>
        </a:spcBef>
        <a:spcAft>
          <a:spcPct val="0"/>
        </a:spcAft>
        <a:buChar char="»"/>
        <a:defRPr>
          <a:solidFill>
            <a:schemeClr val="tx1"/>
          </a:solidFill>
          <a:latin typeface="+mn-lt"/>
          <a:cs typeface="+mn-cs"/>
        </a:defRPr>
      </a:lvl8pPr>
      <a:lvl9pPr marL="3886297" indent="-228606"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914422" rtl="0" eaLnBrk="1" latinLnBrk="0" hangingPunct="1">
        <a:defRPr sz="1801" kern="1200">
          <a:solidFill>
            <a:schemeClr val="tx1"/>
          </a:solidFill>
          <a:latin typeface="+mn-lt"/>
          <a:ea typeface="+mn-ea"/>
          <a:cs typeface="+mn-cs"/>
        </a:defRPr>
      </a:lvl1pPr>
      <a:lvl2pPr marL="457211" algn="l" defTabSz="914422" rtl="0" eaLnBrk="1" latinLnBrk="0" hangingPunct="1">
        <a:defRPr sz="1801" kern="1200">
          <a:solidFill>
            <a:schemeClr val="tx1"/>
          </a:solidFill>
          <a:latin typeface="+mn-lt"/>
          <a:ea typeface="+mn-ea"/>
          <a:cs typeface="+mn-cs"/>
        </a:defRPr>
      </a:lvl2pPr>
      <a:lvl3pPr marL="914422" algn="l" defTabSz="914422" rtl="0" eaLnBrk="1" latinLnBrk="0" hangingPunct="1">
        <a:defRPr sz="1801" kern="1200">
          <a:solidFill>
            <a:schemeClr val="tx1"/>
          </a:solidFill>
          <a:latin typeface="+mn-lt"/>
          <a:ea typeface="+mn-ea"/>
          <a:cs typeface="+mn-cs"/>
        </a:defRPr>
      </a:lvl3pPr>
      <a:lvl4pPr marL="1371635" algn="l" defTabSz="914422" rtl="0" eaLnBrk="1" latinLnBrk="0" hangingPunct="1">
        <a:defRPr sz="1801" kern="1200">
          <a:solidFill>
            <a:schemeClr val="tx1"/>
          </a:solidFill>
          <a:latin typeface="+mn-lt"/>
          <a:ea typeface="+mn-ea"/>
          <a:cs typeface="+mn-cs"/>
        </a:defRPr>
      </a:lvl4pPr>
      <a:lvl5pPr marL="1828846" algn="l" defTabSz="914422" rtl="0" eaLnBrk="1" latinLnBrk="0" hangingPunct="1">
        <a:defRPr sz="1801" kern="1200">
          <a:solidFill>
            <a:schemeClr val="tx1"/>
          </a:solidFill>
          <a:latin typeface="+mn-lt"/>
          <a:ea typeface="+mn-ea"/>
          <a:cs typeface="+mn-cs"/>
        </a:defRPr>
      </a:lvl5pPr>
      <a:lvl6pPr marL="2286057" algn="l" defTabSz="914422" rtl="0" eaLnBrk="1" latinLnBrk="0" hangingPunct="1">
        <a:defRPr sz="1801" kern="1200">
          <a:solidFill>
            <a:schemeClr val="tx1"/>
          </a:solidFill>
          <a:latin typeface="+mn-lt"/>
          <a:ea typeface="+mn-ea"/>
          <a:cs typeface="+mn-cs"/>
        </a:defRPr>
      </a:lvl6pPr>
      <a:lvl7pPr marL="2743268" algn="l" defTabSz="914422" rtl="0" eaLnBrk="1" latinLnBrk="0" hangingPunct="1">
        <a:defRPr sz="1801" kern="1200">
          <a:solidFill>
            <a:schemeClr val="tx1"/>
          </a:solidFill>
          <a:latin typeface="+mn-lt"/>
          <a:ea typeface="+mn-ea"/>
          <a:cs typeface="+mn-cs"/>
        </a:defRPr>
      </a:lvl7pPr>
      <a:lvl8pPr marL="3200481" algn="l" defTabSz="914422" rtl="0" eaLnBrk="1" latinLnBrk="0" hangingPunct="1">
        <a:defRPr sz="1801" kern="1200">
          <a:solidFill>
            <a:schemeClr val="tx1"/>
          </a:solidFill>
          <a:latin typeface="+mn-lt"/>
          <a:ea typeface="+mn-ea"/>
          <a:cs typeface="+mn-cs"/>
        </a:defRPr>
      </a:lvl8pPr>
      <a:lvl9pPr marL="3657692" algn="l" defTabSz="914422" rtl="0" eaLnBrk="1" latinLnBrk="0" hangingPunct="1">
        <a:defRPr sz="1801"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0"/>
            </p:custDataLst>
            <p:extLst>
              <p:ext uri="{D42A27DB-BD31-4B8C-83A1-F6EECF244321}">
                <p14:modId xmlns:p14="http://schemas.microsoft.com/office/powerpoint/2010/main" val="365894258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1" imgW="430" imgH="433" progId="TCLayout.ActiveDocument.1">
                  <p:embed/>
                </p:oleObj>
              </mc:Choice>
              <mc:Fallback>
                <p:oleObj name="think-cell Slide" r:id="rId11" imgW="430" imgH="433" progId="TCLayout.ActiveDocument.1">
                  <p:embed/>
                  <p:pic>
                    <p:nvPicPr>
                      <p:cNvPr id="2" name="Object 1" hidden="1"/>
                      <p:cNvPicPr/>
                      <p:nvPr/>
                    </p:nvPicPr>
                    <p:blipFill>
                      <a:blip r:embed="rId12"/>
                      <a:stretch>
                        <a:fillRect/>
                      </a:stretch>
                    </p:blipFill>
                    <p:spPr>
                      <a:xfrm>
                        <a:off x="2119" y="1593"/>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20"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chemeClr val="bg2"/>
                </a:solidFill>
                <a:latin typeface="Calibri" panose="020F0502020204030204" pitchFamily="34" charset="0"/>
                <a:cs typeface="+mn-cs"/>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2052" name="Picture 4"/>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840416" y="6597352"/>
            <a:ext cx="1698136"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4" y="6400800"/>
            <a:ext cx="9409211" cy="457200"/>
          </a:xfrm>
          <a:prstGeom prst="rect">
            <a:avLst/>
          </a:prstGeom>
          <a:ln/>
        </p:spPr>
        <p:txBody>
          <a:bodyPr lIns="36000" tIns="36000" rIns="36000" bIns="36000" anchor="b"/>
          <a:lstStyle>
            <a:lvl1pPr>
              <a:defRPr sz="750">
                <a:solidFill>
                  <a:schemeClr val="bg2"/>
                </a:solidFill>
              </a:defRPr>
            </a:lvl1pPr>
          </a:lstStyle>
          <a:p>
            <a:endParaRPr lang="en-US">
              <a:solidFill>
                <a:srgbClr val="000000"/>
              </a:solidFill>
            </a:endParaRPr>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6">
            <a:extLst>
              <a:ext uri="{28A0092B-C50C-407E-A947-70E740481C1C}">
                <a14:useLocalDpi xmlns:a14="http://schemas.microsoft.com/office/drawing/2010/main" val="0"/>
              </a:ext>
            </a:extLst>
          </a:blip>
          <a:srcRect l="37353" t="8741" r="101" b="27"/>
          <a:stretch/>
        </p:blipFill>
        <p:spPr bwMode="ltGray">
          <a:xfrm rot="16200000" flipH="1">
            <a:off x="6006724" y="-5159178"/>
            <a:ext cx="369901" cy="12000657"/>
          </a:xfrm>
          <a:prstGeom prst="rect">
            <a:avLst/>
          </a:prstGeom>
        </p:spPr>
      </p:pic>
      <p:sp>
        <p:nvSpPr>
          <p:cNvPr id="5" name="TextBox 4">
            <a:extLst>
              <a:ext uri="{FF2B5EF4-FFF2-40B4-BE49-F238E27FC236}">
                <a16:creationId xmlns:a16="http://schemas.microsoft.com/office/drawing/2014/main" id="{CF6C2C44-B2D9-BDBA-FC78-343DE55CDBEE}"/>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3827045066"/>
      </p:ext>
    </p:extLst>
  </p:cSld>
  <p:clrMap bg1="lt1" tx1="dk1" bg2="lt2" tx2="dk2" accent1="accent1" accent2="accent2" accent3="accent3" accent4="accent4" accent5="accent5" accent6="accent6" hlink="hlink" folHlink="folHlink"/>
  <p:sldLayoutIdLst>
    <p:sldLayoutId id="2147484223" r:id="rId1"/>
    <p:sldLayoutId id="2147484224" r:id="rId2"/>
    <p:sldLayoutId id="2147484225" r:id="rId3"/>
    <p:sldLayoutId id="2147484226" r:id="rId4"/>
    <p:sldLayoutId id="2147484227" r:id="rId5"/>
    <p:sldLayoutId id="2147484228" r:id="rId6"/>
    <p:sldLayoutId id="2147484229" r:id="rId7"/>
    <p:sldLayoutId id="2147484230" r:id="rId8"/>
  </p:sldLayoutIdLst>
  <p:hf hdr="0" ft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75" indent="-257175" algn="l" rtl="0" eaLnBrk="1" fontAlgn="base" hangingPunct="1">
        <a:spcBef>
          <a:spcPct val="20000"/>
        </a:spcBef>
        <a:spcAft>
          <a:spcPct val="0"/>
        </a:spcAft>
        <a:buChar char="•"/>
        <a:defRPr sz="1350">
          <a:solidFill>
            <a:schemeClr val="tx1"/>
          </a:solidFill>
          <a:latin typeface="Calibri" panose="020F0502020204030204" pitchFamily="34" charset="0"/>
          <a:ea typeface="+mn-ea"/>
          <a:cs typeface="+mn-cs"/>
        </a:defRPr>
      </a:lvl1pPr>
      <a:lvl2pPr marL="557213" indent="-214313"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3pPr>
      <a:lvl4pPr marL="12001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4pPr>
      <a:lvl5pPr marL="15430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5pPr>
      <a:lvl6pPr marL="1885950" indent="-171450" algn="l" rtl="0" eaLnBrk="1" fontAlgn="base" hangingPunct="1">
        <a:spcBef>
          <a:spcPct val="20000"/>
        </a:spcBef>
        <a:spcAft>
          <a:spcPct val="0"/>
        </a:spcAft>
        <a:buChar char="»"/>
        <a:defRPr>
          <a:solidFill>
            <a:schemeClr val="tx1"/>
          </a:solidFill>
          <a:latin typeface="+mn-lt"/>
          <a:cs typeface="+mn-cs"/>
        </a:defRPr>
      </a:lvl6pPr>
      <a:lvl7pPr marL="2228850" indent="-171450" algn="l" rtl="0" eaLnBrk="1" fontAlgn="base" hangingPunct="1">
        <a:spcBef>
          <a:spcPct val="20000"/>
        </a:spcBef>
        <a:spcAft>
          <a:spcPct val="0"/>
        </a:spcAft>
        <a:buChar char="»"/>
        <a:defRPr>
          <a:solidFill>
            <a:schemeClr val="tx1"/>
          </a:solidFill>
          <a:latin typeface="+mn-lt"/>
          <a:cs typeface="+mn-cs"/>
        </a:defRPr>
      </a:lvl7pPr>
      <a:lvl8pPr marL="2571750" indent="-171450" algn="l" rtl="0" eaLnBrk="1" fontAlgn="base" hangingPunct="1">
        <a:spcBef>
          <a:spcPct val="20000"/>
        </a:spcBef>
        <a:spcAft>
          <a:spcPct val="0"/>
        </a:spcAft>
        <a:buChar char="»"/>
        <a:defRPr>
          <a:solidFill>
            <a:schemeClr val="tx1"/>
          </a:solidFill>
          <a:latin typeface="+mn-lt"/>
          <a:cs typeface="+mn-cs"/>
        </a:defRPr>
      </a:lvl8pPr>
      <a:lvl9pPr marL="2914650" indent="-171450"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0"/>
            </p:custDataLst>
            <p:extLst>
              <p:ext uri="{D42A27DB-BD31-4B8C-83A1-F6EECF244321}">
                <p14:modId xmlns:p14="http://schemas.microsoft.com/office/powerpoint/2010/main" val="365894258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1" imgW="430" imgH="433" progId="TCLayout.ActiveDocument.1">
                  <p:embed/>
                </p:oleObj>
              </mc:Choice>
              <mc:Fallback>
                <p:oleObj name="think-cell Slide" r:id="rId11" imgW="430" imgH="433" progId="TCLayout.ActiveDocument.1">
                  <p:embed/>
                  <p:pic>
                    <p:nvPicPr>
                      <p:cNvPr id="2" name="Object 1" hidden="1"/>
                      <p:cNvPicPr/>
                      <p:nvPr/>
                    </p:nvPicPr>
                    <p:blipFill>
                      <a:blip r:embed="rId12"/>
                      <a:stretch>
                        <a:fillRect/>
                      </a:stretch>
                    </p:blipFill>
                    <p:spPr>
                      <a:xfrm>
                        <a:off x="2119" y="1593"/>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20"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chemeClr val="bg2"/>
                </a:solidFill>
                <a:latin typeface="Calibri" panose="020F0502020204030204" pitchFamily="34" charset="0"/>
                <a:cs typeface="+mn-cs"/>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2052" name="Picture 4"/>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840416" y="6597352"/>
            <a:ext cx="1698136"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4" y="6400800"/>
            <a:ext cx="9409211" cy="457200"/>
          </a:xfrm>
          <a:prstGeom prst="rect">
            <a:avLst/>
          </a:prstGeom>
          <a:ln/>
        </p:spPr>
        <p:txBody>
          <a:bodyPr lIns="36000" tIns="36000" rIns="36000" bIns="36000" anchor="b"/>
          <a:lstStyle>
            <a:lvl1pPr>
              <a:defRPr sz="750">
                <a:solidFill>
                  <a:schemeClr val="bg2"/>
                </a:solidFill>
              </a:defRPr>
            </a:lvl1pPr>
          </a:lstStyle>
          <a:p>
            <a:endParaRPr lang="en-US">
              <a:solidFill>
                <a:srgbClr val="000000"/>
              </a:solidFill>
            </a:endParaRPr>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6">
            <a:extLst>
              <a:ext uri="{28A0092B-C50C-407E-A947-70E740481C1C}">
                <a14:useLocalDpi xmlns:a14="http://schemas.microsoft.com/office/drawing/2010/main" val="0"/>
              </a:ext>
            </a:extLst>
          </a:blip>
          <a:srcRect l="37353" t="8741" r="101" b="27"/>
          <a:stretch/>
        </p:blipFill>
        <p:spPr bwMode="ltGray">
          <a:xfrm rot="16200000" flipH="1">
            <a:off x="6006724" y="-5159178"/>
            <a:ext cx="369901" cy="12000657"/>
          </a:xfrm>
          <a:prstGeom prst="rect">
            <a:avLst/>
          </a:prstGeom>
        </p:spPr>
      </p:pic>
      <p:sp>
        <p:nvSpPr>
          <p:cNvPr id="5" name="TextBox 4">
            <a:extLst>
              <a:ext uri="{FF2B5EF4-FFF2-40B4-BE49-F238E27FC236}">
                <a16:creationId xmlns:a16="http://schemas.microsoft.com/office/drawing/2014/main" id="{C8D77D8D-636D-4BDF-2988-F91FF9DB2832}"/>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4132904302"/>
      </p:ext>
    </p:extLst>
  </p:cSld>
  <p:clrMap bg1="lt1" tx1="dk1" bg2="lt2" tx2="dk2" accent1="accent1" accent2="accent2" accent3="accent3" accent4="accent4" accent5="accent5" accent6="accent6" hlink="hlink" folHlink="folHlink"/>
  <p:sldLayoutIdLst>
    <p:sldLayoutId id="2147484232" r:id="rId1"/>
    <p:sldLayoutId id="2147484233" r:id="rId2"/>
    <p:sldLayoutId id="2147484234" r:id="rId3"/>
    <p:sldLayoutId id="2147484235" r:id="rId4"/>
    <p:sldLayoutId id="2147484236" r:id="rId5"/>
    <p:sldLayoutId id="2147484237" r:id="rId6"/>
    <p:sldLayoutId id="2147484238" r:id="rId7"/>
    <p:sldLayoutId id="2147484239" r:id="rId8"/>
  </p:sldLayoutIdLst>
  <p:hf hd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75" indent="-257175" algn="l" rtl="0" eaLnBrk="1" fontAlgn="base" hangingPunct="1">
        <a:spcBef>
          <a:spcPct val="20000"/>
        </a:spcBef>
        <a:spcAft>
          <a:spcPct val="0"/>
        </a:spcAft>
        <a:buChar char="•"/>
        <a:defRPr sz="1350">
          <a:solidFill>
            <a:schemeClr val="tx1"/>
          </a:solidFill>
          <a:latin typeface="Calibri" panose="020F0502020204030204" pitchFamily="34" charset="0"/>
          <a:ea typeface="+mn-ea"/>
          <a:cs typeface="+mn-cs"/>
        </a:defRPr>
      </a:lvl1pPr>
      <a:lvl2pPr marL="557213" indent="-214313"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3pPr>
      <a:lvl4pPr marL="12001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4pPr>
      <a:lvl5pPr marL="15430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5pPr>
      <a:lvl6pPr marL="1885950" indent="-171450" algn="l" rtl="0" eaLnBrk="1" fontAlgn="base" hangingPunct="1">
        <a:spcBef>
          <a:spcPct val="20000"/>
        </a:spcBef>
        <a:spcAft>
          <a:spcPct val="0"/>
        </a:spcAft>
        <a:buChar char="»"/>
        <a:defRPr>
          <a:solidFill>
            <a:schemeClr val="tx1"/>
          </a:solidFill>
          <a:latin typeface="+mn-lt"/>
          <a:cs typeface="+mn-cs"/>
        </a:defRPr>
      </a:lvl6pPr>
      <a:lvl7pPr marL="2228850" indent="-171450" algn="l" rtl="0" eaLnBrk="1" fontAlgn="base" hangingPunct="1">
        <a:spcBef>
          <a:spcPct val="20000"/>
        </a:spcBef>
        <a:spcAft>
          <a:spcPct val="0"/>
        </a:spcAft>
        <a:buChar char="»"/>
        <a:defRPr>
          <a:solidFill>
            <a:schemeClr val="tx1"/>
          </a:solidFill>
          <a:latin typeface="+mn-lt"/>
          <a:cs typeface="+mn-cs"/>
        </a:defRPr>
      </a:lvl7pPr>
      <a:lvl8pPr marL="2571750" indent="-171450" algn="l" rtl="0" eaLnBrk="1" fontAlgn="base" hangingPunct="1">
        <a:spcBef>
          <a:spcPct val="20000"/>
        </a:spcBef>
        <a:spcAft>
          <a:spcPct val="0"/>
        </a:spcAft>
        <a:buChar char="»"/>
        <a:defRPr>
          <a:solidFill>
            <a:schemeClr val="tx1"/>
          </a:solidFill>
          <a:latin typeface="+mn-lt"/>
          <a:cs typeface="+mn-cs"/>
        </a:defRPr>
      </a:lvl8pPr>
      <a:lvl9pPr marL="2914650" indent="-171450"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3"/>
            </p:custDataLst>
            <p:extLst>
              <p:ext uri="{D42A27DB-BD31-4B8C-83A1-F6EECF244321}">
                <p14:modId xmlns:p14="http://schemas.microsoft.com/office/powerpoint/2010/main" val="345003247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14" imgW="360" imgH="360" progId="TCLayout.ActiveDocument.1">
                  <p:embed/>
                </p:oleObj>
              </mc:Choice>
              <mc:Fallback>
                <p:oleObj name="think-cell Slide" r:id="rId14" imgW="360" imgH="360" progId="TCLayout.ActiveDocument.1">
                  <p:embed/>
                  <p:pic>
                    <p:nvPicPr>
                      <p:cNvPr id="2" name="Object 1"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18" y="1589"/>
                        <a:ext cx="2116"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9" name="Rectangle 5"/>
          <p:cNvSpPr>
            <a:spLocks noGrp="1" noChangeArrowheads="1"/>
          </p:cNvSpPr>
          <p:nvPr>
            <p:ph type="sldNum" sz="quarter" idx="4"/>
          </p:nvPr>
        </p:nvSpPr>
        <p:spPr bwMode="auto">
          <a:xfrm>
            <a:off x="11664619"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1000">
                <a:solidFill>
                  <a:schemeClr val="bg2"/>
                </a:solidFill>
                <a:latin typeface="Calibri" panose="020F0502020204030204" pitchFamily="34" charset="0"/>
                <a:cs typeface="+mn-cs"/>
              </a:defRPr>
            </a:lvl1pPr>
          </a:lstStyle>
          <a:p>
            <a:fld id="{20314B1F-90EF-4791-B992-945A908ADE38}" type="slidenum">
              <a:rPr lang="en-GB" smtClean="0"/>
              <a:pPr/>
              <a:t>‹#›</a:t>
            </a:fld>
            <a:endParaRPr lang="en-GB"/>
          </a:p>
        </p:txBody>
      </p:sp>
      <p:pic>
        <p:nvPicPr>
          <p:cNvPr id="2052" name="Picture 4"/>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840416" y="6597352"/>
            <a:ext cx="1698136"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4" y="6400800"/>
            <a:ext cx="9409211" cy="457200"/>
          </a:xfrm>
          <a:prstGeom prst="rect">
            <a:avLst/>
          </a:prstGeom>
          <a:ln/>
        </p:spPr>
        <p:txBody>
          <a:bodyPr lIns="36000" tIns="36000" rIns="36000" bIns="36000" anchor="b"/>
          <a:lstStyle>
            <a:lvl1pPr>
              <a:defRPr sz="1000">
                <a:solidFill>
                  <a:schemeClr val="bg2"/>
                </a:solidFill>
              </a:defRPr>
            </a:lvl1pPr>
          </a:lstStyle>
          <a:p>
            <a:endParaRPr lang="en-GB"/>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7" cstate="print">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7" cstate="print">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7" cstate="print">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8" cstate="print">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5" name="TextBox 4">
            <a:extLst>
              <a:ext uri="{FF2B5EF4-FFF2-40B4-BE49-F238E27FC236}">
                <a16:creationId xmlns:a16="http://schemas.microsoft.com/office/drawing/2014/main" id="{270B9C79-27B9-6E56-FEEC-0B96F76DCF42}"/>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1270667011"/>
      </p:ext>
    </p:extLst>
  </p:cSld>
  <p:clrMap bg1="lt1" tx1="dk1" bg2="lt2" tx2="dk2" accent1="accent1" accent2="accent2" accent3="accent3" accent4="accent4" accent5="accent5" accent6="accent6" hlink="hlink" folHlink="folHlink"/>
  <p:sldLayoutIdLst>
    <p:sldLayoutId id="2147484241" r:id="rId1"/>
    <p:sldLayoutId id="2147484242" r:id="rId2"/>
    <p:sldLayoutId id="2147484243" r:id="rId3"/>
    <p:sldLayoutId id="2147484244" r:id="rId4"/>
    <p:sldLayoutId id="2147484245" r:id="rId5"/>
    <p:sldLayoutId id="2147484246" r:id="rId6"/>
    <p:sldLayoutId id="2147484247" r:id="rId7"/>
    <p:sldLayoutId id="2147484248" r:id="rId8"/>
    <p:sldLayoutId id="2147484249" r:id="rId9"/>
    <p:sldLayoutId id="2147484250" r:id="rId10"/>
    <p:sldLayoutId id="2147484251" r:id="rId11"/>
  </p:sldLayoutIdLst>
  <p:hf hdr="0" dt="0"/>
  <p:txStyles>
    <p:titleStyle>
      <a:lvl1pPr algn="l" rtl="0" eaLnBrk="1" fontAlgn="base" hangingPunct="1">
        <a:spcBef>
          <a:spcPct val="0"/>
        </a:spcBef>
        <a:spcAft>
          <a:spcPct val="0"/>
        </a:spcAft>
        <a:defRPr sz="1600" b="0">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32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32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3200" b="1">
          <a:solidFill>
            <a:schemeClr val="bg1"/>
          </a:solidFill>
          <a:latin typeface="Verdana" pitchFamily="34" charset="0"/>
          <a:cs typeface="Times New Roman" pitchFamily="18" charset="0"/>
        </a:defRPr>
      </a:lvl5pPr>
      <a:lvl6pPr marL="457200" algn="ctr" rtl="0" eaLnBrk="1" fontAlgn="base" hangingPunct="1">
        <a:spcBef>
          <a:spcPct val="0"/>
        </a:spcBef>
        <a:spcAft>
          <a:spcPct val="0"/>
        </a:spcAft>
        <a:defRPr sz="3200" b="1">
          <a:solidFill>
            <a:schemeClr val="bg1"/>
          </a:solidFill>
          <a:latin typeface="Verdana" pitchFamily="34" charset="0"/>
          <a:cs typeface="Times New Roman" pitchFamily="18" charset="0"/>
        </a:defRPr>
      </a:lvl6pPr>
      <a:lvl7pPr marL="914400" algn="ctr" rtl="0" eaLnBrk="1" fontAlgn="base" hangingPunct="1">
        <a:spcBef>
          <a:spcPct val="0"/>
        </a:spcBef>
        <a:spcAft>
          <a:spcPct val="0"/>
        </a:spcAft>
        <a:defRPr sz="3200" b="1">
          <a:solidFill>
            <a:schemeClr val="bg1"/>
          </a:solidFill>
          <a:latin typeface="Verdana" pitchFamily="34" charset="0"/>
          <a:cs typeface="Times New Roman" pitchFamily="18" charset="0"/>
        </a:defRPr>
      </a:lvl7pPr>
      <a:lvl8pPr marL="1371600" algn="ctr" rtl="0" eaLnBrk="1" fontAlgn="base" hangingPunct="1">
        <a:spcBef>
          <a:spcPct val="0"/>
        </a:spcBef>
        <a:spcAft>
          <a:spcPct val="0"/>
        </a:spcAft>
        <a:defRPr sz="3200" b="1">
          <a:solidFill>
            <a:schemeClr val="bg1"/>
          </a:solidFill>
          <a:latin typeface="Verdana" pitchFamily="34" charset="0"/>
          <a:cs typeface="Times New Roman" pitchFamily="18" charset="0"/>
        </a:defRPr>
      </a:lvl8pPr>
      <a:lvl9pPr marL="1828800" algn="ctr" rtl="0" eaLnBrk="1" fontAlgn="base" hangingPunct="1">
        <a:spcBef>
          <a:spcPct val="0"/>
        </a:spcBef>
        <a:spcAft>
          <a:spcPct val="0"/>
        </a:spcAft>
        <a:defRPr sz="3200" b="1">
          <a:solidFill>
            <a:schemeClr val="bg1"/>
          </a:solidFill>
          <a:latin typeface="Verdana" pitchFamily="34" charset="0"/>
          <a:cs typeface="Times New Roman" pitchFamily="18" charset="0"/>
        </a:defRPr>
      </a:lvl9pPr>
    </p:titleStyle>
    <p:bodyStyle>
      <a:lvl1pPr marL="342900" indent="-342900" algn="l" rtl="0" eaLnBrk="1" fontAlgn="base" hangingPunct="1">
        <a:spcBef>
          <a:spcPct val="20000"/>
        </a:spcBef>
        <a:spcAft>
          <a:spcPct val="0"/>
        </a:spcAft>
        <a:buChar char="•"/>
        <a:defRPr sz="1800">
          <a:solidFill>
            <a:schemeClr val="tx1"/>
          </a:solidFill>
          <a:latin typeface="Calibri" panose="020F0502020204030204" pitchFamily="34" charset="0"/>
          <a:ea typeface="+mn-ea"/>
          <a:cs typeface="+mn-cs"/>
        </a:defRPr>
      </a:lvl1pPr>
      <a:lvl2pPr marL="742950" indent="-285750" algn="l" rtl="0" eaLnBrk="1" fontAlgn="base" hangingPunct="1">
        <a:spcBef>
          <a:spcPct val="20000"/>
        </a:spcBef>
        <a:spcAft>
          <a:spcPct val="0"/>
        </a:spcAft>
        <a:buChar char="–"/>
        <a:defRPr sz="1600">
          <a:solidFill>
            <a:schemeClr val="tx1"/>
          </a:solidFill>
          <a:latin typeface="Calibri" panose="020F0502020204030204" pitchFamily="34" charset="0"/>
          <a:cs typeface="+mn-cs"/>
        </a:defRPr>
      </a:lvl2pPr>
      <a:lvl3pPr marL="1143000" indent="-228600" algn="l" rtl="0" eaLnBrk="1" fontAlgn="base" hangingPunct="1">
        <a:spcBef>
          <a:spcPct val="20000"/>
        </a:spcBef>
        <a:spcAft>
          <a:spcPct val="0"/>
        </a:spcAft>
        <a:buChar char="•"/>
        <a:defRPr sz="1400">
          <a:solidFill>
            <a:schemeClr val="tx1"/>
          </a:solidFill>
          <a:latin typeface="Calibri" panose="020F0502020204030204" pitchFamily="34" charset="0"/>
          <a:cs typeface="+mn-cs"/>
        </a:defRPr>
      </a:lvl3pPr>
      <a:lvl4pPr marL="1600200" indent="-228600" algn="l" rtl="0" eaLnBrk="1" fontAlgn="base" hangingPunct="1">
        <a:spcBef>
          <a:spcPct val="20000"/>
        </a:spcBef>
        <a:spcAft>
          <a:spcPct val="0"/>
        </a:spcAft>
        <a:buChar char="–"/>
        <a:defRPr sz="1400">
          <a:solidFill>
            <a:schemeClr val="tx1"/>
          </a:solidFill>
          <a:latin typeface="Calibri" panose="020F0502020204030204" pitchFamily="34" charset="0"/>
          <a:cs typeface="+mn-cs"/>
        </a:defRPr>
      </a:lvl4pPr>
      <a:lvl5pPr marL="2057400" indent="-228600" algn="l" rtl="0" eaLnBrk="1" fontAlgn="base" hangingPunct="1">
        <a:spcBef>
          <a:spcPct val="20000"/>
        </a:spcBef>
        <a:spcAft>
          <a:spcPct val="0"/>
        </a:spcAft>
        <a:buChar char="»"/>
        <a:defRPr sz="1400">
          <a:solidFill>
            <a:schemeClr val="tx1"/>
          </a:solidFill>
          <a:latin typeface="Calibri" panose="020F0502020204030204" pitchFamily="34" charset="0"/>
          <a:cs typeface="+mn-cs"/>
        </a:defRPr>
      </a:lvl5pPr>
      <a:lvl6pPr marL="2514600" indent="-228600" algn="l" rtl="0" eaLnBrk="1" fontAlgn="base" hangingPunct="1">
        <a:spcBef>
          <a:spcPct val="20000"/>
        </a:spcBef>
        <a:spcAft>
          <a:spcPct val="0"/>
        </a:spcAft>
        <a:buChar char="»"/>
        <a:defRPr>
          <a:solidFill>
            <a:schemeClr val="tx1"/>
          </a:solidFill>
          <a:latin typeface="+mn-lt"/>
          <a:cs typeface="+mn-cs"/>
        </a:defRPr>
      </a:lvl6pPr>
      <a:lvl7pPr marL="2971800" indent="-228600" algn="l" rtl="0" eaLnBrk="1" fontAlgn="base" hangingPunct="1">
        <a:spcBef>
          <a:spcPct val="20000"/>
        </a:spcBef>
        <a:spcAft>
          <a:spcPct val="0"/>
        </a:spcAft>
        <a:buChar char="»"/>
        <a:defRPr>
          <a:solidFill>
            <a:schemeClr val="tx1"/>
          </a:solidFill>
          <a:latin typeface="+mn-lt"/>
          <a:cs typeface="+mn-cs"/>
        </a:defRPr>
      </a:lvl7pPr>
      <a:lvl8pPr marL="3429000" indent="-228600" algn="l" rtl="0" eaLnBrk="1" fontAlgn="base" hangingPunct="1">
        <a:spcBef>
          <a:spcPct val="20000"/>
        </a:spcBef>
        <a:spcAft>
          <a:spcPct val="0"/>
        </a:spcAft>
        <a:buChar char="»"/>
        <a:defRPr>
          <a:solidFill>
            <a:schemeClr val="tx1"/>
          </a:solidFill>
          <a:latin typeface="+mn-lt"/>
          <a:cs typeface="+mn-cs"/>
        </a:defRPr>
      </a:lvl8pPr>
      <a:lvl9pPr marL="3886200" indent="-228600"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0"/>
            </p:custDataLst>
            <p:extLst>
              <p:ext uri="{D42A27DB-BD31-4B8C-83A1-F6EECF244321}">
                <p14:modId xmlns:p14="http://schemas.microsoft.com/office/powerpoint/2010/main" val="3658942580"/>
              </p:ext>
            </p:extLst>
          </p:nvPr>
        </p:nvGraphicFramePr>
        <p:xfrm>
          <a:off x="2119" y="1595"/>
          <a:ext cx="2116" cy="1587"/>
        </p:xfrm>
        <a:graphic>
          <a:graphicData uri="http://schemas.openxmlformats.org/presentationml/2006/ole">
            <mc:AlternateContent xmlns:mc="http://schemas.openxmlformats.org/markup-compatibility/2006">
              <mc:Choice xmlns:v="urn:schemas-microsoft-com:vml" Requires="v">
                <p:oleObj name="think-cell Slide" r:id="rId11" imgW="430" imgH="433" progId="TCLayout.ActiveDocument.1">
                  <p:embed/>
                </p:oleObj>
              </mc:Choice>
              <mc:Fallback>
                <p:oleObj name="think-cell Slide" r:id="rId11" imgW="430" imgH="433" progId="TCLayout.ActiveDocument.1">
                  <p:embed/>
                  <p:pic>
                    <p:nvPicPr>
                      <p:cNvPr id="2" name="Object 1" hidden="1"/>
                      <p:cNvPicPr/>
                      <p:nvPr/>
                    </p:nvPicPr>
                    <p:blipFill>
                      <a:blip r:embed="rId12"/>
                      <a:stretch>
                        <a:fillRect/>
                      </a:stretch>
                    </p:blipFill>
                    <p:spPr>
                      <a:xfrm>
                        <a:off x="2119" y="1595"/>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22"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chemeClr val="bg2"/>
                </a:solidFill>
                <a:latin typeface="Calibri" panose="020F0502020204030204" pitchFamily="34" charset="0"/>
                <a:cs typeface="+mn-cs"/>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2052" name="Picture 4"/>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840416" y="6597352"/>
            <a:ext cx="1698137"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7" y="6400800"/>
            <a:ext cx="9409211" cy="457200"/>
          </a:xfrm>
          <a:prstGeom prst="rect">
            <a:avLst/>
          </a:prstGeom>
          <a:ln/>
        </p:spPr>
        <p:txBody>
          <a:bodyPr lIns="36000" tIns="36000" rIns="36000" bIns="36000" anchor="b"/>
          <a:lstStyle>
            <a:lvl1pPr>
              <a:defRPr sz="750">
                <a:solidFill>
                  <a:schemeClr val="bg2"/>
                </a:solidFill>
              </a:defRPr>
            </a:lvl1pPr>
          </a:lstStyle>
          <a:p>
            <a:endParaRPr lang="en-US">
              <a:solidFill>
                <a:srgbClr val="000000"/>
              </a:solidFill>
            </a:endParaRPr>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6">
            <a:extLst>
              <a:ext uri="{28A0092B-C50C-407E-A947-70E740481C1C}">
                <a14:useLocalDpi xmlns:a14="http://schemas.microsoft.com/office/drawing/2010/main" val="0"/>
              </a:ext>
            </a:extLst>
          </a:blip>
          <a:srcRect l="37353" t="8741" r="101" b="27"/>
          <a:stretch/>
        </p:blipFill>
        <p:spPr bwMode="ltGray">
          <a:xfrm rot="16200000" flipH="1">
            <a:off x="6006724" y="-5159178"/>
            <a:ext cx="369901" cy="12000658"/>
          </a:xfrm>
          <a:prstGeom prst="rect">
            <a:avLst/>
          </a:prstGeom>
        </p:spPr>
      </p:pic>
      <p:sp>
        <p:nvSpPr>
          <p:cNvPr id="5" name="TextBox 4">
            <a:extLst>
              <a:ext uri="{FF2B5EF4-FFF2-40B4-BE49-F238E27FC236}">
                <a16:creationId xmlns:a16="http://schemas.microsoft.com/office/drawing/2014/main" id="{30249208-B228-6B92-ED03-36323DE90A50}"/>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2435213479"/>
      </p:ext>
    </p:extLst>
  </p:cSld>
  <p:clrMap bg1="lt1" tx1="dk1" bg2="lt2" tx2="dk2" accent1="accent1" accent2="accent2" accent3="accent3" accent4="accent4" accent5="accent5" accent6="accent6" hlink="hlink" folHlink="folHlink"/>
  <p:sldLayoutIdLst>
    <p:sldLayoutId id="2147484253" r:id="rId1"/>
    <p:sldLayoutId id="2147484254" r:id="rId2"/>
    <p:sldLayoutId id="2147484255" r:id="rId3"/>
    <p:sldLayoutId id="2147484256" r:id="rId4"/>
    <p:sldLayoutId id="2147484257" r:id="rId5"/>
    <p:sldLayoutId id="2147484258" r:id="rId6"/>
    <p:sldLayoutId id="2147484259" r:id="rId7"/>
    <p:sldLayoutId id="2147484260" r:id="rId8"/>
  </p:sldLayoutIdLst>
  <p:hf hd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9"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17"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26"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35"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82" indent="-257182" algn="l" rtl="0" eaLnBrk="1" fontAlgn="base" hangingPunct="1">
        <a:spcBef>
          <a:spcPct val="20000"/>
        </a:spcBef>
        <a:spcAft>
          <a:spcPct val="0"/>
        </a:spcAft>
        <a:buChar char="•"/>
        <a:defRPr sz="1349">
          <a:solidFill>
            <a:schemeClr val="tx1"/>
          </a:solidFill>
          <a:latin typeface="Calibri" panose="020F0502020204030204" pitchFamily="34" charset="0"/>
          <a:ea typeface="+mn-ea"/>
          <a:cs typeface="+mn-cs"/>
        </a:defRPr>
      </a:lvl1pPr>
      <a:lvl2pPr marL="557227" indent="-214319"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71"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3pPr>
      <a:lvl4pPr marL="1200180"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4pPr>
      <a:lvl5pPr marL="1543088" indent="-171455" algn="l" rtl="0" eaLnBrk="1" fontAlgn="base" hangingPunct="1">
        <a:spcBef>
          <a:spcPct val="20000"/>
        </a:spcBef>
        <a:spcAft>
          <a:spcPct val="0"/>
        </a:spcAft>
        <a:buChar char="»"/>
        <a:defRPr sz="1051">
          <a:solidFill>
            <a:schemeClr val="tx1"/>
          </a:solidFill>
          <a:latin typeface="Calibri" panose="020F0502020204030204" pitchFamily="34" charset="0"/>
          <a:cs typeface="+mn-cs"/>
        </a:defRPr>
      </a:lvl5pPr>
      <a:lvl6pPr marL="1885997" indent="-171455" algn="l" rtl="0" eaLnBrk="1" fontAlgn="base" hangingPunct="1">
        <a:spcBef>
          <a:spcPct val="20000"/>
        </a:spcBef>
        <a:spcAft>
          <a:spcPct val="0"/>
        </a:spcAft>
        <a:buChar char="»"/>
        <a:defRPr>
          <a:solidFill>
            <a:schemeClr val="tx1"/>
          </a:solidFill>
          <a:latin typeface="+mn-lt"/>
          <a:cs typeface="+mn-cs"/>
        </a:defRPr>
      </a:lvl6pPr>
      <a:lvl7pPr marL="2228906" indent="-171455" algn="l" rtl="0" eaLnBrk="1" fontAlgn="base" hangingPunct="1">
        <a:spcBef>
          <a:spcPct val="20000"/>
        </a:spcBef>
        <a:spcAft>
          <a:spcPct val="0"/>
        </a:spcAft>
        <a:buChar char="»"/>
        <a:defRPr>
          <a:solidFill>
            <a:schemeClr val="tx1"/>
          </a:solidFill>
          <a:latin typeface="+mn-lt"/>
          <a:cs typeface="+mn-cs"/>
        </a:defRPr>
      </a:lvl7pPr>
      <a:lvl8pPr marL="2571813" indent="-171455" algn="l" rtl="0" eaLnBrk="1" fontAlgn="base" hangingPunct="1">
        <a:spcBef>
          <a:spcPct val="20000"/>
        </a:spcBef>
        <a:spcAft>
          <a:spcPct val="0"/>
        </a:spcAft>
        <a:buChar char="»"/>
        <a:defRPr>
          <a:solidFill>
            <a:schemeClr val="tx1"/>
          </a:solidFill>
          <a:latin typeface="+mn-lt"/>
          <a:cs typeface="+mn-cs"/>
        </a:defRPr>
      </a:lvl8pPr>
      <a:lvl9pPr marL="2914723" indent="-171455"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17" rtl="0" eaLnBrk="1" latinLnBrk="0" hangingPunct="1">
        <a:defRPr sz="1349" kern="1200">
          <a:solidFill>
            <a:schemeClr val="tx1"/>
          </a:solidFill>
          <a:latin typeface="+mn-lt"/>
          <a:ea typeface="+mn-ea"/>
          <a:cs typeface="+mn-cs"/>
        </a:defRPr>
      </a:lvl1pPr>
      <a:lvl2pPr marL="342909" algn="l" defTabSz="685817" rtl="0" eaLnBrk="1" latinLnBrk="0" hangingPunct="1">
        <a:defRPr sz="1349" kern="1200">
          <a:solidFill>
            <a:schemeClr val="tx1"/>
          </a:solidFill>
          <a:latin typeface="+mn-lt"/>
          <a:ea typeface="+mn-ea"/>
          <a:cs typeface="+mn-cs"/>
        </a:defRPr>
      </a:lvl2pPr>
      <a:lvl3pPr marL="685817" algn="l" defTabSz="685817" rtl="0" eaLnBrk="1" latinLnBrk="0" hangingPunct="1">
        <a:defRPr sz="1349" kern="1200">
          <a:solidFill>
            <a:schemeClr val="tx1"/>
          </a:solidFill>
          <a:latin typeface="+mn-lt"/>
          <a:ea typeface="+mn-ea"/>
          <a:cs typeface="+mn-cs"/>
        </a:defRPr>
      </a:lvl3pPr>
      <a:lvl4pPr marL="1028726" algn="l" defTabSz="685817" rtl="0" eaLnBrk="1" latinLnBrk="0" hangingPunct="1">
        <a:defRPr sz="1349" kern="1200">
          <a:solidFill>
            <a:schemeClr val="tx1"/>
          </a:solidFill>
          <a:latin typeface="+mn-lt"/>
          <a:ea typeface="+mn-ea"/>
          <a:cs typeface="+mn-cs"/>
        </a:defRPr>
      </a:lvl4pPr>
      <a:lvl5pPr marL="1371635" algn="l" defTabSz="685817" rtl="0" eaLnBrk="1" latinLnBrk="0" hangingPunct="1">
        <a:defRPr sz="1349" kern="1200">
          <a:solidFill>
            <a:schemeClr val="tx1"/>
          </a:solidFill>
          <a:latin typeface="+mn-lt"/>
          <a:ea typeface="+mn-ea"/>
          <a:cs typeface="+mn-cs"/>
        </a:defRPr>
      </a:lvl5pPr>
      <a:lvl6pPr marL="1714542" algn="l" defTabSz="685817" rtl="0" eaLnBrk="1" latinLnBrk="0" hangingPunct="1">
        <a:defRPr sz="1349" kern="1200">
          <a:solidFill>
            <a:schemeClr val="tx1"/>
          </a:solidFill>
          <a:latin typeface="+mn-lt"/>
          <a:ea typeface="+mn-ea"/>
          <a:cs typeface="+mn-cs"/>
        </a:defRPr>
      </a:lvl6pPr>
      <a:lvl7pPr marL="2057451" algn="l" defTabSz="685817" rtl="0" eaLnBrk="1" latinLnBrk="0" hangingPunct="1">
        <a:defRPr sz="1349" kern="1200">
          <a:solidFill>
            <a:schemeClr val="tx1"/>
          </a:solidFill>
          <a:latin typeface="+mn-lt"/>
          <a:ea typeface="+mn-ea"/>
          <a:cs typeface="+mn-cs"/>
        </a:defRPr>
      </a:lvl7pPr>
      <a:lvl8pPr marL="2400361" algn="l" defTabSz="685817" rtl="0" eaLnBrk="1" latinLnBrk="0" hangingPunct="1">
        <a:defRPr sz="1349" kern="1200">
          <a:solidFill>
            <a:schemeClr val="tx1"/>
          </a:solidFill>
          <a:latin typeface="+mn-lt"/>
          <a:ea typeface="+mn-ea"/>
          <a:cs typeface="+mn-cs"/>
        </a:defRPr>
      </a:lvl8pPr>
      <a:lvl9pPr marL="2743268" algn="l" defTabSz="685817" rtl="0" eaLnBrk="1" latinLnBrk="0" hangingPunct="1">
        <a:defRPr sz="1349"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0"/>
            </p:custDataLst>
            <p:extLst>
              <p:ext uri="{D42A27DB-BD31-4B8C-83A1-F6EECF244321}">
                <p14:modId xmlns:p14="http://schemas.microsoft.com/office/powerpoint/2010/main" val="405475394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1" imgW="430" imgH="433" progId="TCLayout.ActiveDocument.1">
                  <p:embed/>
                </p:oleObj>
              </mc:Choice>
              <mc:Fallback>
                <p:oleObj name="think-cell Slide" r:id="rId11" imgW="430" imgH="433" progId="TCLayout.ActiveDocument.1">
                  <p:embed/>
                  <p:pic>
                    <p:nvPicPr>
                      <p:cNvPr id="2" name="Object 1" hidden="1"/>
                      <p:cNvPicPr/>
                      <p:nvPr/>
                    </p:nvPicPr>
                    <p:blipFill>
                      <a:blip r:embed="rId12"/>
                      <a:stretch>
                        <a:fillRect/>
                      </a:stretch>
                    </p:blipFill>
                    <p:spPr>
                      <a:xfrm>
                        <a:off x="2119" y="1593"/>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20"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chemeClr val="bg2"/>
                </a:solidFill>
                <a:latin typeface="Calibri" panose="020F0502020204030204" pitchFamily="34" charset="0"/>
                <a:cs typeface="+mn-cs"/>
              </a:defRPr>
            </a:lvl1pPr>
          </a:lstStyle>
          <a:p>
            <a:pPr>
              <a:defRPr/>
            </a:pPr>
            <a:fld id="{6516E9BE-843C-4425-80E4-36155279AD5E}" type="slidenum">
              <a:rPr lang="en-GB" smtClean="0">
                <a:solidFill>
                  <a:srgbClr val="FFFFFF"/>
                </a:solidFill>
              </a:rPr>
              <a:pPr>
                <a:defRPr/>
              </a:pPr>
              <a:t>‹#›</a:t>
            </a:fld>
            <a:endParaRPr lang="en-GB">
              <a:solidFill>
                <a:srgbClr val="FFFFFF"/>
              </a:solidFill>
            </a:endParaRPr>
          </a:p>
        </p:txBody>
      </p:sp>
      <p:pic>
        <p:nvPicPr>
          <p:cNvPr id="2052" name="Picture 4"/>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840416" y="6597352"/>
            <a:ext cx="1698136"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4" y="6400800"/>
            <a:ext cx="9409211" cy="457200"/>
          </a:xfrm>
          <a:prstGeom prst="rect">
            <a:avLst/>
          </a:prstGeom>
          <a:ln/>
        </p:spPr>
        <p:txBody>
          <a:bodyPr lIns="36000" tIns="36000" rIns="36000" bIns="36000" anchor="b"/>
          <a:lstStyle>
            <a:lvl1pPr>
              <a:defRPr sz="750">
                <a:solidFill>
                  <a:schemeClr val="bg2"/>
                </a:solidFill>
              </a:defRPr>
            </a:lvl1pPr>
          </a:lstStyle>
          <a:p>
            <a:endParaRPr lang="en-US"/>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4">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5">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6">
            <a:extLst>
              <a:ext uri="{28A0092B-C50C-407E-A947-70E740481C1C}">
                <a14:useLocalDpi xmlns:a14="http://schemas.microsoft.com/office/drawing/2010/main" val="0"/>
              </a:ext>
            </a:extLst>
          </a:blip>
          <a:srcRect l="37353" t="8741" r="101" b="27"/>
          <a:stretch/>
        </p:blipFill>
        <p:spPr bwMode="ltGray">
          <a:xfrm rot="16200000" flipH="1">
            <a:off x="6006724" y="-5159178"/>
            <a:ext cx="369901" cy="12000657"/>
          </a:xfrm>
          <a:prstGeom prst="rect">
            <a:avLst/>
          </a:prstGeom>
        </p:spPr>
      </p:pic>
      <p:sp>
        <p:nvSpPr>
          <p:cNvPr id="22" name="TextBox 21"/>
          <p:cNvSpPr txBox="1"/>
          <p:nvPr userDrawn="1"/>
        </p:nvSpPr>
        <p:spPr>
          <a:xfrm>
            <a:off x="1016000" y="6477003"/>
            <a:ext cx="2844800" cy="276999"/>
          </a:xfrm>
          <a:prstGeom prst="rect">
            <a:avLst/>
          </a:prstGeom>
          <a:noFill/>
        </p:spPr>
        <p:txBody>
          <a:bodyPr wrap="square" rtlCol="0">
            <a:spAutoFit/>
          </a:bodyPr>
          <a:lstStyle/>
          <a:p>
            <a:r>
              <a:rPr lang="en-GB" sz="1200">
                <a:solidFill>
                  <a:srgbClr val="FFFFFF"/>
                </a:solidFill>
                <a:latin typeface="Verdana"/>
              </a:rPr>
              <a:t>GIA – Highly Confidential</a:t>
            </a:r>
          </a:p>
        </p:txBody>
      </p:sp>
      <p:sp>
        <p:nvSpPr>
          <p:cNvPr id="5" name="TextBox 4">
            <a:extLst>
              <a:ext uri="{FF2B5EF4-FFF2-40B4-BE49-F238E27FC236}">
                <a16:creationId xmlns:a16="http://schemas.microsoft.com/office/drawing/2014/main" id="{E6ED3FCB-CD97-7BF0-B51C-4694487118D1}"/>
              </a:ext>
            </a:extLst>
          </p:cNvPr>
          <p:cNvSpPr txBox="1"/>
          <p:nvPr userDrawn="1">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2844915128"/>
      </p:ext>
    </p:extLst>
  </p:cSld>
  <p:clrMap bg1="lt1" tx1="dk1" bg2="lt2" tx2="dk2" accent1="accent1" accent2="accent2" accent3="accent3" accent4="accent4" accent5="accent5" accent6="accent6" hlink="hlink" folHlink="folHlink"/>
  <p:sldLayoutIdLst>
    <p:sldLayoutId id="2147484263" r:id="rId1"/>
    <p:sldLayoutId id="2147484264" r:id="rId2"/>
    <p:sldLayoutId id="2147484265" r:id="rId3"/>
    <p:sldLayoutId id="2147484266" r:id="rId4"/>
    <p:sldLayoutId id="2147484267" r:id="rId5"/>
    <p:sldLayoutId id="2147484268" r:id="rId6"/>
    <p:sldLayoutId id="2147484269" r:id="rId7"/>
    <p:sldLayoutId id="2147484270" r:id="rId8"/>
  </p:sldLayoutIdLst>
  <p:hf hdr="0" ft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75" indent="-257175" algn="l" rtl="0" eaLnBrk="1" fontAlgn="base" hangingPunct="1">
        <a:spcBef>
          <a:spcPct val="20000"/>
        </a:spcBef>
        <a:spcAft>
          <a:spcPct val="0"/>
        </a:spcAft>
        <a:buChar char="•"/>
        <a:defRPr sz="1350">
          <a:solidFill>
            <a:schemeClr val="tx1"/>
          </a:solidFill>
          <a:latin typeface="Calibri" panose="020F0502020204030204" pitchFamily="34" charset="0"/>
          <a:ea typeface="+mn-ea"/>
          <a:cs typeface="+mn-cs"/>
        </a:defRPr>
      </a:lvl1pPr>
      <a:lvl2pPr marL="557213" indent="-214313"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3pPr>
      <a:lvl4pPr marL="12001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4pPr>
      <a:lvl5pPr marL="15430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5pPr>
      <a:lvl6pPr marL="1885950" indent="-171450" algn="l" rtl="0" eaLnBrk="1" fontAlgn="base" hangingPunct="1">
        <a:spcBef>
          <a:spcPct val="20000"/>
        </a:spcBef>
        <a:spcAft>
          <a:spcPct val="0"/>
        </a:spcAft>
        <a:buChar char="»"/>
        <a:defRPr>
          <a:solidFill>
            <a:schemeClr val="tx1"/>
          </a:solidFill>
          <a:latin typeface="+mn-lt"/>
          <a:cs typeface="+mn-cs"/>
        </a:defRPr>
      </a:lvl6pPr>
      <a:lvl7pPr marL="2228850" indent="-171450" algn="l" rtl="0" eaLnBrk="1" fontAlgn="base" hangingPunct="1">
        <a:spcBef>
          <a:spcPct val="20000"/>
        </a:spcBef>
        <a:spcAft>
          <a:spcPct val="0"/>
        </a:spcAft>
        <a:buChar char="»"/>
        <a:defRPr>
          <a:solidFill>
            <a:schemeClr val="tx1"/>
          </a:solidFill>
          <a:latin typeface="+mn-lt"/>
          <a:cs typeface="+mn-cs"/>
        </a:defRPr>
      </a:lvl7pPr>
      <a:lvl8pPr marL="2571750" indent="-171450" algn="l" rtl="0" eaLnBrk="1" fontAlgn="base" hangingPunct="1">
        <a:spcBef>
          <a:spcPct val="20000"/>
        </a:spcBef>
        <a:spcAft>
          <a:spcPct val="0"/>
        </a:spcAft>
        <a:buChar char="»"/>
        <a:defRPr>
          <a:solidFill>
            <a:schemeClr val="tx1"/>
          </a:solidFill>
          <a:latin typeface="+mn-lt"/>
          <a:cs typeface="+mn-cs"/>
        </a:defRPr>
      </a:lvl8pPr>
      <a:lvl9pPr marL="2914650" indent="-171450"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2"/>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13" imgW="430" imgH="433" progId="TCLayout.ActiveDocument.1">
                  <p:embed/>
                </p:oleObj>
              </mc:Choice>
              <mc:Fallback>
                <p:oleObj name="think-cell Slide" r:id="rId13" imgW="430" imgH="433" progId="TCLayout.ActiveDocument.1">
                  <p:embed/>
                  <p:pic>
                    <p:nvPicPr>
                      <p:cNvPr id="2" name="Object 1" hidden="1"/>
                      <p:cNvPicPr/>
                      <p:nvPr/>
                    </p:nvPicPr>
                    <p:blipFill>
                      <a:blip r:embed="rId14"/>
                      <a:stretch>
                        <a:fillRect/>
                      </a:stretch>
                    </p:blipFill>
                    <p:spPr>
                      <a:xfrm>
                        <a:off x="2119" y="1591"/>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20"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1000">
                <a:solidFill>
                  <a:schemeClr val="tx1">
                    <a:lumMod val="50000"/>
                    <a:lumOff val="50000"/>
                  </a:schemeClr>
                </a:solidFill>
                <a:latin typeface="+mn-lt"/>
                <a:cs typeface="+mn-cs"/>
              </a:defRPr>
            </a:lvl1pPr>
          </a:lstStyle>
          <a:p>
            <a:pPr defTabSz="914363"/>
            <a:fld id="{20314B1F-90EF-4791-B992-945A908ADE38}" type="slidenum">
              <a:rPr lang="en-GB" smtClean="0">
                <a:solidFill>
                  <a:prstClr val="black">
                    <a:lumMod val="50000"/>
                    <a:lumOff val="50000"/>
                  </a:prstClr>
                </a:solidFill>
              </a:rPr>
              <a:pPr defTabSz="914363"/>
              <a:t>‹#›</a:t>
            </a:fld>
            <a:endParaRPr lang="en-GB">
              <a:solidFill>
                <a:prstClr val="black">
                  <a:lumMod val="50000"/>
                  <a:lumOff val="50000"/>
                </a:prstClr>
              </a:solidFill>
            </a:endParaRPr>
          </a:p>
        </p:txBody>
      </p:sp>
      <p:pic>
        <p:nvPicPr>
          <p:cNvPr id="2052" name="Picture 4"/>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9840416" y="6597352"/>
            <a:ext cx="1698136"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4" name="Group 13"/>
          <p:cNvGrpSpPr/>
          <p:nvPr/>
        </p:nvGrpSpPr>
        <p:grpSpPr>
          <a:xfrm>
            <a:off x="0" y="0"/>
            <a:ext cx="12192000" cy="530578"/>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6">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6">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6">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7">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5" name="TextBox 4">
            <a:extLst>
              <a:ext uri="{FF2B5EF4-FFF2-40B4-BE49-F238E27FC236}">
                <a16:creationId xmlns:a16="http://schemas.microsoft.com/office/drawing/2014/main" id="{6E172D7B-9886-69AD-B3E8-9835B3BE58CB}"/>
              </a:ext>
            </a:extLst>
          </p:cNvPr>
          <p:cNvSpPr txBox="1"/>
          <p:nvPr>
            <p:extLst>
              <p:ext uri="{1162E1C5-73C7-4A58-AE30-91384D911F3F}">
                <p184:classification xmlns:p184="http://schemas.microsoft.com/office/powerpoint/2018/4/main" val="ftr"/>
              </p:ext>
            </p:extLst>
          </p:nvPr>
        </p:nvSpPr>
        <p:spPr>
          <a:xfrm>
            <a:off x="63500" y="6672580"/>
            <a:ext cx="1550988"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RAKBANK-Confidential</a:t>
            </a:r>
          </a:p>
        </p:txBody>
      </p:sp>
    </p:spTree>
    <p:extLst>
      <p:ext uri="{BB962C8B-B14F-4D97-AF65-F5344CB8AC3E}">
        <p14:creationId xmlns:p14="http://schemas.microsoft.com/office/powerpoint/2010/main" val="1458052926"/>
      </p:ext>
    </p:extLst>
  </p:cSld>
  <p:clrMap bg1="lt1" tx1="dk1" bg2="lt2" tx2="dk2" accent1="accent1" accent2="accent2" accent3="accent3" accent4="accent4" accent5="accent5" accent6="accent6" hlink="hlink" folHlink="folHlink"/>
  <p:sldLayoutIdLst>
    <p:sldLayoutId id="2147484272" r:id="rId1"/>
    <p:sldLayoutId id="2147484273" r:id="rId2"/>
    <p:sldLayoutId id="2147484274" r:id="rId3"/>
    <p:sldLayoutId id="2147484275" r:id="rId4"/>
    <p:sldLayoutId id="2147484276" r:id="rId5"/>
    <p:sldLayoutId id="2147484277" r:id="rId6"/>
    <p:sldLayoutId id="2147484278" r:id="rId7"/>
    <p:sldLayoutId id="2147484279" r:id="rId8"/>
    <p:sldLayoutId id="2147484280" r:id="rId9"/>
    <p:sldLayoutId id="2147484281" r:id="rId10"/>
  </p:sldLayoutIdLst>
  <p:hf hdr="0" ft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75" indent="-257175" algn="l" rtl="0" eaLnBrk="1" fontAlgn="base" hangingPunct="1">
        <a:spcBef>
          <a:spcPct val="20000"/>
        </a:spcBef>
        <a:spcAft>
          <a:spcPct val="0"/>
        </a:spcAft>
        <a:buChar char="•"/>
        <a:defRPr sz="1350">
          <a:solidFill>
            <a:schemeClr val="tx1"/>
          </a:solidFill>
          <a:latin typeface="Calibri" panose="020F0502020204030204" pitchFamily="34" charset="0"/>
          <a:ea typeface="+mn-ea"/>
          <a:cs typeface="+mn-cs"/>
        </a:defRPr>
      </a:lvl1pPr>
      <a:lvl2pPr marL="557213" indent="-214313"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3pPr>
      <a:lvl4pPr marL="12001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4pPr>
      <a:lvl5pPr marL="15430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5pPr>
      <a:lvl6pPr marL="1885950" indent="-171450" algn="l" rtl="0" eaLnBrk="1" fontAlgn="base" hangingPunct="1">
        <a:spcBef>
          <a:spcPct val="20000"/>
        </a:spcBef>
        <a:spcAft>
          <a:spcPct val="0"/>
        </a:spcAft>
        <a:buChar char="»"/>
        <a:defRPr>
          <a:solidFill>
            <a:schemeClr val="tx1"/>
          </a:solidFill>
          <a:latin typeface="+mn-lt"/>
          <a:cs typeface="+mn-cs"/>
        </a:defRPr>
      </a:lvl6pPr>
      <a:lvl7pPr marL="2228850" indent="-171450" algn="l" rtl="0" eaLnBrk="1" fontAlgn="base" hangingPunct="1">
        <a:spcBef>
          <a:spcPct val="20000"/>
        </a:spcBef>
        <a:spcAft>
          <a:spcPct val="0"/>
        </a:spcAft>
        <a:buChar char="»"/>
        <a:defRPr>
          <a:solidFill>
            <a:schemeClr val="tx1"/>
          </a:solidFill>
          <a:latin typeface="+mn-lt"/>
          <a:cs typeface="+mn-cs"/>
        </a:defRPr>
      </a:lvl7pPr>
      <a:lvl8pPr marL="2571750" indent="-171450" algn="l" rtl="0" eaLnBrk="1" fontAlgn="base" hangingPunct="1">
        <a:spcBef>
          <a:spcPct val="20000"/>
        </a:spcBef>
        <a:spcAft>
          <a:spcPct val="0"/>
        </a:spcAft>
        <a:buChar char="»"/>
        <a:defRPr>
          <a:solidFill>
            <a:schemeClr val="tx1"/>
          </a:solidFill>
          <a:latin typeface="+mn-lt"/>
          <a:cs typeface="+mn-cs"/>
        </a:defRPr>
      </a:lvl8pPr>
      <a:lvl9pPr marL="2914650" indent="-171450"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3"/>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14" imgW="430" imgH="433" progId="TCLayout.ActiveDocument.1">
                  <p:embed/>
                </p:oleObj>
              </mc:Choice>
              <mc:Fallback>
                <p:oleObj name="think-cell Slide" r:id="rId14" imgW="430" imgH="433" progId="TCLayout.ActiveDocument.1">
                  <p:embed/>
                  <p:pic>
                    <p:nvPicPr>
                      <p:cNvPr id="2" name="Object 1" hidden="1"/>
                      <p:cNvPicPr/>
                      <p:nvPr/>
                    </p:nvPicPr>
                    <p:blipFill>
                      <a:blip r:embed="rId15"/>
                      <a:stretch>
                        <a:fillRect/>
                      </a:stretch>
                    </p:blipFill>
                    <p:spPr>
                      <a:xfrm>
                        <a:off x="2119" y="1591"/>
                        <a:ext cx="2116" cy="1587"/>
                      </a:xfrm>
                      <a:prstGeom prst="rect">
                        <a:avLst/>
                      </a:prstGeom>
                    </p:spPr>
                  </p:pic>
                </p:oleObj>
              </mc:Fallback>
            </mc:AlternateContent>
          </a:graphicData>
        </a:graphic>
      </p:graphicFrame>
      <p:sp>
        <p:nvSpPr>
          <p:cNvPr id="11269" name="Rectangle 5"/>
          <p:cNvSpPr>
            <a:spLocks noGrp="1" noChangeArrowheads="1"/>
          </p:cNvSpPr>
          <p:nvPr>
            <p:ph type="sldNum" sz="quarter" idx="4"/>
          </p:nvPr>
        </p:nvSpPr>
        <p:spPr bwMode="auto">
          <a:xfrm>
            <a:off x="11664620" y="6400800"/>
            <a:ext cx="52738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lvl1pPr algn="r">
              <a:defRPr sz="750">
                <a:solidFill>
                  <a:schemeClr val="bg2"/>
                </a:solidFill>
                <a:latin typeface="Calibri" panose="020F0502020204030204" pitchFamily="34" charset="0"/>
                <a:cs typeface="+mn-cs"/>
              </a:defRPr>
            </a:lvl1pPr>
          </a:lstStyle>
          <a:p>
            <a:fld id="{B3CE4FC1-9BFD-4D71-B62C-EB069A42157A}" type="slidenum">
              <a:rPr lang="en-US" smtClean="0">
                <a:solidFill>
                  <a:srgbClr val="000000"/>
                </a:solidFill>
              </a:rPr>
              <a:pPr/>
              <a:t>‹#›</a:t>
            </a:fld>
            <a:endParaRPr lang="en-US">
              <a:solidFill>
                <a:srgbClr val="000000"/>
              </a:solidFill>
            </a:endParaRPr>
          </a:p>
        </p:txBody>
      </p:sp>
      <p:pic>
        <p:nvPicPr>
          <p:cNvPr id="2052" name="Picture 4"/>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840416" y="6597352"/>
            <a:ext cx="1698136" cy="2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1" name="Rectangle 4"/>
          <p:cNvSpPr>
            <a:spLocks noGrp="1" noChangeArrowheads="1"/>
          </p:cNvSpPr>
          <p:nvPr>
            <p:ph type="ftr" sz="quarter" idx="3"/>
          </p:nvPr>
        </p:nvSpPr>
        <p:spPr>
          <a:xfrm>
            <a:off x="239184" y="6400800"/>
            <a:ext cx="9409211" cy="457200"/>
          </a:xfrm>
          <a:prstGeom prst="rect">
            <a:avLst/>
          </a:prstGeom>
          <a:ln/>
        </p:spPr>
        <p:txBody>
          <a:bodyPr lIns="36000" tIns="36000" rIns="36000" bIns="36000" anchor="b"/>
          <a:lstStyle>
            <a:lvl1pPr>
              <a:defRPr sz="750">
                <a:solidFill>
                  <a:schemeClr val="bg2"/>
                </a:solidFill>
              </a:defRPr>
            </a:lvl1pPr>
          </a:lstStyle>
          <a:p>
            <a:endParaRPr lang="en-US">
              <a:solidFill>
                <a:srgbClr val="000000"/>
              </a:solidFill>
            </a:endParaRPr>
          </a:p>
        </p:txBody>
      </p:sp>
      <p:grpSp>
        <p:nvGrpSpPr>
          <p:cNvPr id="14" name="Group 13"/>
          <p:cNvGrpSpPr/>
          <p:nvPr/>
        </p:nvGrpSpPr>
        <p:grpSpPr>
          <a:xfrm>
            <a:off x="0" y="0"/>
            <a:ext cx="12192000" cy="692150"/>
            <a:chOff x="0" y="0"/>
            <a:chExt cx="9144000" cy="692150"/>
          </a:xfrm>
        </p:grpSpPr>
        <p:grpSp>
          <p:nvGrpSpPr>
            <p:cNvPr id="15" name="Group 14"/>
            <p:cNvGrpSpPr/>
            <p:nvPr/>
          </p:nvGrpSpPr>
          <p:grpSpPr>
            <a:xfrm>
              <a:off x="0" y="0"/>
              <a:ext cx="9144000" cy="692150"/>
              <a:chOff x="0" y="0"/>
              <a:chExt cx="9144000" cy="692150"/>
            </a:xfrm>
          </p:grpSpPr>
          <p:pic>
            <p:nvPicPr>
              <p:cNvPr id="17" name="Picture 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914400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rotWithShape="1">
              <a:blip r:embed="rId17">
                <a:extLst>
                  <a:ext uri="{28A0092B-C50C-407E-A947-70E740481C1C}">
                    <a14:useLocalDpi xmlns:a14="http://schemas.microsoft.com/office/drawing/2010/main" val="0"/>
                  </a:ext>
                </a:extLst>
              </a:blip>
              <a:srcRect r="97157"/>
              <a:stretch/>
            </p:blipFill>
            <p:spPr bwMode="auto">
              <a:xfrm>
                <a:off x="0" y="0"/>
                <a:ext cx="2411760"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3"/>
              <p:cNvPicPr>
                <a:picLocks noChangeAspect="1" noChangeArrowheads="1"/>
              </p:cNvPicPr>
              <p:nvPr/>
            </p:nvPicPr>
            <p:blipFill rotWithShape="1">
              <a:blip r:embed="rId17">
                <a:extLst>
                  <a:ext uri="{28A0092B-C50C-407E-A947-70E740481C1C}">
                    <a14:useLocalDpi xmlns:a14="http://schemas.microsoft.com/office/drawing/2010/main" val="0"/>
                  </a:ext>
                </a:extLst>
              </a:blip>
              <a:srcRect r="99746"/>
              <a:stretch/>
            </p:blipFill>
            <p:spPr bwMode="auto">
              <a:xfrm>
                <a:off x="8928847" y="0"/>
                <a:ext cx="215153" cy="692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3"/>
              <p:cNvPicPr>
                <a:picLocks noChangeAspect="1" noChangeArrowheads="1"/>
              </p:cNvPicPr>
              <p:nvPr/>
            </p:nvPicPr>
            <p:blipFill rotWithShape="1">
              <a:blip r:embed="rId17">
                <a:extLst>
                  <a:ext uri="{28A0092B-C50C-407E-A947-70E740481C1C}">
                    <a14:useLocalDpi xmlns:a14="http://schemas.microsoft.com/office/drawing/2010/main" val="0"/>
                  </a:ext>
                </a:extLst>
              </a:blip>
              <a:srcRect t="12683" r="99340" b="31624"/>
              <a:stretch/>
            </p:blipFill>
            <p:spPr bwMode="auto">
              <a:xfrm>
                <a:off x="8676456" y="153334"/>
                <a:ext cx="462064" cy="38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6" name="Picture 3"/>
            <p:cNvPicPr>
              <a:picLocks noChangeAspect="1" noChangeArrowheads="1"/>
            </p:cNvPicPr>
            <p:nvPr/>
          </p:nvPicPr>
          <p:blipFill rotWithShape="1">
            <a:blip r:embed="rId18">
              <a:extLst>
                <a:ext uri="{28A0092B-C50C-407E-A947-70E740481C1C}">
                  <a14:useLocalDpi xmlns:a14="http://schemas.microsoft.com/office/drawing/2010/main" val="0"/>
                </a:ext>
              </a:extLst>
            </a:blip>
            <a:srcRect t="13116" r="76604" b="25471"/>
            <a:stretch/>
          </p:blipFill>
          <p:spPr bwMode="auto">
            <a:xfrm>
              <a:off x="8703539" y="116635"/>
              <a:ext cx="396000" cy="44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3" name="Picture 12"/>
          <p:cNvPicPr>
            <a:picLocks noChangeAspect="1"/>
          </p:cNvPicPr>
          <p:nvPr/>
        </p:nvPicPr>
        <p:blipFill rotWithShape="1">
          <a:blip r:embed="rId19">
            <a:extLst>
              <a:ext uri="{28A0092B-C50C-407E-A947-70E740481C1C}">
                <a14:useLocalDpi xmlns:a14="http://schemas.microsoft.com/office/drawing/2010/main" val="0"/>
              </a:ext>
            </a:extLst>
          </a:blip>
          <a:srcRect l="37353" t="8741" r="101" b="27"/>
          <a:stretch/>
        </p:blipFill>
        <p:spPr bwMode="ltGray">
          <a:xfrm rot="16200000" flipH="1">
            <a:off x="6006723" y="-5159178"/>
            <a:ext cx="369901" cy="12000657"/>
          </a:xfrm>
          <a:prstGeom prst="rect">
            <a:avLst/>
          </a:prstGeom>
        </p:spPr>
      </p:pic>
      <p:sp>
        <p:nvSpPr>
          <p:cNvPr id="4" name="TextBox 3">
            <a:extLst>
              <a:ext uri="{FF2B5EF4-FFF2-40B4-BE49-F238E27FC236}">
                <a16:creationId xmlns:a16="http://schemas.microsoft.com/office/drawing/2014/main" id="{A560F66A-E67D-15A6-253F-8F575C1B9F9C}"/>
              </a:ext>
            </a:extLst>
          </p:cNvPr>
          <p:cNvSpPr txBox="1"/>
          <p:nvPr userDrawn="1">
            <p:extLst>
              <p:ext uri="{1162E1C5-73C7-4A58-AE30-91384D911F3F}">
                <p184:classification xmlns:p184="http://schemas.microsoft.com/office/powerpoint/2018/4/main" val="hdr"/>
              </p:ext>
            </p:extLst>
          </p:nvPr>
        </p:nvSpPr>
        <p:spPr>
          <a:xfrm>
            <a:off x="63500" y="63500"/>
            <a:ext cx="2051050" cy="182880"/>
          </a:xfrm>
          <a:prstGeom prst="rect">
            <a:avLst/>
          </a:prstGeom>
        </p:spPr>
        <p:txBody>
          <a:bodyPr horzOverflow="overflow" lIns="0" tIns="0" rIns="0" bIns="0">
            <a:spAutoFit/>
          </a:bodyPr>
          <a:lstStyle/>
          <a:p>
            <a:pPr algn="l"/>
            <a:r>
              <a:rPr lang="en-US" sz="1200">
                <a:solidFill>
                  <a:srgbClr val="FF0000"/>
                </a:solidFill>
                <a:latin typeface="Calibri" panose="020F0502020204030204" pitchFamily="34" charset="0"/>
                <a:cs typeface="Calibri" panose="020F0502020204030204" pitchFamily="34" charset="0"/>
              </a:rPr>
              <a:t>Classification: RAKBANK-Internal</a:t>
            </a:r>
          </a:p>
        </p:txBody>
      </p:sp>
      <p:sp>
        <p:nvSpPr>
          <p:cNvPr id="5" name="TextBox 4">
            <a:extLst>
              <a:ext uri="{FF2B5EF4-FFF2-40B4-BE49-F238E27FC236}">
                <a16:creationId xmlns:a16="http://schemas.microsoft.com/office/drawing/2014/main" id="{82550E27-1A9C-B046-50E1-1E1D371C4FB7}"/>
              </a:ext>
            </a:extLst>
          </p:cNvPr>
          <p:cNvSpPr txBox="1"/>
          <p:nvPr userDrawn="1">
            <p:extLst>
              <p:ext uri="{1162E1C5-73C7-4A58-AE30-91384D911F3F}">
                <p184:classification xmlns:p184="http://schemas.microsoft.com/office/powerpoint/2018/4/main" val="ftr"/>
              </p:ext>
            </p:extLst>
          </p:nvPr>
        </p:nvSpPr>
        <p:spPr>
          <a:xfrm>
            <a:off x="63500" y="6672580"/>
            <a:ext cx="1370013" cy="121920"/>
          </a:xfrm>
          <a:prstGeom prst="rect">
            <a:avLst/>
          </a:prstGeom>
        </p:spPr>
        <p:txBody>
          <a:bodyPr horzOverflow="overflow" lIns="0" tIns="0" rIns="0" bIns="0">
            <a:spAutoFit/>
          </a:bodyPr>
          <a:lstStyle/>
          <a:p>
            <a:pPr algn="l"/>
            <a:r>
              <a:rPr lang="en-US" sz="800">
                <a:solidFill>
                  <a:srgbClr val="FF0000"/>
                </a:solidFill>
                <a:latin typeface="Calibri" panose="020F0502020204030204" pitchFamily="34" charset="0"/>
                <a:cs typeface="Calibri" panose="020F0502020204030204" pitchFamily="34" charset="0"/>
              </a:rPr>
              <a:t>Classification: RAKBANK-Internal</a:t>
            </a:r>
          </a:p>
        </p:txBody>
      </p:sp>
    </p:spTree>
    <p:extLst>
      <p:ext uri="{BB962C8B-B14F-4D97-AF65-F5344CB8AC3E}">
        <p14:creationId xmlns:p14="http://schemas.microsoft.com/office/powerpoint/2010/main" val="3822759192"/>
      </p:ext>
    </p:extLst>
  </p:cSld>
  <p:clrMap bg1="lt1" tx1="dk1" bg2="lt2" tx2="dk2" accent1="accent1" accent2="accent2" accent3="accent3" accent4="accent4" accent5="accent5" accent6="accent6" hlink="hlink" folHlink="folHlink"/>
  <p:sldLayoutIdLst>
    <p:sldLayoutId id="2147484283" r:id="rId1"/>
    <p:sldLayoutId id="2147484284" r:id="rId2"/>
    <p:sldLayoutId id="2147484285" r:id="rId3"/>
    <p:sldLayoutId id="2147484286" r:id="rId4"/>
    <p:sldLayoutId id="2147484287" r:id="rId5"/>
    <p:sldLayoutId id="2147484288" r:id="rId6"/>
    <p:sldLayoutId id="2147484289" r:id="rId7"/>
    <p:sldLayoutId id="2147484290" r:id="rId8"/>
    <p:sldLayoutId id="2147484292" r:id="rId9"/>
    <p:sldLayoutId id="2147484293" r:id="rId10"/>
    <p:sldLayoutId id="2147484318" r:id="rId11"/>
  </p:sldLayoutIdLst>
  <p:hf hdr="0" ftr="0" dt="0"/>
  <p:txStyles>
    <p:title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p:titleStyle>
    <p:bodyStyle>
      <a:lvl1pPr marL="257175" indent="-257175" algn="l" rtl="0" eaLnBrk="1" fontAlgn="base" hangingPunct="1">
        <a:spcBef>
          <a:spcPct val="20000"/>
        </a:spcBef>
        <a:spcAft>
          <a:spcPct val="0"/>
        </a:spcAft>
        <a:buChar char="•"/>
        <a:defRPr sz="1350">
          <a:solidFill>
            <a:schemeClr val="tx1"/>
          </a:solidFill>
          <a:latin typeface="Calibri" panose="020F0502020204030204" pitchFamily="34" charset="0"/>
          <a:ea typeface="+mn-ea"/>
          <a:cs typeface="+mn-cs"/>
        </a:defRPr>
      </a:lvl1pPr>
      <a:lvl2pPr marL="557213" indent="-214313" algn="l" rtl="0" eaLnBrk="1" fontAlgn="base" hangingPunct="1">
        <a:spcBef>
          <a:spcPct val="20000"/>
        </a:spcBef>
        <a:spcAft>
          <a:spcPct val="0"/>
        </a:spcAft>
        <a:buChar char="–"/>
        <a:defRPr sz="1200">
          <a:solidFill>
            <a:schemeClr val="tx1"/>
          </a:solidFill>
          <a:latin typeface="Calibri" panose="020F0502020204030204" pitchFamily="34" charset="0"/>
          <a:cs typeface="+mn-cs"/>
        </a:defRPr>
      </a:lvl2pPr>
      <a:lvl3pPr marL="8572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3pPr>
      <a:lvl4pPr marL="12001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4pPr>
      <a:lvl5pPr marL="1543050" indent="-171450" algn="l" rtl="0" eaLnBrk="1" fontAlgn="base" hangingPunct="1">
        <a:spcBef>
          <a:spcPct val="20000"/>
        </a:spcBef>
        <a:spcAft>
          <a:spcPct val="0"/>
        </a:spcAft>
        <a:buChar char="»"/>
        <a:defRPr sz="1050">
          <a:solidFill>
            <a:schemeClr val="tx1"/>
          </a:solidFill>
          <a:latin typeface="Calibri" panose="020F0502020204030204" pitchFamily="34" charset="0"/>
          <a:cs typeface="+mn-cs"/>
        </a:defRPr>
      </a:lvl5pPr>
      <a:lvl6pPr marL="1885950" indent="-171450" algn="l" rtl="0" eaLnBrk="1" fontAlgn="base" hangingPunct="1">
        <a:spcBef>
          <a:spcPct val="20000"/>
        </a:spcBef>
        <a:spcAft>
          <a:spcPct val="0"/>
        </a:spcAft>
        <a:buChar char="»"/>
        <a:defRPr>
          <a:solidFill>
            <a:schemeClr val="tx1"/>
          </a:solidFill>
          <a:latin typeface="+mn-lt"/>
          <a:cs typeface="+mn-cs"/>
        </a:defRPr>
      </a:lvl6pPr>
      <a:lvl7pPr marL="2228850" indent="-171450" algn="l" rtl="0" eaLnBrk="1" fontAlgn="base" hangingPunct="1">
        <a:spcBef>
          <a:spcPct val="20000"/>
        </a:spcBef>
        <a:spcAft>
          <a:spcPct val="0"/>
        </a:spcAft>
        <a:buChar char="»"/>
        <a:defRPr>
          <a:solidFill>
            <a:schemeClr val="tx1"/>
          </a:solidFill>
          <a:latin typeface="+mn-lt"/>
          <a:cs typeface="+mn-cs"/>
        </a:defRPr>
      </a:lvl7pPr>
      <a:lvl8pPr marL="2571750" indent="-171450" algn="l" rtl="0" eaLnBrk="1" fontAlgn="base" hangingPunct="1">
        <a:spcBef>
          <a:spcPct val="20000"/>
        </a:spcBef>
        <a:spcAft>
          <a:spcPct val="0"/>
        </a:spcAft>
        <a:buChar char="»"/>
        <a:defRPr>
          <a:solidFill>
            <a:schemeClr val="tx1"/>
          </a:solidFill>
          <a:latin typeface="+mn-lt"/>
          <a:cs typeface="+mn-cs"/>
        </a:defRPr>
      </a:lvl8pPr>
      <a:lvl9pPr marL="2914650" indent="-171450" algn="l" rtl="0" eaLnBrk="1" fontAlgn="base" hangingPunct="1">
        <a:spcBef>
          <a:spcPct val="20000"/>
        </a:spcBef>
        <a:spcAft>
          <a:spcPct val="0"/>
        </a:spcAft>
        <a:buChar char="»"/>
        <a:defRPr>
          <a:solidFill>
            <a:schemeClr val="tx1"/>
          </a:solidFill>
          <a:latin typeface="+mn-lt"/>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0.png"/><Relationship Id="rId18" Type="http://schemas.openxmlformats.org/officeDocument/2006/relationships/slide" Target="slide2.xml"/><Relationship Id="rId3" Type="http://schemas.openxmlformats.org/officeDocument/2006/relationships/slide" Target="slide4.xml"/><Relationship Id="rId7" Type="http://schemas.openxmlformats.org/officeDocument/2006/relationships/image" Target="../media/image26.png"/><Relationship Id="rId12" Type="http://schemas.openxmlformats.org/officeDocument/2006/relationships/slide" Target="slide13.xml"/><Relationship Id="rId17" Type="http://schemas.openxmlformats.org/officeDocument/2006/relationships/slide" Target="slide17.xml"/><Relationship Id="rId2" Type="http://schemas.openxmlformats.org/officeDocument/2006/relationships/notesSlide" Target="../notesSlides/notesSlide2.xml"/><Relationship Id="rId16" Type="http://schemas.openxmlformats.org/officeDocument/2006/relationships/slide" Target="slide10.xml"/><Relationship Id="rId1" Type="http://schemas.openxmlformats.org/officeDocument/2006/relationships/slideLayout" Target="../slideLayouts/slideLayout31.xml"/><Relationship Id="rId6" Type="http://schemas.openxmlformats.org/officeDocument/2006/relationships/slide" Target="slide16.xml"/><Relationship Id="rId11" Type="http://schemas.openxmlformats.org/officeDocument/2006/relationships/slide" Target="slide12.xml"/><Relationship Id="rId5" Type="http://schemas.openxmlformats.org/officeDocument/2006/relationships/slide" Target="slide8.xml"/><Relationship Id="rId15" Type="http://schemas.openxmlformats.org/officeDocument/2006/relationships/slide" Target="slide9.xml"/><Relationship Id="rId10" Type="http://schemas.openxmlformats.org/officeDocument/2006/relationships/image" Target="../media/image29.png"/><Relationship Id="rId19" Type="http://schemas.openxmlformats.org/officeDocument/2006/relationships/slide" Target="slide15.xml"/><Relationship Id="rId4" Type="http://schemas.openxmlformats.org/officeDocument/2006/relationships/slide" Target="slide5.xml"/><Relationship Id="rId9" Type="http://schemas.openxmlformats.org/officeDocument/2006/relationships/image" Target="../media/image28.png"/><Relationship Id="rId14" Type="http://schemas.openxmlformats.org/officeDocument/2006/relationships/slide" Target="slide18.xml"/></Relationships>
</file>

<file path=ppt/slides/_rels/slide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31.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1.xml"/><Relationship Id="rId5" Type="http://schemas.openxmlformats.org/officeDocument/2006/relationships/chart" Target="../charts/chart2.xml"/><Relationship Id="rId4" Type="http://schemas.openxmlformats.org/officeDocument/2006/relationships/slide" Target="slide2.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xml"/><Relationship Id="rId1" Type="http://schemas.openxmlformats.org/officeDocument/2006/relationships/slideLayout" Target="../slideLayouts/slideLayout127.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xml"/><Relationship Id="rId1" Type="http://schemas.openxmlformats.org/officeDocument/2006/relationships/slideLayout" Target="../slideLayouts/slideLayout127.xml"/></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127.xml"/></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127.xml"/></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9.xml"/><Relationship Id="rId1" Type="http://schemas.openxmlformats.org/officeDocument/2006/relationships/slideLayout" Target="../slideLayouts/slideLayout128.xml"/><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128.xml"/><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31.xml"/><Relationship Id="rId4" Type="http://schemas.openxmlformats.org/officeDocument/2006/relationships/slide" Target="slide2.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2.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14.xml"/><Relationship Id="rId1" Type="http://schemas.openxmlformats.org/officeDocument/2006/relationships/slideLayout" Target="../slideLayouts/slideLayout31.xml"/><Relationship Id="rId4" Type="http://schemas.openxmlformats.org/officeDocument/2006/relationships/slide" Target="slide2.xml"/></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7.png"/><Relationship Id="rId1" Type="http://schemas.openxmlformats.org/officeDocument/2006/relationships/slideLayout" Target="../slideLayouts/slideLayout27.xml"/><Relationship Id="rId4" Type="http://schemas.openxmlformats.org/officeDocument/2006/relationships/slide" Target="slide2.xml"/></Relationships>
</file>

<file path=ppt/slides/_rels/slide1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slide" Target="slide2.xml"/><Relationship Id="rId7" Type="http://schemas.openxmlformats.org/officeDocument/2006/relationships/image" Target="../media/image41.png"/><Relationship Id="rId12" Type="http://schemas.openxmlformats.org/officeDocument/2006/relationships/image" Target="../media/image46.png"/><Relationship Id="rId17" Type="http://schemas.openxmlformats.org/officeDocument/2006/relationships/image" Target="../media/image51.png"/><Relationship Id="rId2" Type="http://schemas.openxmlformats.org/officeDocument/2006/relationships/notesSlide" Target="../notesSlides/notesSlide15.xml"/><Relationship Id="rId16" Type="http://schemas.openxmlformats.org/officeDocument/2006/relationships/image" Target="../media/image50.png"/><Relationship Id="rId1" Type="http://schemas.openxmlformats.org/officeDocument/2006/relationships/slideLayout" Target="../slideLayouts/slideLayout31.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5" Type="http://schemas.openxmlformats.org/officeDocument/2006/relationships/image" Target="../media/image4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F3BA103A-D5EF-DCDA-4D4C-7D779C199D63}"/>
              </a:ext>
            </a:extLst>
          </p:cNvPr>
          <p:cNvSpPr txBox="1"/>
          <p:nvPr/>
        </p:nvSpPr>
        <p:spPr>
          <a:xfrm>
            <a:off x="457201" y="2499641"/>
            <a:ext cx="7461403" cy="956032"/>
          </a:xfrm>
          <a:prstGeom prst="rect">
            <a:avLst/>
          </a:prstGeom>
        </p:spPr>
        <p:txBody>
          <a:bodyPr vert="horz" wrap="square" lIns="0" tIns="12066" rIns="0" bIns="0" rtlCol="0">
            <a:spAutoFit/>
          </a:bodyPr>
          <a:lstStyle/>
          <a:p>
            <a:pPr marL="12701">
              <a:spcBef>
                <a:spcPts val="94"/>
              </a:spcBef>
            </a:pPr>
            <a:r>
              <a:rPr lang="en-US" sz="2000" b="1">
                <a:solidFill>
                  <a:srgbClr val="2C2925"/>
                </a:solidFill>
                <a:latin typeface="Verdana" panose="020B0604030504040204" pitchFamily="34" charset="0"/>
                <a:ea typeface="Verdana" panose="020B0604030504040204" pitchFamily="34" charset="0"/>
                <a:cs typeface="Arial"/>
              </a:rPr>
              <a:t>Group Chief Audit Officer Update</a:t>
            </a:r>
          </a:p>
          <a:p>
            <a:pPr marL="12701">
              <a:spcBef>
                <a:spcPts val="94"/>
              </a:spcBef>
            </a:pPr>
            <a:endParaRPr sz="2000">
              <a:latin typeface="Verdana" panose="020B0604030504040204" pitchFamily="34" charset="0"/>
              <a:ea typeface="Verdana" panose="020B0604030504040204" pitchFamily="34" charset="0"/>
              <a:cs typeface="Arial"/>
            </a:endParaRPr>
          </a:p>
          <a:p>
            <a:pPr marL="12701">
              <a:spcBef>
                <a:spcPts val="5"/>
              </a:spcBef>
            </a:pPr>
            <a:r>
              <a:rPr sz="2000" b="1">
                <a:solidFill>
                  <a:srgbClr val="2C2925"/>
                </a:solidFill>
                <a:latin typeface="Verdana" panose="020B0604030504040204" pitchFamily="34" charset="0"/>
                <a:ea typeface="Verdana" panose="020B0604030504040204" pitchFamily="34" charset="0"/>
                <a:cs typeface="Arial"/>
              </a:rPr>
              <a:t>Board</a:t>
            </a:r>
            <a:r>
              <a:rPr sz="2000" b="1" spc="-75">
                <a:solidFill>
                  <a:srgbClr val="2C2925"/>
                </a:solidFill>
                <a:latin typeface="Verdana" panose="020B0604030504040204" pitchFamily="34" charset="0"/>
                <a:ea typeface="Verdana" panose="020B0604030504040204" pitchFamily="34" charset="0"/>
                <a:cs typeface="Arial"/>
              </a:rPr>
              <a:t> </a:t>
            </a:r>
            <a:r>
              <a:rPr sz="2000" b="1">
                <a:solidFill>
                  <a:srgbClr val="2C2925"/>
                </a:solidFill>
                <a:latin typeface="Verdana" panose="020B0604030504040204" pitchFamily="34" charset="0"/>
                <a:ea typeface="Verdana" panose="020B0604030504040204" pitchFamily="34" charset="0"/>
                <a:cs typeface="Arial"/>
              </a:rPr>
              <a:t>Audit</a:t>
            </a:r>
            <a:r>
              <a:rPr sz="2000" b="1" spc="-36">
                <a:solidFill>
                  <a:srgbClr val="2C2925"/>
                </a:solidFill>
                <a:latin typeface="Verdana" panose="020B0604030504040204" pitchFamily="34" charset="0"/>
                <a:ea typeface="Verdana" panose="020B0604030504040204" pitchFamily="34" charset="0"/>
                <a:cs typeface="Arial"/>
              </a:rPr>
              <a:t> </a:t>
            </a:r>
            <a:r>
              <a:rPr sz="2000" b="1" spc="-11">
                <a:solidFill>
                  <a:srgbClr val="2C2925"/>
                </a:solidFill>
                <a:latin typeface="Verdana" panose="020B0604030504040204" pitchFamily="34" charset="0"/>
                <a:ea typeface="Verdana" panose="020B0604030504040204" pitchFamily="34" charset="0"/>
                <a:cs typeface="Arial"/>
              </a:rPr>
              <a:t>Committee</a:t>
            </a:r>
            <a:endParaRPr sz="2000">
              <a:latin typeface="Verdana" panose="020B0604030504040204" pitchFamily="34" charset="0"/>
              <a:ea typeface="Verdana" panose="020B0604030504040204" pitchFamily="34" charset="0"/>
              <a:cs typeface="Arial"/>
            </a:endParaRPr>
          </a:p>
        </p:txBody>
      </p:sp>
      <p:sp>
        <p:nvSpPr>
          <p:cNvPr id="4" name="object 3">
            <a:extLst>
              <a:ext uri="{FF2B5EF4-FFF2-40B4-BE49-F238E27FC236}">
                <a16:creationId xmlns:a16="http://schemas.microsoft.com/office/drawing/2014/main" id="{A3619D27-C803-DCF2-CBCF-E6E8763D3B56}"/>
              </a:ext>
            </a:extLst>
          </p:cNvPr>
          <p:cNvSpPr txBox="1"/>
          <p:nvPr/>
        </p:nvSpPr>
        <p:spPr>
          <a:xfrm>
            <a:off x="457201" y="3810001"/>
            <a:ext cx="2362199" cy="182101"/>
          </a:xfrm>
          <a:prstGeom prst="rect">
            <a:avLst/>
          </a:prstGeom>
        </p:spPr>
        <p:txBody>
          <a:bodyPr vert="horz" wrap="square" lIns="0" tIns="12700" rIns="0" bIns="0" rtlCol="0">
            <a:spAutoFit/>
          </a:bodyPr>
          <a:lstStyle/>
          <a:p>
            <a:pPr marL="38100">
              <a:spcBef>
                <a:spcPts val="100"/>
              </a:spcBef>
            </a:pPr>
            <a:r>
              <a:rPr sz="1100" b="1">
                <a:solidFill>
                  <a:srgbClr val="2C2925"/>
                </a:solidFill>
                <a:latin typeface="Verdana" panose="020B0604030504040204" pitchFamily="34" charset="0"/>
                <a:ea typeface="Verdana" panose="020B0604030504040204" pitchFamily="34" charset="0"/>
                <a:cs typeface="Arial"/>
              </a:rPr>
              <a:t>Date</a:t>
            </a:r>
            <a:r>
              <a:rPr lang="en-US" sz="1100" b="1">
                <a:solidFill>
                  <a:srgbClr val="2C2925"/>
                </a:solidFill>
                <a:latin typeface="Verdana" panose="020B0604030504040204" pitchFamily="34" charset="0"/>
                <a:ea typeface="Verdana" panose="020B0604030504040204" pitchFamily="34" charset="0"/>
                <a:cs typeface="Arial"/>
              </a:rPr>
              <a:t>: 11 December 2025</a:t>
            </a:r>
            <a:endParaRPr sz="1100">
              <a:latin typeface="Verdana" panose="020B0604030504040204" pitchFamily="34" charset="0"/>
              <a:ea typeface="Verdana" panose="020B0604030504040204" pitchFamily="34" charset="0"/>
              <a:cs typeface="Arial"/>
            </a:endParaRPr>
          </a:p>
        </p:txBody>
      </p:sp>
    </p:spTree>
    <p:extLst>
      <p:ext uri="{BB962C8B-B14F-4D97-AF65-F5344CB8AC3E}">
        <p14:creationId xmlns:p14="http://schemas.microsoft.com/office/powerpoint/2010/main" val="2491282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C35C0-6307-2159-ED63-D8A75165F97D}"/>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96C51951-C256-7F12-519F-62438C0D956E}"/>
              </a:ext>
            </a:extLst>
          </p:cNvPr>
          <p:cNvSpPr/>
          <p:nvPr/>
        </p:nvSpPr>
        <p:spPr bwMode="auto">
          <a:xfrm>
            <a:off x="60959" y="673380"/>
            <a:ext cx="12070081" cy="6125207"/>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srgbClr val="2D2926"/>
              </a:solidFill>
              <a:effectLst/>
              <a:uLnTx/>
              <a:uFillTx/>
              <a:latin typeface="Arial" charset="0"/>
              <a:ea typeface="+mn-ea"/>
              <a:cs typeface="Arial" charset="0"/>
            </a:endParaRPr>
          </a:p>
        </p:txBody>
      </p:sp>
      <p:sp>
        <p:nvSpPr>
          <p:cNvPr id="2" name="Title 1">
            <a:extLst>
              <a:ext uri="{FF2B5EF4-FFF2-40B4-BE49-F238E27FC236}">
                <a16:creationId xmlns:a16="http://schemas.microsoft.com/office/drawing/2014/main" id="{9617E021-8AEB-74CA-82FA-2004DABB3D19}"/>
              </a:ext>
            </a:extLst>
          </p:cNvPr>
          <p:cNvSpPr>
            <a:spLocks noGrp="1"/>
          </p:cNvSpPr>
          <p:nvPr>
            <p:ph type="title"/>
          </p:nvPr>
        </p:nvSpPr>
        <p:spPr>
          <a:xfrm>
            <a:off x="-62151" y="0"/>
            <a:ext cx="12192000" cy="631031"/>
          </a:xfrm>
        </p:spPr>
        <p:txBody>
          <a:bodyPr anchor="ctr"/>
          <a:lstStyle/>
          <a:p>
            <a:r>
              <a:rPr lang="en-US" sz="2000">
                <a:latin typeface="Verdana" panose="020B0604030504040204" pitchFamily="34" charset="0"/>
                <a:ea typeface="Verdana" panose="020B0604030504040204" pitchFamily="34" charset="0"/>
                <a:cs typeface="Verdana" panose="020B0604030504040204" pitchFamily="34" charset="0"/>
              </a:rPr>
              <a:t>    Group Internal Audit Update  	               </a:t>
            </a:r>
            <a:endParaRPr lang="en-GB" sz="2000">
              <a:latin typeface="Verdana" panose="020B0604030504040204" pitchFamily="34" charset="0"/>
              <a:ea typeface="Verdana" panose="020B0604030504040204" pitchFamily="34" charset="0"/>
              <a:cs typeface="Verdana" panose="020B0604030504040204" pitchFamily="34" charset="0"/>
            </a:endParaRPr>
          </a:p>
        </p:txBody>
      </p:sp>
      <p:sp>
        <p:nvSpPr>
          <p:cNvPr id="3" name="Slide Number Placeholder 2">
            <a:extLst>
              <a:ext uri="{FF2B5EF4-FFF2-40B4-BE49-F238E27FC236}">
                <a16:creationId xmlns:a16="http://schemas.microsoft.com/office/drawing/2014/main" id="{937ED2F7-7EE4-F446-07AC-1CCC1206787D}"/>
              </a:ext>
            </a:extLst>
          </p:cNvPr>
          <p:cNvSpPr>
            <a:spLocks noGrp="1"/>
          </p:cNvSpPr>
          <p:nvPr>
            <p:ph type="sldNum" sz="quarter" idx="4"/>
          </p:nvPr>
        </p:nvSpPr>
        <p:spPr>
          <a:xfrm>
            <a:off x="11641298" y="6592691"/>
            <a:ext cx="827440" cy="233749"/>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GB" sz="1200" b="1" i="0" u="none" strike="noStrike" kern="1200" cap="none" spc="0" normalizeH="0" baseline="0" noProof="0" smtClean="0">
                <a:ln>
                  <a:noFill/>
                </a:ln>
                <a:solidFill>
                  <a:srgbClr val="2D2926"/>
                </a:solidFill>
                <a:effectLst/>
                <a:uLnTx/>
                <a:uFillTx/>
                <a:latin typeface="Calibri"/>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2</a:t>
            </a:fld>
            <a:endParaRPr kumimoji="0" lang="en-GB" sz="1200" b="1" i="0" u="none" strike="noStrike" kern="1200" cap="none" spc="0" normalizeH="0" baseline="0" noProof="0" dirty="0">
              <a:ln>
                <a:noFill/>
              </a:ln>
              <a:solidFill>
                <a:srgbClr val="2D2926"/>
              </a:solidFill>
              <a:effectLst/>
              <a:uLnTx/>
              <a:uFillTx/>
              <a:latin typeface="Calibri"/>
              <a:ea typeface="+mn-ea"/>
              <a:cs typeface="+mn-cs"/>
            </a:endParaRPr>
          </a:p>
        </p:txBody>
      </p:sp>
      <p:sp>
        <p:nvSpPr>
          <p:cNvPr id="56" name="Shape 1"/>
          <p:cNvSpPr/>
          <p:nvPr/>
        </p:nvSpPr>
        <p:spPr>
          <a:xfrm>
            <a:off x="6313646" y="865227"/>
            <a:ext cx="22860" cy="5687973"/>
          </a:xfrm>
          <a:prstGeom prst="roundRect">
            <a:avLst>
              <a:gd name="adj" fmla="val 103080"/>
            </a:avLst>
          </a:prstGeom>
          <a:solidFill>
            <a:srgbClr val="D9CECE"/>
          </a:solidFill>
          <a:ln/>
        </p:spPr>
        <p:txBody>
          <a:bodyPr/>
          <a:lstStyle/>
          <a:p>
            <a:endParaRPr lang="en-AE"/>
          </a:p>
        </p:txBody>
      </p:sp>
      <p:sp>
        <p:nvSpPr>
          <p:cNvPr id="57" name="Shape 2"/>
          <p:cNvSpPr/>
          <p:nvPr/>
        </p:nvSpPr>
        <p:spPr>
          <a:xfrm>
            <a:off x="6033849" y="1729740"/>
            <a:ext cx="314087" cy="22860"/>
          </a:xfrm>
          <a:prstGeom prst="roundRect">
            <a:avLst>
              <a:gd name="adj" fmla="val 103080"/>
            </a:avLst>
          </a:prstGeom>
          <a:solidFill>
            <a:srgbClr val="D9CECE"/>
          </a:solidFill>
          <a:ln/>
        </p:spPr>
        <p:txBody>
          <a:bodyPr/>
          <a:lstStyle/>
          <a:p>
            <a:endParaRPr lang="en-AE"/>
          </a:p>
        </p:txBody>
      </p:sp>
      <p:sp>
        <p:nvSpPr>
          <p:cNvPr id="59" name="Text 4"/>
          <p:cNvSpPr/>
          <p:nvPr/>
        </p:nvSpPr>
        <p:spPr>
          <a:xfrm>
            <a:off x="557896" y="1639221"/>
            <a:ext cx="3372328" cy="277178"/>
          </a:xfrm>
          <a:prstGeom prst="rect">
            <a:avLst/>
          </a:prstGeom>
          <a:noFill/>
          <a:ln/>
        </p:spPr>
        <p:txBody>
          <a:bodyPr wrap="none" lIns="0" tIns="0" rIns="0" bIns="0" rtlCol="0" anchor="t"/>
          <a:lstStyle/>
          <a:p>
            <a:pPr marL="0" indent="0" algn="r">
              <a:lnSpc>
                <a:spcPts val="2150"/>
              </a:lnSpc>
              <a:buNone/>
            </a:pPr>
            <a:r>
              <a:rPr lang="en-US" sz="1700">
                <a:solidFill>
                  <a:schemeClr val="bg2"/>
                </a:solidFill>
                <a:latin typeface="Verdana" panose="020B0604030504040204" pitchFamily="34" charset="0"/>
                <a:ea typeface="Verdana" panose="020B0604030504040204" pitchFamily="34" charset="0"/>
                <a:cs typeface="Red Hat Text" pitchFamily="34" charset="-120"/>
              </a:rPr>
              <a:t>Annual Audit Plan &amp; Universe</a:t>
            </a:r>
            <a:endParaRPr lang="en-US" sz="1700">
              <a:solidFill>
                <a:schemeClr val="bg2"/>
              </a:solidFill>
              <a:latin typeface="Verdana" panose="020B0604030504040204" pitchFamily="34" charset="0"/>
              <a:ea typeface="Verdana" panose="020B0604030504040204" pitchFamily="34" charset="0"/>
            </a:endParaRPr>
          </a:p>
        </p:txBody>
      </p:sp>
      <p:sp>
        <p:nvSpPr>
          <p:cNvPr id="60" name="Text 5"/>
          <p:cNvSpPr/>
          <p:nvPr/>
        </p:nvSpPr>
        <p:spPr>
          <a:xfrm>
            <a:off x="304800" y="1972286"/>
            <a:ext cx="3925730" cy="270068"/>
          </a:xfrm>
          <a:prstGeom prst="rect">
            <a:avLst/>
          </a:prstGeom>
          <a:noFill/>
          <a:ln/>
        </p:spPr>
        <p:txBody>
          <a:bodyPr wrap="none" lIns="0" tIns="0" rIns="0" bIns="0" rtlCol="0" anchor="t"/>
          <a:lstStyle/>
          <a:p>
            <a:pPr marL="0" indent="0" algn="r">
              <a:lnSpc>
                <a:spcPts val="1950"/>
              </a:lnSpc>
              <a:buNone/>
            </a:pPr>
            <a:r>
              <a:rPr lang="en-US" sz="1200" b="1">
                <a:solidFill>
                  <a:srgbClr val="3B3535"/>
                </a:solidFill>
                <a:latin typeface="Verdana" panose="020B0604030504040204" pitchFamily="34" charset="0"/>
                <a:ea typeface="Verdana" panose="020B0604030504040204" pitchFamily="34" charset="0"/>
                <a:cs typeface="Roboto Light" pitchFamily="34" charset="-120"/>
              </a:rPr>
              <a:t>FY 2025 Audit Plan</a:t>
            </a:r>
            <a:r>
              <a:rPr lang="en-US" sz="1200">
                <a:solidFill>
                  <a:srgbClr val="3B3535"/>
                </a:solidFill>
                <a:latin typeface="Verdana" panose="020B0604030504040204" pitchFamily="34" charset="0"/>
                <a:ea typeface="Verdana" panose="020B0604030504040204" pitchFamily="34" charset="0"/>
                <a:cs typeface="Roboto Light" pitchFamily="34" charset="-120"/>
              </a:rPr>
              <a:t> Overall Status on Slide # </a:t>
            </a:r>
            <a:r>
              <a:rPr lang="en-US" sz="1200">
                <a:solidFill>
                  <a:srgbClr val="3B3535"/>
                </a:solidFill>
                <a:latin typeface="Verdana" panose="020B0604030504040204" pitchFamily="34" charset="0"/>
                <a:ea typeface="Verdana" panose="020B0604030504040204" pitchFamily="34" charset="0"/>
                <a:cs typeface="Roboto Light" pitchFamily="34" charset="-120"/>
                <a:hlinkClick r:id="rId3" action="ppaction://hlinksldjump"/>
              </a:rPr>
              <a:t>4</a:t>
            </a:r>
            <a:r>
              <a:rPr lang="en-US" sz="1200">
                <a:solidFill>
                  <a:srgbClr val="3B3535"/>
                </a:solidFill>
                <a:latin typeface="Verdana" panose="020B0604030504040204" pitchFamily="34" charset="0"/>
                <a:ea typeface="Verdana" panose="020B0604030504040204" pitchFamily="34" charset="0"/>
                <a:cs typeface="Roboto Light" pitchFamily="34" charset="-120"/>
              </a:rPr>
              <a:t>.</a:t>
            </a:r>
            <a:endParaRPr lang="en-US" sz="1200">
              <a:solidFill>
                <a:srgbClr val="3B3535"/>
              </a:solidFill>
              <a:highlight>
                <a:srgbClr val="FFFF00"/>
              </a:highlight>
              <a:latin typeface="Verdana" panose="020B0604030504040204" pitchFamily="34" charset="0"/>
              <a:ea typeface="Verdana" panose="020B0604030504040204" pitchFamily="34" charset="0"/>
              <a:cs typeface="Roboto Light" pitchFamily="34" charset="-120"/>
            </a:endParaRPr>
          </a:p>
          <a:p>
            <a:pPr marL="0" indent="0">
              <a:lnSpc>
                <a:spcPts val="1950"/>
              </a:lnSpc>
              <a:buNone/>
            </a:pPr>
            <a:r>
              <a:rPr lang="en-US" sz="1200">
                <a:solidFill>
                  <a:srgbClr val="3B3535"/>
                </a:solidFill>
                <a:latin typeface="Verdana" panose="020B0604030504040204" pitchFamily="34" charset="0"/>
                <a:ea typeface="Verdana" panose="020B0604030504040204" pitchFamily="34" charset="0"/>
                <a:cs typeface="Roboto Light" pitchFamily="34" charset="-120"/>
              </a:rPr>
              <a:t>  </a:t>
            </a:r>
            <a:endParaRPr lang="en-US" sz="1200">
              <a:latin typeface="Verdana" panose="020B0604030504040204" pitchFamily="34" charset="0"/>
              <a:ea typeface="Verdana" panose="020B0604030504040204" pitchFamily="34" charset="0"/>
            </a:endParaRPr>
          </a:p>
        </p:txBody>
      </p:sp>
      <p:sp>
        <p:nvSpPr>
          <p:cNvPr id="61" name="Shape 6"/>
          <p:cNvSpPr/>
          <p:nvPr/>
        </p:nvSpPr>
        <p:spPr>
          <a:xfrm>
            <a:off x="6302216" y="1723846"/>
            <a:ext cx="314087" cy="22860"/>
          </a:xfrm>
          <a:prstGeom prst="roundRect">
            <a:avLst>
              <a:gd name="adj" fmla="val 103080"/>
            </a:avLst>
          </a:prstGeom>
          <a:solidFill>
            <a:srgbClr val="D9CECE"/>
          </a:solidFill>
          <a:ln/>
        </p:spPr>
        <p:txBody>
          <a:bodyPr/>
          <a:lstStyle/>
          <a:p>
            <a:endParaRPr lang="en-AE"/>
          </a:p>
        </p:txBody>
      </p:sp>
      <p:sp>
        <p:nvSpPr>
          <p:cNvPr id="62" name="Shape 7"/>
          <p:cNvSpPr/>
          <p:nvPr/>
        </p:nvSpPr>
        <p:spPr>
          <a:xfrm>
            <a:off x="6266200" y="1676400"/>
            <a:ext cx="117753" cy="117753"/>
          </a:xfrm>
          <a:prstGeom prst="roundRect">
            <a:avLst>
              <a:gd name="adj" fmla="val 388270"/>
            </a:avLst>
          </a:prstGeom>
          <a:solidFill>
            <a:srgbClr val="F5A3A3"/>
          </a:solidFill>
          <a:ln/>
        </p:spPr>
        <p:txBody>
          <a:bodyPr/>
          <a:lstStyle/>
          <a:p>
            <a:endParaRPr lang="en-AE"/>
          </a:p>
        </p:txBody>
      </p:sp>
      <p:sp>
        <p:nvSpPr>
          <p:cNvPr id="67" name="Text 12"/>
          <p:cNvSpPr/>
          <p:nvPr/>
        </p:nvSpPr>
        <p:spPr>
          <a:xfrm>
            <a:off x="804773" y="3345030"/>
            <a:ext cx="2217777" cy="277178"/>
          </a:xfrm>
          <a:prstGeom prst="rect">
            <a:avLst/>
          </a:prstGeom>
          <a:noFill/>
          <a:ln/>
        </p:spPr>
        <p:txBody>
          <a:bodyPr wrap="none" lIns="0" tIns="0" rIns="0" bIns="0" rtlCol="0" anchor="t"/>
          <a:lstStyle/>
          <a:p>
            <a:pPr marL="0" indent="0" algn="r">
              <a:lnSpc>
                <a:spcPts val="2150"/>
              </a:lnSpc>
              <a:buNone/>
            </a:pPr>
            <a:r>
              <a:rPr lang="en-US" sz="1700">
                <a:solidFill>
                  <a:schemeClr val="bg2"/>
                </a:solidFill>
                <a:latin typeface="Verdana" panose="020B0604030504040204" pitchFamily="34" charset="0"/>
                <a:ea typeface="Verdana" panose="020B0604030504040204" pitchFamily="34" charset="0"/>
                <a:cs typeface="Red Hat Text" pitchFamily="34" charset="-120"/>
              </a:rPr>
              <a:t>Management Actions</a:t>
            </a:r>
            <a:endParaRPr lang="en-US" sz="1700">
              <a:solidFill>
                <a:schemeClr val="bg2"/>
              </a:solidFill>
              <a:latin typeface="Verdana" panose="020B0604030504040204" pitchFamily="34" charset="0"/>
              <a:ea typeface="Verdana" panose="020B0604030504040204" pitchFamily="34" charset="0"/>
            </a:endParaRPr>
          </a:p>
        </p:txBody>
      </p:sp>
      <p:sp>
        <p:nvSpPr>
          <p:cNvPr id="68" name="Text 13"/>
          <p:cNvSpPr/>
          <p:nvPr/>
        </p:nvSpPr>
        <p:spPr>
          <a:xfrm>
            <a:off x="413553" y="5243465"/>
            <a:ext cx="6019382" cy="251222"/>
          </a:xfrm>
          <a:prstGeom prst="rect">
            <a:avLst/>
          </a:prstGeom>
          <a:noFill/>
          <a:ln/>
        </p:spPr>
        <p:txBody>
          <a:bodyPr wrap="none" lIns="0" tIns="0" rIns="0" bIns="0" rtlCol="0" anchor="t"/>
          <a:lstStyle/>
          <a:p>
            <a:pPr algn="l">
              <a:lnSpc>
                <a:spcPts val="1950"/>
              </a:lnSpc>
              <a:buSzPct val="100000"/>
            </a:pPr>
            <a:r>
              <a:rPr lang="en-US" sz="1200" b="1" dirty="0">
                <a:solidFill>
                  <a:srgbClr val="3B3535"/>
                </a:solidFill>
                <a:latin typeface="Verdana" panose="020B0604030504040204" pitchFamily="34" charset="0"/>
                <a:ea typeface="Verdana" panose="020B0604030504040204" pitchFamily="34" charset="0"/>
                <a:cs typeface="Roboto Light" pitchFamily="34" charset="-120"/>
              </a:rPr>
              <a:t>Key findings and risks</a:t>
            </a:r>
            <a:r>
              <a:rPr lang="en-US" sz="1200" dirty="0">
                <a:solidFill>
                  <a:srgbClr val="3B3535"/>
                </a:solidFill>
                <a:latin typeface="Verdana" panose="020B0604030504040204" pitchFamily="34" charset="0"/>
                <a:ea typeface="Verdana" panose="020B0604030504040204" pitchFamily="34" charset="0"/>
                <a:cs typeface="Roboto Light" pitchFamily="34" charset="-120"/>
              </a:rPr>
              <a:t> of recent audits are being presented on </a:t>
            </a:r>
            <a:r>
              <a:rPr lang="en-US" sz="1200" dirty="0">
                <a:solidFill>
                  <a:schemeClr val="bg2"/>
                </a:solidFill>
                <a:latin typeface="Verdana" panose="020B0604030504040204" pitchFamily="34" charset="0"/>
                <a:ea typeface="Verdana" panose="020B0604030504040204" pitchFamily="34" charset="0"/>
                <a:cs typeface="Roboto Light" pitchFamily="34" charset="-120"/>
              </a:rPr>
              <a:t>Slides #</a:t>
            </a:r>
          </a:p>
          <a:p>
            <a:pPr algn="l">
              <a:lnSpc>
                <a:spcPts val="1950"/>
              </a:lnSpc>
              <a:buSzPct val="100000"/>
            </a:pPr>
            <a:r>
              <a:rPr lang="en-US" sz="1200" dirty="0">
                <a:solidFill>
                  <a:srgbClr val="3B3535"/>
                </a:solidFill>
                <a:latin typeface="Verdana" panose="020B0604030504040204" pitchFamily="34" charset="0"/>
                <a:ea typeface="Verdana" panose="020B0604030504040204" pitchFamily="34" charset="0"/>
                <a:cs typeface="Roboto Light" pitchFamily="34" charset="-120"/>
                <a:hlinkClick r:id="rId4" action="ppaction://hlinksldjump"/>
              </a:rPr>
              <a:t>5</a:t>
            </a:r>
            <a:r>
              <a:rPr lang="en-US" sz="1200" dirty="0">
                <a:solidFill>
                  <a:srgbClr val="3B3535"/>
                </a:solidFill>
                <a:latin typeface="Verdana" panose="020B0604030504040204" pitchFamily="34" charset="0"/>
                <a:ea typeface="Verdana" panose="020B0604030504040204" pitchFamily="34" charset="0"/>
                <a:cs typeface="Roboto Light" pitchFamily="34" charset="-120"/>
              </a:rPr>
              <a:t> to</a:t>
            </a:r>
            <a:r>
              <a:rPr kumimoji="0" lang="en-US" sz="1200" b="0" i="0" u="none" strike="noStrike" kern="1200" cap="none" spc="0" normalizeH="0" baseline="0" noProof="0" dirty="0">
                <a:ln>
                  <a:noFill/>
                </a:ln>
                <a:solidFill>
                  <a:srgbClr val="5B5F71"/>
                </a:solidFill>
                <a:effectLst/>
                <a:uLnTx/>
                <a:uFillTx/>
                <a:latin typeface="Verdana" panose="020B0604030504040204" pitchFamily="34" charset="0"/>
                <a:ea typeface="Verdana" panose="020B0604030504040204" pitchFamily="34" charset="0"/>
                <a:cs typeface="Arial" charset="0"/>
              </a:rPr>
              <a:t> </a:t>
            </a:r>
            <a:r>
              <a:rPr lang="en-US" sz="1200" dirty="0">
                <a:solidFill>
                  <a:srgbClr val="5B5F71"/>
                </a:solidFill>
                <a:latin typeface="Verdana" panose="020B0604030504040204" pitchFamily="34" charset="0"/>
                <a:ea typeface="Verdana" panose="020B0604030504040204" pitchFamily="34" charset="0"/>
                <a:hlinkClick r:id="rId5" action="ppaction://hlinksldjump"/>
              </a:rPr>
              <a:t>8</a:t>
            </a:r>
            <a:r>
              <a:rPr lang="en-US" sz="1200" dirty="0">
                <a:solidFill>
                  <a:srgbClr val="3B3535"/>
                </a:solidFill>
                <a:latin typeface="Verdana" panose="020B0604030504040204" pitchFamily="34" charset="0"/>
                <a:ea typeface="Verdana" panose="020B0604030504040204" pitchFamily="34" charset="0"/>
                <a:cs typeface="Roboto Light" pitchFamily="34" charset="-120"/>
              </a:rPr>
              <a:t>.</a:t>
            </a:r>
            <a:endParaRPr lang="en-US" sz="1200" dirty="0">
              <a:latin typeface="Verdana" panose="020B0604030504040204" pitchFamily="34" charset="0"/>
              <a:ea typeface="Verdana" panose="020B0604030504040204" pitchFamily="34" charset="0"/>
            </a:endParaRPr>
          </a:p>
        </p:txBody>
      </p:sp>
      <p:sp>
        <p:nvSpPr>
          <p:cNvPr id="70" name="Shape 15"/>
          <p:cNvSpPr/>
          <p:nvPr/>
        </p:nvSpPr>
        <p:spPr>
          <a:xfrm>
            <a:off x="6302216" y="3456158"/>
            <a:ext cx="314087" cy="22860"/>
          </a:xfrm>
          <a:prstGeom prst="roundRect">
            <a:avLst>
              <a:gd name="adj" fmla="val 103080"/>
            </a:avLst>
          </a:prstGeom>
          <a:solidFill>
            <a:srgbClr val="D9CECE"/>
          </a:solidFill>
          <a:ln/>
        </p:spPr>
        <p:txBody>
          <a:bodyPr/>
          <a:lstStyle/>
          <a:p>
            <a:endParaRPr lang="en-AE"/>
          </a:p>
        </p:txBody>
      </p:sp>
      <p:sp>
        <p:nvSpPr>
          <p:cNvPr id="71" name="Shape 16"/>
          <p:cNvSpPr/>
          <p:nvPr/>
        </p:nvSpPr>
        <p:spPr>
          <a:xfrm>
            <a:off x="6266200" y="3408712"/>
            <a:ext cx="117753" cy="117753"/>
          </a:xfrm>
          <a:prstGeom prst="roundRect">
            <a:avLst>
              <a:gd name="adj" fmla="val 388270"/>
            </a:avLst>
          </a:prstGeom>
          <a:solidFill>
            <a:srgbClr val="F5A3A3"/>
          </a:solidFill>
          <a:ln/>
        </p:spPr>
        <p:txBody>
          <a:bodyPr/>
          <a:lstStyle/>
          <a:p>
            <a:endParaRPr lang="en-AE"/>
          </a:p>
        </p:txBody>
      </p:sp>
      <p:sp>
        <p:nvSpPr>
          <p:cNvPr id="72" name="Text 17"/>
          <p:cNvSpPr/>
          <p:nvPr/>
        </p:nvSpPr>
        <p:spPr>
          <a:xfrm>
            <a:off x="7105768" y="1622599"/>
            <a:ext cx="2217777" cy="277178"/>
          </a:xfrm>
          <a:prstGeom prst="rect">
            <a:avLst/>
          </a:prstGeom>
          <a:noFill/>
          <a:ln/>
        </p:spPr>
        <p:txBody>
          <a:bodyPr wrap="none" lIns="0" tIns="0" rIns="0" bIns="0" rtlCol="0" anchor="t"/>
          <a:lstStyle/>
          <a:p>
            <a:pPr marL="0" indent="0" algn="l">
              <a:lnSpc>
                <a:spcPts val="2150"/>
              </a:lnSpc>
              <a:buNone/>
            </a:pPr>
            <a:r>
              <a:rPr lang="en-US" sz="1700">
                <a:solidFill>
                  <a:schemeClr val="bg2"/>
                </a:solidFill>
                <a:latin typeface="Verdana" panose="020B0604030504040204" pitchFamily="34" charset="0"/>
                <a:ea typeface="Verdana" panose="020B0604030504040204" pitchFamily="34" charset="0"/>
                <a:cs typeface="Red Hat Text" pitchFamily="34" charset="-120"/>
              </a:rPr>
              <a:t>Team Update</a:t>
            </a:r>
            <a:endParaRPr lang="en-US" sz="1700">
              <a:solidFill>
                <a:schemeClr val="bg2"/>
              </a:solidFill>
              <a:latin typeface="Verdana" panose="020B0604030504040204" pitchFamily="34" charset="0"/>
              <a:ea typeface="Verdana" panose="020B0604030504040204" pitchFamily="34" charset="0"/>
            </a:endParaRPr>
          </a:p>
        </p:txBody>
      </p:sp>
      <p:sp>
        <p:nvSpPr>
          <p:cNvPr id="78" name="Text 23"/>
          <p:cNvSpPr/>
          <p:nvPr/>
        </p:nvSpPr>
        <p:spPr>
          <a:xfrm>
            <a:off x="8417764" y="4704041"/>
            <a:ext cx="2217777" cy="277178"/>
          </a:xfrm>
          <a:prstGeom prst="rect">
            <a:avLst/>
          </a:prstGeom>
          <a:noFill/>
          <a:ln/>
        </p:spPr>
        <p:txBody>
          <a:bodyPr wrap="none" lIns="0" tIns="0" rIns="0" bIns="0" rtlCol="0" anchor="t"/>
          <a:lstStyle/>
          <a:p>
            <a:pPr marL="0" indent="0" algn="r">
              <a:lnSpc>
                <a:spcPts val="2150"/>
              </a:lnSpc>
              <a:buNone/>
            </a:pPr>
            <a:r>
              <a:rPr lang="en-US" sz="1700" dirty="0">
                <a:solidFill>
                  <a:schemeClr val="bg2"/>
                </a:solidFill>
                <a:latin typeface="Verdana" panose="020B0604030504040204" pitchFamily="34" charset="0"/>
                <a:ea typeface="Verdana" panose="020B0604030504040204" pitchFamily="34" charset="0"/>
                <a:cs typeface="Red Hat Text" pitchFamily="34" charset="-120"/>
              </a:rPr>
              <a:t>Functional &amp; Regulatory Updates</a:t>
            </a:r>
            <a:endParaRPr lang="en-US" sz="1700" dirty="0">
              <a:solidFill>
                <a:schemeClr val="bg2"/>
              </a:solidFill>
              <a:latin typeface="Verdana" panose="020B0604030504040204" pitchFamily="34" charset="0"/>
              <a:ea typeface="Verdana" panose="020B0604030504040204" pitchFamily="34" charset="0"/>
            </a:endParaRPr>
          </a:p>
        </p:txBody>
      </p:sp>
      <p:sp>
        <p:nvSpPr>
          <p:cNvPr id="79" name="Text 24"/>
          <p:cNvSpPr/>
          <p:nvPr/>
        </p:nvSpPr>
        <p:spPr>
          <a:xfrm>
            <a:off x="6696001" y="5029200"/>
            <a:ext cx="5292923" cy="502444"/>
          </a:xfrm>
          <a:prstGeom prst="rect">
            <a:avLst/>
          </a:prstGeom>
          <a:noFill/>
          <a:ln/>
        </p:spPr>
        <p:txBody>
          <a:bodyPr wrap="square" lIns="0" tIns="0" rIns="0" bIns="0" rtlCol="0" anchor="t"/>
          <a:lstStyle/>
          <a:p>
            <a:pPr algn="l">
              <a:lnSpc>
                <a:spcPts val="1950"/>
              </a:lnSpc>
              <a:buSzPct val="100000"/>
            </a:pPr>
            <a:r>
              <a:rPr lang="en-US" sz="1200" b="1" dirty="0">
                <a:solidFill>
                  <a:srgbClr val="3B3535"/>
                </a:solidFill>
                <a:latin typeface="Verdana" panose="020B0604030504040204" pitchFamily="34" charset="0"/>
                <a:ea typeface="Verdana" panose="020B0604030504040204" pitchFamily="34" charset="0"/>
                <a:cs typeface="Roboto Light" pitchFamily="34" charset="-120"/>
              </a:rPr>
              <a:t>Summary of CBUAE</a:t>
            </a:r>
            <a:r>
              <a:rPr lang="en-US" sz="1200" dirty="0">
                <a:solidFill>
                  <a:srgbClr val="3B3535"/>
                </a:solidFill>
                <a:latin typeface="Verdana" panose="020B0604030504040204" pitchFamily="34" charset="0"/>
                <a:ea typeface="Verdana" panose="020B0604030504040204" pitchFamily="34" charset="0"/>
                <a:cs typeface="Roboto Light" pitchFamily="34" charset="-120"/>
              </a:rPr>
              <a:t> related actions closures and GIA's validation are shared on Slide # </a:t>
            </a:r>
            <a:r>
              <a:rPr lang="en-US" sz="1200" u="sng" dirty="0">
                <a:solidFill>
                  <a:srgbClr val="3B3535"/>
                </a:solidFill>
                <a:latin typeface="Verdana" panose="020B0604030504040204" pitchFamily="34" charset="0"/>
                <a:ea typeface="Verdana" panose="020B0604030504040204" pitchFamily="34" charset="0"/>
                <a:cs typeface="Roboto Light" pitchFamily="34" charset="-120"/>
                <a:hlinkClick r:id="rId6" action="ppaction://hlinksldjump"/>
              </a:rPr>
              <a:t>16</a:t>
            </a:r>
            <a:r>
              <a:rPr lang="en-US" sz="1200" dirty="0">
                <a:solidFill>
                  <a:srgbClr val="3B3535"/>
                </a:solidFill>
                <a:latin typeface="Verdana" panose="020B0604030504040204" pitchFamily="34" charset="0"/>
                <a:ea typeface="Verdana" panose="020B0604030504040204" pitchFamily="34" charset="0"/>
                <a:cs typeface="Roboto Light" pitchFamily="34" charset="-120"/>
              </a:rPr>
              <a:t>.</a:t>
            </a:r>
            <a:endParaRPr lang="en-US" sz="1200" dirty="0">
              <a:latin typeface="Verdana" panose="020B0604030504040204" pitchFamily="34" charset="0"/>
              <a:ea typeface="Verdana" panose="020B0604030504040204" pitchFamily="34" charset="0"/>
            </a:endParaRPr>
          </a:p>
        </p:txBody>
      </p:sp>
      <p:sp>
        <p:nvSpPr>
          <p:cNvPr id="82" name="Shape 3">
            <a:extLst>
              <a:ext uri="{FF2B5EF4-FFF2-40B4-BE49-F238E27FC236}">
                <a16:creationId xmlns:a16="http://schemas.microsoft.com/office/drawing/2014/main" id="{3C8C5FD2-ADA5-4100-DC77-A9A14AB88018}"/>
              </a:ext>
            </a:extLst>
          </p:cNvPr>
          <p:cNvSpPr/>
          <p:nvPr/>
        </p:nvSpPr>
        <p:spPr>
          <a:xfrm>
            <a:off x="304800" y="1566329"/>
            <a:ext cx="357188" cy="357188"/>
          </a:xfrm>
          <a:prstGeom prst="roundRect">
            <a:avLst>
              <a:gd name="adj" fmla="val 18670"/>
            </a:avLst>
          </a:prstGeom>
          <a:solidFill>
            <a:srgbClr val="F44444"/>
          </a:solidFill>
          <a:ln w="7620">
            <a:solidFill>
              <a:srgbClr val="FF5D5D"/>
            </a:solidFill>
            <a:prstDash val="soli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E" sz="12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pic>
        <p:nvPicPr>
          <p:cNvPr id="83" name="Image 0" descr="preencoded.png">
            <a:extLst>
              <a:ext uri="{FF2B5EF4-FFF2-40B4-BE49-F238E27FC236}">
                <a16:creationId xmlns:a16="http://schemas.microsoft.com/office/drawing/2014/main" id="{84EDF373-EA13-9AF4-2B4A-061D8BE1E9A1}"/>
              </a:ext>
            </a:extLst>
          </p:cNvPr>
          <p:cNvPicPr>
            <a:picLocks noChangeAspect="1"/>
          </p:cNvPicPr>
          <p:nvPr/>
        </p:nvPicPr>
        <p:blipFill>
          <a:blip r:embed="rId7"/>
          <a:stretch>
            <a:fillRect/>
          </a:stretch>
        </p:blipFill>
        <p:spPr>
          <a:xfrm>
            <a:off x="364331" y="1596095"/>
            <a:ext cx="238125" cy="297656"/>
          </a:xfrm>
          <a:prstGeom prst="rect">
            <a:avLst/>
          </a:prstGeom>
        </p:spPr>
      </p:pic>
      <p:sp>
        <p:nvSpPr>
          <p:cNvPr id="84" name="Shape 7">
            <a:extLst>
              <a:ext uri="{FF2B5EF4-FFF2-40B4-BE49-F238E27FC236}">
                <a16:creationId xmlns:a16="http://schemas.microsoft.com/office/drawing/2014/main" id="{C71D6396-45FB-6CF4-BFD5-EE2C9569C2D0}"/>
              </a:ext>
            </a:extLst>
          </p:cNvPr>
          <p:cNvSpPr/>
          <p:nvPr/>
        </p:nvSpPr>
        <p:spPr>
          <a:xfrm>
            <a:off x="304800" y="3276600"/>
            <a:ext cx="357188" cy="357188"/>
          </a:xfrm>
          <a:prstGeom prst="roundRect">
            <a:avLst>
              <a:gd name="adj" fmla="val 18670"/>
            </a:avLst>
          </a:prstGeom>
          <a:solidFill>
            <a:srgbClr val="F44444"/>
          </a:solidFill>
          <a:ln w="7620">
            <a:solidFill>
              <a:srgbClr val="FF5D5D"/>
            </a:solidFill>
            <a:prstDash val="soli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E" sz="12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pic>
        <p:nvPicPr>
          <p:cNvPr id="85" name="Image 1" descr="preencoded.png">
            <a:extLst>
              <a:ext uri="{FF2B5EF4-FFF2-40B4-BE49-F238E27FC236}">
                <a16:creationId xmlns:a16="http://schemas.microsoft.com/office/drawing/2014/main" id="{D75B4BAB-E345-8171-D2CD-CADAF60B50D4}"/>
              </a:ext>
            </a:extLst>
          </p:cNvPr>
          <p:cNvPicPr>
            <a:picLocks noChangeAspect="1"/>
          </p:cNvPicPr>
          <p:nvPr/>
        </p:nvPicPr>
        <p:blipFill>
          <a:blip r:embed="rId8"/>
          <a:stretch>
            <a:fillRect/>
          </a:stretch>
        </p:blipFill>
        <p:spPr>
          <a:xfrm>
            <a:off x="364331" y="3306365"/>
            <a:ext cx="238125" cy="297656"/>
          </a:xfrm>
          <a:prstGeom prst="rect">
            <a:avLst/>
          </a:prstGeom>
        </p:spPr>
      </p:pic>
      <p:sp>
        <p:nvSpPr>
          <p:cNvPr id="88" name="Shape 18">
            <a:extLst>
              <a:ext uri="{FF2B5EF4-FFF2-40B4-BE49-F238E27FC236}">
                <a16:creationId xmlns:a16="http://schemas.microsoft.com/office/drawing/2014/main" id="{944DEB82-7FFB-CD20-65BF-B7BB0FD36426}"/>
              </a:ext>
            </a:extLst>
          </p:cNvPr>
          <p:cNvSpPr/>
          <p:nvPr/>
        </p:nvSpPr>
        <p:spPr>
          <a:xfrm>
            <a:off x="6670797" y="1579855"/>
            <a:ext cx="357188" cy="357188"/>
          </a:xfrm>
          <a:prstGeom prst="roundRect">
            <a:avLst>
              <a:gd name="adj" fmla="val 18670"/>
            </a:avLst>
          </a:prstGeom>
          <a:solidFill>
            <a:srgbClr val="F44444"/>
          </a:solidFill>
          <a:ln w="7620">
            <a:solidFill>
              <a:srgbClr val="FF5D5D"/>
            </a:solidFill>
            <a:prstDash val="soli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E" sz="12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pic>
        <p:nvPicPr>
          <p:cNvPr id="89" name="Image 3" descr="preencoded.png">
            <a:extLst>
              <a:ext uri="{FF2B5EF4-FFF2-40B4-BE49-F238E27FC236}">
                <a16:creationId xmlns:a16="http://schemas.microsoft.com/office/drawing/2014/main" id="{81953375-DB58-C03E-76CA-1F37ACFD5081}"/>
              </a:ext>
            </a:extLst>
          </p:cNvPr>
          <p:cNvPicPr>
            <a:picLocks noChangeAspect="1"/>
          </p:cNvPicPr>
          <p:nvPr/>
        </p:nvPicPr>
        <p:blipFill>
          <a:blip r:embed="rId9"/>
          <a:stretch>
            <a:fillRect/>
          </a:stretch>
        </p:blipFill>
        <p:spPr>
          <a:xfrm>
            <a:off x="6746199" y="1611764"/>
            <a:ext cx="238125" cy="297656"/>
          </a:xfrm>
          <a:prstGeom prst="rect">
            <a:avLst/>
          </a:prstGeom>
        </p:spPr>
      </p:pic>
      <p:sp>
        <p:nvSpPr>
          <p:cNvPr id="90" name="Shape 24">
            <a:extLst>
              <a:ext uri="{FF2B5EF4-FFF2-40B4-BE49-F238E27FC236}">
                <a16:creationId xmlns:a16="http://schemas.microsoft.com/office/drawing/2014/main" id="{74D691C4-717C-56B1-E464-71FC0C43035C}"/>
              </a:ext>
            </a:extLst>
          </p:cNvPr>
          <p:cNvSpPr/>
          <p:nvPr/>
        </p:nvSpPr>
        <p:spPr>
          <a:xfrm>
            <a:off x="6665164" y="4648200"/>
            <a:ext cx="357188" cy="357188"/>
          </a:xfrm>
          <a:prstGeom prst="roundRect">
            <a:avLst>
              <a:gd name="adj" fmla="val 18670"/>
            </a:avLst>
          </a:prstGeom>
          <a:solidFill>
            <a:srgbClr val="F44444"/>
          </a:solidFill>
          <a:ln w="7620">
            <a:solidFill>
              <a:srgbClr val="FF5D5D"/>
            </a:solidFill>
            <a:prstDash val="soli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E" sz="12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pic>
        <p:nvPicPr>
          <p:cNvPr id="91" name="Image 4" descr="preencoded.png">
            <a:extLst>
              <a:ext uri="{FF2B5EF4-FFF2-40B4-BE49-F238E27FC236}">
                <a16:creationId xmlns:a16="http://schemas.microsoft.com/office/drawing/2014/main" id="{31B4D7FF-9EA3-E175-B9B1-C76955A0B644}"/>
              </a:ext>
            </a:extLst>
          </p:cNvPr>
          <p:cNvPicPr>
            <a:picLocks noChangeAspect="1"/>
          </p:cNvPicPr>
          <p:nvPr/>
        </p:nvPicPr>
        <p:blipFill>
          <a:blip r:embed="rId10"/>
          <a:stretch>
            <a:fillRect/>
          </a:stretch>
        </p:blipFill>
        <p:spPr>
          <a:xfrm>
            <a:off x="6724695" y="4678465"/>
            <a:ext cx="238125" cy="297656"/>
          </a:xfrm>
          <a:prstGeom prst="rect">
            <a:avLst/>
          </a:prstGeom>
        </p:spPr>
      </p:pic>
      <p:sp>
        <p:nvSpPr>
          <p:cNvPr id="93" name="Text 25">
            <a:extLst>
              <a:ext uri="{FF2B5EF4-FFF2-40B4-BE49-F238E27FC236}">
                <a16:creationId xmlns:a16="http://schemas.microsoft.com/office/drawing/2014/main" id="{85D7D397-6011-AF6E-C0BC-6965117C2484}"/>
              </a:ext>
            </a:extLst>
          </p:cNvPr>
          <p:cNvSpPr/>
          <p:nvPr/>
        </p:nvSpPr>
        <p:spPr>
          <a:xfrm>
            <a:off x="403860" y="3989577"/>
            <a:ext cx="5849183" cy="502444"/>
          </a:xfrm>
          <a:prstGeom prst="rect">
            <a:avLst/>
          </a:prstGeom>
          <a:noFill/>
          <a:ln/>
        </p:spPr>
        <p:txBody>
          <a:bodyPr wrap="square" lIns="0" tIns="0" rIns="0" bIns="0" rtlCol="0" anchor="t"/>
          <a:lstStyle/>
          <a:p>
            <a:pPr algn="l">
              <a:lnSpc>
                <a:spcPts val="1950"/>
              </a:lnSpc>
              <a:buSzPct val="100000"/>
            </a:pPr>
            <a:r>
              <a:rPr lang="en-US" sz="1200" b="1" dirty="0">
                <a:solidFill>
                  <a:srgbClr val="3B3535"/>
                </a:solidFill>
                <a:latin typeface="Verdana" panose="020B0604030504040204" pitchFamily="34" charset="0"/>
                <a:ea typeface="Verdana" panose="020B0604030504040204" pitchFamily="34" charset="0"/>
                <a:cs typeface="Roboto Light" pitchFamily="34" charset="-120"/>
              </a:rPr>
              <a:t>Management Actions</a:t>
            </a:r>
            <a:r>
              <a:rPr lang="en-US" sz="1200" dirty="0">
                <a:solidFill>
                  <a:srgbClr val="3B3535"/>
                </a:solidFill>
                <a:latin typeface="Verdana" panose="020B0604030504040204" pitchFamily="34" charset="0"/>
                <a:ea typeface="Verdana" panose="020B0604030504040204" pitchFamily="34" charset="0"/>
                <a:cs typeface="Roboto Light" pitchFamily="34" charset="-120"/>
              </a:rPr>
              <a:t> Ageing on Slide # </a:t>
            </a:r>
            <a:r>
              <a:rPr lang="en-US" sz="1200" dirty="0">
                <a:solidFill>
                  <a:srgbClr val="3B3535"/>
                </a:solidFill>
                <a:latin typeface="Verdana" panose="020B0604030504040204" pitchFamily="34" charset="0"/>
                <a:ea typeface="Verdana" panose="020B0604030504040204" pitchFamily="34" charset="0"/>
                <a:cs typeface="Roboto Light" pitchFamily="34" charset="-120"/>
                <a:hlinkClick r:id="rId11" action="ppaction://hlinksldjump"/>
              </a:rPr>
              <a:t>12</a:t>
            </a:r>
            <a:r>
              <a:rPr lang="en-US" sz="1200" dirty="0">
                <a:solidFill>
                  <a:srgbClr val="5B5F71"/>
                </a:solidFill>
                <a:latin typeface="Verdana" panose="020B0604030504040204" pitchFamily="34" charset="0"/>
                <a:ea typeface="Verdana" panose="020B0604030504040204" pitchFamily="34" charset="0"/>
                <a:cs typeface="Instrument Sans Medium" pitchFamily="34" charset="-120"/>
              </a:rPr>
              <a:t> </a:t>
            </a:r>
            <a:r>
              <a:rPr lang="en-US" sz="1200" dirty="0">
                <a:solidFill>
                  <a:srgbClr val="3B3535"/>
                </a:solidFill>
                <a:latin typeface="Verdana" panose="020B0604030504040204" pitchFamily="34" charset="0"/>
                <a:ea typeface="Verdana" panose="020B0604030504040204" pitchFamily="34" charset="0"/>
                <a:cs typeface="Roboto Light" pitchFamily="34" charset="-120"/>
              </a:rPr>
              <a:t>and Updates on Overdue on Slide # </a:t>
            </a:r>
            <a:r>
              <a:rPr lang="en-US" sz="1200" dirty="0">
                <a:solidFill>
                  <a:srgbClr val="3B3535"/>
                </a:solidFill>
                <a:latin typeface="Verdana" panose="020B0604030504040204" pitchFamily="34" charset="0"/>
                <a:ea typeface="Verdana" panose="020B0604030504040204" pitchFamily="34" charset="0"/>
                <a:cs typeface="Roboto Light" pitchFamily="34" charset="-120"/>
                <a:hlinkClick r:id="rId12" action="ppaction://hlinksldjump"/>
              </a:rPr>
              <a:t>13</a:t>
            </a:r>
            <a:r>
              <a:rPr lang="en-US" sz="1200" dirty="0">
                <a:solidFill>
                  <a:srgbClr val="3B3535"/>
                </a:solidFill>
                <a:latin typeface="Verdana" panose="020B0604030504040204" pitchFamily="34" charset="0"/>
                <a:ea typeface="Verdana" panose="020B0604030504040204" pitchFamily="34" charset="0"/>
                <a:cs typeface="Roboto Light" pitchFamily="34" charset="-120"/>
              </a:rPr>
              <a:t>. </a:t>
            </a:r>
            <a:endParaRPr lang="en-US" sz="1200" dirty="0">
              <a:latin typeface="Verdana" panose="020B0604030504040204" pitchFamily="34" charset="0"/>
              <a:ea typeface="Verdana" panose="020B0604030504040204" pitchFamily="34" charset="0"/>
            </a:endParaRPr>
          </a:p>
        </p:txBody>
      </p:sp>
      <p:sp>
        <p:nvSpPr>
          <p:cNvPr id="6" name="Text 5">
            <a:extLst>
              <a:ext uri="{FF2B5EF4-FFF2-40B4-BE49-F238E27FC236}">
                <a16:creationId xmlns:a16="http://schemas.microsoft.com/office/drawing/2014/main" id="{ACFBA0ED-DEDB-A4E7-896F-F186A7EB03E5}"/>
              </a:ext>
            </a:extLst>
          </p:cNvPr>
          <p:cNvSpPr/>
          <p:nvPr/>
        </p:nvSpPr>
        <p:spPr>
          <a:xfrm>
            <a:off x="356354" y="2245245"/>
            <a:ext cx="5803463" cy="247446"/>
          </a:xfrm>
          <a:prstGeom prst="rect">
            <a:avLst/>
          </a:prstGeom>
          <a:noFill/>
          <a:ln/>
        </p:spPr>
        <p:txBody>
          <a:bodyPr wrap="none" lIns="0" tIns="0" rIns="0" bIns="0" rtlCol="0" anchor="t"/>
          <a:lstStyle/>
          <a:p>
            <a:pPr marL="0" indent="0" algn="r">
              <a:lnSpc>
                <a:spcPts val="1950"/>
              </a:lnSpc>
              <a:buNone/>
            </a:pPr>
            <a:r>
              <a:rPr lang="en-US" sz="1200" b="1" dirty="0">
                <a:solidFill>
                  <a:srgbClr val="3B3535"/>
                </a:solidFill>
                <a:latin typeface="Verdana" panose="020B0604030504040204" pitchFamily="34" charset="0"/>
                <a:ea typeface="Verdana" panose="020B0604030504040204" pitchFamily="34" charset="0"/>
                <a:cs typeface="Roboto Light" pitchFamily="34" charset="-120"/>
              </a:rPr>
              <a:t>FY 2026-28 Audit Planning</a:t>
            </a:r>
            <a:r>
              <a:rPr lang="en-US" sz="1200" dirty="0">
                <a:solidFill>
                  <a:srgbClr val="3B3535"/>
                </a:solidFill>
                <a:latin typeface="Verdana" panose="020B0604030504040204" pitchFamily="34" charset="0"/>
                <a:ea typeface="Verdana" panose="020B0604030504040204" pitchFamily="34" charset="0"/>
                <a:cs typeface="Roboto Light" pitchFamily="34" charset="-120"/>
              </a:rPr>
              <a:t> Re-assessed Audit Universe and Risk-Based </a:t>
            </a:r>
          </a:p>
          <a:p>
            <a:pPr marL="0" indent="0">
              <a:lnSpc>
                <a:spcPts val="1950"/>
              </a:lnSpc>
              <a:buNone/>
            </a:pPr>
            <a:r>
              <a:rPr lang="en-US" sz="1200" dirty="0">
                <a:solidFill>
                  <a:srgbClr val="3B3535"/>
                </a:solidFill>
                <a:latin typeface="Verdana" panose="020B0604030504040204" pitchFamily="34" charset="0"/>
                <a:ea typeface="Verdana" panose="020B0604030504040204" pitchFamily="34" charset="0"/>
                <a:cs typeface="Roboto Light" pitchFamily="34" charset="-120"/>
              </a:rPr>
              <a:t> Audit Plan for FY 2026 presented for approval under Agenda item 4.2.</a:t>
            </a:r>
            <a:endParaRPr lang="en-US" sz="1200" dirty="0">
              <a:solidFill>
                <a:srgbClr val="3B3535"/>
              </a:solidFill>
              <a:highlight>
                <a:srgbClr val="FFFF00"/>
              </a:highlight>
              <a:latin typeface="Verdana" panose="020B0604030504040204" pitchFamily="34" charset="0"/>
              <a:ea typeface="Verdana" panose="020B0604030504040204" pitchFamily="34" charset="0"/>
              <a:cs typeface="Roboto Light" pitchFamily="34" charset="-120"/>
            </a:endParaRPr>
          </a:p>
          <a:p>
            <a:pPr marL="0" indent="0">
              <a:lnSpc>
                <a:spcPts val="1950"/>
              </a:lnSpc>
              <a:buNone/>
            </a:pPr>
            <a:r>
              <a:rPr lang="en-US" sz="1200" dirty="0">
                <a:solidFill>
                  <a:srgbClr val="3B3535"/>
                </a:solidFill>
                <a:latin typeface="Verdana" panose="020B0604030504040204" pitchFamily="34" charset="0"/>
                <a:ea typeface="Verdana" panose="020B0604030504040204" pitchFamily="34" charset="0"/>
                <a:cs typeface="Roboto Light" pitchFamily="34" charset="-120"/>
              </a:rPr>
              <a:t>  </a:t>
            </a:r>
            <a:endParaRPr lang="en-US" sz="1200" dirty="0">
              <a:latin typeface="Verdana" panose="020B0604030504040204" pitchFamily="34" charset="0"/>
              <a:ea typeface="Verdana" panose="020B0604030504040204" pitchFamily="34" charset="0"/>
            </a:endParaRPr>
          </a:p>
        </p:txBody>
      </p:sp>
      <p:sp>
        <p:nvSpPr>
          <p:cNvPr id="9" name="Text 19">
            <a:extLst>
              <a:ext uri="{FF2B5EF4-FFF2-40B4-BE49-F238E27FC236}">
                <a16:creationId xmlns:a16="http://schemas.microsoft.com/office/drawing/2014/main" id="{ADF395B0-7E4F-8A73-E460-483DFADD4A62}"/>
              </a:ext>
            </a:extLst>
          </p:cNvPr>
          <p:cNvSpPr/>
          <p:nvPr/>
        </p:nvSpPr>
        <p:spPr>
          <a:xfrm>
            <a:off x="6730328" y="2012156"/>
            <a:ext cx="4910971" cy="502444"/>
          </a:xfrm>
          <a:prstGeom prst="rect">
            <a:avLst/>
          </a:prstGeom>
          <a:noFill/>
          <a:ln/>
        </p:spPr>
        <p:txBody>
          <a:bodyPr wrap="square" lIns="0" tIns="0" rIns="0" bIns="0" rtlCol="0" anchor="t"/>
          <a:lstStyle/>
          <a:p>
            <a:pPr algn="l">
              <a:lnSpc>
                <a:spcPts val="1950"/>
              </a:lnSpc>
              <a:buSzPct val="100000"/>
            </a:pPr>
            <a:r>
              <a:rPr lang="en-US" sz="1200" b="1" dirty="0">
                <a:solidFill>
                  <a:srgbClr val="3B3535"/>
                </a:solidFill>
                <a:latin typeface="Verdana" panose="020B0604030504040204" pitchFamily="34" charset="0"/>
                <a:ea typeface="Verdana" panose="020B0604030504040204" pitchFamily="34" charset="0"/>
                <a:cs typeface="Roboto Light" pitchFamily="34" charset="-120"/>
              </a:rPr>
              <a:t>Manpower Capacity Planning </a:t>
            </a:r>
            <a:r>
              <a:rPr lang="en-US" sz="1200" dirty="0">
                <a:solidFill>
                  <a:srgbClr val="3B3535"/>
                </a:solidFill>
                <a:latin typeface="Verdana" panose="020B0604030504040204" pitchFamily="34" charset="0"/>
                <a:ea typeface="Verdana" panose="020B0604030504040204" pitchFamily="34" charset="0"/>
                <a:cs typeface="Roboto Light" pitchFamily="34" charset="-120"/>
              </a:rPr>
              <a:t>updated to align with FY 2026 Audit Universe and Risk-Based Audit Plan, ensuring optimal resource allocation across all planned reviews, presented under Agenda </a:t>
            </a:r>
            <a:r>
              <a:rPr lang="en-US" sz="1200">
                <a:solidFill>
                  <a:srgbClr val="3B3535"/>
                </a:solidFill>
                <a:latin typeface="Verdana" panose="020B0604030504040204" pitchFamily="34" charset="0"/>
                <a:ea typeface="Verdana" panose="020B0604030504040204" pitchFamily="34" charset="0"/>
                <a:cs typeface="Roboto Light" pitchFamily="34" charset="-120"/>
              </a:rPr>
              <a:t>item 4.2 </a:t>
            </a:r>
            <a:endParaRPr lang="en-US" sz="1200" dirty="0">
              <a:latin typeface="Verdana" panose="020B0604030504040204" pitchFamily="34" charset="0"/>
              <a:ea typeface="Verdana" panose="020B0604030504040204" pitchFamily="34" charset="0"/>
            </a:endParaRPr>
          </a:p>
        </p:txBody>
      </p:sp>
      <p:sp>
        <p:nvSpPr>
          <p:cNvPr id="12" name="Text 8"/>
          <p:cNvSpPr/>
          <p:nvPr/>
        </p:nvSpPr>
        <p:spPr>
          <a:xfrm>
            <a:off x="7105768" y="3334486"/>
            <a:ext cx="2217777" cy="277178"/>
          </a:xfrm>
          <a:prstGeom prst="rect">
            <a:avLst/>
          </a:prstGeom>
          <a:noFill/>
          <a:ln/>
        </p:spPr>
        <p:txBody>
          <a:bodyPr wrap="none" lIns="0" tIns="0" rIns="0" bIns="0" rtlCol="0" anchor="t"/>
          <a:lstStyle/>
          <a:p>
            <a:pPr marL="0" indent="0" algn="l">
              <a:lnSpc>
                <a:spcPts val="2150"/>
              </a:lnSpc>
              <a:buNone/>
            </a:pPr>
            <a:r>
              <a:rPr lang="en-US" sz="1700">
                <a:solidFill>
                  <a:schemeClr val="bg2"/>
                </a:solidFill>
                <a:latin typeface="Verdana" panose="020B0604030504040204" pitchFamily="34" charset="0"/>
                <a:ea typeface="Verdana" panose="020B0604030504040204" pitchFamily="34" charset="0"/>
                <a:cs typeface="Red Hat Text" pitchFamily="34" charset="-120"/>
              </a:rPr>
              <a:t>QAIP</a:t>
            </a:r>
            <a:endParaRPr lang="en-US" sz="1700">
              <a:solidFill>
                <a:schemeClr val="bg2"/>
              </a:solidFill>
              <a:latin typeface="Verdana" panose="020B0604030504040204" pitchFamily="34" charset="0"/>
              <a:ea typeface="Verdana" panose="020B0604030504040204" pitchFamily="34" charset="0"/>
            </a:endParaRPr>
          </a:p>
        </p:txBody>
      </p:sp>
      <p:sp>
        <p:nvSpPr>
          <p:cNvPr id="14" name="Shape 11">
            <a:extLst>
              <a:ext uri="{FF2B5EF4-FFF2-40B4-BE49-F238E27FC236}">
                <a16:creationId xmlns:a16="http://schemas.microsoft.com/office/drawing/2014/main" id="{C9DB5B9C-FB10-42BE-A5A7-C20F93521D7E}"/>
              </a:ext>
            </a:extLst>
          </p:cNvPr>
          <p:cNvSpPr/>
          <p:nvPr/>
        </p:nvSpPr>
        <p:spPr>
          <a:xfrm>
            <a:off x="6670797" y="3276600"/>
            <a:ext cx="357188" cy="357188"/>
          </a:xfrm>
          <a:prstGeom prst="roundRect">
            <a:avLst>
              <a:gd name="adj" fmla="val 18670"/>
            </a:avLst>
          </a:prstGeom>
          <a:solidFill>
            <a:srgbClr val="F44444"/>
          </a:solidFill>
          <a:ln w="7620">
            <a:solidFill>
              <a:srgbClr val="FF5D5D"/>
            </a:solidFill>
            <a:prstDash val="solid"/>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E" sz="12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pic>
        <p:nvPicPr>
          <p:cNvPr id="15" name="Image 2" descr="preencoded.png">
            <a:extLst>
              <a:ext uri="{FF2B5EF4-FFF2-40B4-BE49-F238E27FC236}">
                <a16:creationId xmlns:a16="http://schemas.microsoft.com/office/drawing/2014/main" id="{5F278998-B4EB-BB10-FB1C-C763CEEDD648}"/>
              </a:ext>
            </a:extLst>
          </p:cNvPr>
          <p:cNvPicPr>
            <a:picLocks noChangeAspect="1"/>
          </p:cNvPicPr>
          <p:nvPr/>
        </p:nvPicPr>
        <p:blipFill>
          <a:blip r:embed="rId13"/>
          <a:stretch>
            <a:fillRect/>
          </a:stretch>
        </p:blipFill>
        <p:spPr>
          <a:xfrm>
            <a:off x="6734236" y="3304210"/>
            <a:ext cx="238125" cy="297656"/>
          </a:xfrm>
          <a:prstGeom prst="rect">
            <a:avLst/>
          </a:prstGeom>
        </p:spPr>
      </p:pic>
      <p:sp>
        <p:nvSpPr>
          <p:cNvPr id="16" name="Text 25">
            <a:extLst>
              <a:ext uri="{FF2B5EF4-FFF2-40B4-BE49-F238E27FC236}">
                <a16:creationId xmlns:a16="http://schemas.microsoft.com/office/drawing/2014/main" id="{1A36C666-9BCE-5EA0-2A4C-E83FE61B4FDA}"/>
              </a:ext>
            </a:extLst>
          </p:cNvPr>
          <p:cNvSpPr/>
          <p:nvPr/>
        </p:nvSpPr>
        <p:spPr>
          <a:xfrm>
            <a:off x="6705600" y="6096000"/>
            <a:ext cx="5292923" cy="502444"/>
          </a:xfrm>
          <a:prstGeom prst="rect">
            <a:avLst/>
          </a:prstGeom>
          <a:noFill/>
          <a:ln/>
        </p:spPr>
        <p:txBody>
          <a:bodyPr wrap="square" lIns="0" tIns="0" rIns="0" bIns="0" rtlCol="0" anchor="t"/>
          <a:lstStyle/>
          <a:p>
            <a:pPr algn="l">
              <a:lnSpc>
                <a:spcPts val="1950"/>
              </a:lnSpc>
              <a:buSzPct val="100000"/>
            </a:pPr>
            <a:r>
              <a:rPr lang="en-US" sz="1200" b="1" dirty="0">
                <a:solidFill>
                  <a:srgbClr val="3B3535"/>
                </a:solidFill>
                <a:latin typeface="Verdana" panose="020B0604030504040204" pitchFamily="34" charset="0"/>
                <a:ea typeface="Verdana" panose="020B0604030504040204" pitchFamily="34" charset="0"/>
                <a:cs typeface="Roboto Light" pitchFamily="34" charset="-120"/>
              </a:rPr>
              <a:t>Audit reports</a:t>
            </a:r>
            <a:r>
              <a:rPr lang="en-US" sz="1200" dirty="0">
                <a:solidFill>
                  <a:srgbClr val="3B3535"/>
                </a:solidFill>
                <a:latin typeface="Verdana" panose="020B0604030504040204" pitchFamily="34" charset="0"/>
                <a:ea typeface="Verdana" panose="020B0604030504040204" pitchFamily="34" charset="0"/>
                <a:cs typeface="Roboto Light" pitchFamily="34" charset="-120"/>
              </a:rPr>
              <a:t> are uploaded onto Convene Reading Room and presented under Agenda item 7 – Annexure 7.3.</a:t>
            </a:r>
            <a:endParaRPr lang="en-US" sz="1200" dirty="0">
              <a:latin typeface="Verdana" panose="020B0604030504040204" pitchFamily="34" charset="0"/>
              <a:ea typeface="Verdana" panose="020B0604030504040204" pitchFamily="34" charset="0"/>
            </a:endParaRPr>
          </a:p>
        </p:txBody>
      </p:sp>
      <p:sp>
        <p:nvSpPr>
          <p:cNvPr id="4" name="Shape 15">
            <a:extLst>
              <a:ext uri="{FF2B5EF4-FFF2-40B4-BE49-F238E27FC236}">
                <a16:creationId xmlns:a16="http://schemas.microsoft.com/office/drawing/2014/main" id="{9518A144-DEAF-833E-178F-E08D46D648DE}"/>
              </a:ext>
            </a:extLst>
          </p:cNvPr>
          <p:cNvSpPr/>
          <p:nvPr/>
        </p:nvSpPr>
        <p:spPr>
          <a:xfrm>
            <a:off x="6284416" y="4806493"/>
            <a:ext cx="314087" cy="22860"/>
          </a:xfrm>
          <a:prstGeom prst="roundRect">
            <a:avLst>
              <a:gd name="adj" fmla="val 103080"/>
            </a:avLst>
          </a:prstGeom>
          <a:solidFill>
            <a:srgbClr val="D9CECE"/>
          </a:solidFill>
          <a:ln/>
        </p:spPr>
        <p:txBody>
          <a:bodyPr/>
          <a:lstStyle/>
          <a:p>
            <a:endParaRPr lang="en-AE"/>
          </a:p>
        </p:txBody>
      </p:sp>
      <p:sp>
        <p:nvSpPr>
          <p:cNvPr id="5" name="Shape 16">
            <a:extLst>
              <a:ext uri="{FF2B5EF4-FFF2-40B4-BE49-F238E27FC236}">
                <a16:creationId xmlns:a16="http://schemas.microsoft.com/office/drawing/2014/main" id="{7C95DF84-4603-0C19-2CDB-0DF1F6040B28}"/>
              </a:ext>
            </a:extLst>
          </p:cNvPr>
          <p:cNvSpPr/>
          <p:nvPr/>
        </p:nvSpPr>
        <p:spPr>
          <a:xfrm>
            <a:off x="6248400" y="4774287"/>
            <a:ext cx="117753" cy="117753"/>
          </a:xfrm>
          <a:prstGeom prst="roundRect">
            <a:avLst>
              <a:gd name="adj" fmla="val 388270"/>
            </a:avLst>
          </a:prstGeom>
          <a:solidFill>
            <a:srgbClr val="F5A3A3"/>
          </a:solidFill>
          <a:ln/>
        </p:spPr>
        <p:txBody>
          <a:bodyPr/>
          <a:lstStyle/>
          <a:p>
            <a:endParaRPr lang="en-AE"/>
          </a:p>
        </p:txBody>
      </p:sp>
      <p:sp>
        <p:nvSpPr>
          <p:cNvPr id="7" name="Text 1">
            <a:extLst>
              <a:ext uri="{FF2B5EF4-FFF2-40B4-BE49-F238E27FC236}">
                <a16:creationId xmlns:a16="http://schemas.microsoft.com/office/drawing/2014/main" id="{B4027074-4FD9-6CEF-75BE-17CAFA94BA64}"/>
              </a:ext>
            </a:extLst>
          </p:cNvPr>
          <p:cNvSpPr/>
          <p:nvPr/>
        </p:nvSpPr>
        <p:spPr>
          <a:xfrm>
            <a:off x="60959" y="673381"/>
            <a:ext cx="12070081" cy="543438"/>
          </a:xfrm>
          <a:prstGeom prst="rect">
            <a:avLst/>
          </a:prstGeom>
          <a:solidFill>
            <a:schemeClr val="accent5">
              <a:lumMod val="90000"/>
              <a:lumOff val="10000"/>
            </a:schemeClr>
          </a:solidFill>
          <a:ln/>
        </p:spPr>
        <p:txBody>
          <a:bodyPr wrap="square" lIns="0" tIns="0" rIns="0" bIns="0" rtlCol="0" anchor="t"/>
          <a:lstStyle/>
          <a:p>
            <a:pPr algn="ctr">
              <a:lnSpc>
                <a:spcPts val="1833"/>
              </a:lnSpc>
            </a:pPr>
            <a:r>
              <a:rPr lang="en-US" sz="1167" b="1">
                <a:solidFill>
                  <a:schemeClr val="bg1"/>
                </a:solidFill>
                <a:latin typeface="Verdana" panose="020B0604030504040204" pitchFamily="34" charset="0"/>
                <a:ea typeface="Verdana" panose="020B0604030504040204" pitchFamily="34" charset="0"/>
                <a:cs typeface="Roboto Light" pitchFamily="34" charset="-120"/>
              </a:rPr>
              <a:t>Executive Summary </a:t>
            </a:r>
            <a:r>
              <a:rPr lang="en-US" sz="1167">
                <a:solidFill>
                  <a:schemeClr val="bg1"/>
                </a:solidFill>
                <a:latin typeface="Verdana" panose="020B0604030504040204" pitchFamily="34" charset="0"/>
                <a:ea typeface="Verdana" panose="020B0604030504040204" pitchFamily="34" charset="0"/>
                <a:cs typeface="Roboto Light" pitchFamily="34" charset="-120"/>
              </a:rPr>
              <a:t>: Provide the Board Audit Committee with a comprehensive update on audit progress for FY2025 and present the proposed audit strategy and priorities for FY2026 and beyond.</a:t>
            </a:r>
          </a:p>
        </p:txBody>
      </p:sp>
      <p:sp>
        <p:nvSpPr>
          <p:cNvPr id="8" name="Text 25"/>
          <p:cNvSpPr/>
          <p:nvPr/>
        </p:nvSpPr>
        <p:spPr>
          <a:xfrm>
            <a:off x="6696001" y="3668268"/>
            <a:ext cx="5292923" cy="502444"/>
          </a:xfrm>
          <a:prstGeom prst="rect">
            <a:avLst/>
          </a:prstGeom>
          <a:noFill/>
          <a:ln/>
        </p:spPr>
        <p:txBody>
          <a:bodyPr wrap="square" lIns="0" tIns="0" rIns="0" bIns="0" rtlCol="0" anchor="t"/>
          <a:lstStyle/>
          <a:p>
            <a:pPr algn="l">
              <a:lnSpc>
                <a:spcPts val="1950"/>
              </a:lnSpc>
              <a:buSzPct val="100000"/>
            </a:pPr>
            <a:r>
              <a:rPr lang="en-US" sz="1200" b="1" dirty="0">
                <a:solidFill>
                  <a:srgbClr val="3B3535"/>
                </a:solidFill>
                <a:latin typeface="Verdana" panose="020B0604030504040204" pitchFamily="34" charset="0"/>
                <a:ea typeface="Verdana" panose="020B0604030504040204" pitchFamily="34" charset="0"/>
                <a:cs typeface="Roboto Light" pitchFamily="34" charset="-120"/>
              </a:rPr>
              <a:t>Quality Assurance &amp; Improvement Program</a:t>
            </a:r>
            <a:r>
              <a:rPr lang="en-US" sz="1200" dirty="0">
                <a:solidFill>
                  <a:srgbClr val="C00000"/>
                </a:solidFill>
                <a:latin typeface="Verdana" panose="020B0604030504040204" pitchFamily="34" charset="0"/>
                <a:ea typeface="Verdana" panose="020B0604030504040204" pitchFamily="34" charset="0"/>
                <a:cs typeface="Roboto Light" pitchFamily="34" charset="-120"/>
              </a:rPr>
              <a:t> </a:t>
            </a:r>
            <a:r>
              <a:rPr lang="en-US" sz="1200" dirty="0">
                <a:solidFill>
                  <a:schemeClr val="bg2"/>
                </a:solidFill>
                <a:latin typeface="Verdana" panose="020B0604030504040204" pitchFamily="34" charset="0"/>
                <a:ea typeface="Verdana" panose="020B0604030504040204" pitchFamily="34" charset="0"/>
                <a:cs typeface="Roboto Light" pitchFamily="34" charset="-120"/>
              </a:rPr>
              <a:t>progressing well</a:t>
            </a:r>
            <a:r>
              <a:rPr lang="en-US" sz="1200" dirty="0">
                <a:solidFill>
                  <a:srgbClr val="3B3535"/>
                </a:solidFill>
                <a:latin typeface="Verdana" panose="020B0604030504040204" pitchFamily="34" charset="0"/>
                <a:ea typeface="Verdana" panose="020B0604030504040204" pitchFamily="34" charset="0"/>
                <a:cs typeface="Roboto Light" pitchFamily="34" charset="-120"/>
              </a:rPr>
              <a:t>, reinforcing standards and continuous improvements, summary presented on Slide # </a:t>
            </a:r>
            <a:r>
              <a:rPr lang="en-US" sz="1200" dirty="0">
                <a:solidFill>
                  <a:srgbClr val="3B3535"/>
                </a:solidFill>
                <a:latin typeface="Verdana" panose="020B0604030504040204" pitchFamily="34" charset="0"/>
                <a:ea typeface="Verdana" panose="020B0604030504040204" pitchFamily="34" charset="0"/>
                <a:cs typeface="Roboto Light" pitchFamily="34" charset="-120"/>
                <a:hlinkClick r:id="rId14" action="ppaction://hlinksldjump"/>
              </a:rPr>
              <a:t>18</a:t>
            </a:r>
            <a:r>
              <a:rPr lang="en-US" sz="1200" dirty="0">
                <a:solidFill>
                  <a:srgbClr val="3B3535"/>
                </a:solidFill>
                <a:latin typeface="Verdana" panose="020B0604030504040204" pitchFamily="34" charset="0"/>
                <a:ea typeface="Verdana" panose="020B0604030504040204" pitchFamily="34" charset="0"/>
                <a:cs typeface="Roboto Light" pitchFamily="34" charset="-120"/>
              </a:rPr>
              <a:t>.</a:t>
            </a:r>
            <a:endParaRPr lang="en-US" sz="1200" dirty="0">
              <a:latin typeface="Verdana" panose="020B0604030504040204" pitchFamily="34" charset="0"/>
              <a:ea typeface="Verdana" panose="020B0604030504040204" pitchFamily="34" charset="0"/>
            </a:endParaRPr>
          </a:p>
        </p:txBody>
      </p:sp>
      <p:sp>
        <p:nvSpPr>
          <p:cNvPr id="10" name="Shape 2">
            <a:extLst>
              <a:ext uri="{FF2B5EF4-FFF2-40B4-BE49-F238E27FC236}">
                <a16:creationId xmlns:a16="http://schemas.microsoft.com/office/drawing/2014/main" id="{43866FCA-C8BB-7EA7-7B44-BABAF67F750F}"/>
              </a:ext>
            </a:extLst>
          </p:cNvPr>
          <p:cNvSpPr/>
          <p:nvPr/>
        </p:nvSpPr>
        <p:spPr>
          <a:xfrm>
            <a:off x="5958482" y="3453038"/>
            <a:ext cx="314087" cy="22860"/>
          </a:xfrm>
          <a:prstGeom prst="roundRect">
            <a:avLst>
              <a:gd name="adj" fmla="val 103080"/>
            </a:avLst>
          </a:prstGeom>
          <a:solidFill>
            <a:srgbClr val="D9CECE"/>
          </a:solidFill>
          <a:ln/>
        </p:spPr>
        <p:txBody>
          <a:bodyPr/>
          <a:lstStyle/>
          <a:p>
            <a:endParaRPr lang="en-AE"/>
          </a:p>
        </p:txBody>
      </p:sp>
      <p:sp>
        <p:nvSpPr>
          <p:cNvPr id="18" name="Text 25">
            <a:extLst>
              <a:ext uri="{FF2B5EF4-FFF2-40B4-BE49-F238E27FC236}">
                <a16:creationId xmlns:a16="http://schemas.microsoft.com/office/drawing/2014/main" id="{2970A98D-43C9-A4CB-6D8A-3EBFAF2107BB}"/>
              </a:ext>
            </a:extLst>
          </p:cNvPr>
          <p:cNvSpPr/>
          <p:nvPr/>
        </p:nvSpPr>
        <p:spPr>
          <a:xfrm>
            <a:off x="403860" y="3724333"/>
            <a:ext cx="5849183" cy="502444"/>
          </a:xfrm>
          <a:prstGeom prst="rect">
            <a:avLst/>
          </a:prstGeom>
          <a:noFill/>
          <a:ln/>
        </p:spPr>
        <p:txBody>
          <a:bodyPr wrap="square" lIns="0" tIns="0" rIns="0" bIns="0" rtlCol="0" anchor="t"/>
          <a:lstStyle/>
          <a:p>
            <a:pPr algn="l">
              <a:lnSpc>
                <a:spcPts val="1950"/>
              </a:lnSpc>
              <a:buSzPct val="100000"/>
            </a:pPr>
            <a:r>
              <a:rPr lang="en-US" sz="1200" b="1" dirty="0">
                <a:solidFill>
                  <a:srgbClr val="3B3535"/>
                </a:solidFill>
                <a:latin typeface="Verdana" panose="020B0604030504040204" pitchFamily="34" charset="0"/>
                <a:ea typeface="Verdana" panose="020B0604030504040204" pitchFamily="34" charset="0"/>
                <a:cs typeface="Roboto Light" pitchFamily="34" charset="-120"/>
              </a:rPr>
              <a:t>Risk Trends Dashboard </a:t>
            </a:r>
            <a:r>
              <a:rPr lang="en-US" sz="1200" dirty="0">
                <a:solidFill>
                  <a:srgbClr val="3B3535"/>
                </a:solidFill>
                <a:latin typeface="Verdana" panose="020B0604030504040204" pitchFamily="34" charset="0"/>
                <a:ea typeface="Verdana" panose="020B0604030504040204" pitchFamily="34" charset="0"/>
                <a:cs typeface="Roboto Light" pitchFamily="34" charset="-120"/>
              </a:rPr>
              <a:t>presented on Slide # </a:t>
            </a:r>
            <a:r>
              <a:rPr lang="en-US" sz="1200" dirty="0">
                <a:solidFill>
                  <a:srgbClr val="3B3535"/>
                </a:solidFill>
                <a:latin typeface="Verdana" panose="020B0604030504040204" pitchFamily="34" charset="0"/>
                <a:ea typeface="Verdana" panose="020B0604030504040204" pitchFamily="34" charset="0"/>
                <a:cs typeface="Roboto Light" pitchFamily="34" charset="-120"/>
                <a:hlinkClick r:id="rId15" action="ppaction://hlinksldjump"/>
              </a:rPr>
              <a:t>9</a:t>
            </a:r>
            <a:r>
              <a:rPr lang="en-US" sz="1200" dirty="0">
                <a:solidFill>
                  <a:srgbClr val="3B3535"/>
                </a:solidFill>
                <a:latin typeface="Verdana" panose="020B0604030504040204" pitchFamily="34" charset="0"/>
                <a:ea typeface="Verdana" panose="020B0604030504040204" pitchFamily="34" charset="0"/>
                <a:cs typeface="Roboto Light" pitchFamily="34" charset="-120"/>
              </a:rPr>
              <a:t> and </a:t>
            </a:r>
            <a:r>
              <a:rPr lang="en-US" sz="1200" dirty="0">
                <a:solidFill>
                  <a:srgbClr val="3B3535"/>
                </a:solidFill>
                <a:latin typeface="Verdana" panose="020B0604030504040204" pitchFamily="34" charset="0"/>
                <a:ea typeface="Verdana" panose="020B0604030504040204" pitchFamily="34" charset="0"/>
                <a:cs typeface="Roboto Light" pitchFamily="34" charset="-120"/>
                <a:hlinkClick r:id="rId16" action="ppaction://hlinksldjump"/>
              </a:rPr>
              <a:t>10</a:t>
            </a:r>
            <a:r>
              <a:rPr lang="en-US" sz="1200" dirty="0">
                <a:solidFill>
                  <a:srgbClr val="3B3535"/>
                </a:solidFill>
                <a:latin typeface="Verdana" panose="020B0604030504040204" pitchFamily="34" charset="0"/>
                <a:ea typeface="Verdana" panose="020B0604030504040204" pitchFamily="34" charset="0"/>
                <a:cs typeface="Roboto Light" pitchFamily="34" charset="-120"/>
              </a:rPr>
              <a:t>.</a:t>
            </a:r>
            <a:endParaRPr lang="en-US" sz="1200" dirty="0">
              <a:latin typeface="Verdana" panose="020B0604030504040204" pitchFamily="34" charset="0"/>
              <a:ea typeface="Verdana" panose="020B0604030504040204" pitchFamily="34" charset="0"/>
            </a:endParaRPr>
          </a:p>
        </p:txBody>
      </p:sp>
      <p:sp>
        <p:nvSpPr>
          <p:cNvPr id="20" name="Text 26">
            <a:extLst>
              <a:ext uri="{FF2B5EF4-FFF2-40B4-BE49-F238E27FC236}">
                <a16:creationId xmlns:a16="http://schemas.microsoft.com/office/drawing/2014/main" id="{DC3973FE-274F-AE1E-65FF-759146955901}"/>
              </a:ext>
            </a:extLst>
          </p:cNvPr>
          <p:cNvSpPr/>
          <p:nvPr/>
        </p:nvSpPr>
        <p:spPr>
          <a:xfrm>
            <a:off x="6696001" y="5562600"/>
            <a:ext cx="5191199" cy="502444"/>
          </a:xfrm>
          <a:prstGeom prst="rect">
            <a:avLst/>
          </a:prstGeom>
          <a:noFill/>
          <a:ln/>
        </p:spPr>
        <p:txBody>
          <a:bodyPr wrap="square" lIns="0" tIns="0" rIns="0" bIns="0" rtlCol="0" anchor="t"/>
          <a:lstStyle/>
          <a:p>
            <a:pPr algn="l">
              <a:lnSpc>
                <a:spcPts val="1950"/>
              </a:lnSpc>
              <a:buSzPct val="100000"/>
            </a:pPr>
            <a:r>
              <a:rPr lang="en-US" sz="1200" b="1" dirty="0">
                <a:solidFill>
                  <a:srgbClr val="3B3535"/>
                </a:solidFill>
                <a:latin typeface="Verdana" panose="020B0604030504040204" pitchFamily="34" charset="0"/>
                <a:ea typeface="Verdana" panose="020B0604030504040204" pitchFamily="34" charset="0"/>
                <a:cs typeface="Roboto Light" pitchFamily="34" charset="-120"/>
              </a:rPr>
              <a:t>CBUAE limited scope examination on Control Functions</a:t>
            </a:r>
            <a:r>
              <a:rPr lang="en-US" sz="1200" dirty="0">
                <a:solidFill>
                  <a:srgbClr val="3B3535"/>
                </a:solidFill>
                <a:latin typeface="Verdana" panose="020B0604030504040204" pitchFamily="34" charset="0"/>
                <a:ea typeface="Verdana" panose="020B0604030504040204" pitchFamily="34" charset="0"/>
                <a:cs typeface="Roboto Light" pitchFamily="34" charset="-120"/>
              </a:rPr>
              <a:t>. Status Update of actions raised on GIA presented on Slide # </a:t>
            </a:r>
            <a:r>
              <a:rPr lang="en-US" sz="1200" u="sng" dirty="0">
                <a:solidFill>
                  <a:srgbClr val="3B3535"/>
                </a:solidFill>
                <a:latin typeface="Verdana" panose="020B0604030504040204" pitchFamily="34" charset="0"/>
                <a:ea typeface="Verdana" panose="020B0604030504040204" pitchFamily="34" charset="0"/>
                <a:cs typeface="Roboto Light" pitchFamily="34" charset="-120"/>
                <a:hlinkClick r:id="rId17" action="ppaction://hlinksldjump"/>
              </a:rPr>
              <a:t>17</a:t>
            </a:r>
            <a:r>
              <a:rPr lang="en-US" sz="1200" dirty="0">
                <a:solidFill>
                  <a:srgbClr val="3B3535"/>
                </a:solidFill>
                <a:latin typeface="Verdana" panose="020B0604030504040204" pitchFamily="34" charset="0"/>
                <a:ea typeface="Verdana" panose="020B0604030504040204" pitchFamily="34" charset="0"/>
                <a:cs typeface="Roboto Light" pitchFamily="34" charset="-120"/>
              </a:rPr>
              <a:t>.</a:t>
            </a:r>
            <a:endParaRPr lang="en-US" sz="1200" dirty="0">
              <a:latin typeface="Verdana" panose="020B0604030504040204" pitchFamily="34" charset="0"/>
              <a:ea typeface="Verdana" panose="020B0604030504040204" pitchFamily="34" charset="0"/>
            </a:endParaRPr>
          </a:p>
        </p:txBody>
      </p:sp>
      <p:sp>
        <p:nvSpPr>
          <p:cNvPr id="11" name="Action Button: Return 10">
            <a:hlinkClick r:id="rId18" action="ppaction://hlinksldjump" highlightClick="1"/>
            <a:extLst>
              <a:ext uri="{FF2B5EF4-FFF2-40B4-BE49-F238E27FC236}">
                <a16:creationId xmlns:a16="http://schemas.microsoft.com/office/drawing/2014/main" id="{93FCA7C2-26DC-CAD9-9134-153C0C336FF7}"/>
              </a:ext>
            </a:extLst>
          </p:cNvPr>
          <p:cNvSpPr/>
          <p:nvPr/>
        </p:nvSpPr>
        <p:spPr bwMode="auto">
          <a:xfrm>
            <a:off x="11747002" y="6589885"/>
            <a:ext cx="211853" cy="152400"/>
          </a:xfrm>
          <a:prstGeom prst="actionButtonReturn">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srgbClr val="2D2926"/>
              </a:solidFill>
              <a:effectLst/>
              <a:uLnTx/>
              <a:uFillTx/>
              <a:latin typeface="Arial" charset="0"/>
              <a:ea typeface="+mn-ea"/>
              <a:cs typeface="Arial" charset="0"/>
            </a:endParaRPr>
          </a:p>
        </p:txBody>
      </p:sp>
      <p:sp>
        <p:nvSpPr>
          <p:cNvPr id="13" name="Text 25">
            <a:extLst>
              <a:ext uri="{FF2B5EF4-FFF2-40B4-BE49-F238E27FC236}">
                <a16:creationId xmlns:a16="http://schemas.microsoft.com/office/drawing/2014/main" id="{934CEC17-19D4-7DB6-72C5-C8240CF45A42}"/>
              </a:ext>
            </a:extLst>
          </p:cNvPr>
          <p:cNvSpPr/>
          <p:nvPr/>
        </p:nvSpPr>
        <p:spPr>
          <a:xfrm>
            <a:off x="401902" y="4743415"/>
            <a:ext cx="5849183" cy="502444"/>
          </a:xfrm>
          <a:prstGeom prst="rect">
            <a:avLst/>
          </a:prstGeom>
          <a:noFill/>
          <a:ln/>
        </p:spPr>
        <p:txBody>
          <a:bodyPr wrap="square" lIns="0" tIns="0" rIns="0" bIns="0" rtlCol="0" anchor="t"/>
          <a:lstStyle/>
          <a:p>
            <a:pPr algn="l">
              <a:lnSpc>
                <a:spcPts val="1950"/>
              </a:lnSpc>
              <a:buSzPct val="100000"/>
            </a:pPr>
            <a:r>
              <a:rPr lang="en-US" sz="1200" b="1" dirty="0">
                <a:solidFill>
                  <a:srgbClr val="3B3535"/>
                </a:solidFill>
                <a:latin typeface="Verdana" panose="020B0604030504040204" pitchFamily="34" charset="0"/>
                <a:ea typeface="Verdana" panose="020B0604030504040204" pitchFamily="34" charset="0"/>
                <a:cs typeface="Roboto Light" pitchFamily="34" charset="-120"/>
              </a:rPr>
              <a:t>Management Actions</a:t>
            </a:r>
            <a:r>
              <a:rPr lang="en-US" sz="1200" dirty="0">
                <a:solidFill>
                  <a:srgbClr val="3B3535"/>
                </a:solidFill>
                <a:latin typeface="Verdana" panose="020B0604030504040204" pitchFamily="34" charset="0"/>
                <a:ea typeface="Verdana" panose="020B0604030504040204" pitchFamily="34" charset="0"/>
                <a:cs typeface="Roboto Light" pitchFamily="34" charset="-120"/>
              </a:rPr>
              <a:t> Deep dive of Open Actions for the Group presented under Agenda item 4.3.</a:t>
            </a:r>
            <a:endParaRPr lang="en-US" sz="1200" dirty="0">
              <a:latin typeface="Verdana" panose="020B0604030504040204" pitchFamily="34" charset="0"/>
              <a:ea typeface="Verdana" panose="020B0604030504040204" pitchFamily="34" charset="0"/>
            </a:endParaRPr>
          </a:p>
        </p:txBody>
      </p:sp>
      <p:sp>
        <p:nvSpPr>
          <p:cNvPr id="17" name="Text 25">
            <a:extLst>
              <a:ext uri="{FF2B5EF4-FFF2-40B4-BE49-F238E27FC236}">
                <a16:creationId xmlns:a16="http://schemas.microsoft.com/office/drawing/2014/main" id="{79DB7A61-0E4B-7411-56DB-03F275B70E01}"/>
              </a:ext>
            </a:extLst>
          </p:cNvPr>
          <p:cNvSpPr/>
          <p:nvPr/>
        </p:nvSpPr>
        <p:spPr>
          <a:xfrm>
            <a:off x="399217" y="4472205"/>
            <a:ext cx="5914429" cy="502444"/>
          </a:xfrm>
          <a:prstGeom prst="rect">
            <a:avLst/>
          </a:prstGeom>
          <a:noFill/>
          <a:ln/>
        </p:spPr>
        <p:txBody>
          <a:bodyPr wrap="square" lIns="0" tIns="0" rIns="0" bIns="0" rtlCol="0" anchor="t"/>
          <a:lstStyle/>
          <a:p>
            <a:pPr>
              <a:lnSpc>
                <a:spcPts val="1950"/>
              </a:lnSpc>
              <a:buSzPct val="100000"/>
            </a:pPr>
            <a:r>
              <a:rPr lang="en-US" sz="1200" b="1" dirty="0">
                <a:solidFill>
                  <a:srgbClr val="3B3535"/>
                </a:solidFill>
                <a:latin typeface="Verdana" panose="020B0604030504040204" pitchFamily="34" charset="0"/>
                <a:ea typeface="Verdana" panose="020B0604030504040204" pitchFamily="34" charset="0"/>
                <a:cs typeface="Roboto Light" pitchFamily="34" charset="-120"/>
              </a:rPr>
              <a:t>Summary on extensions</a:t>
            </a:r>
            <a:r>
              <a:rPr lang="en-US" sz="1200" dirty="0">
                <a:solidFill>
                  <a:srgbClr val="3B3535"/>
                </a:solidFill>
                <a:latin typeface="Verdana" panose="020B0604030504040204" pitchFamily="34" charset="0"/>
                <a:ea typeface="Verdana" panose="020B0604030504040204" pitchFamily="34" charset="0"/>
                <a:cs typeface="Roboto Light" pitchFamily="34" charset="-120"/>
              </a:rPr>
              <a:t> </a:t>
            </a:r>
            <a:r>
              <a:rPr lang="en-US" sz="1200" dirty="0">
                <a:solidFill>
                  <a:schemeClr val="bg2"/>
                </a:solidFill>
                <a:latin typeface="Verdana" panose="020B0604030504040204" pitchFamily="34" charset="0"/>
                <a:ea typeface="Verdana" panose="020B0604030504040204" pitchFamily="34" charset="0"/>
                <a:cs typeface="Roboto Light" pitchFamily="34" charset="-120"/>
              </a:rPr>
              <a:t>of management actions </a:t>
            </a:r>
            <a:r>
              <a:rPr lang="en-US" sz="1200" dirty="0">
                <a:solidFill>
                  <a:srgbClr val="3B3535"/>
                </a:solidFill>
                <a:latin typeface="Verdana" panose="020B0604030504040204" pitchFamily="34" charset="0"/>
                <a:ea typeface="Verdana" panose="020B0604030504040204" pitchFamily="34" charset="0"/>
                <a:cs typeface="Roboto Light" pitchFamily="34" charset="-120"/>
              </a:rPr>
              <a:t>presented on Slide # </a:t>
            </a:r>
            <a:r>
              <a:rPr lang="en-US" sz="1200" u="sng" dirty="0">
                <a:solidFill>
                  <a:srgbClr val="3B3535"/>
                </a:solidFill>
                <a:latin typeface="Verdana" panose="020B0604030504040204" pitchFamily="34" charset="0"/>
                <a:ea typeface="Verdana" panose="020B0604030504040204" pitchFamily="34" charset="0"/>
                <a:cs typeface="Roboto Light" pitchFamily="34" charset="-120"/>
                <a:hlinkClick r:id="rId19" action="ppaction://hlinksldjump"/>
              </a:rPr>
              <a:t>15</a:t>
            </a:r>
            <a:r>
              <a:rPr lang="en-US" sz="1200" dirty="0">
                <a:solidFill>
                  <a:srgbClr val="3B3535"/>
                </a:solidFill>
                <a:latin typeface="Verdana" panose="020B0604030504040204" pitchFamily="34" charset="0"/>
                <a:ea typeface="Verdana" panose="020B0604030504040204" pitchFamily="34" charset="0"/>
                <a:cs typeface="Roboto Light" pitchFamily="34" charset="-120"/>
              </a:rPr>
              <a:t>.</a:t>
            </a:r>
            <a:endParaRPr lang="en-US" sz="12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56968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263CF-9916-A45F-295A-0766CBD45B8F}"/>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7F35F52B-3237-2D69-400B-5928C96079A1}"/>
              </a:ext>
            </a:extLst>
          </p:cNvPr>
          <p:cNvSpPr/>
          <p:nvPr/>
        </p:nvSpPr>
        <p:spPr bwMode="auto">
          <a:xfrm>
            <a:off x="60959" y="693044"/>
            <a:ext cx="12070081" cy="6125207"/>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srgbClr val="2D2926"/>
              </a:solidFill>
              <a:effectLst/>
              <a:uLnTx/>
              <a:uFillTx/>
              <a:latin typeface="Arial" charset="0"/>
              <a:ea typeface="+mn-ea"/>
              <a:cs typeface="Arial" charset="0"/>
            </a:endParaRPr>
          </a:p>
        </p:txBody>
      </p:sp>
      <p:sp>
        <p:nvSpPr>
          <p:cNvPr id="2" name="Title 1">
            <a:extLst>
              <a:ext uri="{FF2B5EF4-FFF2-40B4-BE49-F238E27FC236}">
                <a16:creationId xmlns:a16="http://schemas.microsoft.com/office/drawing/2014/main" id="{A8E125D1-87DA-01D8-25F5-8CD218BEDF43}"/>
              </a:ext>
            </a:extLst>
          </p:cNvPr>
          <p:cNvSpPr>
            <a:spLocks noGrp="1"/>
          </p:cNvSpPr>
          <p:nvPr>
            <p:ph type="title"/>
          </p:nvPr>
        </p:nvSpPr>
        <p:spPr>
          <a:xfrm>
            <a:off x="0" y="4"/>
            <a:ext cx="12192000" cy="631031"/>
          </a:xfrm>
        </p:spPr>
        <p:txBody>
          <a:bodyPr anchor="ctr"/>
          <a:lstStyle/>
          <a:p>
            <a:r>
              <a:rPr lang="en-US" sz="2000">
                <a:latin typeface="Verdana" panose="020B0604030504040204" pitchFamily="34" charset="0"/>
                <a:ea typeface="Verdana" panose="020B0604030504040204" pitchFamily="34" charset="0"/>
                <a:cs typeface="Verdana" panose="020B0604030504040204" pitchFamily="34" charset="0"/>
              </a:rPr>
              <a:t>   FY 2025 at a Glance	               </a:t>
            </a:r>
            <a:endParaRPr lang="en-GB" sz="2000">
              <a:latin typeface="Verdana" panose="020B0604030504040204" pitchFamily="34" charset="0"/>
              <a:ea typeface="Verdana" panose="020B0604030504040204" pitchFamily="34" charset="0"/>
              <a:cs typeface="Verdana" panose="020B0604030504040204" pitchFamily="34" charset="0"/>
            </a:endParaRPr>
          </a:p>
        </p:txBody>
      </p:sp>
      <p:sp>
        <p:nvSpPr>
          <p:cNvPr id="3" name="Slide Number Placeholder 2">
            <a:extLst>
              <a:ext uri="{FF2B5EF4-FFF2-40B4-BE49-F238E27FC236}">
                <a16:creationId xmlns:a16="http://schemas.microsoft.com/office/drawing/2014/main" id="{8EFA364C-DB7E-39D5-9E4A-93787AD50D27}"/>
              </a:ext>
            </a:extLst>
          </p:cNvPr>
          <p:cNvSpPr>
            <a:spLocks noGrp="1"/>
          </p:cNvSpPr>
          <p:nvPr>
            <p:ph type="sldNum" sz="quarter" idx="4"/>
          </p:nvPr>
        </p:nvSpPr>
        <p:spPr>
          <a:xfrm>
            <a:off x="11544776" y="6564838"/>
            <a:ext cx="914400" cy="233749"/>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GB" sz="1200" b="1" i="0" u="none" strike="noStrike" kern="1200" cap="none" spc="0" normalizeH="0" baseline="0" noProof="0" smtClean="0">
                <a:ln>
                  <a:noFill/>
                </a:ln>
                <a:solidFill>
                  <a:srgbClr val="2D2926"/>
                </a:solidFill>
                <a:effectLst/>
                <a:uLnTx/>
                <a:uFillTx/>
                <a:latin typeface="Calibri"/>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3</a:t>
            </a:fld>
            <a:endParaRPr kumimoji="0" lang="en-GB" sz="1200" b="1" i="0" u="none" strike="noStrike" kern="1200" cap="none" spc="0" normalizeH="0" baseline="0" noProof="0">
              <a:ln>
                <a:noFill/>
              </a:ln>
              <a:solidFill>
                <a:srgbClr val="2D2926"/>
              </a:solidFill>
              <a:effectLst/>
              <a:uLnTx/>
              <a:uFillTx/>
              <a:latin typeface="Calibri"/>
              <a:ea typeface="+mn-ea"/>
              <a:cs typeface="+mn-cs"/>
            </a:endParaRPr>
          </a:p>
        </p:txBody>
      </p:sp>
      <p:sp>
        <p:nvSpPr>
          <p:cNvPr id="9" name="Text 1">
            <a:extLst>
              <a:ext uri="{FF2B5EF4-FFF2-40B4-BE49-F238E27FC236}">
                <a16:creationId xmlns:a16="http://schemas.microsoft.com/office/drawing/2014/main" id="{2E2D02E5-C9DF-39AD-D04F-0B2F3AEF5460}"/>
              </a:ext>
            </a:extLst>
          </p:cNvPr>
          <p:cNvSpPr/>
          <p:nvPr/>
        </p:nvSpPr>
        <p:spPr>
          <a:xfrm>
            <a:off x="60959" y="673381"/>
            <a:ext cx="12070081" cy="543438"/>
          </a:xfrm>
          <a:prstGeom prst="rect">
            <a:avLst/>
          </a:prstGeom>
          <a:solidFill>
            <a:schemeClr val="accent5">
              <a:lumMod val="90000"/>
              <a:lumOff val="10000"/>
            </a:schemeClr>
          </a:solidFill>
          <a:ln/>
        </p:spPr>
        <p:txBody>
          <a:bodyPr wrap="square" lIns="0" tIns="0" rIns="0" bIns="0" rtlCol="0" anchor="t"/>
          <a:lstStyle/>
          <a:p>
            <a:pPr algn="ctr">
              <a:lnSpc>
                <a:spcPts val="1833"/>
              </a:lnSpc>
            </a:pPr>
            <a:r>
              <a:rPr lang="en-US" sz="1167">
                <a:solidFill>
                  <a:schemeClr val="bg1"/>
                </a:solidFill>
                <a:latin typeface="Verdana" panose="020B0604030504040204" pitchFamily="34" charset="0"/>
                <a:ea typeface="Verdana" panose="020B0604030504040204" pitchFamily="34" charset="0"/>
                <a:cs typeface="Roboto Light" pitchFamily="34" charset="-120"/>
              </a:rPr>
              <a:t>FY2025 delivered measurable uplift across audit execution, risk coverage, reporting timelines and regulatory alignment — supported by the integration of analytics and stronger closure discipline across the enterprise.</a:t>
            </a:r>
            <a:endParaRPr lang="en-US" sz="1167">
              <a:solidFill>
                <a:schemeClr val="bg1"/>
              </a:solidFill>
              <a:latin typeface="Verdana" panose="020B0604030504040204" pitchFamily="34" charset="0"/>
              <a:ea typeface="Verdana" panose="020B0604030504040204" pitchFamily="34" charset="0"/>
            </a:endParaRPr>
          </a:p>
        </p:txBody>
      </p:sp>
      <p:sp>
        <p:nvSpPr>
          <p:cNvPr id="12" name="Shape 2">
            <a:extLst>
              <a:ext uri="{FF2B5EF4-FFF2-40B4-BE49-F238E27FC236}">
                <a16:creationId xmlns:a16="http://schemas.microsoft.com/office/drawing/2014/main" id="{652911B0-53E3-A5EB-29AB-20385314D145}"/>
              </a:ext>
            </a:extLst>
          </p:cNvPr>
          <p:cNvSpPr/>
          <p:nvPr/>
        </p:nvSpPr>
        <p:spPr>
          <a:xfrm>
            <a:off x="698104" y="1715492"/>
            <a:ext cx="10795793" cy="3008908"/>
          </a:xfrm>
          <a:prstGeom prst="roundRect">
            <a:avLst>
              <a:gd name="adj" fmla="val 740"/>
            </a:avLst>
          </a:prstGeom>
          <a:noFill/>
          <a:ln w="7620">
            <a:solidFill>
              <a:srgbClr val="000000">
                <a:alpha val="8000"/>
              </a:srgbClr>
            </a:solidFill>
            <a:prstDash val="solid"/>
          </a:ln>
        </p:spPr>
        <p:txBody>
          <a:bodyPr/>
          <a:lstStyle/>
          <a:p>
            <a:endParaRPr lang="en-AE">
              <a:latin typeface="Verdana" panose="020B0604030504040204" pitchFamily="34" charset="0"/>
              <a:ea typeface="Verdana" panose="020B0604030504040204" pitchFamily="34" charset="0"/>
            </a:endParaRPr>
          </a:p>
        </p:txBody>
      </p:sp>
      <p:sp>
        <p:nvSpPr>
          <p:cNvPr id="13" name="Shape 3">
            <a:extLst>
              <a:ext uri="{FF2B5EF4-FFF2-40B4-BE49-F238E27FC236}">
                <a16:creationId xmlns:a16="http://schemas.microsoft.com/office/drawing/2014/main" id="{6E761218-5614-B436-1BDD-8F22E4E8C93E}"/>
              </a:ext>
            </a:extLst>
          </p:cNvPr>
          <p:cNvSpPr/>
          <p:nvPr/>
        </p:nvSpPr>
        <p:spPr>
          <a:xfrm>
            <a:off x="704454" y="1721841"/>
            <a:ext cx="10783094" cy="428030"/>
          </a:xfrm>
          <a:prstGeom prst="rect">
            <a:avLst/>
          </a:prstGeom>
          <a:solidFill>
            <a:srgbClr val="FFFFFF">
              <a:alpha val="4000"/>
            </a:srgbClr>
          </a:solidFill>
          <a:ln/>
        </p:spPr>
        <p:txBody>
          <a:bodyPr/>
          <a:lstStyle/>
          <a:p>
            <a:endParaRPr lang="en-AE">
              <a:latin typeface="Verdana" panose="020B0604030504040204" pitchFamily="34" charset="0"/>
              <a:ea typeface="Verdana" panose="020B0604030504040204" pitchFamily="34" charset="0"/>
            </a:endParaRPr>
          </a:p>
        </p:txBody>
      </p:sp>
      <p:sp>
        <p:nvSpPr>
          <p:cNvPr id="14" name="Text 4">
            <a:extLst>
              <a:ext uri="{FF2B5EF4-FFF2-40B4-BE49-F238E27FC236}">
                <a16:creationId xmlns:a16="http://schemas.microsoft.com/office/drawing/2014/main" id="{BA1B4621-6F26-2227-F6FF-59A83D885475}"/>
              </a:ext>
            </a:extLst>
          </p:cNvPr>
          <p:cNvSpPr/>
          <p:nvPr/>
        </p:nvSpPr>
        <p:spPr>
          <a:xfrm>
            <a:off x="852786" y="1817190"/>
            <a:ext cx="3474244" cy="237332"/>
          </a:xfrm>
          <a:prstGeom prst="rect">
            <a:avLst/>
          </a:prstGeom>
          <a:noFill/>
          <a:ln/>
        </p:spPr>
        <p:txBody>
          <a:bodyPr wrap="none" lIns="0" tIns="0" rIns="0" bIns="0" rtlCol="0" anchor="t"/>
          <a:lstStyle/>
          <a:p>
            <a:pPr>
              <a:lnSpc>
                <a:spcPts val="1833"/>
              </a:lnSpc>
            </a:pPr>
            <a:r>
              <a:rPr lang="en-US" sz="1167" b="1" dirty="0">
                <a:solidFill>
                  <a:srgbClr val="3B3535"/>
                </a:solidFill>
                <a:latin typeface="Verdana" panose="020B0604030504040204" pitchFamily="34" charset="0"/>
                <a:ea typeface="Verdana" panose="020B0604030504040204" pitchFamily="34" charset="0"/>
                <a:cs typeface="Roboto Light" pitchFamily="34" charset="-120"/>
              </a:rPr>
              <a:t>Performance Metric</a:t>
            </a:r>
            <a:endParaRPr lang="en-US" sz="1167" dirty="0">
              <a:latin typeface="Verdana" panose="020B0604030504040204" pitchFamily="34" charset="0"/>
              <a:ea typeface="Verdana" panose="020B0604030504040204" pitchFamily="34" charset="0"/>
            </a:endParaRPr>
          </a:p>
        </p:txBody>
      </p:sp>
      <p:sp>
        <p:nvSpPr>
          <p:cNvPr id="15" name="Text 5">
            <a:extLst>
              <a:ext uri="{FF2B5EF4-FFF2-40B4-BE49-F238E27FC236}">
                <a16:creationId xmlns:a16="http://schemas.microsoft.com/office/drawing/2014/main" id="{EA00D30D-77AA-708D-34A2-9597E5B77A4C}"/>
              </a:ext>
            </a:extLst>
          </p:cNvPr>
          <p:cNvSpPr/>
          <p:nvPr/>
        </p:nvSpPr>
        <p:spPr>
          <a:xfrm>
            <a:off x="4630043" y="1817190"/>
            <a:ext cx="1853605" cy="237332"/>
          </a:xfrm>
          <a:prstGeom prst="rect">
            <a:avLst/>
          </a:prstGeom>
          <a:noFill/>
          <a:ln/>
        </p:spPr>
        <p:txBody>
          <a:bodyPr wrap="none" lIns="0" tIns="0" rIns="0" bIns="0" rtlCol="0" anchor="t"/>
          <a:lstStyle/>
          <a:p>
            <a:pPr>
              <a:lnSpc>
                <a:spcPts val="1833"/>
              </a:lnSpc>
            </a:pPr>
            <a:r>
              <a:rPr lang="en-US" sz="1167" b="1" dirty="0">
                <a:solidFill>
                  <a:srgbClr val="3B3535"/>
                </a:solidFill>
                <a:latin typeface="Verdana" panose="020B0604030504040204" pitchFamily="34" charset="0"/>
                <a:ea typeface="Verdana" panose="020B0604030504040204" pitchFamily="34" charset="0"/>
                <a:cs typeface="Roboto Light" pitchFamily="34" charset="-120"/>
              </a:rPr>
              <a:t>FY2025</a:t>
            </a:r>
            <a:endParaRPr lang="en-US" sz="1167" dirty="0">
              <a:latin typeface="Verdana" panose="020B0604030504040204" pitchFamily="34" charset="0"/>
              <a:ea typeface="Verdana" panose="020B0604030504040204" pitchFamily="34" charset="0"/>
            </a:endParaRPr>
          </a:p>
        </p:txBody>
      </p:sp>
      <p:sp>
        <p:nvSpPr>
          <p:cNvPr id="16" name="Text 6">
            <a:extLst>
              <a:ext uri="{FF2B5EF4-FFF2-40B4-BE49-F238E27FC236}">
                <a16:creationId xmlns:a16="http://schemas.microsoft.com/office/drawing/2014/main" id="{C5EFC09E-79E9-CE4B-F973-B2A0EAC32D87}"/>
              </a:ext>
            </a:extLst>
          </p:cNvPr>
          <p:cNvSpPr/>
          <p:nvPr/>
        </p:nvSpPr>
        <p:spPr>
          <a:xfrm>
            <a:off x="6786662" y="1817190"/>
            <a:ext cx="1853605" cy="237332"/>
          </a:xfrm>
          <a:prstGeom prst="rect">
            <a:avLst/>
          </a:prstGeom>
          <a:noFill/>
          <a:ln/>
        </p:spPr>
        <p:txBody>
          <a:bodyPr wrap="none" lIns="0" tIns="0" rIns="0" bIns="0" rtlCol="0" anchor="t"/>
          <a:lstStyle/>
          <a:p>
            <a:pPr>
              <a:lnSpc>
                <a:spcPts val="1833"/>
              </a:lnSpc>
            </a:pPr>
            <a:r>
              <a:rPr lang="en-US" sz="1167" b="1" dirty="0">
                <a:solidFill>
                  <a:srgbClr val="3B3535"/>
                </a:solidFill>
                <a:latin typeface="Verdana" panose="020B0604030504040204" pitchFamily="34" charset="0"/>
                <a:ea typeface="Verdana" panose="020B0604030504040204" pitchFamily="34" charset="0"/>
                <a:cs typeface="Roboto Light" pitchFamily="34" charset="-120"/>
              </a:rPr>
              <a:t>FY2024</a:t>
            </a:r>
            <a:endParaRPr lang="en-US" sz="1167" dirty="0">
              <a:latin typeface="Verdana" panose="020B0604030504040204" pitchFamily="34" charset="0"/>
              <a:ea typeface="Verdana" panose="020B0604030504040204" pitchFamily="34" charset="0"/>
            </a:endParaRPr>
          </a:p>
        </p:txBody>
      </p:sp>
      <p:sp>
        <p:nvSpPr>
          <p:cNvPr id="20" name="Text 7">
            <a:extLst>
              <a:ext uri="{FF2B5EF4-FFF2-40B4-BE49-F238E27FC236}">
                <a16:creationId xmlns:a16="http://schemas.microsoft.com/office/drawing/2014/main" id="{1653B100-459F-688C-738B-100C0358AA2D}"/>
              </a:ext>
            </a:extLst>
          </p:cNvPr>
          <p:cNvSpPr/>
          <p:nvPr/>
        </p:nvSpPr>
        <p:spPr>
          <a:xfrm>
            <a:off x="8943281" y="1817190"/>
            <a:ext cx="2395934" cy="237332"/>
          </a:xfrm>
          <a:prstGeom prst="rect">
            <a:avLst/>
          </a:prstGeom>
          <a:noFill/>
          <a:ln/>
        </p:spPr>
        <p:txBody>
          <a:bodyPr wrap="none" lIns="0" tIns="0" rIns="0" bIns="0" rtlCol="0" anchor="t"/>
          <a:lstStyle/>
          <a:p>
            <a:pPr>
              <a:lnSpc>
                <a:spcPts val="1833"/>
              </a:lnSpc>
            </a:pPr>
            <a:r>
              <a:rPr lang="en-US" sz="1167" b="1">
                <a:solidFill>
                  <a:srgbClr val="3B3535"/>
                </a:solidFill>
                <a:latin typeface="Verdana" panose="020B0604030504040204" pitchFamily="34" charset="0"/>
                <a:ea typeface="Verdana" panose="020B0604030504040204" pitchFamily="34" charset="0"/>
                <a:cs typeface="Roboto Light" pitchFamily="34" charset="-120"/>
              </a:rPr>
              <a:t>Trend</a:t>
            </a:r>
            <a:endParaRPr lang="en-US" sz="1167">
              <a:latin typeface="Verdana" panose="020B0604030504040204" pitchFamily="34" charset="0"/>
              <a:ea typeface="Verdana" panose="020B0604030504040204" pitchFamily="34" charset="0"/>
            </a:endParaRPr>
          </a:p>
        </p:txBody>
      </p:sp>
      <p:sp>
        <p:nvSpPr>
          <p:cNvPr id="21" name="Shape 8">
            <a:extLst>
              <a:ext uri="{FF2B5EF4-FFF2-40B4-BE49-F238E27FC236}">
                <a16:creationId xmlns:a16="http://schemas.microsoft.com/office/drawing/2014/main" id="{ABC25B00-A767-EE38-6F23-831D0EC585EF}"/>
              </a:ext>
            </a:extLst>
          </p:cNvPr>
          <p:cNvSpPr/>
          <p:nvPr/>
        </p:nvSpPr>
        <p:spPr>
          <a:xfrm>
            <a:off x="704454" y="2149871"/>
            <a:ext cx="10783094" cy="428030"/>
          </a:xfrm>
          <a:prstGeom prst="rect">
            <a:avLst/>
          </a:prstGeom>
          <a:solidFill>
            <a:srgbClr val="000000">
              <a:alpha val="4000"/>
            </a:srgbClr>
          </a:solidFill>
          <a:ln/>
        </p:spPr>
        <p:txBody>
          <a:bodyPr/>
          <a:lstStyle/>
          <a:p>
            <a:endParaRPr lang="en-AE">
              <a:latin typeface="Verdana" panose="020B0604030504040204" pitchFamily="34" charset="0"/>
              <a:ea typeface="Verdana" panose="020B0604030504040204" pitchFamily="34" charset="0"/>
            </a:endParaRPr>
          </a:p>
        </p:txBody>
      </p:sp>
      <p:sp>
        <p:nvSpPr>
          <p:cNvPr id="22" name="Text 9">
            <a:extLst>
              <a:ext uri="{FF2B5EF4-FFF2-40B4-BE49-F238E27FC236}">
                <a16:creationId xmlns:a16="http://schemas.microsoft.com/office/drawing/2014/main" id="{5320DAD3-ACA0-C204-64D7-F64F5A350965}"/>
              </a:ext>
            </a:extLst>
          </p:cNvPr>
          <p:cNvSpPr/>
          <p:nvPr/>
        </p:nvSpPr>
        <p:spPr>
          <a:xfrm>
            <a:off x="852786" y="2245220"/>
            <a:ext cx="3474244" cy="237332"/>
          </a:xfrm>
          <a:prstGeom prst="rect">
            <a:avLst/>
          </a:prstGeom>
          <a:noFill/>
          <a:ln/>
        </p:spPr>
        <p:txBody>
          <a:bodyPr wrap="none" lIns="0" tIns="0" rIns="0" bIns="0" rtlCol="0" anchor="t"/>
          <a:lstStyle/>
          <a:p>
            <a:pPr>
              <a:lnSpc>
                <a:spcPts val="1833"/>
              </a:lnSpc>
            </a:pPr>
            <a:r>
              <a:rPr lang="en-US" sz="1167">
                <a:solidFill>
                  <a:srgbClr val="3B3535"/>
                </a:solidFill>
                <a:latin typeface="Verdana" panose="020B0604030504040204" pitchFamily="34" charset="0"/>
                <a:ea typeface="Verdana" panose="020B0604030504040204" pitchFamily="34" charset="0"/>
                <a:cs typeface="Roboto Light" pitchFamily="34" charset="-120"/>
              </a:rPr>
              <a:t>Total Audits planned</a:t>
            </a:r>
            <a:endParaRPr lang="en-US" sz="1167">
              <a:latin typeface="Verdana" panose="020B0604030504040204" pitchFamily="34" charset="0"/>
              <a:ea typeface="Verdana" panose="020B0604030504040204" pitchFamily="34" charset="0"/>
            </a:endParaRPr>
          </a:p>
        </p:txBody>
      </p:sp>
      <p:sp>
        <p:nvSpPr>
          <p:cNvPr id="23" name="Text 10">
            <a:extLst>
              <a:ext uri="{FF2B5EF4-FFF2-40B4-BE49-F238E27FC236}">
                <a16:creationId xmlns:a16="http://schemas.microsoft.com/office/drawing/2014/main" id="{3F9B489F-FA39-0027-25EA-651A36466192}"/>
              </a:ext>
            </a:extLst>
          </p:cNvPr>
          <p:cNvSpPr/>
          <p:nvPr/>
        </p:nvSpPr>
        <p:spPr>
          <a:xfrm>
            <a:off x="4630043" y="2245220"/>
            <a:ext cx="1853605" cy="237332"/>
          </a:xfrm>
          <a:prstGeom prst="rect">
            <a:avLst/>
          </a:prstGeom>
          <a:noFill/>
          <a:ln/>
        </p:spPr>
        <p:txBody>
          <a:bodyPr wrap="none" lIns="0" tIns="0" rIns="0" bIns="0" rtlCol="0" anchor="t"/>
          <a:lstStyle/>
          <a:p>
            <a:pPr>
              <a:lnSpc>
                <a:spcPts val="1833"/>
              </a:lnSpc>
            </a:pPr>
            <a:r>
              <a:rPr lang="en-US" sz="1167" dirty="0">
                <a:solidFill>
                  <a:srgbClr val="3B3535"/>
                </a:solidFill>
                <a:latin typeface="Verdana" panose="020B0604030504040204" pitchFamily="34" charset="0"/>
                <a:ea typeface="Verdana" panose="020B0604030504040204" pitchFamily="34" charset="0"/>
                <a:cs typeface="Roboto Light" pitchFamily="34" charset="-120"/>
              </a:rPr>
              <a:t>38</a:t>
            </a:r>
            <a:endParaRPr lang="en-US" sz="1167" dirty="0">
              <a:latin typeface="Verdana" panose="020B0604030504040204" pitchFamily="34" charset="0"/>
              <a:ea typeface="Verdana" panose="020B0604030504040204" pitchFamily="34" charset="0"/>
            </a:endParaRPr>
          </a:p>
        </p:txBody>
      </p:sp>
      <p:sp>
        <p:nvSpPr>
          <p:cNvPr id="24" name="Text 11">
            <a:extLst>
              <a:ext uri="{FF2B5EF4-FFF2-40B4-BE49-F238E27FC236}">
                <a16:creationId xmlns:a16="http://schemas.microsoft.com/office/drawing/2014/main" id="{E23362FA-F85D-18D4-2923-39774473517E}"/>
              </a:ext>
            </a:extLst>
          </p:cNvPr>
          <p:cNvSpPr/>
          <p:nvPr/>
        </p:nvSpPr>
        <p:spPr>
          <a:xfrm>
            <a:off x="6786662" y="2245220"/>
            <a:ext cx="1853605" cy="237332"/>
          </a:xfrm>
          <a:prstGeom prst="rect">
            <a:avLst/>
          </a:prstGeom>
          <a:noFill/>
          <a:ln/>
        </p:spPr>
        <p:txBody>
          <a:bodyPr wrap="none" lIns="0" tIns="0" rIns="0" bIns="0" rtlCol="0" anchor="t"/>
          <a:lstStyle/>
          <a:p>
            <a:pPr>
              <a:lnSpc>
                <a:spcPts val="1833"/>
              </a:lnSpc>
            </a:pPr>
            <a:r>
              <a:rPr lang="en-US" sz="1167" dirty="0">
                <a:solidFill>
                  <a:srgbClr val="3B3535"/>
                </a:solidFill>
                <a:latin typeface="Verdana" panose="020B0604030504040204" pitchFamily="34" charset="0"/>
                <a:ea typeface="Verdana" panose="020B0604030504040204" pitchFamily="34" charset="0"/>
                <a:cs typeface="Roboto Light" pitchFamily="34" charset="-120"/>
              </a:rPr>
              <a:t>35</a:t>
            </a:r>
            <a:endParaRPr lang="en-US" sz="1167" dirty="0">
              <a:latin typeface="Verdana" panose="020B0604030504040204" pitchFamily="34" charset="0"/>
              <a:ea typeface="Verdana" panose="020B0604030504040204" pitchFamily="34" charset="0"/>
            </a:endParaRPr>
          </a:p>
        </p:txBody>
      </p:sp>
      <p:sp>
        <p:nvSpPr>
          <p:cNvPr id="25" name="Text 12">
            <a:extLst>
              <a:ext uri="{FF2B5EF4-FFF2-40B4-BE49-F238E27FC236}">
                <a16:creationId xmlns:a16="http://schemas.microsoft.com/office/drawing/2014/main" id="{BEB5F648-7A32-EFB9-EC51-E1E3FE4D4DBF}"/>
              </a:ext>
            </a:extLst>
          </p:cNvPr>
          <p:cNvSpPr/>
          <p:nvPr/>
        </p:nvSpPr>
        <p:spPr>
          <a:xfrm>
            <a:off x="8943281" y="2245220"/>
            <a:ext cx="2395934" cy="237332"/>
          </a:xfrm>
          <a:prstGeom prst="rect">
            <a:avLst/>
          </a:prstGeom>
          <a:noFill/>
          <a:ln/>
        </p:spPr>
        <p:txBody>
          <a:bodyPr wrap="none" lIns="0" tIns="0" rIns="0" bIns="0" rtlCol="0" anchor="t"/>
          <a:lstStyle/>
          <a:p>
            <a:pPr>
              <a:lnSpc>
                <a:spcPts val="1833"/>
              </a:lnSpc>
            </a:pPr>
            <a:r>
              <a:rPr lang="en-US" sz="1167">
                <a:solidFill>
                  <a:srgbClr val="3B3535"/>
                </a:solidFill>
                <a:latin typeface="Verdana" panose="020B0604030504040204" pitchFamily="34" charset="0"/>
                <a:ea typeface="Verdana" panose="020B0604030504040204" pitchFamily="34" charset="0"/>
                <a:cs typeface="Roboto Light" pitchFamily="34" charset="-120"/>
              </a:rPr>
              <a:t>▲ 9%</a:t>
            </a:r>
            <a:endParaRPr lang="en-US" sz="1167">
              <a:latin typeface="Verdana" panose="020B0604030504040204" pitchFamily="34" charset="0"/>
              <a:ea typeface="Verdana" panose="020B0604030504040204" pitchFamily="34" charset="0"/>
            </a:endParaRPr>
          </a:p>
        </p:txBody>
      </p:sp>
      <p:sp>
        <p:nvSpPr>
          <p:cNvPr id="26" name="Shape 13">
            <a:extLst>
              <a:ext uri="{FF2B5EF4-FFF2-40B4-BE49-F238E27FC236}">
                <a16:creationId xmlns:a16="http://schemas.microsoft.com/office/drawing/2014/main" id="{DE843247-000C-4BB3-5F70-C32666923AB8}"/>
              </a:ext>
            </a:extLst>
          </p:cNvPr>
          <p:cNvSpPr/>
          <p:nvPr/>
        </p:nvSpPr>
        <p:spPr>
          <a:xfrm>
            <a:off x="704454" y="2577901"/>
            <a:ext cx="10783094" cy="428030"/>
          </a:xfrm>
          <a:prstGeom prst="rect">
            <a:avLst/>
          </a:prstGeom>
          <a:solidFill>
            <a:srgbClr val="FFFFFF">
              <a:alpha val="4000"/>
            </a:srgbClr>
          </a:solidFill>
          <a:ln/>
        </p:spPr>
        <p:txBody>
          <a:bodyPr/>
          <a:lstStyle/>
          <a:p>
            <a:endParaRPr lang="en-AE">
              <a:latin typeface="Verdana" panose="020B0604030504040204" pitchFamily="34" charset="0"/>
              <a:ea typeface="Verdana" panose="020B0604030504040204" pitchFamily="34" charset="0"/>
            </a:endParaRPr>
          </a:p>
        </p:txBody>
      </p:sp>
      <p:sp>
        <p:nvSpPr>
          <p:cNvPr id="27" name="Text 14">
            <a:extLst>
              <a:ext uri="{FF2B5EF4-FFF2-40B4-BE49-F238E27FC236}">
                <a16:creationId xmlns:a16="http://schemas.microsoft.com/office/drawing/2014/main" id="{5F2B7DC4-899A-7DB2-3352-F626DCB2556F}"/>
              </a:ext>
            </a:extLst>
          </p:cNvPr>
          <p:cNvSpPr/>
          <p:nvPr/>
        </p:nvSpPr>
        <p:spPr>
          <a:xfrm>
            <a:off x="852786" y="2673250"/>
            <a:ext cx="3474244" cy="237332"/>
          </a:xfrm>
          <a:prstGeom prst="rect">
            <a:avLst/>
          </a:prstGeom>
          <a:noFill/>
          <a:ln/>
        </p:spPr>
        <p:txBody>
          <a:bodyPr wrap="none" lIns="0" tIns="0" rIns="0" bIns="0" rtlCol="0" anchor="t"/>
          <a:lstStyle/>
          <a:p>
            <a:pPr>
              <a:lnSpc>
                <a:spcPts val="1833"/>
              </a:lnSpc>
            </a:pPr>
            <a:r>
              <a:rPr lang="en-US" sz="1167">
                <a:solidFill>
                  <a:srgbClr val="3B3535"/>
                </a:solidFill>
                <a:latin typeface="Verdana" panose="020B0604030504040204" pitchFamily="34" charset="0"/>
                <a:ea typeface="Verdana" panose="020B0604030504040204" pitchFamily="34" charset="0"/>
                <a:cs typeface="Roboto Light" pitchFamily="34" charset="-120"/>
              </a:rPr>
              <a:t>Total Audits deferred to following year</a:t>
            </a:r>
            <a:endParaRPr lang="en-US" sz="1167">
              <a:latin typeface="Verdana" panose="020B0604030504040204" pitchFamily="34" charset="0"/>
              <a:ea typeface="Verdana" panose="020B0604030504040204" pitchFamily="34" charset="0"/>
            </a:endParaRPr>
          </a:p>
        </p:txBody>
      </p:sp>
      <p:sp>
        <p:nvSpPr>
          <p:cNvPr id="28" name="Text 15">
            <a:extLst>
              <a:ext uri="{FF2B5EF4-FFF2-40B4-BE49-F238E27FC236}">
                <a16:creationId xmlns:a16="http://schemas.microsoft.com/office/drawing/2014/main" id="{D163A55B-F247-95F0-C5F8-8E5706DFC949}"/>
              </a:ext>
            </a:extLst>
          </p:cNvPr>
          <p:cNvSpPr/>
          <p:nvPr/>
        </p:nvSpPr>
        <p:spPr>
          <a:xfrm>
            <a:off x="4630043" y="2673250"/>
            <a:ext cx="1853605" cy="237332"/>
          </a:xfrm>
          <a:prstGeom prst="rect">
            <a:avLst/>
          </a:prstGeom>
          <a:noFill/>
          <a:ln/>
        </p:spPr>
        <p:txBody>
          <a:bodyPr wrap="none" lIns="0" tIns="0" rIns="0" bIns="0" rtlCol="0" anchor="t"/>
          <a:lstStyle/>
          <a:p>
            <a:pPr>
              <a:lnSpc>
                <a:spcPts val="1833"/>
              </a:lnSpc>
            </a:pPr>
            <a:r>
              <a:rPr lang="en-US" sz="1167" dirty="0">
                <a:latin typeface="Verdana" panose="020B0604030504040204" pitchFamily="34" charset="0"/>
                <a:ea typeface="Verdana" panose="020B0604030504040204" pitchFamily="34" charset="0"/>
              </a:rPr>
              <a:t>2</a:t>
            </a:r>
          </a:p>
        </p:txBody>
      </p:sp>
      <p:sp>
        <p:nvSpPr>
          <p:cNvPr id="29" name="Text 16">
            <a:extLst>
              <a:ext uri="{FF2B5EF4-FFF2-40B4-BE49-F238E27FC236}">
                <a16:creationId xmlns:a16="http://schemas.microsoft.com/office/drawing/2014/main" id="{4309632D-FCEF-7887-BBA9-8F5C222EBBB9}"/>
              </a:ext>
            </a:extLst>
          </p:cNvPr>
          <p:cNvSpPr/>
          <p:nvPr/>
        </p:nvSpPr>
        <p:spPr>
          <a:xfrm>
            <a:off x="6786662" y="2673250"/>
            <a:ext cx="1853605" cy="237332"/>
          </a:xfrm>
          <a:prstGeom prst="rect">
            <a:avLst/>
          </a:prstGeom>
          <a:noFill/>
          <a:ln/>
        </p:spPr>
        <p:txBody>
          <a:bodyPr wrap="none" lIns="0" tIns="0" rIns="0" bIns="0" rtlCol="0" anchor="t"/>
          <a:lstStyle/>
          <a:p>
            <a:pPr>
              <a:lnSpc>
                <a:spcPts val="1833"/>
              </a:lnSpc>
            </a:pPr>
            <a:r>
              <a:rPr lang="en-US" sz="1167" dirty="0">
                <a:latin typeface="Verdana" panose="020B0604030504040204" pitchFamily="34" charset="0"/>
                <a:ea typeface="Verdana" panose="020B0604030504040204" pitchFamily="34" charset="0"/>
              </a:rPr>
              <a:t>4</a:t>
            </a:r>
          </a:p>
        </p:txBody>
      </p:sp>
      <p:sp>
        <p:nvSpPr>
          <p:cNvPr id="30" name="Text 17">
            <a:extLst>
              <a:ext uri="{FF2B5EF4-FFF2-40B4-BE49-F238E27FC236}">
                <a16:creationId xmlns:a16="http://schemas.microsoft.com/office/drawing/2014/main" id="{173B45C2-7191-0560-27FA-CF766072FED2}"/>
              </a:ext>
            </a:extLst>
          </p:cNvPr>
          <p:cNvSpPr/>
          <p:nvPr/>
        </p:nvSpPr>
        <p:spPr>
          <a:xfrm>
            <a:off x="8943281" y="2673250"/>
            <a:ext cx="2395934" cy="237332"/>
          </a:xfrm>
          <a:prstGeom prst="rect">
            <a:avLst/>
          </a:prstGeom>
          <a:noFill/>
          <a:ln/>
        </p:spPr>
        <p:txBody>
          <a:bodyPr wrap="none" lIns="0" tIns="0" rIns="0" bIns="0" rtlCol="0" anchor="t"/>
          <a:lstStyle/>
          <a:p>
            <a:pPr>
              <a:lnSpc>
                <a:spcPts val="1833"/>
              </a:lnSpc>
            </a:pPr>
            <a:r>
              <a:rPr lang="en-US" sz="1167">
                <a:solidFill>
                  <a:srgbClr val="3B3535"/>
                </a:solidFill>
                <a:latin typeface="Verdana" panose="020B0604030504040204" pitchFamily="34" charset="0"/>
                <a:ea typeface="Verdana" panose="020B0604030504040204" pitchFamily="34" charset="0"/>
                <a:cs typeface="Roboto Light" pitchFamily="34" charset="-120"/>
              </a:rPr>
              <a:t>▼ 50%</a:t>
            </a:r>
            <a:endParaRPr lang="en-US" sz="1167">
              <a:latin typeface="Verdana" panose="020B0604030504040204" pitchFamily="34" charset="0"/>
              <a:ea typeface="Verdana" panose="020B0604030504040204" pitchFamily="34" charset="0"/>
            </a:endParaRPr>
          </a:p>
        </p:txBody>
      </p:sp>
      <p:sp>
        <p:nvSpPr>
          <p:cNvPr id="31" name="Shape 18">
            <a:extLst>
              <a:ext uri="{FF2B5EF4-FFF2-40B4-BE49-F238E27FC236}">
                <a16:creationId xmlns:a16="http://schemas.microsoft.com/office/drawing/2014/main" id="{EF12517E-027E-C91D-ED85-9A6983C2A02D}"/>
              </a:ext>
            </a:extLst>
          </p:cNvPr>
          <p:cNvSpPr/>
          <p:nvPr/>
        </p:nvSpPr>
        <p:spPr>
          <a:xfrm>
            <a:off x="704454" y="3005931"/>
            <a:ext cx="10783094" cy="428030"/>
          </a:xfrm>
          <a:prstGeom prst="rect">
            <a:avLst/>
          </a:prstGeom>
          <a:solidFill>
            <a:srgbClr val="000000">
              <a:alpha val="4000"/>
            </a:srgbClr>
          </a:solidFill>
          <a:ln/>
        </p:spPr>
        <p:txBody>
          <a:bodyPr/>
          <a:lstStyle/>
          <a:p>
            <a:endParaRPr lang="en-AE">
              <a:latin typeface="Verdana" panose="020B0604030504040204" pitchFamily="34" charset="0"/>
              <a:ea typeface="Verdana" panose="020B0604030504040204" pitchFamily="34" charset="0"/>
            </a:endParaRPr>
          </a:p>
        </p:txBody>
      </p:sp>
      <p:sp>
        <p:nvSpPr>
          <p:cNvPr id="32" name="Text 19">
            <a:extLst>
              <a:ext uri="{FF2B5EF4-FFF2-40B4-BE49-F238E27FC236}">
                <a16:creationId xmlns:a16="http://schemas.microsoft.com/office/drawing/2014/main" id="{B7DA9E53-A619-C295-BBF8-E9AA198B72A8}"/>
              </a:ext>
            </a:extLst>
          </p:cNvPr>
          <p:cNvSpPr/>
          <p:nvPr/>
        </p:nvSpPr>
        <p:spPr>
          <a:xfrm>
            <a:off x="852786" y="3101280"/>
            <a:ext cx="3474244" cy="237332"/>
          </a:xfrm>
          <a:prstGeom prst="rect">
            <a:avLst/>
          </a:prstGeom>
          <a:noFill/>
          <a:ln/>
        </p:spPr>
        <p:txBody>
          <a:bodyPr wrap="none" lIns="0" tIns="0" rIns="0" bIns="0" rtlCol="0" anchor="t"/>
          <a:lstStyle/>
          <a:p>
            <a:pPr>
              <a:lnSpc>
                <a:spcPts val="1833"/>
              </a:lnSpc>
            </a:pPr>
            <a:r>
              <a:rPr lang="en-US" sz="1167">
                <a:solidFill>
                  <a:srgbClr val="3B3535"/>
                </a:solidFill>
                <a:latin typeface="Verdana" panose="020B0604030504040204" pitchFamily="34" charset="0"/>
                <a:ea typeface="Verdana" panose="020B0604030504040204" pitchFamily="34" charset="0"/>
                <a:cs typeface="Roboto Light" pitchFamily="34" charset="-120"/>
              </a:rPr>
              <a:t>Audit Plan Completion Ratio as of year end</a:t>
            </a:r>
            <a:endParaRPr lang="en-US" sz="1167">
              <a:latin typeface="Verdana" panose="020B0604030504040204" pitchFamily="34" charset="0"/>
              <a:ea typeface="Verdana" panose="020B0604030504040204" pitchFamily="34" charset="0"/>
            </a:endParaRPr>
          </a:p>
        </p:txBody>
      </p:sp>
      <p:sp>
        <p:nvSpPr>
          <p:cNvPr id="33" name="Text 20">
            <a:extLst>
              <a:ext uri="{FF2B5EF4-FFF2-40B4-BE49-F238E27FC236}">
                <a16:creationId xmlns:a16="http://schemas.microsoft.com/office/drawing/2014/main" id="{CB031E11-F3CD-AC66-6101-E6B6F70A402A}"/>
              </a:ext>
            </a:extLst>
          </p:cNvPr>
          <p:cNvSpPr/>
          <p:nvPr/>
        </p:nvSpPr>
        <p:spPr>
          <a:xfrm>
            <a:off x="4630043" y="3101280"/>
            <a:ext cx="1853605" cy="237332"/>
          </a:xfrm>
          <a:prstGeom prst="rect">
            <a:avLst/>
          </a:prstGeom>
          <a:noFill/>
          <a:ln/>
        </p:spPr>
        <p:txBody>
          <a:bodyPr wrap="none" lIns="0" tIns="0" rIns="0" bIns="0" rtlCol="0" anchor="t"/>
          <a:lstStyle/>
          <a:p>
            <a:pPr>
              <a:lnSpc>
                <a:spcPts val="1833"/>
              </a:lnSpc>
            </a:pPr>
            <a:r>
              <a:rPr lang="en-US" sz="1167" dirty="0">
                <a:solidFill>
                  <a:srgbClr val="3B3535"/>
                </a:solidFill>
                <a:latin typeface="Verdana" panose="020B0604030504040204" pitchFamily="34" charset="0"/>
                <a:ea typeface="Verdana" panose="020B0604030504040204" pitchFamily="34" charset="0"/>
                <a:cs typeface="Roboto Light" pitchFamily="34" charset="-120"/>
              </a:rPr>
              <a:t>90%^</a:t>
            </a:r>
            <a:endParaRPr lang="en-US" sz="1167" dirty="0">
              <a:latin typeface="Verdana" panose="020B0604030504040204" pitchFamily="34" charset="0"/>
              <a:ea typeface="Verdana" panose="020B0604030504040204" pitchFamily="34" charset="0"/>
            </a:endParaRPr>
          </a:p>
        </p:txBody>
      </p:sp>
      <p:sp>
        <p:nvSpPr>
          <p:cNvPr id="34" name="Text 21">
            <a:extLst>
              <a:ext uri="{FF2B5EF4-FFF2-40B4-BE49-F238E27FC236}">
                <a16:creationId xmlns:a16="http://schemas.microsoft.com/office/drawing/2014/main" id="{F49FD36C-762A-F221-EB3C-8998A322D13D}"/>
              </a:ext>
            </a:extLst>
          </p:cNvPr>
          <p:cNvSpPr/>
          <p:nvPr/>
        </p:nvSpPr>
        <p:spPr>
          <a:xfrm>
            <a:off x="6786662" y="3101280"/>
            <a:ext cx="1853605" cy="237332"/>
          </a:xfrm>
          <a:prstGeom prst="rect">
            <a:avLst/>
          </a:prstGeom>
          <a:noFill/>
          <a:ln/>
        </p:spPr>
        <p:txBody>
          <a:bodyPr wrap="none" lIns="0" tIns="0" rIns="0" bIns="0" rtlCol="0" anchor="t"/>
          <a:lstStyle/>
          <a:p>
            <a:pPr>
              <a:lnSpc>
                <a:spcPts val="1833"/>
              </a:lnSpc>
            </a:pPr>
            <a:r>
              <a:rPr lang="en-US" sz="1167" dirty="0">
                <a:solidFill>
                  <a:srgbClr val="3B3535"/>
                </a:solidFill>
                <a:latin typeface="Verdana" panose="020B0604030504040204" pitchFamily="34" charset="0"/>
                <a:ea typeface="Verdana" panose="020B0604030504040204" pitchFamily="34" charset="0"/>
                <a:cs typeface="Roboto Light" pitchFamily="34" charset="-120"/>
              </a:rPr>
              <a:t>71%</a:t>
            </a:r>
            <a:endParaRPr lang="en-US" sz="1167" dirty="0">
              <a:latin typeface="Verdana" panose="020B0604030504040204" pitchFamily="34" charset="0"/>
              <a:ea typeface="Verdana" panose="020B0604030504040204" pitchFamily="34" charset="0"/>
            </a:endParaRPr>
          </a:p>
        </p:txBody>
      </p:sp>
      <p:sp>
        <p:nvSpPr>
          <p:cNvPr id="35" name="Text 22">
            <a:extLst>
              <a:ext uri="{FF2B5EF4-FFF2-40B4-BE49-F238E27FC236}">
                <a16:creationId xmlns:a16="http://schemas.microsoft.com/office/drawing/2014/main" id="{A8FC8D07-7233-DB4D-1F5C-EEA757ABC2CF}"/>
              </a:ext>
            </a:extLst>
          </p:cNvPr>
          <p:cNvSpPr/>
          <p:nvPr/>
        </p:nvSpPr>
        <p:spPr>
          <a:xfrm>
            <a:off x="8943281" y="3101280"/>
            <a:ext cx="2395934" cy="237332"/>
          </a:xfrm>
          <a:prstGeom prst="rect">
            <a:avLst/>
          </a:prstGeom>
          <a:noFill/>
          <a:ln/>
        </p:spPr>
        <p:txBody>
          <a:bodyPr wrap="none" lIns="0" tIns="0" rIns="0" bIns="0" rtlCol="0" anchor="t"/>
          <a:lstStyle/>
          <a:p>
            <a:pPr>
              <a:lnSpc>
                <a:spcPts val="1833"/>
              </a:lnSpc>
            </a:pPr>
            <a:r>
              <a:rPr lang="en-US" sz="1167" dirty="0">
                <a:solidFill>
                  <a:srgbClr val="3B3535"/>
                </a:solidFill>
                <a:latin typeface="Verdana" panose="020B0604030504040204" pitchFamily="34" charset="0"/>
                <a:ea typeface="Verdana" panose="020B0604030504040204" pitchFamily="34" charset="0"/>
                <a:cs typeface="Roboto Light" pitchFamily="34" charset="-120"/>
              </a:rPr>
              <a:t>▲ 19 pts</a:t>
            </a:r>
            <a:endParaRPr lang="en-US" sz="1167" dirty="0">
              <a:latin typeface="Verdana" panose="020B0604030504040204" pitchFamily="34" charset="0"/>
              <a:ea typeface="Verdana" panose="020B0604030504040204" pitchFamily="34" charset="0"/>
            </a:endParaRPr>
          </a:p>
        </p:txBody>
      </p:sp>
      <p:sp>
        <p:nvSpPr>
          <p:cNvPr id="36" name="Shape 23">
            <a:extLst>
              <a:ext uri="{FF2B5EF4-FFF2-40B4-BE49-F238E27FC236}">
                <a16:creationId xmlns:a16="http://schemas.microsoft.com/office/drawing/2014/main" id="{731BC4D9-BA3F-7A1A-0B1C-616399F1611C}"/>
              </a:ext>
            </a:extLst>
          </p:cNvPr>
          <p:cNvSpPr/>
          <p:nvPr/>
        </p:nvSpPr>
        <p:spPr>
          <a:xfrm>
            <a:off x="704454" y="3433961"/>
            <a:ext cx="10783094" cy="428030"/>
          </a:xfrm>
          <a:prstGeom prst="rect">
            <a:avLst/>
          </a:prstGeom>
          <a:solidFill>
            <a:srgbClr val="FFFFFF">
              <a:alpha val="4000"/>
            </a:srgbClr>
          </a:solidFill>
          <a:ln/>
        </p:spPr>
        <p:txBody>
          <a:bodyPr/>
          <a:lstStyle/>
          <a:p>
            <a:endParaRPr lang="en-AE">
              <a:latin typeface="Verdana" panose="020B0604030504040204" pitchFamily="34" charset="0"/>
              <a:ea typeface="Verdana" panose="020B0604030504040204" pitchFamily="34" charset="0"/>
            </a:endParaRPr>
          </a:p>
        </p:txBody>
      </p:sp>
      <p:sp>
        <p:nvSpPr>
          <p:cNvPr id="37" name="Text 24">
            <a:extLst>
              <a:ext uri="{FF2B5EF4-FFF2-40B4-BE49-F238E27FC236}">
                <a16:creationId xmlns:a16="http://schemas.microsoft.com/office/drawing/2014/main" id="{A6E03565-DBE7-CCBF-5674-DD8AE6663398}"/>
              </a:ext>
            </a:extLst>
          </p:cNvPr>
          <p:cNvSpPr/>
          <p:nvPr/>
        </p:nvSpPr>
        <p:spPr>
          <a:xfrm>
            <a:off x="852786" y="3529310"/>
            <a:ext cx="3474244" cy="237332"/>
          </a:xfrm>
          <a:prstGeom prst="rect">
            <a:avLst/>
          </a:prstGeom>
          <a:noFill/>
          <a:ln/>
        </p:spPr>
        <p:txBody>
          <a:bodyPr wrap="none" lIns="0" tIns="0" rIns="0" bIns="0" rtlCol="0" anchor="t"/>
          <a:lstStyle/>
          <a:p>
            <a:pPr>
              <a:lnSpc>
                <a:spcPts val="1833"/>
              </a:lnSpc>
            </a:pPr>
            <a:r>
              <a:rPr lang="en-US" sz="1167">
                <a:solidFill>
                  <a:srgbClr val="3B3535"/>
                </a:solidFill>
                <a:latin typeface="Verdana" panose="020B0604030504040204" pitchFamily="34" charset="0"/>
                <a:ea typeface="Verdana" panose="020B0604030504040204" pitchFamily="34" charset="0"/>
                <a:cs typeface="Roboto Light" pitchFamily="34" charset="-120"/>
              </a:rPr>
              <a:t>Coverage of High-Risk Auditable Entities</a:t>
            </a:r>
            <a:endParaRPr lang="en-US" sz="1167">
              <a:latin typeface="Verdana" panose="020B0604030504040204" pitchFamily="34" charset="0"/>
              <a:ea typeface="Verdana" panose="020B0604030504040204" pitchFamily="34" charset="0"/>
            </a:endParaRPr>
          </a:p>
        </p:txBody>
      </p:sp>
      <p:sp>
        <p:nvSpPr>
          <p:cNvPr id="38" name="Text 25">
            <a:extLst>
              <a:ext uri="{FF2B5EF4-FFF2-40B4-BE49-F238E27FC236}">
                <a16:creationId xmlns:a16="http://schemas.microsoft.com/office/drawing/2014/main" id="{7B08DE5A-730C-ED59-C472-E99559F2D086}"/>
              </a:ext>
            </a:extLst>
          </p:cNvPr>
          <p:cNvSpPr/>
          <p:nvPr/>
        </p:nvSpPr>
        <p:spPr>
          <a:xfrm>
            <a:off x="4630043" y="3529310"/>
            <a:ext cx="1853605" cy="237332"/>
          </a:xfrm>
          <a:prstGeom prst="rect">
            <a:avLst/>
          </a:prstGeom>
          <a:noFill/>
          <a:ln/>
        </p:spPr>
        <p:txBody>
          <a:bodyPr wrap="none" lIns="0" tIns="0" rIns="0" bIns="0" rtlCol="0" anchor="t"/>
          <a:lstStyle/>
          <a:p>
            <a:pPr>
              <a:lnSpc>
                <a:spcPts val="1833"/>
              </a:lnSpc>
            </a:pPr>
            <a:r>
              <a:rPr lang="en-US" sz="1167" dirty="0">
                <a:solidFill>
                  <a:srgbClr val="3B3535"/>
                </a:solidFill>
                <a:latin typeface="Verdana" panose="020B0604030504040204" pitchFamily="34" charset="0"/>
                <a:ea typeface="Verdana" panose="020B0604030504040204" pitchFamily="34" charset="0"/>
                <a:cs typeface="Roboto Light" pitchFamily="34" charset="-120"/>
              </a:rPr>
              <a:t>100%</a:t>
            </a:r>
            <a:endParaRPr lang="en-US" sz="1167" dirty="0">
              <a:latin typeface="Verdana" panose="020B0604030504040204" pitchFamily="34" charset="0"/>
              <a:ea typeface="Verdana" panose="020B0604030504040204" pitchFamily="34" charset="0"/>
            </a:endParaRPr>
          </a:p>
        </p:txBody>
      </p:sp>
      <p:sp>
        <p:nvSpPr>
          <p:cNvPr id="39" name="Text 26">
            <a:extLst>
              <a:ext uri="{FF2B5EF4-FFF2-40B4-BE49-F238E27FC236}">
                <a16:creationId xmlns:a16="http://schemas.microsoft.com/office/drawing/2014/main" id="{9B028A67-AB11-2DE4-8BBE-3D957B440182}"/>
              </a:ext>
            </a:extLst>
          </p:cNvPr>
          <p:cNvSpPr/>
          <p:nvPr/>
        </p:nvSpPr>
        <p:spPr>
          <a:xfrm>
            <a:off x="6786662" y="3529310"/>
            <a:ext cx="1853605" cy="237332"/>
          </a:xfrm>
          <a:prstGeom prst="rect">
            <a:avLst/>
          </a:prstGeom>
          <a:noFill/>
          <a:ln/>
        </p:spPr>
        <p:txBody>
          <a:bodyPr wrap="none" lIns="0" tIns="0" rIns="0" bIns="0" rtlCol="0" anchor="t"/>
          <a:lstStyle/>
          <a:p>
            <a:pPr>
              <a:lnSpc>
                <a:spcPts val="1833"/>
              </a:lnSpc>
            </a:pPr>
            <a:r>
              <a:rPr lang="en-US" sz="1167" dirty="0">
                <a:solidFill>
                  <a:srgbClr val="3B3535"/>
                </a:solidFill>
                <a:latin typeface="Verdana" panose="020B0604030504040204" pitchFamily="34" charset="0"/>
                <a:ea typeface="Verdana" panose="020B0604030504040204" pitchFamily="34" charset="0"/>
                <a:cs typeface="Roboto Light" pitchFamily="34" charset="-120"/>
              </a:rPr>
              <a:t>83%</a:t>
            </a:r>
            <a:endParaRPr lang="en-US" sz="1167" dirty="0">
              <a:latin typeface="Verdana" panose="020B0604030504040204" pitchFamily="34" charset="0"/>
              <a:ea typeface="Verdana" panose="020B0604030504040204" pitchFamily="34" charset="0"/>
            </a:endParaRPr>
          </a:p>
        </p:txBody>
      </p:sp>
      <p:sp>
        <p:nvSpPr>
          <p:cNvPr id="40" name="Text 27">
            <a:extLst>
              <a:ext uri="{FF2B5EF4-FFF2-40B4-BE49-F238E27FC236}">
                <a16:creationId xmlns:a16="http://schemas.microsoft.com/office/drawing/2014/main" id="{70C658C6-78AB-D2AF-E60F-88CCE9E4007F}"/>
              </a:ext>
            </a:extLst>
          </p:cNvPr>
          <p:cNvSpPr/>
          <p:nvPr/>
        </p:nvSpPr>
        <p:spPr>
          <a:xfrm>
            <a:off x="8943281" y="3529310"/>
            <a:ext cx="2395934" cy="237332"/>
          </a:xfrm>
          <a:prstGeom prst="rect">
            <a:avLst/>
          </a:prstGeom>
          <a:noFill/>
          <a:ln/>
        </p:spPr>
        <p:txBody>
          <a:bodyPr wrap="none" lIns="0" tIns="0" rIns="0" bIns="0" rtlCol="0" anchor="t"/>
          <a:lstStyle/>
          <a:p>
            <a:pPr>
              <a:lnSpc>
                <a:spcPts val="1833"/>
              </a:lnSpc>
            </a:pPr>
            <a:r>
              <a:rPr lang="en-US" sz="1167" dirty="0">
                <a:solidFill>
                  <a:srgbClr val="3B3535"/>
                </a:solidFill>
                <a:latin typeface="Verdana" panose="020B0604030504040204" pitchFamily="34" charset="0"/>
                <a:ea typeface="Verdana" panose="020B0604030504040204" pitchFamily="34" charset="0"/>
                <a:cs typeface="Roboto Light" pitchFamily="34" charset="-120"/>
              </a:rPr>
              <a:t>▲ 17 pts</a:t>
            </a:r>
            <a:endParaRPr lang="en-US" sz="1167" dirty="0">
              <a:latin typeface="Verdana" panose="020B0604030504040204" pitchFamily="34" charset="0"/>
              <a:ea typeface="Verdana" panose="020B0604030504040204" pitchFamily="34" charset="0"/>
            </a:endParaRPr>
          </a:p>
        </p:txBody>
      </p:sp>
      <p:sp>
        <p:nvSpPr>
          <p:cNvPr id="41" name="Shape 28">
            <a:extLst>
              <a:ext uri="{FF2B5EF4-FFF2-40B4-BE49-F238E27FC236}">
                <a16:creationId xmlns:a16="http://schemas.microsoft.com/office/drawing/2014/main" id="{FF0A8EE4-A82B-D2E4-A624-2FF1D7DFD22D}"/>
              </a:ext>
            </a:extLst>
          </p:cNvPr>
          <p:cNvSpPr/>
          <p:nvPr/>
        </p:nvSpPr>
        <p:spPr>
          <a:xfrm>
            <a:off x="704454" y="3861990"/>
            <a:ext cx="10783094" cy="428030"/>
          </a:xfrm>
          <a:prstGeom prst="rect">
            <a:avLst/>
          </a:prstGeom>
          <a:solidFill>
            <a:srgbClr val="000000">
              <a:alpha val="4000"/>
            </a:srgbClr>
          </a:solidFill>
          <a:ln/>
        </p:spPr>
        <p:txBody>
          <a:bodyPr/>
          <a:lstStyle/>
          <a:p>
            <a:endParaRPr lang="en-AE">
              <a:latin typeface="Verdana" panose="020B0604030504040204" pitchFamily="34" charset="0"/>
              <a:ea typeface="Verdana" panose="020B0604030504040204" pitchFamily="34" charset="0"/>
            </a:endParaRPr>
          </a:p>
        </p:txBody>
      </p:sp>
      <p:sp>
        <p:nvSpPr>
          <p:cNvPr id="42" name="Text 29">
            <a:extLst>
              <a:ext uri="{FF2B5EF4-FFF2-40B4-BE49-F238E27FC236}">
                <a16:creationId xmlns:a16="http://schemas.microsoft.com/office/drawing/2014/main" id="{DC0CE111-C595-DE18-FF0A-A930D151C09A}"/>
              </a:ext>
            </a:extLst>
          </p:cNvPr>
          <p:cNvSpPr/>
          <p:nvPr/>
        </p:nvSpPr>
        <p:spPr>
          <a:xfrm>
            <a:off x="852786" y="3957339"/>
            <a:ext cx="3474244" cy="237332"/>
          </a:xfrm>
          <a:prstGeom prst="rect">
            <a:avLst/>
          </a:prstGeom>
          <a:noFill/>
          <a:ln/>
        </p:spPr>
        <p:txBody>
          <a:bodyPr wrap="none" lIns="0" tIns="0" rIns="0" bIns="0" rtlCol="0" anchor="t"/>
          <a:lstStyle/>
          <a:p>
            <a:pPr>
              <a:lnSpc>
                <a:spcPts val="1833"/>
              </a:lnSpc>
            </a:pPr>
            <a:r>
              <a:rPr lang="en-US" sz="1167">
                <a:solidFill>
                  <a:srgbClr val="3B3535"/>
                </a:solidFill>
                <a:latin typeface="Verdana" panose="020B0604030504040204" pitchFamily="34" charset="0"/>
                <a:ea typeface="Verdana" panose="020B0604030504040204" pitchFamily="34" charset="0"/>
                <a:cs typeface="Roboto Light" pitchFamily="34" charset="-120"/>
              </a:rPr>
              <a:t>Continuous Monitoring / Dashboards</a:t>
            </a:r>
            <a:endParaRPr lang="en-US" sz="1167">
              <a:latin typeface="Verdana" panose="020B0604030504040204" pitchFamily="34" charset="0"/>
              <a:ea typeface="Verdana" panose="020B0604030504040204" pitchFamily="34" charset="0"/>
            </a:endParaRPr>
          </a:p>
        </p:txBody>
      </p:sp>
      <p:sp>
        <p:nvSpPr>
          <p:cNvPr id="43" name="Text 30">
            <a:extLst>
              <a:ext uri="{FF2B5EF4-FFF2-40B4-BE49-F238E27FC236}">
                <a16:creationId xmlns:a16="http://schemas.microsoft.com/office/drawing/2014/main" id="{D8A0786C-890B-DFD7-EC45-77DCA4BD7B1D}"/>
              </a:ext>
            </a:extLst>
          </p:cNvPr>
          <p:cNvSpPr/>
          <p:nvPr/>
        </p:nvSpPr>
        <p:spPr>
          <a:xfrm>
            <a:off x="4630043" y="3957339"/>
            <a:ext cx="1853605" cy="237332"/>
          </a:xfrm>
          <a:prstGeom prst="rect">
            <a:avLst/>
          </a:prstGeom>
          <a:noFill/>
          <a:ln/>
        </p:spPr>
        <p:txBody>
          <a:bodyPr wrap="none" lIns="0" tIns="0" rIns="0" bIns="0" rtlCol="0" anchor="t"/>
          <a:lstStyle/>
          <a:p>
            <a:pPr>
              <a:lnSpc>
                <a:spcPts val="1833"/>
              </a:lnSpc>
            </a:pPr>
            <a:r>
              <a:rPr lang="en-US" sz="1167" dirty="0">
                <a:solidFill>
                  <a:srgbClr val="3B3535"/>
                </a:solidFill>
                <a:latin typeface="Verdana" panose="020B0604030504040204" pitchFamily="34" charset="0"/>
                <a:ea typeface="Verdana" panose="020B0604030504040204" pitchFamily="34" charset="0"/>
                <a:cs typeface="Roboto Light" pitchFamily="34" charset="-120"/>
              </a:rPr>
              <a:t>4 dashboards live</a:t>
            </a:r>
            <a:endParaRPr lang="en-US" sz="1167" dirty="0">
              <a:latin typeface="Verdana" panose="020B0604030504040204" pitchFamily="34" charset="0"/>
              <a:ea typeface="Verdana" panose="020B0604030504040204" pitchFamily="34" charset="0"/>
            </a:endParaRPr>
          </a:p>
        </p:txBody>
      </p:sp>
      <p:sp>
        <p:nvSpPr>
          <p:cNvPr id="44" name="Text 31">
            <a:extLst>
              <a:ext uri="{FF2B5EF4-FFF2-40B4-BE49-F238E27FC236}">
                <a16:creationId xmlns:a16="http://schemas.microsoft.com/office/drawing/2014/main" id="{2FE1D136-95A8-7C97-CC01-FA4E4C06365D}"/>
              </a:ext>
            </a:extLst>
          </p:cNvPr>
          <p:cNvSpPr/>
          <p:nvPr/>
        </p:nvSpPr>
        <p:spPr>
          <a:xfrm>
            <a:off x="6786662" y="3957339"/>
            <a:ext cx="1853605" cy="237332"/>
          </a:xfrm>
          <a:prstGeom prst="rect">
            <a:avLst/>
          </a:prstGeom>
          <a:noFill/>
          <a:ln/>
        </p:spPr>
        <p:txBody>
          <a:bodyPr wrap="none" lIns="0" tIns="0" rIns="0" bIns="0" rtlCol="0" anchor="t"/>
          <a:lstStyle/>
          <a:p>
            <a:pPr>
              <a:lnSpc>
                <a:spcPts val="1833"/>
              </a:lnSpc>
            </a:pPr>
            <a:r>
              <a:rPr lang="en-US" sz="1167" dirty="0">
                <a:solidFill>
                  <a:srgbClr val="3B3535"/>
                </a:solidFill>
                <a:latin typeface="Verdana" panose="020B0604030504040204" pitchFamily="34" charset="0"/>
                <a:ea typeface="Verdana" panose="020B0604030504040204" pitchFamily="34" charset="0"/>
                <a:cs typeface="Roboto Light" pitchFamily="34" charset="-120"/>
              </a:rPr>
              <a:t>-</a:t>
            </a:r>
            <a:endParaRPr lang="en-US" sz="1167" dirty="0">
              <a:latin typeface="Verdana" panose="020B0604030504040204" pitchFamily="34" charset="0"/>
              <a:ea typeface="Verdana" panose="020B0604030504040204" pitchFamily="34" charset="0"/>
            </a:endParaRPr>
          </a:p>
        </p:txBody>
      </p:sp>
      <p:sp>
        <p:nvSpPr>
          <p:cNvPr id="45" name="Text 32">
            <a:extLst>
              <a:ext uri="{FF2B5EF4-FFF2-40B4-BE49-F238E27FC236}">
                <a16:creationId xmlns:a16="http://schemas.microsoft.com/office/drawing/2014/main" id="{7884E3B7-2E55-9E70-46C1-30B90767E702}"/>
              </a:ext>
            </a:extLst>
          </p:cNvPr>
          <p:cNvSpPr/>
          <p:nvPr/>
        </p:nvSpPr>
        <p:spPr>
          <a:xfrm>
            <a:off x="8943281" y="3957339"/>
            <a:ext cx="2395934" cy="237332"/>
          </a:xfrm>
          <a:prstGeom prst="rect">
            <a:avLst/>
          </a:prstGeom>
          <a:noFill/>
          <a:ln/>
        </p:spPr>
        <p:txBody>
          <a:bodyPr wrap="none" lIns="0" tIns="0" rIns="0" bIns="0" rtlCol="0" anchor="t"/>
          <a:lstStyle/>
          <a:p>
            <a:pPr>
              <a:lnSpc>
                <a:spcPts val="1833"/>
              </a:lnSpc>
            </a:pPr>
            <a:r>
              <a:rPr lang="en-US" sz="1167">
                <a:solidFill>
                  <a:srgbClr val="3B3535"/>
                </a:solidFill>
                <a:latin typeface="Verdana" panose="020B0604030504040204" pitchFamily="34" charset="0"/>
                <a:ea typeface="Verdana" panose="020B0604030504040204" pitchFamily="34" charset="0"/>
                <a:cs typeface="Roboto Light" pitchFamily="34" charset="-120"/>
              </a:rPr>
              <a:t>▲ 100%</a:t>
            </a:r>
            <a:endParaRPr lang="en-US" sz="1167">
              <a:latin typeface="Verdana" panose="020B0604030504040204" pitchFamily="34" charset="0"/>
              <a:ea typeface="Verdana" panose="020B0604030504040204" pitchFamily="34" charset="0"/>
            </a:endParaRPr>
          </a:p>
        </p:txBody>
      </p:sp>
      <p:sp>
        <p:nvSpPr>
          <p:cNvPr id="46" name="Shape 33">
            <a:extLst>
              <a:ext uri="{FF2B5EF4-FFF2-40B4-BE49-F238E27FC236}">
                <a16:creationId xmlns:a16="http://schemas.microsoft.com/office/drawing/2014/main" id="{38224EBA-6A6C-5D9B-276C-11170A3A3A87}"/>
              </a:ext>
            </a:extLst>
          </p:cNvPr>
          <p:cNvSpPr/>
          <p:nvPr/>
        </p:nvSpPr>
        <p:spPr>
          <a:xfrm>
            <a:off x="704454" y="4829770"/>
            <a:ext cx="10783094" cy="428030"/>
          </a:xfrm>
          <a:prstGeom prst="rect">
            <a:avLst/>
          </a:prstGeom>
          <a:solidFill>
            <a:srgbClr val="FFFFFF">
              <a:alpha val="4000"/>
            </a:srgbClr>
          </a:solidFill>
          <a:ln/>
        </p:spPr>
        <p:txBody>
          <a:bodyPr/>
          <a:lstStyle/>
          <a:p>
            <a:endParaRPr lang="en-AE">
              <a:latin typeface="Verdana" panose="020B0604030504040204" pitchFamily="34" charset="0"/>
              <a:ea typeface="Verdana" panose="020B0604030504040204" pitchFamily="34" charset="0"/>
            </a:endParaRPr>
          </a:p>
        </p:txBody>
      </p:sp>
      <p:sp>
        <p:nvSpPr>
          <p:cNvPr id="48" name="Text 34">
            <a:extLst>
              <a:ext uri="{FF2B5EF4-FFF2-40B4-BE49-F238E27FC236}">
                <a16:creationId xmlns:a16="http://schemas.microsoft.com/office/drawing/2014/main" id="{745F7325-E804-92CA-66E8-6109D7E31423}"/>
              </a:ext>
            </a:extLst>
          </p:cNvPr>
          <p:cNvSpPr/>
          <p:nvPr/>
        </p:nvSpPr>
        <p:spPr>
          <a:xfrm>
            <a:off x="852786" y="4385369"/>
            <a:ext cx="3474244" cy="237332"/>
          </a:xfrm>
          <a:prstGeom prst="rect">
            <a:avLst/>
          </a:prstGeom>
          <a:noFill/>
          <a:ln/>
        </p:spPr>
        <p:txBody>
          <a:bodyPr wrap="none" lIns="0" tIns="0" rIns="0" bIns="0" rtlCol="0" anchor="t"/>
          <a:lstStyle/>
          <a:p>
            <a:pPr>
              <a:lnSpc>
                <a:spcPts val="1833"/>
              </a:lnSpc>
            </a:pPr>
            <a:r>
              <a:rPr lang="en-US" sz="1167" dirty="0">
                <a:solidFill>
                  <a:srgbClr val="3B3535"/>
                </a:solidFill>
                <a:latin typeface="Verdana" panose="020B0604030504040204" pitchFamily="34" charset="0"/>
                <a:ea typeface="Verdana" panose="020B0604030504040204" pitchFamily="34" charset="0"/>
                <a:cs typeface="Roboto Light" pitchFamily="34" charset="-120"/>
              </a:rPr>
              <a:t>GIA Action Closure Validations Completed YTD</a:t>
            </a:r>
            <a:r>
              <a:rPr lang="en-US" sz="1167" baseline="30000" dirty="0">
                <a:solidFill>
                  <a:srgbClr val="3B3535"/>
                </a:solidFill>
                <a:latin typeface="Verdana" panose="020B0604030504040204" pitchFamily="34" charset="0"/>
                <a:ea typeface="Verdana" panose="020B0604030504040204" pitchFamily="34" charset="0"/>
                <a:cs typeface="Roboto Light" pitchFamily="34" charset="-120"/>
              </a:rPr>
              <a:t>#</a:t>
            </a:r>
            <a:endParaRPr lang="en-US" sz="1167" baseline="30000" dirty="0">
              <a:latin typeface="Verdana" panose="020B0604030504040204" pitchFamily="34" charset="0"/>
              <a:ea typeface="Verdana" panose="020B0604030504040204" pitchFamily="34" charset="0"/>
            </a:endParaRPr>
          </a:p>
        </p:txBody>
      </p:sp>
      <p:sp>
        <p:nvSpPr>
          <p:cNvPr id="49" name="Text 35">
            <a:extLst>
              <a:ext uri="{FF2B5EF4-FFF2-40B4-BE49-F238E27FC236}">
                <a16:creationId xmlns:a16="http://schemas.microsoft.com/office/drawing/2014/main" id="{A2E477A5-9451-5531-A6CA-D97106339FE1}"/>
              </a:ext>
            </a:extLst>
          </p:cNvPr>
          <p:cNvSpPr/>
          <p:nvPr/>
        </p:nvSpPr>
        <p:spPr>
          <a:xfrm>
            <a:off x="4630043" y="4385369"/>
            <a:ext cx="1853605" cy="237332"/>
          </a:xfrm>
          <a:prstGeom prst="rect">
            <a:avLst/>
          </a:prstGeom>
          <a:noFill/>
          <a:ln/>
        </p:spPr>
        <p:txBody>
          <a:bodyPr wrap="none" lIns="0" tIns="0" rIns="0" bIns="0" rtlCol="0" anchor="t"/>
          <a:lstStyle/>
          <a:p>
            <a:pPr>
              <a:lnSpc>
                <a:spcPts val="1833"/>
              </a:lnSpc>
            </a:pPr>
            <a:r>
              <a:rPr lang="en-US" sz="1167" dirty="0">
                <a:solidFill>
                  <a:srgbClr val="3B3535"/>
                </a:solidFill>
                <a:latin typeface="Verdana" panose="020B0604030504040204" pitchFamily="34" charset="0"/>
                <a:ea typeface="Verdana" panose="020B0604030504040204" pitchFamily="34" charset="0"/>
                <a:cs typeface="Roboto Light" pitchFamily="34" charset="-120"/>
              </a:rPr>
              <a:t>798</a:t>
            </a:r>
            <a:endParaRPr lang="en-US" sz="1167" dirty="0">
              <a:latin typeface="Verdana" panose="020B0604030504040204" pitchFamily="34" charset="0"/>
              <a:ea typeface="Verdana" panose="020B0604030504040204" pitchFamily="34" charset="0"/>
            </a:endParaRPr>
          </a:p>
        </p:txBody>
      </p:sp>
      <p:sp>
        <p:nvSpPr>
          <p:cNvPr id="50" name="Text 36">
            <a:extLst>
              <a:ext uri="{FF2B5EF4-FFF2-40B4-BE49-F238E27FC236}">
                <a16:creationId xmlns:a16="http://schemas.microsoft.com/office/drawing/2014/main" id="{C9150D51-44BF-4902-F3CC-CA663DD4E6A2}"/>
              </a:ext>
            </a:extLst>
          </p:cNvPr>
          <p:cNvSpPr/>
          <p:nvPr/>
        </p:nvSpPr>
        <p:spPr>
          <a:xfrm>
            <a:off x="6786662" y="4385369"/>
            <a:ext cx="1853605" cy="237332"/>
          </a:xfrm>
          <a:prstGeom prst="rect">
            <a:avLst/>
          </a:prstGeom>
          <a:noFill/>
          <a:ln/>
        </p:spPr>
        <p:txBody>
          <a:bodyPr wrap="none" lIns="0" tIns="0" rIns="0" bIns="0" rtlCol="0" anchor="t"/>
          <a:lstStyle/>
          <a:p>
            <a:pPr>
              <a:lnSpc>
                <a:spcPts val="1833"/>
              </a:lnSpc>
            </a:pPr>
            <a:r>
              <a:rPr lang="en-US" sz="1167" dirty="0">
                <a:solidFill>
                  <a:srgbClr val="3B3535"/>
                </a:solidFill>
                <a:latin typeface="Verdana" panose="020B0604030504040204" pitchFamily="34" charset="0"/>
                <a:ea typeface="Verdana" panose="020B0604030504040204" pitchFamily="34" charset="0"/>
                <a:cs typeface="Roboto Light" pitchFamily="34" charset="-120"/>
              </a:rPr>
              <a:t>440</a:t>
            </a:r>
            <a:endParaRPr lang="en-US" sz="1167" dirty="0">
              <a:latin typeface="Verdana" panose="020B0604030504040204" pitchFamily="34" charset="0"/>
              <a:ea typeface="Verdana" panose="020B0604030504040204" pitchFamily="34" charset="0"/>
            </a:endParaRPr>
          </a:p>
        </p:txBody>
      </p:sp>
      <p:sp>
        <p:nvSpPr>
          <p:cNvPr id="51" name="Text 37">
            <a:extLst>
              <a:ext uri="{FF2B5EF4-FFF2-40B4-BE49-F238E27FC236}">
                <a16:creationId xmlns:a16="http://schemas.microsoft.com/office/drawing/2014/main" id="{0C678AB7-9B9F-837A-453D-99E8BC521436}"/>
              </a:ext>
            </a:extLst>
          </p:cNvPr>
          <p:cNvSpPr/>
          <p:nvPr/>
        </p:nvSpPr>
        <p:spPr>
          <a:xfrm>
            <a:off x="8943281" y="4385369"/>
            <a:ext cx="2395934" cy="237332"/>
          </a:xfrm>
          <a:prstGeom prst="rect">
            <a:avLst/>
          </a:prstGeom>
          <a:noFill/>
          <a:ln/>
        </p:spPr>
        <p:txBody>
          <a:bodyPr wrap="none" lIns="0" tIns="0" rIns="0" bIns="0" rtlCol="0" anchor="t"/>
          <a:lstStyle/>
          <a:p>
            <a:pPr>
              <a:lnSpc>
                <a:spcPts val="1833"/>
              </a:lnSpc>
            </a:pPr>
            <a:r>
              <a:rPr lang="en-US" sz="1167" dirty="0">
                <a:solidFill>
                  <a:srgbClr val="3B3535"/>
                </a:solidFill>
                <a:latin typeface="Verdana" panose="020B0604030504040204" pitchFamily="34" charset="0"/>
                <a:ea typeface="Verdana" panose="020B0604030504040204" pitchFamily="34" charset="0"/>
                <a:cs typeface="Roboto Light" pitchFamily="34" charset="-120"/>
              </a:rPr>
              <a:t>▲ 358 actions</a:t>
            </a:r>
            <a:endParaRPr lang="en-US" sz="1167" dirty="0">
              <a:latin typeface="Verdana" panose="020B0604030504040204" pitchFamily="34" charset="0"/>
              <a:ea typeface="Verdana" panose="020B0604030504040204" pitchFamily="34" charset="0"/>
            </a:endParaRPr>
          </a:p>
        </p:txBody>
      </p:sp>
      <p:sp>
        <p:nvSpPr>
          <p:cNvPr id="52" name="Shape 38">
            <a:extLst>
              <a:ext uri="{FF2B5EF4-FFF2-40B4-BE49-F238E27FC236}">
                <a16:creationId xmlns:a16="http://schemas.microsoft.com/office/drawing/2014/main" id="{F1977DB8-A507-4744-15C0-BE5C33DD3479}"/>
              </a:ext>
            </a:extLst>
          </p:cNvPr>
          <p:cNvSpPr/>
          <p:nvPr/>
        </p:nvSpPr>
        <p:spPr>
          <a:xfrm>
            <a:off x="704454" y="5731171"/>
            <a:ext cx="10795793" cy="867569"/>
          </a:xfrm>
          <a:prstGeom prst="roundRect">
            <a:avLst>
              <a:gd name="adj" fmla="val 2565"/>
            </a:avLst>
          </a:prstGeom>
          <a:solidFill>
            <a:schemeClr val="bg1"/>
          </a:solidFill>
          <a:ln>
            <a:solidFill>
              <a:schemeClr val="tx2">
                <a:lumMod val="40000"/>
                <a:lumOff val="60000"/>
              </a:schemeClr>
            </a:solidFill>
          </a:ln>
        </p:spPr>
        <p:txBody>
          <a:bodyPr/>
          <a:lstStyle/>
          <a:p>
            <a:endParaRPr lang="en-AE" dirty="0">
              <a:latin typeface="Verdana" panose="020B0604030504040204" pitchFamily="34" charset="0"/>
              <a:ea typeface="Verdana" panose="020B0604030504040204" pitchFamily="34" charset="0"/>
            </a:endParaRPr>
          </a:p>
        </p:txBody>
      </p:sp>
      <p:pic>
        <p:nvPicPr>
          <p:cNvPr id="53" name="Image 0" descr="preencoded.png">
            <a:extLst>
              <a:ext uri="{FF2B5EF4-FFF2-40B4-BE49-F238E27FC236}">
                <a16:creationId xmlns:a16="http://schemas.microsoft.com/office/drawing/2014/main" id="{29B72A66-6458-509A-49F5-EA2D36D04A10}"/>
              </a:ext>
            </a:extLst>
          </p:cNvPr>
          <p:cNvPicPr>
            <a:picLocks noChangeAspect="1"/>
          </p:cNvPicPr>
          <p:nvPr/>
        </p:nvPicPr>
        <p:blipFill>
          <a:blip r:embed="rId3"/>
          <a:stretch>
            <a:fillRect/>
          </a:stretch>
        </p:blipFill>
        <p:spPr>
          <a:xfrm>
            <a:off x="852785" y="5917832"/>
            <a:ext cx="185440" cy="148332"/>
          </a:xfrm>
          <a:prstGeom prst="rect">
            <a:avLst/>
          </a:prstGeom>
        </p:spPr>
      </p:pic>
      <p:sp>
        <p:nvSpPr>
          <p:cNvPr id="54" name="Text 39">
            <a:extLst>
              <a:ext uri="{FF2B5EF4-FFF2-40B4-BE49-F238E27FC236}">
                <a16:creationId xmlns:a16="http://schemas.microsoft.com/office/drawing/2014/main" id="{CB204467-FB26-5F1B-3595-6824B5F9B63A}"/>
              </a:ext>
            </a:extLst>
          </p:cNvPr>
          <p:cNvSpPr/>
          <p:nvPr/>
        </p:nvSpPr>
        <p:spPr>
          <a:xfrm>
            <a:off x="1186557" y="5882609"/>
            <a:ext cx="10165358" cy="474663"/>
          </a:xfrm>
          <a:prstGeom prst="rect">
            <a:avLst/>
          </a:prstGeom>
          <a:noFill/>
          <a:ln/>
        </p:spPr>
        <p:txBody>
          <a:bodyPr wrap="square" lIns="0" tIns="0" rIns="0" bIns="0" rtlCol="0" anchor="t"/>
          <a:lstStyle/>
          <a:p>
            <a:pPr>
              <a:lnSpc>
                <a:spcPts val="1833"/>
              </a:lnSpc>
            </a:pPr>
            <a:r>
              <a:rPr lang="en-US" sz="1167" b="1" dirty="0">
                <a:solidFill>
                  <a:srgbClr val="000000"/>
                </a:solidFill>
                <a:latin typeface="Verdana" panose="020B0604030504040204" pitchFamily="34" charset="0"/>
                <a:ea typeface="Verdana" panose="020B0604030504040204" pitchFamily="34" charset="0"/>
                <a:cs typeface="Roboto Light" pitchFamily="34" charset="-120"/>
              </a:rPr>
              <a:t>Key Takeaway:</a:t>
            </a:r>
            <a:r>
              <a:rPr lang="en-US" sz="1167" dirty="0">
                <a:solidFill>
                  <a:srgbClr val="000000"/>
                </a:solidFill>
                <a:latin typeface="Verdana" panose="020B0604030504040204" pitchFamily="34" charset="0"/>
                <a:ea typeface="Verdana" panose="020B0604030504040204" pitchFamily="34" charset="0"/>
                <a:cs typeface="Roboto Light" pitchFamily="34" charset="-120"/>
              </a:rPr>
              <a:t> FY2025 delivered a step-change in audit execution; higher coverage, faster cycle times and materially stronger </a:t>
            </a:r>
            <a:r>
              <a:rPr lang="en-US" sz="1167" dirty="0">
                <a:solidFill>
                  <a:schemeClr val="bg2"/>
                </a:solidFill>
                <a:latin typeface="Verdana" panose="020B0604030504040204" pitchFamily="34" charset="0"/>
                <a:ea typeface="Verdana" panose="020B0604030504040204" pitchFamily="34" charset="0"/>
                <a:cs typeface="Roboto Light" pitchFamily="34" charset="-120"/>
              </a:rPr>
              <a:t>management actions </a:t>
            </a:r>
            <a:r>
              <a:rPr lang="en-US" sz="1167" dirty="0">
                <a:solidFill>
                  <a:srgbClr val="000000"/>
                </a:solidFill>
                <a:latin typeface="Verdana" panose="020B0604030504040204" pitchFamily="34" charset="0"/>
                <a:ea typeface="Verdana" panose="020B0604030504040204" pitchFamily="34" charset="0"/>
                <a:cs typeface="Roboto Light" pitchFamily="34" charset="-120"/>
              </a:rPr>
              <a:t>validations, reflecting a more integrated and data-enabled assurance function. </a:t>
            </a:r>
            <a:endParaRPr lang="en-US" sz="1167" dirty="0">
              <a:latin typeface="Verdana" panose="020B0604030504040204" pitchFamily="34" charset="0"/>
              <a:ea typeface="Verdana" panose="020B0604030504040204" pitchFamily="34" charset="0"/>
            </a:endParaRPr>
          </a:p>
        </p:txBody>
      </p:sp>
      <p:sp>
        <p:nvSpPr>
          <p:cNvPr id="55" name="Text 14">
            <a:extLst>
              <a:ext uri="{FF2B5EF4-FFF2-40B4-BE49-F238E27FC236}">
                <a16:creationId xmlns:a16="http://schemas.microsoft.com/office/drawing/2014/main" id="{869A18A0-7E53-3615-482E-A8242C83F433}"/>
              </a:ext>
            </a:extLst>
          </p:cNvPr>
          <p:cNvSpPr/>
          <p:nvPr/>
        </p:nvSpPr>
        <p:spPr>
          <a:xfrm>
            <a:off x="867371" y="4791868"/>
            <a:ext cx="3474244" cy="237332"/>
          </a:xfrm>
          <a:prstGeom prst="rect">
            <a:avLst/>
          </a:prstGeom>
          <a:noFill/>
          <a:ln/>
        </p:spPr>
        <p:txBody>
          <a:bodyPr wrap="none" lIns="0" tIns="0" rIns="0" bIns="0" rtlCol="0" anchor="t"/>
          <a:lstStyle/>
          <a:p>
            <a:pPr>
              <a:lnSpc>
                <a:spcPts val="1833"/>
              </a:lnSpc>
            </a:pPr>
            <a:r>
              <a:rPr lang="en-US" sz="1167">
                <a:solidFill>
                  <a:srgbClr val="3B3535"/>
                </a:solidFill>
                <a:latin typeface="Verdana" panose="020B0604030504040204" pitchFamily="34" charset="0"/>
                <a:ea typeface="Verdana" panose="020B0604030504040204" pitchFamily="34" charset="0"/>
                <a:cs typeface="Roboto Light" pitchFamily="34" charset="-120"/>
              </a:rPr>
              <a:t>CB UAE Action Closure Validations Completed </a:t>
            </a:r>
            <a:endParaRPr lang="en-US" sz="1167">
              <a:latin typeface="Verdana" panose="020B0604030504040204" pitchFamily="34" charset="0"/>
              <a:ea typeface="Verdana" panose="020B0604030504040204" pitchFamily="34" charset="0"/>
            </a:endParaRPr>
          </a:p>
        </p:txBody>
      </p:sp>
      <p:sp>
        <p:nvSpPr>
          <p:cNvPr id="56" name="Text 15">
            <a:extLst>
              <a:ext uri="{FF2B5EF4-FFF2-40B4-BE49-F238E27FC236}">
                <a16:creationId xmlns:a16="http://schemas.microsoft.com/office/drawing/2014/main" id="{7990BE71-F046-66B9-8840-65A0AB76156C}"/>
              </a:ext>
            </a:extLst>
          </p:cNvPr>
          <p:cNvSpPr/>
          <p:nvPr/>
        </p:nvSpPr>
        <p:spPr>
          <a:xfrm>
            <a:off x="4644628" y="4791868"/>
            <a:ext cx="1853605" cy="237332"/>
          </a:xfrm>
          <a:prstGeom prst="rect">
            <a:avLst/>
          </a:prstGeom>
          <a:noFill/>
          <a:ln/>
        </p:spPr>
        <p:txBody>
          <a:bodyPr wrap="none" lIns="0" tIns="0" rIns="0" bIns="0" rtlCol="0" anchor="t"/>
          <a:lstStyle/>
          <a:p>
            <a:pPr>
              <a:lnSpc>
                <a:spcPts val="1833"/>
              </a:lnSpc>
            </a:pPr>
            <a:r>
              <a:rPr lang="en-US" sz="1167" dirty="0">
                <a:solidFill>
                  <a:srgbClr val="3B3535"/>
                </a:solidFill>
                <a:latin typeface="Verdana" panose="020B0604030504040204" pitchFamily="34" charset="0"/>
                <a:ea typeface="Verdana" panose="020B0604030504040204" pitchFamily="34" charset="0"/>
                <a:cs typeface="Roboto Light" pitchFamily="34" charset="-120"/>
              </a:rPr>
              <a:t>84*</a:t>
            </a:r>
            <a:endParaRPr lang="en-US" sz="1167" dirty="0">
              <a:latin typeface="Verdana" panose="020B0604030504040204" pitchFamily="34" charset="0"/>
              <a:ea typeface="Verdana" panose="020B0604030504040204" pitchFamily="34" charset="0"/>
            </a:endParaRPr>
          </a:p>
        </p:txBody>
      </p:sp>
      <p:sp>
        <p:nvSpPr>
          <p:cNvPr id="57" name="Text 16">
            <a:extLst>
              <a:ext uri="{FF2B5EF4-FFF2-40B4-BE49-F238E27FC236}">
                <a16:creationId xmlns:a16="http://schemas.microsoft.com/office/drawing/2014/main" id="{966A89D5-FDEC-790F-6343-153EDD957091}"/>
              </a:ext>
            </a:extLst>
          </p:cNvPr>
          <p:cNvSpPr/>
          <p:nvPr/>
        </p:nvSpPr>
        <p:spPr>
          <a:xfrm>
            <a:off x="6801247" y="4791868"/>
            <a:ext cx="1853605" cy="237332"/>
          </a:xfrm>
          <a:prstGeom prst="rect">
            <a:avLst/>
          </a:prstGeom>
          <a:noFill/>
          <a:ln/>
        </p:spPr>
        <p:txBody>
          <a:bodyPr wrap="none" lIns="0" tIns="0" rIns="0" bIns="0" rtlCol="0" anchor="t"/>
          <a:lstStyle/>
          <a:p>
            <a:pPr>
              <a:lnSpc>
                <a:spcPts val="1833"/>
              </a:lnSpc>
            </a:pPr>
            <a:r>
              <a:rPr lang="en-US" sz="1167" dirty="0">
                <a:solidFill>
                  <a:srgbClr val="3B3535"/>
                </a:solidFill>
                <a:latin typeface="Verdana" panose="020B0604030504040204" pitchFamily="34" charset="0"/>
                <a:ea typeface="Verdana" panose="020B0604030504040204" pitchFamily="34" charset="0"/>
                <a:cs typeface="Roboto Light" pitchFamily="34" charset="-120"/>
              </a:rPr>
              <a:t>135</a:t>
            </a:r>
            <a:endParaRPr lang="en-US" sz="1167" dirty="0">
              <a:latin typeface="Verdana" panose="020B0604030504040204" pitchFamily="34" charset="0"/>
              <a:ea typeface="Verdana" panose="020B0604030504040204" pitchFamily="34" charset="0"/>
            </a:endParaRPr>
          </a:p>
        </p:txBody>
      </p:sp>
      <p:sp>
        <p:nvSpPr>
          <p:cNvPr id="58" name="Text 17">
            <a:extLst>
              <a:ext uri="{FF2B5EF4-FFF2-40B4-BE49-F238E27FC236}">
                <a16:creationId xmlns:a16="http://schemas.microsoft.com/office/drawing/2014/main" id="{1C8C14DB-EF80-FF14-0D8D-D155AB254860}"/>
              </a:ext>
            </a:extLst>
          </p:cNvPr>
          <p:cNvSpPr/>
          <p:nvPr/>
        </p:nvSpPr>
        <p:spPr>
          <a:xfrm>
            <a:off x="8957866" y="4791868"/>
            <a:ext cx="2395934" cy="237332"/>
          </a:xfrm>
          <a:prstGeom prst="rect">
            <a:avLst/>
          </a:prstGeom>
          <a:noFill/>
          <a:ln/>
        </p:spPr>
        <p:txBody>
          <a:bodyPr wrap="none" lIns="0" tIns="0" rIns="0" bIns="0" rtlCol="0" anchor="t"/>
          <a:lstStyle/>
          <a:p>
            <a:pPr>
              <a:lnSpc>
                <a:spcPts val="1833"/>
              </a:lnSpc>
            </a:pPr>
            <a:r>
              <a:rPr lang="en-US" sz="1167" dirty="0">
                <a:solidFill>
                  <a:srgbClr val="3B3535"/>
                </a:solidFill>
                <a:latin typeface="Verdana" panose="020B0604030504040204" pitchFamily="34" charset="0"/>
                <a:ea typeface="Verdana" panose="020B0604030504040204" pitchFamily="34" charset="0"/>
                <a:cs typeface="Roboto Light" pitchFamily="34" charset="-120"/>
              </a:rPr>
              <a:t>▼ 51 actions</a:t>
            </a:r>
            <a:endParaRPr lang="en-US" sz="1167" dirty="0">
              <a:latin typeface="Verdana" panose="020B0604030504040204" pitchFamily="34" charset="0"/>
              <a:ea typeface="Verdana" panose="020B0604030504040204" pitchFamily="34" charset="0"/>
            </a:endParaRPr>
          </a:p>
        </p:txBody>
      </p:sp>
      <p:sp>
        <p:nvSpPr>
          <p:cNvPr id="62" name="Text 22">
            <a:extLst>
              <a:ext uri="{FF2B5EF4-FFF2-40B4-BE49-F238E27FC236}">
                <a16:creationId xmlns:a16="http://schemas.microsoft.com/office/drawing/2014/main" id="{041FBDB3-F899-C13D-2210-0508633664E8}"/>
              </a:ext>
            </a:extLst>
          </p:cNvPr>
          <p:cNvSpPr/>
          <p:nvPr/>
        </p:nvSpPr>
        <p:spPr>
          <a:xfrm>
            <a:off x="8957866" y="5172868"/>
            <a:ext cx="2395934" cy="237332"/>
          </a:xfrm>
          <a:prstGeom prst="rect">
            <a:avLst/>
          </a:prstGeom>
          <a:noFill/>
          <a:ln/>
        </p:spPr>
        <p:txBody>
          <a:bodyPr wrap="none" lIns="0" tIns="0" rIns="0" bIns="0" rtlCol="0" anchor="t"/>
          <a:lstStyle/>
          <a:p>
            <a:pPr>
              <a:lnSpc>
                <a:spcPts val="1833"/>
              </a:lnSpc>
            </a:pPr>
            <a:endParaRPr lang="en-US" sz="1167">
              <a:latin typeface="Verdana" panose="020B0604030504040204" pitchFamily="34" charset="0"/>
              <a:ea typeface="Verdana" panose="020B0604030504040204" pitchFamily="34" charset="0"/>
            </a:endParaRPr>
          </a:p>
        </p:txBody>
      </p:sp>
      <p:sp>
        <p:nvSpPr>
          <p:cNvPr id="63" name="Shape 28">
            <a:extLst>
              <a:ext uri="{FF2B5EF4-FFF2-40B4-BE49-F238E27FC236}">
                <a16:creationId xmlns:a16="http://schemas.microsoft.com/office/drawing/2014/main" id="{05ABDC6C-BD8D-527C-F9A9-19802999AA53}"/>
              </a:ext>
            </a:extLst>
          </p:cNvPr>
          <p:cNvSpPr/>
          <p:nvPr/>
        </p:nvSpPr>
        <p:spPr>
          <a:xfrm>
            <a:off x="704454" y="4735839"/>
            <a:ext cx="10795793" cy="428030"/>
          </a:xfrm>
          <a:prstGeom prst="rect">
            <a:avLst/>
          </a:prstGeom>
          <a:solidFill>
            <a:srgbClr val="000000">
              <a:alpha val="4000"/>
            </a:srgbClr>
          </a:solidFill>
          <a:ln/>
        </p:spPr>
        <p:txBody>
          <a:bodyPr/>
          <a:lstStyle/>
          <a:p>
            <a:endParaRPr lang="en-AE">
              <a:latin typeface="Verdana" panose="020B0604030504040204" pitchFamily="34" charset="0"/>
              <a:ea typeface="Verdana" panose="020B0604030504040204" pitchFamily="34" charset="0"/>
            </a:endParaRPr>
          </a:p>
        </p:txBody>
      </p:sp>
      <p:sp>
        <p:nvSpPr>
          <p:cNvPr id="4" name="Action Button: Return 3">
            <a:hlinkClick r:id="rId4" action="ppaction://hlinksldjump" highlightClick="1"/>
            <a:extLst>
              <a:ext uri="{FF2B5EF4-FFF2-40B4-BE49-F238E27FC236}">
                <a16:creationId xmlns:a16="http://schemas.microsoft.com/office/drawing/2014/main" id="{289596FA-782D-09F1-8559-5973F51AA0C3}"/>
              </a:ext>
            </a:extLst>
          </p:cNvPr>
          <p:cNvSpPr/>
          <p:nvPr/>
        </p:nvSpPr>
        <p:spPr bwMode="auto">
          <a:xfrm>
            <a:off x="11675347" y="6571049"/>
            <a:ext cx="211853" cy="152400"/>
          </a:xfrm>
          <a:prstGeom prst="actionButtonReturn">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srgbClr val="2D2926"/>
              </a:solidFill>
              <a:effectLst/>
              <a:uLnTx/>
              <a:uFillTx/>
              <a:latin typeface="Arial" charset="0"/>
              <a:ea typeface="+mn-ea"/>
              <a:cs typeface="Arial" charset="0"/>
            </a:endParaRPr>
          </a:p>
        </p:txBody>
      </p:sp>
      <p:sp>
        <p:nvSpPr>
          <p:cNvPr id="5" name="Text 19">
            <a:extLst>
              <a:ext uri="{FF2B5EF4-FFF2-40B4-BE49-F238E27FC236}">
                <a16:creationId xmlns:a16="http://schemas.microsoft.com/office/drawing/2014/main" id="{3662E212-EB28-F851-1B32-528112FF12EC}"/>
              </a:ext>
            </a:extLst>
          </p:cNvPr>
          <p:cNvSpPr/>
          <p:nvPr/>
        </p:nvSpPr>
        <p:spPr>
          <a:xfrm>
            <a:off x="704454" y="5145493"/>
            <a:ext cx="4813844" cy="229852"/>
          </a:xfrm>
          <a:prstGeom prst="rect">
            <a:avLst/>
          </a:prstGeom>
          <a:noFill/>
          <a:ln/>
        </p:spPr>
        <p:txBody>
          <a:bodyPr vert="horz" wrap="square" lIns="0" tIns="0" rIns="0" bIns="0" rtlCol="0" anchor="t"/>
          <a:lstStyle/>
          <a:p>
            <a:pPr marL="0" indent="0">
              <a:lnSpc>
                <a:spcPts val="1500"/>
              </a:lnSpc>
              <a:buNone/>
            </a:pPr>
            <a:r>
              <a:rPr lang="en-US" sz="800" dirty="0">
                <a:solidFill>
                  <a:srgbClr val="000000"/>
                </a:solidFill>
                <a:latin typeface="Verdana" panose="020B0604030504040204" pitchFamily="34" charset="0"/>
                <a:ea typeface="Verdana" panose="020B0604030504040204" pitchFamily="34" charset="0"/>
                <a:cs typeface="ui-sans-serif" pitchFamily="34" charset="-120"/>
              </a:rPr>
              <a:t>*</a:t>
            </a:r>
            <a:r>
              <a:rPr lang="en-US" sz="800" dirty="0">
                <a:solidFill>
                  <a:schemeClr val="bg2"/>
                </a:solidFill>
                <a:latin typeface="Verdana" panose="020B0604030504040204" pitchFamily="34" charset="0"/>
                <a:ea typeface="Verdana" panose="020B0604030504040204" pitchFamily="34" charset="0"/>
                <a:cs typeface="ui-sans-serif" pitchFamily="34" charset="-120"/>
              </a:rPr>
              <a:t>4</a:t>
            </a:r>
            <a:r>
              <a:rPr lang="en-US" sz="800" dirty="0">
                <a:solidFill>
                  <a:srgbClr val="C00000"/>
                </a:solidFill>
                <a:latin typeface="Verdana" panose="020B0604030504040204" pitchFamily="34" charset="0"/>
                <a:ea typeface="Verdana" panose="020B0604030504040204" pitchFamily="34" charset="0"/>
                <a:cs typeface="ui-sans-serif" pitchFamily="34" charset="-120"/>
              </a:rPr>
              <a:t> </a:t>
            </a:r>
            <a:r>
              <a:rPr lang="en-US" sz="800" dirty="0">
                <a:solidFill>
                  <a:srgbClr val="000000"/>
                </a:solidFill>
                <a:latin typeface="Verdana" panose="020B0604030504040204" pitchFamily="34" charset="0"/>
                <a:ea typeface="Verdana" panose="020B0604030504040204" pitchFamily="34" charset="0"/>
                <a:cs typeface="ui-sans-serif" pitchFamily="34" charset="-120"/>
              </a:rPr>
              <a:t>Additional CBUAE Action Closure Validations to be Completed by YE 2025</a:t>
            </a:r>
          </a:p>
          <a:p>
            <a:pPr marL="0" indent="0">
              <a:lnSpc>
                <a:spcPts val="1500"/>
              </a:lnSpc>
              <a:buNone/>
            </a:pPr>
            <a:r>
              <a:rPr lang="en-US" sz="800" dirty="0">
                <a:solidFill>
                  <a:srgbClr val="000000"/>
                </a:solidFill>
                <a:latin typeface="Verdana" panose="020B0604030504040204" pitchFamily="34" charset="0"/>
                <a:ea typeface="Verdana" panose="020B0604030504040204" pitchFamily="34" charset="0"/>
              </a:rPr>
              <a:t>^ Estimated % based on audits </a:t>
            </a:r>
            <a:r>
              <a:rPr lang="en-US" sz="800" dirty="0">
                <a:solidFill>
                  <a:schemeClr val="bg2"/>
                </a:solidFill>
                <a:latin typeface="Verdana" panose="020B0604030504040204" pitchFamily="34" charset="0"/>
                <a:ea typeface="Verdana" panose="020B0604030504040204" pitchFamily="34" charset="0"/>
              </a:rPr>
              <a:t>expected to be delivered</a:t>
            </a:r>
            <a:r>
              <a:rPr lang="en-US" sz="800" dirty="0">
                <a:solidFill>
                  <a:srgbClr val="C00000"/>
                </a:solidFill>
                <a:latin typeface="Verdana" panose="020B0604030504040204" pitchFamily="34" charset="0"/>
                <a:ea typeface="Verdana" panose="020B0604030504040204" pitchFamily="34" charset="0"/>
              </a:rPr>
              <a:t> </a:t>
            </a:r>
            <a:r>
              <a:rPr lang="en-US" sz="800" dirty="0">
                <a:solidFill>
                  <a:srgbClr val="000000"/>
                </a:solidFill>
                <a:latin typeface="Verdana" panose="020B0604030504040204" pitchFamily="34" charset="0"/>
                <a:ea typeface="Verdana" panose="020B0604030504040204" pitchFamily="34" charset="0"/>
              </a:rPr>
              <a:t>by YE 2025 </a:t>
            </a:r>
            <a:endParaRPr lang="en-US" sz="800" dirty="0">
              <a:latin typeface="Verdana" panose="020B0604030504040204" pitchFamily="34" charset="0"/>
              <a:ea typeface="Verdana" panose="020B0604030504040204" pitchFamily="34" charset="0"/>
            </a:endParaRPr>
          </a:p>
        </p:txBody>
      </p:sp>
      <p:sp>
        <p:nvSpPr>
          <p:cNvPr id="6" name="TextBox 5">
            <a:extLst>
              <a:ext uri="{FF2B5EF4-FFF2-40B4-BE49-F238E27FC236}">
                <a16:creationId xmlns:a16="http://schemas.microsoft.com/office/drawing/2014/main" id="{E0AFFDA0-EA4C-7892-DAAB-A50811DB808F}"/>
              </a:ext>
            </a:extLst>
          </p:cNvPr>
          <p:cNvSpPr txBox="1"/>
          <p:nvPr/>
        </p:nvSpPr>
        <p:spPr>
          <a:xfrm>
            <a:off x="630921" y="5487941"/>
            <a:ext cx="8669195" cy="215444"/>
          </a:xfrm>
          <a:prstGeom prst="rect">
            <a:avLst/>
          </a:prstGeom>
          <a:noFill/>
          <a:ln>
            <a:solidFill>
              <a:schemeClr val="bg1"/>
            </a:solidFill>
          </a:ln>
        </p:spPr>
        <p:txBody>
          <a:bodyPr wrap="square" lIns="91440" tIns="45720" rIns="91440" bIns="45720" rtlCol="0" anchor="t">
            <a:spAutoFit/>
          </a:bodyPr>
          <a:lstStyle/>
          <a:p>
            <a:pPr algn="just"/>
            <a:r>
              <a:rPr lang="en-US" sz="800" dirty="0">
                <a:solidFill>
                  <a:schemeClr val="bg2"/>
                </a:solidFill>
                <a:latin typeface="Verdana" panose="020B0604030504040204" pitchFamily="34" charset="0"/>
                <a:ea typeface="Verdana" panose="020B0604030504040204" pitchFamily="34" charset="0"/>
                <a:cs typeface="Arial"/>
              </a:rPr>
              <a:t># Actions excludes those related to </a:t>
            </a:r>
            <a:r>
              <a:rPr lang="en-US" sz="800" dirty="0" err="1">
                <a:solidFill>
                  <a:schemeClr val="bg2"/>
                </a:solidFill>
                <a:latin typeface="Verdana" panose="020B0604030504040204" pitchFamily="34" charset="0"/>
                <a:ea typeface="Verdana" panose="020B0604030504040204" pitchFamily="34" charset="0"/>
                <a:cs typeface="Arial"/>
              </a:rPr>
              <a:t>RAKislamic</a:t>
            </a:r>
            <a:r>
              <a:rPr lang="en-US" sz="800" dirty="0">
                <a:solidFill>
                  <a:schemeClr val="bg2"/>
                </a:solidFill>
                <a:latin typeface="Verdana" panose="020B0604030504040204" pitchFamily="34" charset="0"/>
                <a:ea typeface="Verdana" panose="020B0604030504040204" pitchFamily="34" charset="0"/>
                <a:cs typeface="Arial"/>
              </a:rPr>
              <a:t> and RAKINSURANCE divisions, including actions from GIA audits; AFIs and unrated actions are also excluded.</a:t>
            </a:r>
            <a:endParaRPr lang="en-US" sz="800" dirty="0">
              <a:solidFill>
                <a:schemeClr val="bg2"/>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778550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8AEC7-7EE9-83A5-297D-07E78F8AE43D}"/>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5D476BB5-DB3B-2537-B444-D0C409B683A3}"/>
              </a:ext>
            </a:extLst>
          </p:cNvPr>
          <p:cNvSpPr txBox="1"/>
          <p:nvPr/>
        </p:nvSpPr>
        <p:spPr>
          <a:xfrm>
            <a:off x="3176226" y="3569492"/>
            <a:ext cx="1169413" cy="200055"/>
          </a:xfrm>
          <a:prstGeom prst="rect">
            <a:avLst/>
          </a:prstGeom>
          <a:solidFill>
            <a:schemeClr val="bg1"/>
          </a:solidFill>
        </p:spPr>
        <p:txBody>
          <a:bodyPr wrap="square" rtlCol="0" anchor="t">
            <a:spAutoFit/>
          </a:bodyPr>
          <a:lstStyle/>
          <a:p>
            <a:pPr marL="85725" marR="0" lvl="0" indent="-85725" algn="l" defTabSz="914400" rtl="0" eaLnBrk="1" fontAlgn="base" latinLnBrk="0" hangingPunct="1">
              <a:lnSpc>
                <a:spcPct val="100000"/>
              </a:lnSpc>
              <a:spcBef>
                <a:spcPct val="0"/>
              </a:spcBef>
              <a:spcAft>
                <a:spcPct val="0"/>
              </a:spcAft>
              <a:buClrTx/>
              <a:buSzTx/>
              <a:buFontTx/>
              <a:buNone/>
              <a:tabLst/>
              <a:defRPr/>
            </a:pPr>
            <a:r>
              <a:rPr kumimoji="0" lang="en-US" sz="700" b="1" i="0" u="none" strike="noStrike" kern="1200" cap="none" spc="0" normalizeH="0" baseline="0" noProof="0" dirty="0">
                <a:ln>
                  <a:noFill/>
                </a:ln>
                <a:solidFill>
                  <a:schemeClr val="tx2"/>
                </a:solidFill>
                <a:effectLst/>
                <a:uLnTx/>
                <a:uFillTx/>
                <a:latin typeface="Verdana" panose="020B0604030504040204" pitchFamily="34" charset="0"/>
                <a:ea typeface="Verdana" panose="020B0604030504040204" pitchFamily="34" charset="0"/>
                <a:cs typeface="Arial" charset="0"/>
              </a:rPr>
              <a:t>*</a:t>
            </a:r>
            <a:r>
              <a:rPr kumimoji="0" lang="en-US" sz="700" b="1" i="0" u="none" strike="noStrike" kern="1200" cap="none" spc="0" normalizeH="0" baseline="0" noProof="0" dirty="0">
                <a:ln>
                  <a:noFill/>
                </a:ln>
                <a:solidFill>
                  <a:schemeClr val="bg2"/>
                </a:solidFill>
                <a:effectLst/>
                <a:uLnTx/>
                <a:uFillTx/>
                <a:latin typeface="Verdana" panose="020B0604030504040204" pitchFamily="34" charset="0"/>
                <a:ea typeface="Verdana" panose="020B0604030504040204" pitchFamily="34" charset="0"/>
                <a:cs typeface="Arial" charset="0"/>
              </a:rPr>
              <a:t>IP – In Progress</a:t>
            </a:r>
          </a:p>
        </p:txBody>
      </p:sp>
      <p:graphicFrame>
        <p:nvGraphicFramePr>
          <p:cNvPr id="27" name="Chart 26">
            <a:extLst>
              <a:ext uri="{FF2B5EF4-FFF2-40B4-BE49-F238E27FC236}">
                <a16:creationId xmlns:a16="http://schemas.microsoft.com/office/drawing/2014/main" id="{49F7B37E-B0C8-7008-8495-7B8CBCE043A1}"/>
              </a:ext>
            </a:extLst>
          </p:cNvPr>
          <p:cNvGraphicFramePr>
            <a:graphicFrameLocks/>
          </p:cNvGraphicFramePr>
          <p:nvPr/>
        </p:nvGraphicFramePr>
        <p:xfrm>
          <a:off x="48293" y="3712624"/>
          <a:ext cx="4737931" cy="2699146"/>
        </p:xfrm>
        <a:graphic>
          <a:graphicData uri="http://schemas.openxmlformats.org/drawingml/2006/chart">
            <c:chart xmlns:c="http://schemas.openxmlformats.org/drawingml/2006/chart" xmlns:r="http://schemas.openxmlformats.org/officeDocument/2006/relationships" r:id="rId3"/>
          </a:graphicData>
        </a:graphic>
      </p:graphicFrame>
      <p:sp>
        <p:nvSpPr>
          <p:cNvPr id="10" name="Slide Number Placeholder 1">
            <a:extLst>
              <a:ext uri="{FF2B5EF4-FFF2-40B4-BE49-F238E27FC236}">
                <a16:creationId xmlns:a16="http://schemas.microsoft.com/office/drawing/2014/main" id="{DD51A04E-B887-8F9C-7FE0-6921A3E84A8B}"/>
              </a:ext>
            </a:extLst>
          </p:cNvPr>
          <p:cNvSpPr>
            <a:spLocks noGrp="1"/>
          </p:cNvSpPr>
          <p:nvPr>
            <p:ph type="sldNum" sz="quarter" idx="4"/>
          </p:nvPr>
        </p:nvSpPr>
        <p:spPr>
          <a:xfrm>
            <a:off x="11582400" y="6620636"/>
            <a:ext cx="914400" cy="233749"/>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US" sz="900" b="1" i="0" u="none" strike="noStrike" kern="1200" cap="none" spc="0" normalizeH="0" baseline="0" noProof="0" smtClean="0">
                <a:ln>
                  <a:noFill/>
                </a:ln>
                <a:solidFill>
                  <a:srgbClr val="2D2926"/>
                </a:solidFill>
                <a:effectLst/>
                <a:uLnTx/>
                <a:uFillTx/>
                <a:latin typeface="Verdana" panose="020B0604030504040204" pitchFamily="34" charset="0"/>
                <a:ea typeface="Verdana" panose="020B0604030504040204" pitchFamily="34" charset="0"/>
                <a:cs typeface="+mn-cs"/>
              </a:rPr>
              <a:pPr marL="0" marR="0" lvl="0" indent="0" algn="ctr" defTabSz="914400" rtl="0" eaLnBrk="1" fontAlgn="base" latinLnBrk="0" hangingPunct="1">
                <a:lnSpc>
                  <a:spcPct val="100000"/>
                </a:lnSpc>
                <a:spcBef>
                  <a:spcPct val="0"/>
                </a:spcBef>
                <a:spcAft>
                  <a:spcPct val="0"/>
                </a:spcAft>
                <a:buClrTx/>
                <a:buSzTx/>
                <a:buFontTx/>
                <a:buNone/>
                <a:tabLst/>
                <a:defRPr/>
              </a:pPr>
              <a:t>4</a:t>
            </a:fld>
            <a:endParaRPr kumimoji="0" lang="en-US" sz="9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mn-cs"/>
            </a:endParaRPr>
          </a:p>
        </p:txBody>
      </p:sp>
      <p:sp>
        <p:nvSpPr>
          <p:cNvPr id="6" name="Title 1">
            <a:extLst>
              <a:ext uri="{FF2B5EF4-FFF2-40B4-BE49-F238E27FC236}">
                <a16:creationId xmlns:a16="http://schemas.microsoft.com/office/drawing/2014/main" id="{BA2A3BDB-B0E2-5E1A-7873-F3F7E866D98B}"/>
              </a:ext>
            </a:extLst>
          </p:cNvPr>
          <p:cNvSpPr>
            <a:spLocks noGrp="1"/>
          </p:cNvSpPr>
          <p:nvPr>
            <p:ph type="title"/>
          </p:nvPr>
        </p:nvSpPr>
        <p:spPr>
          <a:xfrm>
            <a:off x="0" y="2"/>
            <a:ext cx="12192000" cy="609826"/>
          </a:xfrm>
        </p:spPr>
        <p:txBody>
          <a:bodyPr anchor="ctr">
            <a:normAutofit/>
          </a:bodyPr>
          <a:lstStyle/>
          <a:p>
            <a:r>
              <a:rPr lang="en-US" sz="2000">
                <a:latin typeface="Verdana" panose="020B0604030504040204" pitchFamily="34" charset="0"/>
                <a:ea typeface="Verdana" panose="020B0604030504040204" pitchFamily="34" charset="0"/>
                <a:cs typeface="Verdana" panose="020B0604030504040204" pitchFamily="34" charset="0"/>
              </a:rPr>
              <a:t>    FY 2025 Audit Plan – Status Update 	</a:t>
            </a:r>
            <a:endParaRPr lang="en-GB" sz="200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30" name="Table 29">
            <a:extLst>
              <a:ext uri="{FF2B5EF4-FFF2-40B4-BE49-F238E27FC236}">
                <a16:creationId xmlns:a16="http://schemas.microsoft.com/office/drawing/2014/main" id="{BE6E8E01-9E0C-A39C-B932-18D009E9523C}"/>
              </a:ext>
            </a:extLst>
          </p:cNvPr>
          <p:cNvGraphicFramePr>
            <a:graphicFrameLocks noGrp="1"/>
          </p:cNvGraphicFramePr>
          <p:nvPr>
            <p:extLst>
              <p:ext uri="{D42A27DB-BD31-4B8C-83A1-F6EECF244321}">
                <p14:modId xmlns:p14="http://schemas.microsoft.com/office/powerpoint/2010/main" val="1842761945"/>
              </p:ext>
            </p:extLst>
          </p:nvPr>
        </p:nvGraphicFramePr>
        <p:xfrm>
          <a:off x="7638203" y="718541"/>
          <a:ext cx="4126501" cy="5659911"/>
        </p:xfrm>
        <a:graphic>
          <a:graphicData uri="http://schemas.openxmlformats.org/drawingml/2006/table">
            <a:tbl>
              <a:tblPr firstRow="1">
                <a:tableStyleId>{073A0DAA-6AF3-43AB-8588-CEC1D06C72B9}</a:tableStyleId>
              </a:tblPr>
              <a:tblGrid>
                <a:gridCol w="477167">
                  <a:extLst>
                    <a:ext uri="{9D8B030D-6E8A-4147-A177-3AD203B41FA5}">
                      <a16:colId xmlns:a16="http://schemas.microsoft.com/office/drawing/2014/main" val="20001"/>
                    </a:ext>
                  </a:extLst>
                </a:gridCol>
                <a:gridCol w="1193797">
                  <a:extLst>
                    <a:ext uri="{9D8B030D-6E8A-4147-A177-3AD203B41FA5}">
                      <a16:colId xmlns:a16="http://schemas.microsoft.com/office/drawing/2014/main" val="20000"/>
                    </a:ext>
                  </a:extLst>
                </a:gridCol>
                <a:gridCol w="1237473">
                  <a:extLst>
                    <a:ext uri="{9D8B030D-6E8A-4147-A177-3AD203B41FA5}">
                      <a16:colId xmlns:a16="http://schemas.microsoft.com/office/drawing/2014/main" val="4193660042"/>
                    </a:ext>
                  </a:extLst>
                </a:gridCol>
                <a:gridCol w="1218064">
                  <a:extLst>
                    <a:ext uri="{9D8B030D-6E8A-4147-A177-3AD203B41FA5}">
                      <a16:colId xmlns:a16="http://schemas.microsoft.com/office/drawing/2014/main" val="20003"/>
                    </a:ext>
                  </a:extLst>
                </a:gridCol>
              </a:tblGrid>
              <a:tr h="883970">
                <a:tc>
                  <a:txBody>
                    <a:bodyPr/>
                    <a:lstStyle/>
                    <a:p>
                      <a:pPr marL="0" algn="ctr" defTabSz="685800" rtl="0" eaLnBrk="1" fontAlgn="b" latinLnBrk="0" hangingPunct="1"/>
                      <a:r>
                        <a:rPr lang="en-US" sz="1000" b="1" u="none" strike="noStrike" kern="1200" dirty="0">
                          <a:solidFill>
                            <a:schemeClr val="bg1"/>
                          </a:solidFill>
                          <a:effectLst/>
                          <a:latin typeface="Verdana" panose="020B0604030504040204" pitchFamily="34" charset="0"/>
                          <a:ea typeface="Verdana" panose="020B0604030504040204" pitchFamily="34" charset="0"/>
                        </a:rPr>
                        <a:t>S#</a:t>
                      </a:r>
                      <a:endParaRPr lang="en-US" sz="1000" b="1" i="0" u="none" strike="noStrike" kern="1200" dirty="0">
                        <a:solidFill>
                          <a:schemeClr val="bg1"/>
                        </a:solidFill>
                        <a:effectLst/>
                        <a:latin typeface="Verdana" panose="020B0604030504040204" pitchFamily="34" charset="0"/>
                        <a:ea typeface="Verdana" panose="020B0604030504040204" pitchFamily="34" charset="0"/>
                        <a:cs typeface="Verdana" panose="020B0604030504040204" pitchFamily="34" charset="0"/>
                      </a:endParaRPr>
                    </a:p>
                  </a:txBody>
                  <a:tcPr marT="45721" marB="45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5000"/>
                        <a:lumOff val="35000"/>
                      </a:schemeClr>
                    </a:solidFill>
                  </a:tcPr>
                </a:tc>
                <a:tc>
                  <a:txBody>
                    <a:bodyPr/>
                    <a:lstStyle/>
                    <a:p>
                      <a:pPr marL="0" algn="ctr" defTabSz="685800" rtl="0" eaLnBrk="1" fontAlgn="b" latinLnBrk="0" hangingPunct="1"/>
                      <a:r>
                        <a:rPr lang="en-US" sz="1000" b="1" u="none" strike="noStrike" kern="1200" dirty="0">
                          <a:solidFill>
                            <a:schemeClr val="bg1"/>
                          </a:solidFill>
                          <a:effectLst/>
                          <a:latin typeface="Verdana" panose="020B0604030504040204" pitchFamily="34" charset="0"/>
                          <a:ea typeface="Verdana" panose="020B0604030504040204" pitchFamily="34" charset="0"/>
                        </a:rPr>
                        <a:t>In-flight Audit name</a:t>
                      </a:r>
                      <a:endParaRPr lang="en-GB" sz="1000" b="1" i="0" u="none" strike="noStrike" kern="1200" dirty="0">
                        <a:solidFill>
                          <a:schemeClr val="bg1"/>
                        </a:solidFill>
                        <a:effectLst/>
                        <a:latin typeface="Verdana" panose="020B0604030504040204" pitchFamily="34" charset="0"/>
                        <a:ea typeface="Verdana" panose="020B0604030504040204" pitchFamily="34" charset="0"/>
                        <a:cs typeface="Vani" panose="020B0502040204020203" pitchFamily="18" charset="0"/>
                      </a:endParaRPr>
                    </a:p>
                  </a:txBody>
                  <a:tcPr marT="45721" marB="45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5000"/>
                        <a:lumOff val="35000"/>
                      </a:schemeClr>
                    </a:solidFill>
                  </a:tcPr>
                </a:tc>
                <a:tc>
                  <a:txBody>
                    <a:bodyPr/>
                    <a:lstStyle/>
                    <a:p>
                      <a:pPr marL="0" algn="ctr" defTabSz="685800" rtl="0" eaLnBrk="1" fontAlgn="b" latinLnBrk="0" hangingPunct="1"/>
                      <a:r>
                        <a:rPr lang="en-GB" sz="1000" b="1" u="none" strike="noStrike" kern="1200">
                          <a:solidFill>
                            <a:schemeClr val="bg1"/>
                          </a:solidFill>
                          <a:effectLst/>
                          <a:latin typeface="Verdana" panose="020B0604030504040204" pitchFamily="34" charset="0"/>
                          <a:ea typeface="Verdana" panose="020B0604030504040204" pitchFamily="34" charset="0"/>
                        </a:rPr>
                        <a:t>Status</a:t>
                      </a:r>
                      <a:endParaRPr lang="en-GB" sz="1000" b="1" i="0" u="none" strike="noStrike" kern="1200">
                        <a:solidFill>
                          <a:schemeClr val="bg1"/>
                        </a:solidFill>
                        <a:effectLst/>
                        <a:latin typeface="Verdana" panose="020B0604030504040204" pitchFamily="34" charset="0"/>
                        <a:ea typeface="Verdana" panose="020B0604030504040204" pitchFamily="34" charset="0"/>
                        <a:cs typeface="Vani" panose="020B0502040204020203" pitchFamily="18" charset="0"/>
                      </a:endParaRPr>
                    </a:p>
                  </a:txBody>
                  <a:tcPr marT="45721" marB="45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5000"/>
                        <a:lumOff val="35000"/>
                      </a:schemeClr>
                    </a:solidFill>
                  </a:tcPr>
                </a:tc>
                <a:tc>
                  <a:txBody>
                    <a:bodyPr/>
                    <a:lstStyle/>
                    <a:p>
                      <a:pPr marL="0" algn="ctr" defTabSz="685800" rtl="0" eaLnBrk="1" fontAlgn="b" latinLnBrk="0" hangingPunct="1"/>
                      <a:r>
                        <a:rPr lang="en-US" sz="1000" b="1" u="none" strike="noStrike" kern="1200" dirty="0">
                          <a:solidFill>
                            <a:schemeClr val="bg1"/>
                          </a:solidFill>
                          <a:effectLst/>
                          <a:latin typeface="Verdana" panose="020B0604030504040204" pitchFamily="34" charset="0"/>
                          <a:ea typeface="Verdana" panose="020B0604030504040204" pitchFamily="34" charset="0"/>
                        </a:rPr>
                        <a:t>Expected Completion</a:t>
                      </a:r>
                      <a:endParaRPr lang="en-US" sz="1000" b="1" i="0" u="none" strike="noStrike" kern="1200" dirty="0">
                        <a:solidFill>
                          <a:schemeClr val="bg1"/>
                        </a:solidFill>
                        <a:effectLst/>
                        <a:latin typeface="Verdana" panose="020B0604030504040204" pitchFamily="34" charset="0"/>
                        <a:ea typeface="Verdana" panose="020B0604030504040204" pitchFamily="34" charset="0"/>
                        <a:cs typeface="Vani" panose="020B0502040204020203" pitchFamily="18" charset="0"/>
                      </a:endParaRPr>
                    </a:p>
                  </a:txBody>
                  <a:tcPr marT="45721" marB="45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5000"/>
                        <a:lumOff val="35000"/>
                      </a:schemeClr>
                    </a:solidFill>
                  </a:tcPr>
                </a:tc>
                <a:extLst>
                  <a:ext uri="{0D108BD9-81ED-4DB2-BD59-A6C34878D82A}">
                    <a16:rowId xmlns:a16="http://schemas.microsoft.com/office/drawing/2014/main" val="10000"/>
                  </a:ext>
                </a:extLst>
              </a:tr>
              <a:tr h="718782">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900" b="0" i="0" u="none" strike="noStrike" kern="1200" dirty="0">
                          <a:solidFill>
                            <a:schemeClr val="bg2"/>
                          </a:solidFill>
                          <a:effectLst/>
                          <a:latin typeface="Verdana" panose="020B0604030504040204" pitchFamily="34" charset="0"/>
                          <a:ea typeface="Verdana" panose="020B0604030504040204" pitchFamily="34" charset="0"/>
                          <a:cs typeface="Vani" panose="020B0502040204020203" pitchFamily="18" charset="0"/>
                        </a:rPr>
                        <a:t>  1.</a:t>
                      </a:r>
                    </a:p>
                  </a:txBody>
                  <a:tcPr marT="45721" marB="45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ctr" latinLnBrk="0" hangingPunct="1">
                        <a:lnSpc>
                          <a:spcPct val="100000"/>
                        </a:lnSpc>
                        <a:spcBef>
                          <a:spcPts val="0"/>
                        </a:spcBef>
                        <a:spcAft>
                          <a:spcPts val="0"/>
                        </a:spcAft>
                        <a:buClrTx/>
                        <a:buSzTx/>
                        <a:buFontTx/>
                        <a:buNone/>
                        <a:tabLst/>
                        <a:defRPr/>
                      </a:pPr>
                      <a:r>
                        <a:rPr lang="en-US" sz="900" b="0" strike="noStrike" kern="1200" baseline="0" dirty="0">
                          <a:solidFill>
                            <a:schemeClr val="bg2"/>
                          </a:solidFill>
                          <a:effectLst/>
                          <a:latin typeface="Verdana" panose="020B0604030504040204" pitchFamily="34" charset="0"/>
                          <a:ea typeface="Verdana" panose="020B0604030504040204" pitchFamily="34" charset="0"/>
                          <a:cs typeface="Vani" panose="020B0502040204020203" pitchFamily="18" charset="0"/>
                        </a:rPr>
                        <a:t>ADHICS Compliance</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685817" rtl="0" eaLnBrk="1" fontAlgn="auto" latinLnBrk="0" hangingPunct="1">
                        <a:lnSpc>
                          <a:spcPct val="100000"/>
                        </a:lnSpc>
                        <a:spcBef>
                          <a:spcPts val="0"/>
                        </a:spcBef>
                        <a:spcAft>
                          <a:spcPts val="0"/>
                        </a:spcAft>
                        <a:buClrTx/>
                        <a:buSzTx/>
                        <a:buFontTx/>
                        <a:buNone/>
                        <a:tabLst/>
                        <a:defRPr/>
                      </a:pPr>
                      <a:endParaRPr lang="en-US" sz="900" b="1" kern="1200" dirty="0">
                        <a:solidFill>
                          <a:schemeClr val="bg2"/>
                        </a:solidFill>
                        <a:latin typeface="Verdana" panose="020B0604030504040204" pitchFamily="34" charset="0"/>
                        <a:ea typeface="Verdana" panose="020B0604030504040204" pitchFamily="34" charset="0"/>
                        <a:cs typeface="+mn-cs"/>
                      </a:endParaRPr>
                    </a:p>
                    <a:p>
                      <a:pPr marL="0" marR="0" lvl="0" indent="0" algn="ctr" defTabSz="685817" rtl="0" eaLnBrk="1" fontAlgn="auto" latinLnBrk="0" hangingPunct="1">
                        <a:lnSpc>
                          <a:spcPct val="100000"/>
                        </a:lnSpc>
                        <a:spcBef>
                          <a:spcPts val="0"/>
                        </a:spcBef>
                        <a:spcAft>
                          <a:spcPts val="0"/>
                        </a:spcAft>
                        <a:buClrTx/>
                        <a:buSzTx/>
                        <a:buFontTx/>
                        <a:buNone/>
                        <a:tabLst/>
                        <a:defRPr/>
                      </a:pPr>
                      <a:r>
                        <a:rPr lang="en-US" sz="900" b="1" kern="1200" dirty="0">
                          <a:solidFill>
                            <a:srgbClr val="00B050"/>
                          </a:solidFill>
                          <a:latin typeface="Verdana" panose="020B0604030504040204" pitchFamily="34" charset="0"/>
                          <a:ea typeface="Verdana" panose="020B0604030504040204" pitchFamily="34" charset="0"/>
                          <a:cs typeface="+mn-cs"/>
                        </a:rPr>
                        <a:t>Reporting</a:t>
                      </a:r>
                    </a:p>
                    <a:p>
                      <a:pPr marL="0" algn="ctr" defTabSz="685817" rtl="0" eaLnBrk="1" latinLnBrk="0" hangingPunct="1"/>
                      <a:endParaRPr sz="900" b="1" kern="1200" dirty="0">
                        <a:solidFill>
                          <a:schemeClr val="bg2"/>
                        </a:solidFill>
                        <a:latin typeface="Verdana" panose="020B0604030504040204" pitchFamily="34" charset="0"/>
                        <a:ea typeface="Verdana" panose="020B0604030504040204" pitchFamily="34" charset="0"/>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kern="1200">
                          <a:solidFill>
                            <a:schemeClr val="bg2"/>
                          </a:solidFill>
                          <a:latin typeface="Verdana" panose="020B0604030504040204" pitchFamily="34" charset="0"/>
                          <a:ea typeface="Verdana" panose="020B0604030504040204" pitchFamily="34" charset="0"/>
                          <a:cs typeface="+mn-cs"/>
                        </a:rPr>
                        <a:t>December 2025</a:t>
                      </a:r>
                      <a:endParaRPr lang="en-AE" sz="900" b="0" kern="1200">
                        <a:solidFill>
                          <a:schemeClr val="bg2"/>
                        </a:solidFill>
                        <a:latin typeface="Verdana" panose="020B0604030504040204" pitchFamily="34" charset="0"/>
                        <a:ea typeface="Verdana" panose="020B0604030504040204" pitchFamily="34" charset="0"/>
                        <a:cs typeface="+mn-cs"/>
                      </a:endParaRPr>
                    </a:p>
                  </a:txBody>
                  <a:tcPr marT="45721" marB="45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36862721"/>
                  </a:ext>
                </a:extLst>
              </a:tr>
              <a:tr h="676193">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900" b="0" i="0" u="none" strike="noStrike" kern="1200" dirty="0">
                          <a:solidFill>
                            <a:schemeClr val="bg2"/>
                          </a:solidFill>
                          <a:effectLst/>
                          <a:latin typeface="Verdana" panose="020B0604030504040204" pitchFamily="34" charset="0"/>
                          <a:ea typeface="Verdana" panose="020B0604030504040204" pitchFamily="34" charset="0"/>
                          <a:cs typeface="Vani" panose="020B0502040204020203" pitchFamily="18" charset="0"/>
                        </a:rPr>
                        <a:t>  2.</a:t>
                      </a:r>
                    </a:p>
                  </a:txBody>
                  <a:tcPr marT="45721" marB="45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ctr" latinLnBrk="0" hangingPunct="1">
                        <a:lnSpc>
                          <a:spcPct val="100000"/>
                        </a:lnSpc>
                        <a:spcBef>
                          <a:spcPts val="0"/>
                        </a:spcBef>
                        <a:spcAft>
                          <a:spcPts val="0"/>
                        </a:spcAft>
                        <a:buClrTx/>
                        <a:buSzTx/>
                        <a:buFontTx/>
                        <a:buNone/>
                        <a:tabLst/>
                        <a:defRPr/>
                      </a:pPr>
                      <a:r>
                        <a:rPr lang="en-US" sz="900" dirty="0" err="1">
                          <a:latin typeface="Verdana" panose="020B0604030504040204" pitchFamily="34" charset="0"/>
                          <a:ea typeface="Verdana" panose="020B0604030504040204" pitchFamily="34" charset="0"/>
                        </a:rPr>
                        <a:t>Skiply</a:t>
                      </a:r>
                      <a:r>
                        <a:rPr lang="en-US" sz="900" dirty="0">
                          <a:latin typeface="Verdana" panose="020B0604030504040204" pitchFamily="34" charset="0"/>
                          <a:ea typeface="Verdana" panose="020B0604030504040204" pitchFamily="34" charset="0"/>
                        </a:rPr>
                        <a:t> </a:t>
                      </a:r>
                      <a:r>
                        <a:rPr lang="en-US" sz="900" b="1" dirty="0">
                          <a:latin typeface="Verdana" panose="020B0604030504040204" pitchFamily="34" charset="0"/>
                          <a:ea typeface="Verdana" panose="020B0604030504040204" pitchFamily="34" charset="0"/>
                        </a:rPr>
                        <a:t>(I)</a:t>
                      </a:r>
                      <a:endParaRPr lang="en-US" sz="900" b="0" dirty="0">
                        <a:latin typeface="Verdana" panose="020B0604030504040204" pitchFamily="34" charset="0"/>
                        <a:ea typeface="Verdana" panose="020B0604030504040204" pitchFamily="34" charset="0"/>
                      </a:endParaRP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ctr" defTabSz="685817" rtl="0" eaLnBrk="1" fontAlgn="auto" latinLnBrk="0" hangingPunct="1">
                        <a:lnSpc>
                          <a:spcPct val="100000"/>
                        </a:lnSpc>
                        <a:spcBef>
                          <a:spcPts val="0"/>
                        </a:spcBef>
                        <a:spcAft>
                          <a:spcPts val="0"/>
                        </a:spcAft>
                        <a:buClrTx/>
                        <a:buSzTx/>
                        <a:buFontTx/>
                        <a:buNone/>
                        <a:tabLst/>
                        <a:defRPr/>
                      </a:pPr>
                      <a:r>
                        <a:rPr lang="en-US" sz="900" b="1" kern="1200" dirty="0">
                          <a:solidFill>
                            <a:srgbClr val="FFCC00"/>
                          </a:solidFill>
                          <a:latin typeface="Verdana" panose="020B0604030504040204" pitchFamily="34" charset="0"/>
                          <a:ea typeface="Verdana" panose="020B0604030504040204" pitchFamily="34" charset="0"/>
                          <a:cs typeface="+mn-cs"/>
                        </a:rPr>
                        <a:t>In Progress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bg2"/>
                          </a:solidFill>
                          <a:latin typeface="Verdana" panose="020B0604030504040204" pitchFamily="34" charset="0"/>
                          <a:ea typeface="Verdana" panose="020B0604030504040204" pitchFamily="34" charset="0"/>
                          <a:cs typeface="+mn-cs"/>
                        </a:rPr>
                        <a:t>  December 2025</a:t>
                      </a:r>
                      <a:endParaRPr lang="en-AE" sz="900" b="0" kern="1200" dirty="0">
                        <a:solidFill>
                          <a:schemeClr val="bg2"/>
                        </a:solidFill>
                        <a:latin typeface="Verdana" panose="020B0604030504040204" pitchFamily="34" charset="0"/>
                        <a:ea typeface="Verdana" panose="020B0604030504040204" pitchFamily="34" charset="0"/>
                        <a:cs typeface="+mn-cs"/>
                      </a:endParaRPr>
                    </a:p>
                  </a:txBody>
                  <a:tcPr marT="45721" marB="45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72346048"/>
                  </a:ext>
                </a:extLst>
              </a:tr>
              <a:tr h="676194">
                <a:tc>
                  <a:txBody>
                    <a:bodyPr/>
                    <a:lstStyle/>
                    <a:p>
                      <a:pPr algn="ctr"/>
                      <a:r>
                        <a:rPr lang="en-US" sz="900" b="0" i="0" u="none" strike="noStrike" kern="1200" dirty="0">
                          <a:solidFill>
                            <a:schemeClr val="bg2"/>
                          </a:solidFill>
                          <a:effectLst/>
                          <a:latin typeface="Verdana" panose="020B0604030504040204" pitchFamily="34" charset="0"/>
                          <a:ea typeface="Verdana" panose="020B0604030504040204" pitchFamily="34" charset="0"/>
                          <a:cs typeface="Vani" panose="020B0502040204020203" pitchFamily="18" charset="0"/>
                        </a:rPr>
                        <a:t>3.</a:t>
                      </a:r>
                      <a:endParaRPr lang="en-AE" dirty="0"/>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ctr" latinLnBrk="0" hangingPunct="1">
                        <a:lnSpc>
                          <a:spcPct val="100000"/>
                        </a:lnSpc>
                        <a:spcBef>
                          <a:spcPts val="0"/>
                        </a:spcBef>
                        <a:spcAft>
                          <a:spcPts val="0"/>
                        </a:spcAft>
                        <a:buClrTx/>
                        <a:buSzTx/>
                        <a:buFontTx/>
                        <a:buNone/>
                        <a:tabLst/>
                        <a:defRPr/>
                      </a:pPr>
                      <a:r>
                        <a:rPr lang="en-US" sz="900" b="0" dirty="0">
                          <a:latin typeface="Verdana" panose="020B0604030504040204" pitchFamily="34" charset="0"/>
                          <a:ea typeface="Verdana" panose="020B0604030504040204" pitchFamily="34" charset="0"/>
                        </a:rPr>
                        <a:t>Annual Credit Risk Management Standards</a:t>
                      </a:r>
                      <a:endParaRPr kumimoji="0" lang="en-AE" sz="900" b="0"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mn-cs"/>
                      </a:endParaRP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AE"/>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E" sz="900" b="0" kern="1200" dirty="0">
                        <a:solidFill>
                          <a:schemeClr val="bg2"/>
                        </a:solidFill>
                        <a:latin typeface="Verdana" panose="020B0604030504040204" pitchFamily="34" charset="0"/>
                        <a:ea typeface="Verdana" panose="020B0604030504040204" pitchFamily="34" charset="0"/>
                        <a:cs typeface="+mn-cs"/>
                      </a:endParaRPr>
                    </a:p>
                  </a:txBody>
                  <a:tcPr marT="45721" marB="45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97339866"/>
                  </a:ext>
                </a:extLst>
              </a:tr>
              <a:tr h="676193">
                <a:tc>
                  <a:txBody>
                    <a:bodyPr/>
                    <a:lstStyle/>
                    <a:p>
                      <a:pPr marL="0" indent="0" algn="ctr"/>
                      <a:r>
                        <a:rPr kumimoji="0" lang="en-US" sz="9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ani" panose="020B0502040204020203" pitchFamily="18" charset="0"/>
                        </a:rPr>
                        <a:t>4.</a:t>
                      </a:r>
                      <a:endParaRPr lang="en-AE" dirty="0"/>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mn-cs"/>
                        </a:rPr>
                        <a:t>Group Human Resources</a:t>
                      </a:r>
                      <a:endParaRPr kumimoji="0" lang="en-AE" sz="900" b="0"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mn-cs"/>
                      </a:endParaRP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4">
                  <a:txBody>
                    <a:bodyPr/>
                    <a:lstStyle/>
                    <a:p>
                      <a:pPr marL="0" marR="0" lvl="0" indent="0" algn="ctr" defTabSz="685817" rtl="0" eaLnBrk="1" fontAlgn="auto" latinLnBrk="0" hangingPunct="1">
                        <a:lnSpc>
                          <a:spcPct val="100000"/>
                        </a:lnSpc>
                        <a:spcBef>
                          <a:spcPts val="0"/>
                        </a:spcBef>
                        <a:spcAft>
                          <a:spcPts val="0"/>
                        </a:spcAft>
                        <a:buClrTx/>
                        <a:buSzTx/>
                        <a:buFontTx/>
                        <a:buNone/>
                        <a:tabLst/>
                        <a:defRPr/>
                      </a:pPr>
                      <a:r>
                        <a:rPr lang="en-US" sz="900" b="1" kern="1200" dirty="0">
                          <a:solidFill>
                            <a:srgbClr val="FF9933"/>
                          </a:solidFill>
                          <a:latin typeface="Verdana" panose="020B0604030504040204" pitchFamily="34" charset="0"/>
                          <a:ea typeface="Verdana" panose="020B0604030504040204" pitchFamily="34" charset="0"/>
                          <a:cs typeface="+mn-cs"/>
                        </a:rPr>
                        <a:t>In Progress</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kern="1200" dirty="0">
                          <a:solidFill>
                            <a:schemeClr val="bg2"/>
                          </a:solidFill>
                          <a:latin typeface="Verdana" panose="020B0604030504040204" pitchFamily="34" charset="0"/>
                          <a:ea typeface="Verdana" panose="020B0604030504040204" pitchFamily="34" charset="0"/>
                          <a:cs typeface="+mn-cs"/>
                        </a:rPr>
                        <a:t>January 2026</a:t>
                      </a:r>
                      <a:endParaRPr lang="en-AE" sz="900" b="0" kern="1200" dirty="0">
                        <a:solidFill>
                          <a:schemeClr val="bg2"/>
                        </a:solidFill>
                        <a:latin typeface="Verdana" panose="020B0604030504040204" pitchFamily="34" charset="0"/>
                        <a:ea typeface="Verdana" panose="020B0604030504040204" pitchFamily="34" charset="0"/>
                        <a:cs typeface="+mn-cs"/>
                      </a:endParaRPr>
                    </a:p>
                  </a:txBody>
                  <a:tcPr marT="45721" marB="45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433700"/>
                  </a:ext>
                </a:extLst>
              </a:tr>
              <a:tr h="676193">
                <a:tc>
                  <a:txBody>
                    <a:bodyPr/>
                    <a:lstStyle/>
                    <a:p>
                      <a:pPr algn="ctr"/>
                      <a:r>
                        <a:rPr kumimoji="0" lang="en-US" sz="9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ani" panose="020B0502040204020203" pitchFamily="18" charset="0"/>
                        </a:rPr>
                        <a:t>5.</a:t>
                      </a:r>
                      <a:endParaRPr lang="en-AE" dirty="0"/>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mn-cs"/>
                        </a:rPr>
                        <a:t>Investments &amp; Trading &amp; Market Risk</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685817" rtl="0" eaLnBrk="1" fontAlgn="auto" latinLnBrk="0" hangingPunct="1">
                        <a:lnSpc>
                          <a:spcPct val="100000"/>
                        </a:lnSpc>
                        <a:spcBef>
                          <a:spcPts val="0"/>
                        </a:spcBef>
                        <a:spcAft>
                          <a:spcPts val="0"/>
                        </a:spcAft>
                        <a:buClrTx/>
                        <a:buSzTx/>
                        <a:buFontTx/>
                        <a:buNone/>
                        <a:tabLst/>
                        <a:defRPr/>
                      </a:pPr>
                      <a:endParaRPr lang="en-US" sz="900" b="1" kern="1200" dirty="0">
                        <a:solidFill>
                          <a:schemeClr val="bg2"/>
                        </a:solidFill>
                        <a:latin typeface="Verdana" panose="020B0604030504040204" pitchFamily="34" charset="0"/>
                        <a:ea typeface="Verdana" panose="020B0604030504040204" pitchFamily="34" charset="0"/>
                        <a:cs typeface="+mn-cs"/>
                      </a:endParaRP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E" sz="900" b="0" kern="1200">
                        <a:solidFill>
                          <a:schemeClr val="bg2"/>
                        </a:solidFill>
                        <a:latin typeface="Verdana" panose="020B0604030504040204" pitchFamily="34" charset="0"/>
                        <a:ea typeface="Verdana" panose="020B0604030504040204" pitchFamily="34" charset="0"/>
                        <a:cs typeface="+mn-cs"/>
                      </a:endParaRPr>
                    </a:p>
                  </a:txBody>
                  <a:tcPr marT="45721" marB="45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124026830"/>
                  </a:ext>
                </a:extLst>
              </a:tr>
              <a:tr h="676193">
                <a:tc>
                  <a:txBody>
                    <a:bodyPr/>
                    <a:lstStyle/>
                    <a:p>
                      <a:pPr algn="ctr"/>
                      <a:r>
                        <a:rPr kumimoji="0" lang="en-US" sz="9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ani" panose="020B0502040204020203" pitchFamily="18" charset="0"/>
                        </a:rPr>
                        <a:t>6.</a:t>
                      </a:r>
                      <a:endParaRPr lang="en-AE" dirty="0"/>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mn-cs"/>
                        </a:rPr>
                        <a:t>Financial Crime Compliance </a:t>
                      </a:r>
                      <a:r>
                        <a:rPr kumimoji="0" lang="en-US" sz="900" b="1"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mn-cs"/>
                        </a:rPr>
                        <a:t>(I)</a:t>
                      </a:r>
                      <a:endParaRPr kumimoji="0" lang="en-US" sz="900" b="0"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mn-cs"/>
                      </a:endParaRP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685817" rtl="0" eaLnBrk="1" fontAlgn="auto" latinLnBrk="0" hangingPunct="1">
                        <a:lnSpc>
                          <a:spcPct val="100000"/>
                        </a:lnSpc>
                        <a:spcBef>
                          <a:spcPts val="0"/>
                        </a:spcBef>
                        <a:spcAft>
                          <a:spcPts val="0"/>
                        </a:spcAft>
                        <a:buClrTx/>
                        <a:buSzTx/>
                        <a:buFontTx/>
                        <a:buNone/>
                        <a:tabLst/>
                        <a:defRPr/>
                      </a:pPr>
                      <a:endParaRPr lang="en-US" sz="900" b="1" kern="1200" dirty="0">
                        <a:solidFill>
                          <a:schemeClr val="bg2"/>
                        </a:solidFill>
                        <a:latin typeface="Verdana" panose="020B0604030504040204" pitchFamily="34" charset="0"/>
                        <a:ea typeface="Verdana" panose="020B0604030504040204" pitchFamily="34" charset="0"/>
                        <a:cs typeface="+mn-cs"/>
                      </a:endParaRPr>
                    </a:p>
                  </a:txBody>
                  <a:tcPr marR="9525" marT="9525"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E" sz="900" b="0" kern="1200" dirty="0">
                        <a:solidFill>
                          <a:schemeClr val="bg2"/>
                        </a:solidFill>
                        <a:latin typeface="Verdana" panose="020B0604030504040204" pitchFamily="34" charset="0"/>
                        <a:ea typeface="Verdana" panose="020B0604030504040204" pitchFamily="34" charset="0"/>
                        <a:cs typeface="+mn-cs"/>
                      </a:endParaRPr>
                    </a:p>
                  </a:txBody>
                  <a:tcPr marT="45721" marB="45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837261691"/>
                  </a:ext>
                </a:extLst>
              </a:tr>
              <a:tr h="676193">
                <a:tc>
                  <a:txBody>
                    <a:bodyPr/>
                    <a:lstStyle/>
                    <a:p>
                      <a:pPr algn="ctr"/>
                      <a:r>
                        <a:rPr kumimoji="0" lang="en-US" sz="9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ani" panose="020B0502040204020203" pitchFamily="18" charset="0"/>
                        </a:rPr>
                        <a:t>7.</a:t>
                      </a:r>
                      <a:endParaRPr lang="en-AE" dirty="0"/>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85800" rtl="0" eaLnBrk="1" fontAlgn="ctr"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mn-cs"/>
                        </a:rPr>
                        <a:t>EIBOR</a:t>
                      </a:r>
                    </a:p>
                  </a:txBody>
                  <a:tcPr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marR="0" lvl="0" indent="0" algn="ctr" defTabSz="685817" rtl="0" eaLnBrk="1" fontAlgn="auto" latinLnBrk="0" hangingPunct="1">
                        <a:lnSpc>
                          <a:spcPct val="100000"/>
                        </a:lnSpc>
                        <a:spcBef>
                          <a:spcPts val="0"/>
                        </a:spcBef>
                        <a:spcAft>
                          <a:spcPts val="0"/>
                        </a:spcAft>
                        <a:buClrTx/>
                        <a:buSzTx/>
                        <a:buFontTx/>
                        <a:buNone/>
                        <a:tabLst/>
                        <a:defRPr/>
                      </a:pPr>
                      <a:endParaRPr lang="en-US" sz="900" b="1" kern="1200" dirty="0">
                        <a:solidFill>
                          <a:schemeClr val="bg2"/>
                        </a:solidFill>
                        <a:latin typeface="Verdana" panose="020B0604030504040204" pitchFamily="34" charset="0"/>
                        <a:ea typeface="Verdana" panose="020B0604030504040204" pitchFamily="34" charset="0"/>
                        <a:cs typeface="+mn-cs"/>
                      </a:endParaRPr>
                    </a:p>
                  </a:txBody>
                  <a:tcPr marR="9525" marT="9525" marB="0"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E" sz="900" b="0" kern="1200" dirty="0">
                        <a:solidFill>
                          <a:schemeClr val="bg2"/>
                        </a:solidFill>
                        <a:latin typeface="Verdana" panose="020B0604030504040204" pitchFamily="34" charset="0"/>
                        <a:ea typeface="Verdana" panose="020B0604030504040204" pitchFamily="34" charset="0"/>
                        <a:cs typeface="+mn-cs"/>
                      </a:endParaRPr>
                    </a:p>
                  </a:txBody>
                  <a:tcPr marT="45721" marB="45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ysDot"/>
                      <a:round/>
                      <a:headEnd type="none" w="med" len="med"/>
                      <a:tailEnd type="none" w="med" len="med"/>
                    </a:lnT>
                    <a:lnB w="635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3725051612"/>
                  </a:ext>
                </a:extLst>
              </a:tr>
            </a:tbl>
          </a:graphicData>
        </a:graphic>
      </p:graphicFrame>
      <p:cxnSp>
        <p:nvCxnSpPr>
          <p:cNvPr id="14" name="Straight Connector 13">
            <a:extLst>
              <a:ext uri="{FF2B5EF4-FFF2-40B4-BE49-F238E27FC236}">
                <a16:creationId xmlns:a16="http://schemas.microsoft.com/office/drawing/2014/main" id="{31F90165-CAF5-81B2-0432-CE366568184A}"/>
              </a:ext>
            </a:extLst>
          </p:cNvPr>
          <p:cNvCxnSpPr/>
          <p:nvPr/>
        </p:nvCxnSpPr>
        <p:spPr bwMode="auto">
          <a:xfrm flipV="1">
            <a:off x="4173724" y="685193"/>
            <a:ext cx="3818" cy="573158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Rectangle 20">
            <a:extLst>
              <a:ext uri="{FF2B5EF4-FFF2-40B4-BE49-F238E27FC236}">
                <a16:creationId xmlns:a16="http://schemas.microsoft.com/office/drawing/2014/main" id="{01ECD91E-3B9F-2A44-A8D7-3022E964DAF0}"/>
              </a:ext>
            </a:extLst>
          </p:cNvPr>
          <p:cNvSpPr/>
          <p:nvPr/>
        </p:nvSpPr>
        <p:spPr>
          <a:xfrm>
            <a:off x="1884238" y="1800435"/>
            <a:ext cx="896400" cy="861774"/>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5000" b="1" dirty="0">
                <a:ln/>
                <a:solidFill>
                  <a:srgbClr val="3F3F3F"/>
                </a:solidFill>
              </a:rPr>
              <a:t>39</a:t>
            </a:r>
            <a:endParaRPr kumimoji="0" lang="en-US" sz="5000" b="1" i="0" u="none" strike="noStrike" kern="1200" cap="none" spc="0" normalizeH="0" baseline="0" noProof="0" dirty="0">
              <a:ln/>
              <a:solidFill>
                <a:srgbClr val="3F3F3F"/>
              </a:solidFill>
              <a:effectLst/>
              <a:uLnTx/>
              <a:uFillTx/>
              <a:latin typeface="Arial" charset="0"/>
              <a:ea typeface="+mn-ea"/>
              <a:cs typeface="Arial" charset="0"/>
            </a:endParaRPr>
          </a:p>
        </p:txBody>
      </p:sp>
      <p:sp>
        <p:nvSpPr>
          <p:cNvPr id="22" name="Rectangle 21">
            <a:extLst>
              <a:ext uri="{FF2B5EF4-FFF2-40B4-BE49-F238E27FC236}">
                <a16:creationId xmlns:a16="http://schemas.microsoft.com/office/drawing/2014/main" id="{5A68193A-3C4E-46D1-9602-A5A2B661E34B}"/>
              </a:ext>
            </a:extLst>
          </p:cNvPr>
          <p:cNvSpPr/>
          <p:nvPr/>
        </p:nvSpPr>
        <p:spPr>
          <a:xfrm>
            <a:off x="1829359" y="4711129"/>
            <a:ext cx="896400" cy="861774"/>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5000" b="1" i="0" u="none" strike="noStrike" kern="1200" cap="none" spc="0" normalizeH="0" baseline="0" noProof="0" dirty="0">
                <a:ln/>
                <a:solidFill>
                  <a:srgbClr val="3F3F3F"/>
                </a:solidFill>
                <a:effectLst/>
                <a:uLnTx/>
                <a:uFillTx/>
                <a:latin typeface="Arial" charset="0"/>
                <a:ea typeface="+mn-ea"/>
                <a:cs typeface="Arial" charset="0"/>
              </a:rPr>
              <a:t>32</a:t>
            </a:r>
          </a:p>
        </p:txBody>
      </p:sp>
      <p:sp>
        <p:nvSpPr>
          <p:cNvPr id="23" name="TextBox 22">
            <a:extLst>
              <a:ext uri="{FF2B5EF4-FFF2-40B4-BE49-F238E27FC236}">
                <a16:creationId xmlns:a16="http://schemas.microsoft.com/office/drawing/2014/main" id="{28759E84-0040-2A81-4FFC-E8BE2503E238}"/>
              </a:ext>
            </a:extLst>
          </p:cNvPr>
          <p:cNvSpPr txBox="1"/>
          <p:nvPr/>
        </p:nvSpPr>
        <p:spPr>
          <a:xfrm>
            <a:off x="2483218" y="1795431"/>
            <a:ext cx="300082" cy="369332"/>
          </a:xfrm>
          <a:prstGeom prst="rect">
            <a:avLst/>
          </a:prstGeom>
          <a:noFill/>
        </p:spPr>
        <p:txBody>
          <a:bodyPr wrap="none" rtlCol="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dirty="0">
                <a:solidFill>
                  <a:srgbClr val="C00000"/>
                </a:solidFill>
                <a:latin typeface="Calibri" panose="020F0502020204030204" pitchFamily="34" charset="0"/>
              </a:rPr>
              <a:t>^</a:t>
            </a:r>
            <a:endParaRPr kumimoji="0" lang="en-US" sz="1800" b="0" i="0" u="none" strike="noStrike" kern="1200" cap="none" spc="0" normalizeH="0" baseline="0" noProof="0" dirty="0">
              <a:ln>
                <a:noFill/>
              </a:ln>
              <a:solidFill>
                <a:srgbClr val="C00000"/>
              </a:solidFill>
              <a:effectLst/>
              <a:uLnTx/>
              <a:uFillTx/>
              <a:latin typeface="Calibri" panose="020F0502020204030204" pitchFamily="34" charset="0"/>
              <a:ea typeface="+mn-ea"/>
              <a:cs typeface="Arial" charset="0"/>
            </a:endParaRPr>
          </a:p>
        </p:txBody>
      </p:sp>
      <p:sp>
        <p:nvSpPr>
          <p:cNvPr id="24" name="TextBox 23">
            <a:extLst>
              <a:ext uri="{FF2B5EF4-FFF2-40B4-BE49-F238E27FC236}">
                <a16:creationId xmlns:a16="http://schemas.microsoft.com/office/drawing/2014/main" id="{744FDCCF-5F80-38EA-DB76-9D8132188F8C}"/>
              </a:ext>
            </a:extLst>
          </p:cNvPr>
          <p:cNvSpPr txBox="1"/>
          <p:nvPr/>
        </p:nvSpPr>
        <p:spPr>
          <a:xfrm>
            <a:off x="318765" y="6392720"/>
            <a:ext cx="3858777" cy="461665"/>
          </a:xfrm>
          <a:prstGeom prst="rect">
            <a:avLst/>
          </a:prstGeom>
          <a:solidFill>
            <a:schemeClr val="bg1"/>
          </a:solidFill>
        </p:spPr>
        <p:txBody>
          <a:bodyPr wrap="square" rtlCol="0" anchor="t">
            <a:spAutoFit/>
          </a:bodyPr>
          <a:lstStyle/>
          <a:p>
            <a:pPr marL="85725" marR="0" lvl="0" indent="-85725" algn="l"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srgbClr val="C00000"/>
                </a:solidFill>
                <a:effectLst/>
                <a:uLnTx/>
                <a:uFillTx/>
                <a:latin typeface="Verdana" panose="020B0604030504040204" pitchFamily="34" charset="0"/>
                <a:ea typeface="Verdana" panose="020B0604030504040204" pitchFamily="34" charset="0"/>
                <a:cs typeface="Arial" charset="0"/>
              </a:rPr>
              <a:t>^ </a:t>
            </a:r>
            <a:r>
              <a:rPr kumimoji="0" lang="en-US" sz="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rPr>
              <a:t>Branches Audit split into 4 standalone audits with separate  ratings, raising the total # of audits from 38 to 41. Considering 2 management requested deferrals, total comes down to 39</a:t>
            </a:r>
            <a:r>
              <a:rPr kumimoji="0" lang="en-US" sz="8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sym typeface="Wingdings" panose="05000000000000000000" pitchFamily="2" charset="2"/>
              </a:rPr>
              <a:t>. </a:t>
            </a:r>
            <a:endParaRPr kumimoji="0" lang="en-US" sz="800" b="0" i="0" u="none" strike="noStrike" kern="1200" cap="none" spc="0" normalizeH="0" baseline="0" noProof="0" dirty="0">
              <a:ln>
                <a:noFill/>
              </a:ln>
              <a:solidFill>
                <a:srgbClr val="C00000"/>
              </a:solidFill>
              <a:effectLst/>
              <a:uLnTx/>
              <a:uFillTx/>
              <a:latin typeface="Verdana" panose="020B0604030504040204" pitchFamily="34" charset="0"/>
              <a:ea typeface="Verdana" panose="020B0604030504040204" pitchFamily="34" charset="0"/>
              <a:cs typeface="Arial" charset="0"/>
            </a:endParaRPr>
          </a:p>
        </p:txBody>
      </p:sp>
      <p:sp>
        <p:nvSpPr>
          <p:cNvPr id="25" name="Rectangle 24">
            <a:extLst>
              <a:ext uri="{FF2B5EF4-FFF2-40B4-BE49-F238E27FC236}">
                <a16:creationId xmlns:a16="http://schemas.microsoft.com/office/drawing/2014/main" id="{207BD523-01F4-F641-00E3-0774EEA6D0BD}"/>
              </a:ext>
            </a:extLst>
          </p:cNvPr>
          <p:cNvSpPr/>
          <p:nvPr/>
        </p:nvSpPr>
        <p:spPr>
          <a:xfrm>
            <a:off x="318765" y="644700"/>
            <a:ext cx="881973" cy="261610"/>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1" i="0" u="sng" strike="noStrike" kern="1200" cap="none" spc="0" normalizeH="0" baseline="0" noProof="0">
                <a:ln/>
                <a:solidFill>
                  <a:srgbClr val="3F3F3F"/>
                </a:solidFill>
                <a:effectLst/>
                <a:uLnTx/>
                <a:uFillTx/>
                <a:latin typeface="Arial" charset="0"/>
                <a:ea typeface="+mn-ea"/>
                <a:cs typeface="Arial" charset="0"/>
              </a:rPr>
              <a:t>Audit Plan</a:t>
            </a:r>
            <a:endParaRPr kumimoji="0" lang="en-US" sz="1100" b="1" i="0" u="none" strike="noStrike" kern="1200" cap="none" spc="0" normalizeH="0" baseline="0" noProof="0">
              <a:ln/>
              <a:solidFill>
                <a:srgbClr val="3F3F3F"/>
              </a:solidFill>
              <a:effectLst/>
              <a:uLnTx/>
              <a:uFillTx/>
              <a:latin typeface="Arial" charset="0"/>
              <a:ea typeface="+mn-ea"/>
              <a:cs typeface="Arial" charset="0"/>
            </a:endParaRPr>
          </a:p>
        </p:txBody>
      </p:sp>
      <p:sp>
        <p:nvSpPr>
          <p:cNvPr id="26" name="Rectangle 25">
            <a:extLst>
              <a:ext uri="{FF2B5EF4-FFF2-40B4-BE49-F238E27FC236}">
                <a16:creationId xmlns:a16="http://schemas.microsoft.com/office/drawing/2014/main" id="{AC676461-84CF-31D4-D387-9F46307D2617}"/>
              </a:ext>
            </a:extLst>
          </p:cNvPr>
          <p:cNvSpPr/>
          <p:nvPr/>
        </p:nvSpPr>
        <p:spPr>
          <a:xfrm>
            <a:off x="318765" y="3731307"/>
            <a:ext cx="2815194" cy="261610"/>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100" b="1" i="0" u="sng" strike="noStrike" kern="1200" cap="none" spc="0" normalizeH="0" baseline="0" noProof="0" dirty="0">
                <a:ln/>
                <a:solidFill>
                  <a:srgbClr val="3F3F3F"/>
                </a:solidFill>
                <a:effectLst/>
                <a:uLnTx/>
                <a:uFillTx/>
                <a:latin typeface="Arial" charset="0"/>
                <a:ea typeface="+mn-ea"/>
                <a:cs typeface="Arial" charset="0"/>
              </a:rPr>
              <a:t>Completed Audits – Rating Distribution</a:t>
            </a:r>
          </a:p>
        </p:txBody>
      </p:sp>
      <p:cxnSp>
        <p:nvCxnSpPr>
          <p:cNvPr id="28" name="Straight Arrow Connector 27">
            <a:extLst>
              <a:ext uri="{FF2B5EF4-FFF2-40B4-BE49-F238E27FC236}">
                <a16:creationId xmlns:a16="http://schemas.microsoft.com/office/drawing/2014/main" id="{322B86C0-9564-047C-6157-BC1F1EDF61CB}"/>
              </a:ext>
            </a:extLst>
          </p:cNvPr>
          <p:cNvCxnSpPr>
            <a:cxnSpLocks/>
          </p:cNvCxnSpPr>
          <p:nvPr/>
        </p:nvCxnSpPr>
        <p:spPr bwMode="auto">
          <a:xfrm>
            <a:off x="425800" y="3739899"/>
            <a:ext cx="3703518" cy="4721"/>
          </a:xfrm>
          <a:prstGeom prst="straightConnector1">
            <a:avLst/>
          </a:prstGeom>
          <a:ln>
            <a:headEnd type="oval" w="med" len="med"/>
            <a:tailEnd type="oval" w="med" len="med"/>
          </a:ln>
        </p:spPr>
        <p:style>
          <a:lnRef idx="1">
            <a:schemeClr val="accent2"/>
          </a:lnRef>
          <a:fillRef idx="0">
            <a:schemeClr val="accent2"/>
          </a:fillRef>
          <a:effectRef idx="0">
            <a:schemeClr val="accent2"/>
          </a:effectRef>
          <a:fontRef idx="minor">
            <a:schemeClr val="tx1"/>
          </a:fontRef>
        </p:style>
      </p:cxnSp>
      <p:sp>
        <p:nvSpPr>
          <p:cNvPr id="4" name="Action Button: Return 3">
            <a:hlinkClick r:id="rId4" action="ppaction://hlinksldjump" highlightClick="1"/>
            <a:extLst>
              <a:ext uri="{FF2B5EF4-FFF2-40B4-BE49-F238E27FC236}">
                <a16:creationId xmlns:a16="http://schemas.microsoft.com/office/drawing/2014/main" id="{06761E3D-243C-A896-2FC3-04188740668F}"/>
              </a:ext>
            </a:extLst>
          </p:cNvPr>
          <p:cNvSpPr/>
          <p:nvPr/>
        </p:nvSpPr>
        <p:spPr bwMode="auto">
          <a:xfrm>
            <a:off x="11760546" y="6667482"/>
            <a:ext cx="211853" cy="152400"/>
          </a:xfrm>
          <a:prstGeom prst="actionButtonReturn">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srgbClr val="2D2926"/>
              </a:solidFill>
              <a:effectLst/>
              <a:uLnTx/>
              <a:uFillTx/>
              <a:latin typeface="Arial" charset="0"/>
              <a:ea typeface="+mn-ea"/>
              <a:cs typeface="Arial" charset="0"/>
            </a:endParaRPr>
          </a:p>
        </p:txBody>
      </p:sp>
      <p:sp>
        <p:nvSpPr>
          <p:cNvPr id="15" name="Rectangle 14">
            <a:extLst>
              <a:ext uri="{FF2B5EF4-FFF2-40B4-BE49-F238E27FC236}">
                <a16:creationId xmlns:a16="http://schemas.microsoft.com/office/drawing/2014/main" id="{91D03B91-2FB8-8764-CF48-FFEB17AA99C2}"/>
              </a:ext>
            </a:extLst>
          </p:cNvPr>
          <p:cNvSpPr/>
          <p:nvPr/>
        </p:nvSpPr>
        <p:spPr bwMode="auto">
          <a:xfrm>
            <a:off x="32285" y="6597462"/>
            <a:ext cx="348715" cy="233749"/>
          </a:xfrm>
          <a:prstGeom prst="rect">
            <a:avLst/>
          </a:prstGeom>
          <a:solidFill>
            <a:schemeClr val="accent1"/>
          </a:solidFill>
          <a:ln w="9525"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AE" sz="1900" b="0" i="0" u="none" strike="noStrike" cap="none" normalizeH="0" baseline="0">
              <a:ln>
                <a:noFill/>
              </a:ln>
              <a:solidFill>
                <a:schemeClr val="tx1"/>
              </a:solidFill>
              <a:effectLst/>
              <a:latin typeface="Arial" charset="0"/>
            </a:endParaRPr>
          </a:p>
        </p:txBody>
      </p:sp>
      <p:sp>
        <p:nvSpPr>
          <p:cNvPr id="2" name="Rectangle 1">
            <a:extLst>
              <a:ext uri="{FF2B5EF4-FFF2-40B4-BE49-F238E27FC236}">
                <a16:creationId xmlns:a16="http://schemas.microsoft.com/office/drawing/2014/main" id="{A0A9BF7B-192F-FE03-5A71-3CE201964960}"/>
              </a:ext>
            </a:extLst>
          </p:cNvPr>
          <p:cNvSpPr/>
          <p:nvPr/>
        </p:nvSpPr>
        <p:spPr bwMode="auto">
          <a:xfrm>
            <a:off x="384525" y="663468"/>
            <a:ext cx="11430000" cy="5753306"/>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graphicFrame>
        <p:nvGraphicFramePr>
          <p:cNvPr id="13" name="Chart 12">
            <a:extLst>
              <a:ext uri="{FF2B5EF4-FFF2-40B4-BE49-F238E27FC236}">
                <a16:creationId xmlns:a16="http://schemas.microsoft.com/office/drawing/2014/main" id="{0F7C7147-6AD0-B4D2-2CF8-D1D3364C1190}"/>
              </a:ext>
            </a:extLst>
          </p:cNvPr>
          <p:cNvGraphicFramePr>
            <a:graphicFrameLocks/>
          </p:cNvGraphicFramePr>
          <p:nvPr>
            <p:extLst>
              <p:ext uri="{D42A27DB-BD31-4B8C-83A1-F6EECF244321}">
                <p14:modId xmlns:p14="http://schemas.microsoft.com/office/powerpoint/2010/main" val="3584722330"/>
              </p:ext>
            </p:extLst>
          </p:nvPr>
        </p:nvGraphicFramePr>
        <p:xfrm>
          <a:off x="-297649" y="395470"/>
          <a:ext cx="5260174" cy="3671705"/>
        </p:xfrm>
        <a:graphic>
          <a:graphicData uri="http://schemas.openxmlformats.org/drawingml/2006/chart">
            <c:chart xmlns:c="http://schemas.openxmlformats.org/drawingml/2006/chart" xmlns:r="http://schemas.openxmlformats.org/officeDocument/2006/relationships" r:id="rId5"/>
          </a:graphicData>
        </a:graphic>
      </p:graphicFrame>
      <p:sp>
        <p:nvSpPr>
          <p:cNvPr id="9" name="Rectangle 8">
            <a:extLst>
              <a:ext uri="{FF2B5EF4-FFF2-40B4-BE49-F238E27FC236}">
                <a16:creationId xmlns:a16="http://schemas.microsoft.com/office/drawing/2014/main" id="{6B178931-A305-92DC-4C41-671A9B9D8892}"/>
              </a:ext>
            </a:extLst>
          </p:cNvPr>
          <p:cNvSpPr/>
          <p:nvPr/>
        </p:nvSpPr>
        <p:spPr bwMode="auto">
          <a:xfrm>
            <a:off x="4280351" y="3018540"/>
            <a:ext cx="3184518" cy="2412217"/>
          </a:xfrm>
          <a:prstGeom prst="rect">
            <a:avLst/>
          </a:prstGeom>
          <a:noFill/>
          <a:ln w="9525" cap="flat" cmpd="sng" algn="ctr">
            <a:solidFill>
              <a:srgbClr val="FF9933"/>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
                <a:srgbClr val="003860">
                  <a:lumMod val="50000"/>
                  <a:lumOff val="50000"/>
                </a:srgbClr>
              </a:buClr>
              <a:buSzTx/>
              <a:buFontTx/>
              <a:buNone/>
              <a:tabLst/>
              <a:defRPr/>
            </a:pPr>
            <a:endParaRPr kumimoji="0" lang="en-US" sz="800" b="0"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Arial" charset="0"/>
            </a:endParaRPr>
          </a:p>
          <a:p>
            <a:pPr algn="just">
              <a:buClr>
                <a:srgbClr val="005089"/>
              </a:buClr>
              <a:defRPr/>
            </a:pPr>
            <a:endParaRPr lang="en-US" sz="900" i="1" dirty="0">
              <a:solidFill>
                <a:srgbClr val="2D2926"/>
              </a:solidFill>
              <a:latin typeface="Verdana"/>
              <a:ea typeface="Verdana"/>
              <a:cs typeface="Arial"/>
            </a:endParaRPr>
          </a:p>
          <a:p>
            <a:pPr marL="85725" indent="-85725" algn="just">
              <a:buClr>
                <a:srgbClr val="005089"/>
              </a:buClr>
              <a:buFont typeface="Wingdings" panose="05000000000000000000" pitchFamily="2" charset="2"/>
              <a:buChar char="§"/>
              <a:defRPr/>
            </a:pPr>
            <a:r>
              <a:rPr lang="en-US" sz="900" i="1" dirty="0">
                <a:solidFill>
                  <a:srgbClr val="2D2926"/>
                </a:solidFill>
                <a:latin typeface="Verdana"/>
                <a:ea typeface="Verdana"/>
                <a:cs typeface="Arial"/>
              </a:rPr>
              <a:t>Group Human Resources: </a:t>
            </a:r>
            <a:r>
              <a:rPr lang="en-US" sz="900" dirty="0">
                <a:solidFill>
                  <a:srgbClr val="2D2926"/>
                </a:solidFill>
                <a:latin typeface="Verdana"/>
                <a:ea typeface="Verdana"/>
                <a:cs typeface="Arial"/>
              </a:rPr>
              <a:t>Fieldwork is in progress, and the report is expected to be finalized by 10</a:t>
            </a:r>
            <a:r>
              <a:rPr lang="en-US" sz="900" baseline="30000" dirty="0">
                <a:solidFill>
                  <a:srgbClr val="2D2926"/>
                </a:solidFill>
                <a:latin typeface="Verdana"/>
                <a:ea typeface="Verdana"/>
                <a:cs typeface="Arial"/>
              </a:rPr>
              <a:t>th</a:t>
            </a:r>
            <a:r>
              <a:rPr lang="en-US" sz="900" dirty="0">
                <a:solidFill>
                  <a:srgbClr val="2D2926"/>
                </a:solidFill>
                <a:latin typeface="Verdana"/>
                <a:ea typeface="Verdana"/>
                <a:cs typeface="Arial"/>
              </a:rPr>
              <a:t> January 2026.</a:t>
            </a:r>
          </a:p>
          <a:p>
            <a:pPr marL="85725" indent="-85725" algn="just">
              <a:buClr>
                <a:srgbClr val="005089"/>
              </a:buClr>
              <a:buFont typeface="Wingdings" panose="05000000000000000000" pitchFamily="2" charset="2"/>
              <a:buChar char="§"/>
              <a:defRPr/>
            </a:pPr>
            <a:endParaRPr lang="en-US" sz="900" dirty="0">
              <a:solidFill>
                <a:srgbClr val="2D2926"/>
              </a:solidFill>
              <a:latin typeface="Verdana"/>
              <a:ea typeface="Verdana"/>
              <a:cs typeface="Arial"/>
            </a:endParaRPr>
          </a:p>
          <a:p>
            <a:pPr marL="85725" indent="-85725" algn="just">
              <a:buClr>
                <a:srgbClr val="005089"/>
              </a:buClr>
              <a:buFont typeface="Wingdings" panose="05000000000000000000" pitchFamily="2" charset="2"/>
              <a:buChar char="§"/>
              <a:defRPr/>
            </a:pPr>
            <a:r>
              <a:rPr lang="en-US" sz="900" i="1" dirty="0">
                <a:solidFill>
                  <a:srgbClr val="2D2926"/>
                </a:solidFill>
                <a:latin typeface="Verdana"/>
                <a:ea typeface="Verdana"/>
                <a:cs typeface="Arial"/>
              </a:rPr>
              <a:t>Investments &amp; Trading &amp; Market Risk</a:t>
            </a:r>
            <a:r>
              <a:rPr lang="en-US" sz="900" dirty="0">
                <a:solidFill>
                  <a:srgbClr val="2D2926"/>
                </a:solidFill>
                <a:latin typeface="Verdana"/>
                <a:ea typeface="Verdana"/>
                <a:cs typeface="Arial"/>
              </a:rPr>
              <a:t>: The audit is in progress.  Process walk-throughs continue.</a:t>
            </a:r>
          </a:p>
          <a:p>
            <a:pPr marL="85725" indent="-85725" algn="just">
              <a:buClr>
                <a:srgbClr val="005089"/>
              </a:buClr>
              <a:buFont typeface="Wingdings" panose="05000000000000000000" pitchFamily="2" charset="2"/>
              <a:buChar char="§"/>
              <a:defRPr/>
            </a:pPr>
            <a:endParaRPr lang="en-US" sz="900" dirty="0">
              <a:solidFill>
                <a:srgbClr val="2D2926"/>
              </a:solidFill>
              <a:latin typeface="Verdana"/>
              <a:ea typeface="Verdana"/>
              <a:cs typeface="Arial"/>
            </a:endParaRPr>
          </a:p>
          <a:p>
            <a:pPr marL="85725" indent="-85725" algn="just">
              <a:buClr>
                <a:srgbClr val="005089"/>
              </a:buClr>
              <a:buFont typeface="Wingdings" panose="05000000000000000000" pitchFamily="2" charset="2"/>
              <a:buChar char="§"/>
              <a:defRPr/>
            </a:pPr>
            <a:endParaRPr lang="en-US" sz="300" i="1" dirty="0">
              <a:solidFill>
                <a:srgbClr val="2D2926"/>
              </a:solidFill>
              <a:latin typeface="Verdana"/>
              <a:ea typeface="Verdana"/>
              <a:cs typeface="Arial"/>
            </a:endParaRPr>
          </a:p>
          <a:p>
            <a:pPr marL="85725" indent="-85725" algn="just">
              <a:buClr>
                <a:srgbClr val="005089"/>
              </a:buClr>
              <a:buFont typeface="Wingdings" panose="05000000000000000000" pitchFamily="2" charset="2"/>
              <a:buChar char="§"/>
              <a:defRPr/>
            </a:pPr>
            <a:r>
              <a:rPr lang="en-US" sz="900" i="1" dirty="0">
                <a:solidFill>
                  <a:srgbClr val="2D2926"/>
                </a:solidFill>
                <a:latin typeface="Verdana"/>
                <a:ea typeface="Verdana"/>
                <a:cs typeface="Arial"/>
              </a:rPr>
              <a:t>Financial Crime Compliance</a:t>
            </a:r>
            <a:r>
              <a:rPr lang="en-US" sz="900" dirty="0">
                <a:solidFill>
                  <a:srgbClr val="2D2926"/>
                </a:solidFill>
                <a:latin typeface="Verdana"/>
                <a:ea typeface="Verdana"/>
                <a:cs typeface="Arial"/>
              </a:rPr>
              <a:t>:</a:t>
            </a:r>
          </a:p>
          <a:p>
            <a:pPr marL="85725" indent="-85725" algn="just">
              <a:buClr>
                <a:srgbClr val="005089"/>
              </a:buClr>
              <a:defRPr/>
            </a:pPr>
            <a:r>
              <a:rPr lang="en-US" sz="900" dirty="0">
                <a:solidFill>
                  <a:srgbClr val="2D2926"/>
                </a:solidFill>
                <a:latin typeface="Verdana"/>
                <a:ea typeface="Verdana"/>
                <a:cs typeface="Arial"/>
              </a:rPr>
              <a:t>  Planning and expected to move to fieldwork by mid-December. Audit delivery is targeted for January-end 2026.</a:t>
            </a:r>
          </a:p>
          <a:p>
            <a:pPr marL="85725" indent="-85725" algn="just">
              <a:buClr>
                <a:srgbClr val="005089"/>
              </a:buClr>
              <a:defRPr/>
            </a:pPr>
            <a:endParaRPr lang="en-US" sz="900" dirty="0">
              <a:solidFill>
                <a:srgbClr val="2D2926"/>
              </a:solidFill>
              <a:latin typeface="Verdana"/>
              <a:ea typeface="Verdana"/>
              <a:cs typeface="Arial"/>
            </a:endParaRPr>
          </a:p>
          <a:p>
            <a:pPr marL="85725" indent="-85725" algn="just">
              <a:buClr>
                <a:srgbClr val="005089"/>
              </a:buClr>
              <a:defRPr/>
            </a:pPr>
            <a:endParaRPr lang="en-US" sz="400" dirty="0">
              <a:solidFill>
                <a:srgbClr val="2D2926"/>
              </a:solidFill>
              <a:latin typeface="Verdana"/>
              <a:ea typeface="Verdana"/>
              <a:cs typeface="Arial"/>
            </a:endParaRPr>
          </a:p>
          <a:p>
            <a:pPr marL="85725" indent="-85725" algn="just">
              <a:buClr>
                <a:srgbClr val="005089"/>
              </a:buClr>
              <a:buFont typeface="Wingdings" panose="05000000000000000000" pitchFamily="2" charset="2"/>
              <a:buChar char="§"/>
              <a:defRPr/>
            </a:pPr>
            <a:r>
              <a:rPr lang="en-US" sz="900" i="1" dirty="0">
                <a:solidFill>
                  <a:srgbClr val="2D2926"/>
                </a:solidFill>
                <a:latin typeface="Verdana"/>
                <a:ea typeface="Verdana"/>
                <a:cs typeface="Arial"/>
              </a:rPr>
              <a:t>EIBOR</a:t>
            </a:r>
            <a:r>
              <a:rPr lang="en-US" sz="900" dirty="0">
                <a:solidFill>
                  <a:srgbClr val="2D2926"/>
                </a:solidFill>
                <a:latin typeface="Verdana"/>
                <a:ea typeface="Verdana"/>
                <a:cs typeface="Arial"/>
              </a:rPr>
              <a:t>: Fieldwork expected to commence post mid-December 2025. </a:t>
            </a:r>
            <a:endParaRPr lang="en-US" sz="900" dirty="0">
              <a:solidFill>
                <a:srgbClr val="2D2926"/>
              </a:solidFill>
              <a:latin typeface="Verdana" panose="020B0604030504040204" pitchFamily="34" charset="0"/>
              <a:ea typeface="Verdana" panose="020B0604030504040204" pitchFamily="34" charset="0"/>
            </a:endParaRPr>
          </a:p>
          <a:p>
            <a:pPr marL="85725" indent="-85725" algn="just">
              <a:buClr>
                <a:srgbClr val="005089"/>
              </a:buClr>
              <a:buFont typeface="Wingdings" panose="05000000000000000000" pitchFamily="2" charset="2"/>
              <a:buChar char="§"/>
              <a:defRPr/>
            </a:pPr>
            <a:endParaRPr lang="en-US" sz="900" dirty="0">
              <a:solidFill>
                <a:srgbClr val="2D2926"/>
              </a:solidFill>
              <a:latin typeface="Verdana"/>
              <a:ea typeface="Verdana"/>
              <a:cs typeface="Arial"/>
            </a:endParaRPr>
          </a:p>
          <a:p>
            <a:pPr marL="171450" marR="0" lvl="0" indent="-171450" algn="just" defTabSz="914400" rtl="0" eaLnBrk="1" fontAlgn="base" latinLnBrk="0" hangingPunct="1">
              <a:lnSpc>
                <a:spcPct val="100000"/>
              </a:lnSpc>
              <a:spcBef>
                <a:spcPct val="0"/>
              </a:spcBef>
              <a:spcAft>
                <a:spcPct val="0"/>
              </a:spcAft>
              <a:buClr>
                <a:srgbClr val="005089"/>
              </a:buClr>
              <a:buSzTx/>
              <a:buFont typeface="Wingdings" panose="05000000000000000000" pitchFamily="2" charset="2"/>
              <a:buChar char="§"/>
              <a:tabLst/>
              <a:defRPr/>
            </a:pPr>
            <a:endParaRPr kumimoji="0" lang="en-US" sz="300" b="0" i="0" u="none" strike="noStrike" kern="1200" cap="none" spc="0" normalizeH="0" baseline="0" noProof="0" dirty="0">
              <a:ln>
                <a:noFill/>
              </a:ln>
              <a:solidFill>
                <a:srgbClr val="000000"/>
              </a:solidFill>
              <a:effectLst/>
              <a:highlight>
                <a:srgbClr val="FFFF00"/>
              </a:highlight>
              <a:uLnTx/>
              <a:uFillTx/>
              <a:latin typeface="Verdana" panose="020B0604030504040204" pitchFamily="34" charset="0"/>
              <a:ea typeface="Verdana" panose="020B0604030504040204" pitchFamily="34" charset="0"/>
              <a:cs typeface="Arial" charset="0"/>
            </a:endParaRPr>
          </a:p>
        </p:txBody>
      </p:sp>
      <p:sp>
        <p:nvSpPr>
          <p:cNvPr id="11" name="Rectangle: Rounded Corners 10">
            <a:extLst>
              <a:ext uri="{FF2B5EF4-FFF2-40B4-BE49-F238E27FC236}">
                <a16:creationId xmlns:a16="http://schemas.microsoft.com/office/drawing/2014/main" id="{F1FCCB11-67CE-98EF-8E98-907F19F08CB2}"/>
              </a:ext>
            </a:extLst>
          </p:cNvPr>
          <p:cNvSpPr/>
          <p:nvPr/>
        </p:nvSpPr>
        <p:spPr bwMode="auto">
          <a:xfrm>
            <a:off x="4280885" y="3018304"/>
            <a:ext cx="3183984" cy="155028"/>
          </a:xfrm>
          <a:prstGeom prst="roundRect">
            <a:avLst/>
          </a:prstGeom>
          <a:solidFill>
            <a:srgbClr val="FF9933"/>
          </a:solidFill>
          <a:ln w="9525" cap="flat" cmpd="sng" algn="ctr">
            <a:solidFill>
              <a:srgbClr val="00B05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900" b="1" dirty="0">
                <a:solidFill>
                  <a:schemeClr val="bg2"/>
                </a:solidFill>
                <a:latin typeface="Verdana" panose="020B0604030504040204" pitchFamily="34" charset="0"/>
                <a:ea typeface="Verdana" panose="020B0604030504040204" pitchFamily="34" charset="0"/>
                <a:cs typeface="Arial" charset="0"/>
              </a:rPr>
              <a:t>In Progress - Expected Completion Jan 2026</a:t>
            </a:r>
            <a:endParaRPr kumimoji="0" lang="en-US" sz="900" b="1" i="0" u="none" strike="noStrike" kern="1200" cap="none" spc="0" normalizeH="0" baseline="0" noProof="0" dirty="0">
              <a:ln>
                <a:noFill/>
              </a:ln>
              <a:solidFill>
                <a:schemeClr val="bg2"/>
              </a:solidFill>
              <a:effectLst/>
              <a:uLnTx/>
              <a:uFillTx/>
              <a:latin typeface="Verdana" panose="020B0604030504040204" pitchFamily="34" charset="0"/>
              <a:ea typeface="Verdana" panose="020B0604030504040204" pitchFamily="34" charset="0"/>
              <a:cs typeface="Arial" charset="0"/>
            </a:endParaRPr>
          </a:p>
        </p:txBody>
      </p:sp>
      <p:sp>
        <p:nvSpPr>
          <p:cNvPr id="12" name="Rectangle 11">
            <a:extLst>
              <a:ext uri="{FF2B5EF4-FFF2-40B4-BE49-F238E27FC236}">
                <a16:creationId xmlns:a16="http://schemas.microsoft.com/office/drawing/2014/main" id="{8A047210-3A56-B26D-9F2F-39F747AA7A8B}"/>
              </a:ext>
            </a:extLst>
          </p:cNvPr>
          <p:cNvSpPr/>
          <p:nvPr/>
        </p:nvSpPr>
        <p:spPr bwMode="auto">
          <a:xfrm>
            <a:off x="4280351" y="725458"/>
            <a:ext cx="3184518" cy="563553"/>
          </a:xfrm>
          <a:prstGeom prst="rect">
            <a:avLst/>
          </a:prstGeom>
          <a:noFill/>
          <a:ln w="952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
                <a:srgbClr val="003860">
                  <a:lumMod val="50000"/>
                  <a:lumOff val="50000"/>
                </a:srgbClr>
              </a:buClr>
              <a:buSzTx/>
              <a:buFontTx/>
              <a:buNone/>
              <a:tabLst/>
              <a:defRPr/>
            </a:pPr>
            <a:endParaRPr kumimoji="0" lang="en-US" sz="800" b="0"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Arial" charset="0"/>
            </a:endParaRPr>
          </a:p>
          <a:p>
            <a:pPr marL="85725" marR="0" lvl="0" indent="-85725" algn="just" defTabSz="914400" rtl="0" eaLnBrk="1" fontAlgn="base" latinLnBrk="0" hangingPunct="1">
              <a:lnSpc>
                <a:spcPct val="100000"/>
              </a:lnSpc>
              <a:spcBef>
                <a:spcPct val="0"/>
              </a:spcBef>
              <a:spcAft>
                <a:spcPct val="0"/>
              </a:spcAft>
              <a:buClr>
                <a:srgbClr val="005089"/>
              </a:buClr>
              <a:buSzTx/>
              <a:buFont typeface="Wingdings" panose="05000000000000000000" pitchFamily="2" charset="2"/>
              <a:buChar char="§"/>
              <a:tabLst/>
              <a:defRPr/>
            </a:pPr>
            <a:endParaRPr lang="en-US" sz="500" i="1" dirty="0">
              <a:solidFill>
                <a:srgbClr val="000000"/>
              </a:solidFill>
              <a:latin typeface="Verdana" panose="020B0604030504040204" pitchFamily="34" charset="0"/>
              <a:ea typeface="Verdana" panose="020B0604030504040204" pitchFamily="34" charset="0"/>
              <a:cs typeface="Vani" panose="020B0502040204020203" pitchFamily="18" charset="0"/>
            </a:endParaRPr>
          </a:p>
          <a:p>
            <a:pPr marL="85725" marR="0" lvl="0" indent="-85725" algn="just" defTabSz="914400" rtl="0" eaLnBrk="1" fontAlgn="base" latinLnBrk="0" hangingPunct="1">
              <a:lnSpc>
                <a:spcPct val="100000"/>
              </a:lnSpc>
              <a:spcBef>
                <a:spcPct val="0"/>
              </a:spcBef>
              <a:spcAft>
                <a:spcPct val="0"/>
              </a:spcAft>
              <a:buClr>
                <a:srgbClr val="005089"/>
              </a:buClr>
              <a:buSzTx/>
              <a:buFont typeface="Wingdings" panose="05000000000000000000" pitchFamily="2" charset="2"/>
              <a:buChar char="§"/>
              <a:tabLst/>
              <a:defRPr/>
            </a:pPr>
            <a:r>
              <a:rPr lang="en-US" sz="900" i="1" dirty="0">
                <a:solidFill>
                  <a:srgbClr val="000000"/>
                </a:solidFill>
                <a:latin typeface="Verdana" panose="020B0604030504040204" pitchFamily="34" charset="0"/>
                <a:ea typeface="Verdana" panose="020B0604030504040204" pitchFamily="34" charset="0"/>
                <a:cs typeface="Vani" panose="020B0502040204020203" pitchFamily="18" charset="0"/>
              </a:rPr>
              <a:t>ADHICS Compliance</a:t>
            </a:r>
          </a:p>
          <a:p>
            <a:pPr marR="0" lvl="0" algn="just" defTabSz="914400" rtl="0" eaLnBrk="1" fontAlgn="base" latinLnBrk="0" hangingPunct="1">
              <a:lnSpc>
                <a:spcPct val="100000"/>
              </a:lnSpc>
              <a:spcBef>
                <a:spcPct val="0"/>
              </a:spcBef>
              <a:spcAft>
                <a:spcPct val="0"/>
              </a:spcAft>
              <a:buClr>
                <a:srgbClr val="005089"/>
              </a:buClr>
              <a:buSzTx/>
              <a:tabLst/>
              <a:defRPr/>
            </a:pPr>
            <a:endParaRPr kumimoji="0" lang="en-US" sz="600" b="0" i="0" u="none" strike="noStrike" kern="1200" cap="none" spc="0" normalizeH="0" baseline="0" noProof="0" dirty="0">
              <a:ln>
                <a:noFill/>
              </a:ln>
              <a:solidFill>
                <a:srgbClr val="2D2926"/>
              </a:solidFill>
              <a:effectLst/>
              <a:highlight>
                <a:srgbClr val="FFFF00"/>
              </a:highlight>
              <a:uLnTx/>
              <a:uFillTx/>
              <a:latin typeface="Verdana" panose="020B0604030504040204" pitchFamily="34" charset="0"/>
              <a:ea typeface="Verdana" panose="020B0604030504040204" pitchFamily="34" charset="0"/>
              <a:cs typeface="Arial" charset="0"/>
            </a:endParaRPr>
          </a:p>
          <a:p>
            <a:pPr marL="171450" marR="0" lvl="0" indent="-171450" algn="just" defTabSz="914400" rtl="0" eaLnBrk="1" fontAlgn="base" latinLnBrk="0" hangingPunct="1">
              <a:lnSpc>
                <a:spcPct val="100000"/>
              </a:lnSpc>
              <a:spcBef>
                <a:spcPct val="0"/>
              </a:spcBef>
              <a:spcAft>
                <a:spcPct val="0"/>
              </a:spcAft>
              <a:buClr>
                <a:srgbClr val="005089"/>
              </a:buClr>
              <a:buSzTx/>
              <a:buFont typeface="Wingdings" panose="05000000000000000000" pitchFamily="2" charset="2"/>
              <a:buChar char="§"/>
              <a:tabLst/>
              <a:defRPr/>
            </a:pPr>
            <a:endParaRPr kumimoji="0" lang="en-US" sz="1000" b="0"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Arial" charset="0"/>
            </a:endParaRPr>
          </a:p>
          <a:p>
            <a:pPr marL="171450" marR="0" lvl="0" indent="-171450" algn="just" defTabSz="914400" rtl="0" eaLnBrk="1" fontAlgn="base" latinLnBrk="0" hangingPunct="1">
              <a:lnSpc>
                <a:spcPct val="100000"/>
              </a:lnSpc>
              <a:spcBef>
                <a:spcPct val="0"/>
              </a:spcBef>
              <a:spcAft>
                <a:spcPct val="0"/>
              </a:spcAft>
              <a:buClr>
                <a:srgbClr val="005089"/>
              </a:buClr>
              <a:buSzTx/>
              <a:buFont typeface="Wingdings" panose="05000000000000000000" pitchFamily="2" charset="2"/>
              <a:buChar char="§"/>
              <a:tabLst/>
              <a:defRPr/>
            </a:pP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endParaRPr>
          </a:p>
          <a:p>
            <a:pPr marL="171450" marR="0" lvl="0" indent="-171450" algn="just" defTabSz="914400" rtl="0" eaLnBrk="1" fontAlgn="base" latinLnBrk="0" hangingPunct="1">
              <a:lnSpc>
                <a:spcPct val="100000"/>
              </a:lnSpc>
              <a:spcBef>
                <a:spcPct val="0"/>
              </a:spcBef>
              <a:spcAft>
                <a:spcPct val="0"/>
              </a:spcAft>
              <a:buClr>
                <a:srgbClr val="005089"/>
              </a:buClr>
              <a:buSzTx/>
              <a:buFont typeface="Wingdings" panose="05000000000000000000" pitchFamily="2" charset="2"/>
              <a:buChar char="§"/>
              <a:tabLst/>
              <a:defRPr/>
            </a:pP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endParaRPr>
          </a:p>
          <a:p>
            <a:pPr marL="171450" marR="0" lvl="0" indent="-171450" algn="just" defTabSz="914400" rtl="0" eaLnBrk="1" fontAlgn="base" latinLnBrk="0" hangingPunct="1">
              <a:lnSpc>
                <a:spcPct val="100000"/>
              </a:lnSpc>
              <a:spcBef>
                <a:spcPct val="0"/>
              </a:spcBef>
              <a:spcAft>
                <a:spcPct val="0"/>
              </a:spcAft>
              <a:buClr>
                <a:srgbClr val="005089"/>
              </a:buClr>
              <a:buSzTx/>
              <a:buFont typeface="Wingdings" panose="05000000000000000000" pitchFamily="2" charset="2"/>
              <a:buChar char="§"/>
              <a:tabLst/>
              <a:defRPr/>
            </a:pPr>
            <a:endParaRPr kumimoji="0" lang="en-US" sz="9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endParaRPr>
          </a:p>
        </p:txBody>
      </p:sp>
      <p:sp>
        <p:nvSpPr>
          <p:cNvPr id="20" name="Rectangle: Rounded Corners 19">
            <a:extLst>
              <a:ext uri="{FF2B5EF4-FFF2-40B4-BE49-F238E27FC236}">
                <a16:creationId xmlns:a16="http://schemas.microsoft.com/office/drawing/2014/main" id="{97AB9969-82CA-92CC-E964-2B715A034BBB}"/>
              </a:ext>
            </a:extLst>
          </p:cNvPr>
          <p:cNvSpPr/>
          <p:nvPr/>
        </p:nvSpPr>
        <p:spPr bwMode="auto">
          <a:xfrm>
            <a:off x="5140225" y="732830"/>
            <a:ext cx="1499135" cy="157201"/>
          </a:xfrm>
          <a:prstGeom prst="roundRect">
            <a:avLst/>
          </a:prstGeom>
          <a:solidFill>
            <a:srgbClr val="00B050"/>
          </a:solidFill>
          <a:ln w="9525" cap="flat" cmpd="sng" algn="ctr">
            <a:solidFill>
              <a:srgbClr val="00B05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chemeClr val="bg2"/>
                </a:solidFill>
                <a:effectLst/>
                <a:uLnTx/>
                <a:uFillTx/>
                <a:latin typeface="Verdana" panose="020B0604030504040204" pitchFamily="34" charset="0"/>
                <a:ea typeface="Verdana" panose="020B0604030504040204" pitchFamily="34" charset="0"/>
                <a:cs typeface="Arial" charset="0"/>
              </a:rPr>
              <a:t>Reporting</a:t>
            </a:r>
          </a:p>
        </p:txBody>
      </p:sp>
      <p:graphicFrame>
        <p:nvGraphicFramePr>
          <p:cNvPr id="29" name="Table 28">
            <a:extLst>
              <a:ext uri="{FF2B5EF4-FFF2-40B4-BE49-F238E27FC236}">
                <a16:creationId xmlns:a16="http://schemas.microsoft.com/office/drawing/2014/main" id="{7B28A3ED-4621-F190-8524-BBA67B15274B}"/>
              </a:ext>
            </a:extLst>
          </p:cNvPr>
          <p:cNvGraphicFramePr>
            <a:graphicFrameLocks noGrp="1"/>
          </p:cNvGraphicFramePr>
          <p:nvPr>
            <p:extLst>
              <p:ext uri="{D42A27DB-BD31-4B8C-83A1-F6EECF244321}">
                <p14:modId xmlns:p14="http://schemas.microsoft.com/office/powerpoint/2010/main" val="886773638"/>
              </p:ext>
            </p:extLst>
          </p:nvPr>
        </p:nvGraphicFramePr>
        <p:xfrm>
          <a:off x="4280351" y="5592081"/>
          <a:ext cx="3184518" cy="780370"/>
        </p:xfrm>
        <a:graphic>
          <a:graphicData uri="http://schemas.openxmlformats.org/drawingml/2006/table">
            <a:tbl>
              <a:tblPr firstRow="1" bandRow="1">
                <a:tableStyleId>{7DF18680-E054-41AD-8BC1-D1AEF772440D}</a:tableStyleId>
              </a:tblPr>
              <a:tblGrid>
                <a:gridCol w="1542137">
                  <a:extLst>
                    <a:ext uri="{9D8B030D-6E8A-4147-A177-3AD203B41FA5}">
                      <a16:colId xmlns:a16="http://schemas.microsoft.com/office/drawing/2014/main" val="2770821529"/>
                    </a:ext>
                  </a:extLst>
                </a:gridCol>
                <a:gridCol w="1642381">
                  <a:extLst>
                    <a:ext uri="{9D8B030D-6E8A-4147-A177-3AD203B41FA5}">
                      <a16:colId xmlns:a16="http://schemas.microsoft.com/office/drawing/2014/main" val="1521558925"/>
                    </a:ext>
                  </a:extLst>
                </a:gridCol>
              </a:tblGrid>
              <a:tr h="316367">
                <a:tc gridSpan="2">
                  <a:txBody>
                    <a:bodyPr/>
                    <a:lstStyle/>
                    <a:p>
                      <a:pPr algn="ctr"/>
                      <a:r>
                        <a:rPr lang="en-US" sz="900" dirty="0">
                          <a:latin typeface="Verdana" panose="020B0604030504040204" pitchFamily="34" charset="0"/>
                          <a:ea typeface="Verdana" panose="020B0604030504040204" pitchFamily="34" charset="0"/>
                        </a:rPr>
                        <a:t>Roll Forwarded to FY26</a:t>
                      </a:r>
                      <a:endParaRPr lang="en-AE" dirty="0"/>
                    </a:p>
                  </a:txBody>
                  <a:tcPr>
                    <a:lnL w="6350" cap="flat" cmpd="sng" algn="ctr">
                      <a:solidFill>
                        <a:srgbClr val="005089"/>
                      </a:solidFill>
                      <a:prstDash val="solid"/>
                      <a:round/>
                      <a:headEnd type="none" w="med" len="med"/>
                      <a:tailEnd type="none" w="med" len="med"/>
                    </a:lnL>
                    <a:lnR w="6350" cap="flat" cmpd="sng" algn="ctr">
                      <a:solidFill>
                        <a:srgbClr val="005089"/>
                      </a:solidFill>
                      <a:prstDash val="solid"/>
                      <a:round/>
                      <a:headEnd type="none" w="med" len="med"/>
                      <a:tailEnd type="none" w="med" len="med"/>
                    </a:lnR>
                    <a:lnT w="6350" cap="flat" cmpd="sng" algn="ctr">
                      <a:solidFill>
                        <a:srgbClr val="005089"/>
                      </a:solidFill>
                      <a:prstDash val="solid"/>
                      <a:round/>
                      <a:headEnd type="none" w="med" len="med"/>
                      <a:tailEnd type="none" w="med" len="med"/>
                    </a:lnT>
                    <a:lnB w="12700" cap="flat" cmpd="sng" algn="ctr">
                      <a:solidFill>
                        <a:schemeClr val="bg2">
                          <a:lumMod val="50000"/>
                          <a:lumOff val="50000"/>
                        </a:schemeClr>
                      </a:solidFill>
                      <a:prstDash val="solid"/>
                      <a:round/>
                      <a:headEnd type="none" w="med" len="med"/>
                      <a:tailEnd type="none" w="med" len="med"/>
                    </a:lnB>
                    <a:solidFill>
                      <a:srgbClr val="675E57"/>
                    </a:solidFill>
                  </a:tcPr>
                </a:tc>
                <a:tc hMerge="1">
                  <a:txBody>
                    <a:bodyPr/>
                    <a:lstStyle/>
                    <a:p>
                      <a:endParaRPr lang="en-AE"/>
                    </a:p>
                  </a:txBody>
                  <a:tcPr/>
                </a:tc>
                <a:extLst>
                  <a:ext uri="{0D108BD9-81ED-4DB2-BD59-A6C34878D82A}">
                    <a16:rowId xmlns:a16="http://schemas.microsoft.com/office/drawing/2014/main" val="850870539"/>
                  </a:ext>
                </a:extLst>
              </a:tr>
              <a:tr h="464003">
                <a:tc>
                  <a:txBody>
                    <a:bodyPr/>
                    <a:lstStyle/>
                    <a:p>
                      <a:pPr marL="0" indent="0" algn="ctr">
                        <a:buFont typeface="Arial" panose="020B0604020202020204" pitchFamily="34" charset="0"/>
                        <a:buNone/>
                      </a:pPr>
                      <a:r>
                        <a:rPr lang="en-US" sz="800" b="0" dirty="0">
                          <a:latin typeface="Verdana" panose="020B0604030504040204" pitchFamily="34" charset="0"/>
                          <a:ea typeface="Verdana" panose="020B0604030504040204" pitchFamily="34" charset="0"/>
                        </a:rPr>
                        <a:t>Financial Planning &amp; Budgeting</a:t>
                      </a:r>
                    </a:p>
                  </a:txBody>
                  <a:tcPr anchor="ctr">
                    <a:lnL w="12700" cap="flat" cmpd="sng" algn="ctr">
                      <a:solidFill>
                        <a:schemeClr val="bg2">
                          <a:lumMod val="50000"/>
                          <a:lumOff val="50000"/>
                        </a:schemeClr>
                      </a:solidFill>
                      <a:prstDash val="solid"/>
                      <a:round/>
                      <a:headEnd type="none" w="med" len="med"/>
                      <a:tailEnd type="none" w="med" len="med"/>
                    </a:lnL>
                    <a:lnR w="12700" cap="flat" cmpd="sng" algn="ctr">
                      <a:solidFill>
                        <a:schemeClr val="bg2">
                          <a:lumMod val="50000"/>
                          <a:lumOff val="50000"/>
                        </a:schemeClr>
                      </a:solidFill>
                      <a:prstDash val="solid"/>
                      <a:round/>
                      <a:headEnd type="none" w="med" len="med"/>
                      <a:tailEnd type="none" w="med" len="med"/>
                    </a:lnR>
                    <a:lnT w="12700" cap="flat" cmpd="sng" algn="ctr">
                      <a:solidFill>
                        <a:schemeClr val="bg2">
                          <a:lumMod val="50000"/>
                          <a:lumOff val="50000"/>
                        </a:schemeClr>
                      </a:solidFill>
                      <a:prstDash val="solid"/>
                      <a:round/>
                      <a:headEnd type="none" w="med" len="med"/>
                      <a:tailEnd type="none" w="med" len="med"/>
                    </a:lnT>
                    <a:lnB w="12700" cap="flat" cmpd="sng" algn="ctr">
                      <a:solidFill>
                        <a:schemeClr val="bg2">
                          <a:lumMod val="50000"/>
                          <a:lumOff val="50000"/>
                        </a:schemeClr>
                      </a:solidFill>
                      <a:prstDash val="solid"/>
                      <a:round/>
                      <a:headEnd type="none" w="med" len="med"/>
                      <a:tailEnd type="none" w="med" len="med"/>
                    </a:lnB>
                    <a:solidFill>
                      <a:schemeClr val="bg1"/>
                    </a:solidFill>
                  </a:tcPr>
                </a:tc>
                <a:tc>
                  <a:txBody>
                    <a:bodyPr/>
                    <a:lstStyle/>
                    <a:p>
                      <a:pPr marL="0" indent="0" algn="ctr">
                        <a:buFont typeface="Arial" panose="020B0604020202020204" pitchFamily="34" charset="0"/>
                        <a:buNone/>
                      </a:pPr>
                      <a:r>
                        <a:rPr lang="en-US" sz="800" b="0" dirty="0">
                          <a:latin typeface="Verdana" panose="020B0604030504040204" pitchFamily="34" charset="0"/>
                          <a:ea typeface="Verdana" panose="020B0604030504040204" pitchFamily="34" charset="0"/>
                        </a:rPr>
                        <a:t>Regulatory Reporting (BRFs)</a:t>
                      </a:r>
                    </a:p>
                  </a:txBody>
                  <a:tcPr anchor="ctr">
                    <a:lnL w="12700" cap="flat" cmpd="sng" algn="ctr">
                      <a:solidFill>
                        <a:schemeClr val="bg2">
                          <a:lumMod val="50000"/>
                          <a:lumOff val="50000"/>
                        </a:schemeClr>
                      </a:solidFill>
                      <a:prstDash val="solid"/>
                      <a:round/>
                      <a:headEnd type="none" w="med" len="med"/>
                      <a:tailEnd type="none" w="med" len="med"/>
                    </a:lnL>
                    <a:lnR w="12700" cap="flat" cmpd="sng" algn="ctr">
                      <a:solidFill>
                        <a:schemeClr val="bg2">
                          <a:lumMod val="50000"/>
                          <a:lumOff val="50000"/>
                        </a:schemeClr>
                      </a:solidFill>
                      <a:prstDash val="solid"/>
                      <a:round/>
                      <a:headEnd type="none" w="med" len="med"/>
                      <a:tailEnd type="none" w="med" len="med"/>
                    </a:lnR>
                    <a:lnT w="12700" cap="flat" cmpd="sng" algn="ctr">
                      <a:solidFill>
                        <a:schemeClr val="bg2">
                          <a:lumMod val="50000"/>
                          <a:lumOff val="50000"/>
                        </a:schemeClr>
                      </a:solidFill>
                      <a:prstDash val="solid"/>
                      <a:round/>
                      <a:headEnd type="none" w="med" len="med"/>
                      <a:tailEnd type="none" w="med" len="med"/>
                    </a:lnT>
                    <a:lnB w="12700" cap="flat" cmpd="sng" algn="ctr">
                      <a:solidFill>
                        <a:schemeClr val="bg2">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61603590"/>
                  </a:ext>
                </a:extLst>
              </a:tr>
            </a:tbl>
          </a:graphicData>
        </a:graphic>
      </p:graphicFrame>
      <p:sp>
        <p:nvSpPr>
          <p:cNvPr id="33" name="Rectangle 32">
            <a:extLst>
              <a:ext uri="{FF2B5EF4-FFF2-40B4-BE49-F238E27FC236}">
                <a16:creationId xmlns:a16="http://schemas.microsoft.com/office/drawing/2014/main" id="{E490D892-1CA2-6EA7-C6E4-CE5F4CDBFF91}"/>
              </a:ext>
            </a:extLst>
          </p:cNvPr>
          <p:cNvSpPr/>
          <p:nvPr/>
        </p:nvSpPr>
        <p:spPr bwMode="auto">
          <a:xfrm>
            <a:off x="4275028" y="1546385"/>
            <a:ext cx="3184518" cy="1205683"/>
          </a:xfrm>
          <a:prstGeom prst="rect">
            <a:avLst/>
          </a:prstGeom>
          <a:noFill/>
          <a:ln w="9525" cap="flat" cmpd="sng" algn="ctr">
            <a:solidFill>
              <a:srgbClr val="FFCC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
                <a:srgbClr val="003860">
                  <a:lumMod val="50000"/>
                  <a:lumOff val="50000"/>
                </a:srgbClr>
              </a:buClr>
              <a:buSzTx/>
              <a:buFontTx/>
              <a:buNone/>
              <a:tabLst/>
              <a:defRPr/>
            </a:pPr>
            <a:endParaRPr kumimoji="0" lang="en-US" sz="800" b="0"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Arial" charset="0"/>
            </a:endParaRPr>
          </a:p>
          <a:p>
            <a:pPr marL="85725" marR="0" lvl="0" indent="-85725" algn="just" defTabSz="914400" rtl="0" eaLnBrk="1" fontAlgn="base" latinLnBrk="0" hangingPunct="1">
              <a:lnSpc>
                <a:spcPct val="100000"/>
              </a:lnSpc>
              <a:spcBef>
                <a:spcPct val="0"/>
              </a:spcBef>
              <a:spcAft>
                <a:spcPct val="0"/>
              </a:spcAft>
              <a:buClr>
                <a:srgbClr val="005089"/>
              </a:buClr>
              <a:buSzTx/>
              <a:buFont typeface="Wingdings" panose="05000000000000000000" pitchFamily="2" charset="2"/>
              <a:buChar char="§"/>
              <a:tabLst/>
              <a:defRPr/>
            </a:pPr>
            <a:endParaRPr lang="en-US" sz="500" i="1" dirty="0">
              <a:solidFill>
                <a:srgbClr val="000000"/>
              </a:solidFill>
              <a:latin typeface="Verdana" panose="020B0604030504040204" pitchFamily="34" charset="0"/>
              <a:ea typeface="Verdana" panose="020B0604030504040204" pitchFamily="34" charset="0"/>
              <a:cs typeface="Vani" panose="020B0502040204020203" pitchFamily="18" charset="0"/>
            </a:endParaRPr>
          </a:p>
          <a:p>
            <a:pPr marL="85725" indent="-85725" algn="just">
              <a:buClr>
                <a:srgbClr val="005089"/>
              </a:buClr>
              <a:buFont typeface="Wingdings" panose="05000000000000000000" pitchFamily="2" charset="2"/>
              <a:buChar char="§"/>
              <a:defRPr/>
            </a:pPr>
            <a:r>
              <a:rPr lang="en-US" sz="900" i="1" dirty="0" err="1">
                <a:solidFill>
                  <a:srgbClr val="000000"/>
                </a:solidFill>
                <a:latin typeface="Verdana"/>
                <a:ea typeface="Verdana"/>
                <a:cs typeface="Arial"/>
              </a:rPr>
              <a:t>Skiply</a:t>
            </a:r>
            <a:r>
              <a:rPr lang="en-US" sz="900" i="1" dirty="0">
                <a:solidFill>
                  <a:srgbClr val="000000"/>
                </a:solidFill>
                <a:latin typeface="Verdana"/>
                <a:ea typeface="Verdana"/>
                <a:cs typeface="Arial"/>
              </a:rPr>
              <a:t> (I)</a:t>
            </a:r>
            <a:r>
              <a:rPr lang="en-US" sz="900" dirty="0">
                <a:solidFill>
                  <a:srgbClr val="000000"/>
                </a:solidFill>
                <a:latin typeface="Verdana"/>
                <a:ea typeface="Verdana"/>
                <a:cs typeface="Arial"/>
              </a:rPr>
              <a:t>: Target to complete audit  by 31</a:t>
            </a:r>
            <a:r>
              <a:rPr lang="en-US" sz="900" baseline="30000" dirty="0">
                <a:solidFill>
                  <a:srgbClr val="000000"/>
                </a:solidFill>
                <a:latin typeface="Verdana"/>
                <a:ea typeface="Verdana"/>
                <a:cs typeface="Arial"/>
              </a:rPr>
              <a:t>st</a:t>
            </a:r>
            <a:r>
              <a:rPr lang="en-US" sz="900" dirty="0">
                <a:solidFill>
                  <a:srgbClr val="000000"/>
                </a:solidFill>
                <a:latin typeface="Verdana"/>
                <a:ea typeface="Verdana"/>
                <a:cs typeface="Arial"/>
              </a:rPr>
              <a:t> December, subject to stakeholder support but slight delay is anticipated due to year end.</a:t>
            </a:r>
          </a:p>
          <a:p>
            <a:pPr marL="85725" lvl="0" indent="-85725" algn="just">
              <a:buClr>
                <a:srgbClr val="005089"/>
              </a:buClr>
              <a:buFont typeface="Wingdings" panose="05000000000000000000" pitchFamily="2" charset="2"/>
              <a:buChar char="§"/>
              <a:defRPr/>
            </a:pPr>
            <a:endParaRPr lang="en-US" sz="300" dirty="0">
              <a:solidFill>
                <a:srgbClr val="000000"/>
              </a:solidFill>
              <a:latin typeface="Verdana" panose="020B0604030504040204" pitchFamily="34" charset="0"/>
              <a:ea typeface="Verdana" panose="020B0604030504040204" pitchFamily="34" charset="0"/>
            </a:endParaRPr>
          </a:p>
          <a:p>
            <a:pPr marL="85725" lvl="0" indent="-85725" algn="just">
              <a:buClr>
                <a:srgbClr val="005089"/>
              </a:buClr>
              <a:buFont typeface="Wingdings" panose="05000000000000000000" pitchFamily="2" charset="2"/>
              <a:buChar char="§"/>
              <a:defRPr/>
            </a:pPr>
            <a:endParaRPr lang="en-US" sz="300" dirty="0">
              <a:solidFill>
                <a:srgbClr val="000000"/>
              </a:solidFill>
              <a:latin typeface="Verdana" panose="020B0604030504040204" pitchFamily="34" charset="0"/>
              <a:ea typeface="Verdana" panose="020B0604030504040204" pitchFamily="34" charset="0"/>
            </a:endParaRPr>
          </a:p>
          <a:p>
            <a:pPr marL="85725" indent="-85725" algn="just">
              <a:buClr>
                <a:srgbClr val="005089"/>
              </a:buClr>
              <a:buFont typeface="Wingdings" panose="05000000000000000000" pitchFamily="2" charset="2"/>
              <a:buChar char="§"/>
              <a:defRPr/>
            </a:pPr>
            <a:r>
              <a:rPr lang="en-US" sz="900" i="1" dirty="0">
                <a:solidFill>
                  <a:srgbClr val="000000"/>
                </a:solidFill>
                <a:latin typeface="Verdana"/>
                <a:ea typeface="Verdana"/>
                <a:cs typeface="Arial"/>
              </a:rPr>
              <a:t>Annual Credit Risk Management Standards</a:t>
            </a:r>
            <a:r>
              <a:rPr lang="en-US" sz="900" dirty="0">
                <a:solidFill>
                  <a:srgbClr val="000000"/>
                </a:solidFill>
                <a:latin typeface="Verdana"/>
                <a:ea typeface="Verdana"/>
                <a:cs typeface="Arial"/>
              </a:rPr>
              <a:t>: Process reviews commenced with the preparation of  Audit Work Program. </a:t>
            </a:r>
          </a:p>
          <a:p>
            <a:pPr marR="0" lvl="0" algn="just" defTabSz="914400" rtl="0" eaLnBrk="1" fontAlgn="base" latinLnBrk="0" hangingPunct="1">
              <a:lnSpc>
                <a:spcPct val="100000"/>
              </a:lnSpc>
              <a:spcBef>
                <a:spcPct val="0"/>
              </a:spcBef>
              <a:spcAft>
                <a:spcPct val="0"/>
              </a:spcAft>
              <a:buClr>
                <a:srgbClr val="005089"/>
              </a:buClr>
              <a:buSzTx/>
              <a:tabLst/>
              <a:defRPr/>
            </a:pPr>
            <a:endParaRPr kumimoji="0" lang="en-US" sz="600" b="0" i="0" u="none" strike="noStrike" kern="1200" cap="none" spc="0" normalizeH="0" baseline="0" noProof="0" dirty="0">
              <a:ln>
                <a:noFill/>
              </a:ln>
              <a:solidFill>
                <a:srgbClr val="2D2926"/>
              </a:solidFill>
              <a:effectLst/>
              <a:highlight>
                <a:srgbClr val="FFFF00"/>
              </a:highlight>
              <a:uLnTx/>
              <a:uFillTx/>
              <a:latin typeface="Verdana" panose="020B0604030504040204" pitchFamily="34" charset="0"/>
              <a:ea typeface="Verdana" panose="020B0604030504040204" pitchFamily="34" charset="0"/>
              <a:cs typeface="Arial" charset="0"/>
            </a:endParaRPr>
          </a:p>
          <a:p>
            <a:pPr marL="171450" marR="0" lvl="0" indent="-171450" algn="just" defTabSz="914400" rtl="0" eaLnBrk="1" fontAlgn="base" latinLnBrk="0" hangingPunct="1">
              <a:lnSpc>
                <a:spcPct val="100000"/>
              </a:lnSpc>
              <a:spcBef>
                <a:spcPct val="0"/>
              </a:spcBef>
              <a:spcAft>
                <a:spcPct val="0"/>
              </a:spcAft>
              <a:buClr>
                <a:srgbClr val="005089"/>
              </a:buClr>
              <a:buSzTx/>
              <a:buFont typeface="Wingdings" panose="05000000000000000000" pitchFamily="2" charset="2"/>
              <a:buChar char="§"/>
              <a:tabLst/>
              <a:defRPr/>
            </a:pPr>
            <a:endParaRPr kumimoji="0" lang="en-US" sz="1000" b="0"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Arial" charset="0"/>
            </a:endParaRPr>
          </a:p>
          <a:p>
            <a:pPr marL="171450" marR="0" lvl="0" indent="-171450" algn="just" defTabSz="914400" rtl="0" eaLnBrk="1" fontAlgn="base" latinLnBrk="0" hangingPunct="1">
              <a:lnSpc>
                <a:spcPct val="100000"/>
              </a:lnSpc>
              <a:spcBef>
                <a:spcPct val="0"/>
              </a:spcBef>
              <a:spcAft>
                <a:spcPct val="0"/>
              </a:spcAft>
              <a:buClr>
                <a:srgbClr val="005089"/>
              </a:buClr>
              <a:buSzTx/>
              <a:buFont typeface="Wingdings" panose="05000000000000000000" pitchFamily="2" charset="2"/>
              <a:buChar char="§"/>
              <a:tabLst/>
              <a:defRPr/>
            </a:pP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endParaRPr>
          </a:p>
          <a:p>
            <a:pPr marL="171450" marR="0" lvl="0" indent="-171450" algn="just" defTabSz="914400" rtl="0" eaLnBrk="1" fontAlgn="base" latinLnBrk="0" hangingPunct="1">
              <a:lnSpc>
                <a:spcPct val="100000"/>
              </a:lnSpc>
              <a:spcBef>
                <a:spcPct val="0"/>
              </a:spcBef>
              <a:spcAft>
                <a:spcPct val="0"/>
              </a:spcAft>
              <a:buClr>
                <a:srgbClr val="005089"/>
              </a:buClr>
              <a:buSzTx/>
              <a:buFont typeface="Wingdings" panose="05000000000000000000" pitchFamily="2" charset="2"/>
              <a:buChar char="§"/>
              <a:tabLst/>
              <a:defRPr/>
            </a:pP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endParaRPr>
          </a:p>
          <a:p>
            <a:pPr marL="171450" marR="0" lvl="0" indent="-171450" algn="just" defTabSz="914400" rtl="0" eaLnBrk="1" fontAlgn="base" latinLnBrk="0" hangingPunct="1">
              <a:lnSpc>
                <a:spcPct val="100000"/>
              </a:lnSpc>
              <a:spcBef>
                <a:spcPct val="0"/>
              </a:spcBef>
              <a:spcAft>
                <a:spcPct val="0"/>
              </a:spcAft>
              <a:buClr>
                <a:srgbClr val="005089"/>
              </a:buClr>
              <a:buSzTx/>
              <a:buFont typeface="Wingdings" panose="05000000000000000000" pitchFamily="2" charset="2"/>
              <a:buChar char="§"/>
              <a:tabLst/>
              <a:defRPr/>
            </a:pPr>
            <a:endParaRPr kumimoji="0" lang="en-US" sz="9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Arial" charset="0"/>
            </a:endParaRPr>
          </a:p>
        </p:txBody>
      </p:sp>
      <p:sp>
        <p:nvSpPr>
          <p:cNvPr id="34" name="Rectangle: Rounded Corners 33">
            <a:extLst>
              <a:ext uri="{FF2B5EF4-FFF2-40B4-BE49-F238E27FC236}">
                <a16:creationId xmlns:a16="http://schemas.microsoft.com/office/drawing/2014/main" id="{BF9701BE-D67B-713F-3EB8-62FAEFFBC2F8}"/>
              </a:ext>
            </a:extLst>
          </p:cNvPr>
          <p:cNvSpPr/>
          <p:nvPr/>
        </p:nvSpPr>
        <p:spPr bwMode="auto">
          <a:xfrm>
            <a:off x="4282469" y="1537758"/>
            <a:ext cx="3182400" cy="155028"/>
          </a:xfrm>
          <a:prstGeom prst="roundRect">
            <a:avLst/>
          </a:prstGeom>
          <a:solidFill>
            <a:srgbClr val="FFCC0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900" b="1" i="0" u="none" strike="noStrike" kern="1200" cap="none" spc="0" normalizeH="0" baseline="0" noProof="0" dirty="0">
                <a:ln>
                  <a:noFill/>
                </a:ln>
                <a:solidFill>
                  <a:schemeClr val="bg2"/>
                </a:solidFill>
                <a:effectLst/>
                <a:uLnTx/>
                <a:uFillTx/>
                <a:latin typeface="Verdana" panose="020B0604030504040204" pitchFamily="34" charset="0"/>
                <a:ea typeface="Verdana" panose="020B0604030504040204" pitchFamily="34" charset="0"/>
                <a:cs typeface="Arial" charset="0"/>
              </a:rPr>
              <a:t>In Progress - Expected Completion Dec 2025</a:t>
            </a:r>
          </a:p>
        </p:txBody>
      </p:sp>
    </p:spTree>
    <p:extLst>
      <p:ext uri="{BB962C8B-B14F-4D97-AF65-F5344CB8AC3E}">
        <p14:creationId xmlns:p14="http://schemas.microsoft.com/office/powerpoint/2010/main" val="2878962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93FBD-5FBB-8945-831C-7603BAC3A523}"/>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CE9CE4B-4381-150A-AA0D-94B48F8613FA}"/>
              </a:ext>
            </a:extLst>
          </p:cNvPr>
          <p:cNvCxnSpPr/>
          <p:nvPr/>
        </p:nvCxnSpPr>
        <p:spPr bwMode="auto">
          <a:xfrm>
            <a:off x="201080" y="6532646"/>
            <a:ext cx="11585448" cy="0"/>
          </a:xfrm>
          <a:prstGeom prst="line">
            <a:avLst/>
          </a:prstGeom>
          <a:solidFill>
            <a:srgbClr val="FFFFFF"/>
          </a:solidFill>
          <a:ln w="19050"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8" name="Table 17">
            <a:extLst>
              <a:ext uri="{FF2B5EF4-FFF2-40B4-BE49-F238E27FC236}">
                <a16:creationId xmlns:a16="http://schemas.microsoft.com/office/drawing/2014/main" id="{91EF5E85-3902-D336-9F3D-3BA9EC5109F4}"/>
              </a:ext>
            </a:extLst>
          </p:cNvPr>
          <p:cNvGraphicFramePr>
            <a:graphicFrameLocks noGrp="1"/>
          </p:cNvGraphicFramePr>
          <p:nvPr/>
        </p:nvGraphicFramePr>
        <p:xfrm>
          <a:off x="6858000" y="6556296"/>
          <a:ext cx="913928" cy="225504"/>
        </p:xfrm>
        <a:graphic>
          <a:graphicData uri="http://schemas.openxmlformats.org/drawingml/2006/table">
            <a:tbl>
              <a:tblPr firstRow="1" bandRow="1"/>
              <a:tblGrid>
                <a:gridCol w="267245">
                  <a:extLst>
                    <a:ext uri="{9D8B030D-6E8A-4147-A177-3AD203B41FA5}">
                      <a16:colId xmlns:a16="http://schemas.microsoft.com/office/drawing/2014/main" val="4242992041"/>
                    </a:ext>
                  </a:extLst>
                </a:gridCol>
                <a:gridCol w="646683">
                  <a:extLst>
                    <a:ext uri="{9D8B030D-6E8A-4147-A177-3AD203B41FA5}">
                      <a16:colId xmlns:a16="http://schemas.microsoft.com/office/drawing/2014/main" val="3130472479"/>
                    </a:ext>
                  </a:extLst>
                </a:gridCol>
              </a:tblGrid>
              <a:tr h="225504">
                <a:tc>
                  <a:txBody>
                    <a:bodyPr/>
                    <a:lstStyle/>
                    <a:p>
                      <a:endParaRPr lang="x-none" sz="700" b="0">
                        <a:solidFill>
                          <a:schemeClr val="tx1"/>
                        </a:solidFill>
                        <a:latin typeface="+mn-lt"/>
                        <a:ea typeface="Verdana"/>
                      </a:endParaRPr>
                    </a:p>
                  </a:txBody>
                  <a:tcPr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GB" sz="700" b="0">
                          <a:solidFill>
                            <a:schemeClr val="tx1"/>
                          </a:solidFill>
                          <a:latin typeface="+mn-lt"/>
                          <a:ea typeface="Verdana"/>
                        </a:rPr>
                        <a:t>High Risk</a:t>
                      </a:r>
                      <a:endParaRPr lang="x-none" sz="700" b="0">
                        <a:solidFill>
                          <a:schemeClr val="tx1"/>
                        </a:solidFill>
                        <a:latin typeface="+mn-lt"/>
                        <a:ea typeface="Verdana"/>
                      </a:endParaRPr>
                    </a:p>
                  </a:txBody>
                  <a:tcPr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73" name="Table 72">
            <a:extLst>
              <a:ext uri="{FF2B5EF4-FFF2-40B4-BE49-F238E27FC236}">
                <a16:creationId xmlns:a16="http://schemas.microsoft.com/office/drawing/2014/main" id="{B1358766-D8D5-9586-C8F6-B5C9950098DA}"/>
              </a:ext>
            </a:extLst>
          </p:cNvPr>
          <p:cNvGraphicFramePr>
            <a:graphicFrameLocks noGrp="1"/>
          </p:cNvGraphicFramePr>
          <p:nvPr/>
        </p:nvGraphicFramePr>
        <p:xfrm>
          <a:off x="7738100" y="6556296"/>
          <a:ext cx="990600" cy="225504"/>
        </p:xfrm>
        <a:graphic>
          <a:graphicData uri="http://schemas.openxmlformats.org/drawingml/2006/table">
            <a:tbl>
              <a:tblPr firstRow="1" bandRow="1"/>
              <a:tblGrid>
                <a:gridCol w="289665">
                  <a:extLst>
                    <a:ext uri="{9D8B030D-6E8A-4147-A177-3AD203B41FA5}">
                      <a16:colId xmlns:a16="http://schemas.microsoft.com/office/drawing/2014/main" val="4242992041"/>
                    </a:ext>
                  </a:extLst>
                </a:gridCol>
                <a:gridCol w="700935">
                  <a:extLst>
                    <a:ext uri="{9D8B030D-6E8A-4147-A177-3AD203B41FA5}">
                      <a16:colId xmlns:a16="http://schemas.microsoft.com/office/drawing/2014/main" val="3130472479"/>
                    </a:ext>
                  </a:extLst>
                </a:gridCol>
              </a:tblGrid>
              <a:tr h="225504">
                <a:tc>
                  <a:txBody>
                    <a:bodyPr/>
                    <a:lstStyle/>
                    <a:p>
                      <a:endParaRPr lang="x-none" sz="700" b="0">
                        <a:solidFill>
                          <a:schemeClr val="tx1"/>
                        </a:solidFill>
                        <a:latin typeface="+mn-lt"/>
                        <a:ea typeface="Verdana"/>
                      </a:endParaRPr>
                    </a:p>
                  </a:txBody>
                  <a:tcPr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GB" sz="700" b="0">
                          <a:solidFill>
                            <a:schemeClr val="tx1"/>
                          </a:solidFill>
                          <a:latin typeface="+mn-lt"/>
                          <a:ea typeface="Verdana"/>
                        </a:rPr>
                        <a:t>Medium Risk</a:t>
                      </a:r>
                      <a:endParaRPr lang="x-none" sz="700" b="0">
                        <a:solidFill>
                          <a:schemeClr val="tx1"/>
                        </a:solidFill>
                        <a:latin typeface="+mn-lt"/>
                        <a:ea typeface="Verdana"/>
                      </a:endParaRPr>
                    </a:p>
                  </a:txBody>
                  <a:tcPr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22" name="Table 21">
            <a:extLst>
              <a:ext uri="{FF2B5EF4-FFF2-40B4-BE49-F238E27FC236}">
                <a16:creationId xmlns:a16="http://schemas.microsoft.com/office/drawing/2014/main" id="{507D233B-4743-9BAD-F319-B1912588CA75}"/>
              </a:ext>
            </a:extLst>
          </p:cNvPr>
          <p:cNvGraphicFramePr>
            <a:graphicFrameLocks noGrp="1"/>
          </p:cNvGraphicFramePr>
          <p:nvPr>
            <p:extLst>
              <p:ext uri="{D42A27DB-BD31-4B8C-83A1-F6EECF244321}">
                <p14:modId xmlns:p14="http://schemas.microsoft.com/office/powerpoint/2010/main" val="33836565"/>
              </p:ext>
            </p:extLst>
          </p:nvPr>
        </p:nvGraphicFramePr>
        <p:xfrm>
          <a:off x="1693486" y="1005840"/>
          <a:ext cx="10193056" cy="2675817"/>
        </p:xfrm>
        <a:graphic>
          <a:graphicData uri="http://schemas.openxmlformats.org/drawingml/2006/table">
            <a:tbl>
              <a:tblPr firstRow="1" bandRow="1">
                <a:tableStyleId>{5FD0F851-EC5A-4D38-B0AD-8093EC10F338}</a:tableStyleId>
              </a:tblPr>
              <a:tblGrid>
                <a:gridCol w="5096528">
                  <a:extLst>
                    <a:ext uri="{9D8B030D-6E8A-4147-A177-3AD203B41FA5}">
                      <a16:colId xmlns:a16="http://schemas.microsoft.com/office/drawing/2014/main" val="2206148574"/>
                    </a:ext>
                  </a:extLst>
                </a:gridCol>
                <a:gridCol w="5096528">
                  <a:extLst>
                    <a:ext uri="{9D8B030D-6E8A-4147-A177-3AD203B41FA5}">
                      <a16:colId xmlns:a16="http://schemas.microsoft.com/office/drawing/2014/main" val="286725050"/>
                    </a:ext>
                  </a:extLst>
                </a:gridCol>
              </a:tblGrid>
              <a:tr h="864920">
                <a:tc>
                  <a:txBody>
                    <a:bodyPr/>
                    <a:lstStyle/>
                    <a:p>
                      <a:pPr marL="228600" marR="0" lvl="0" indent="-228600" algn="just" defTabSz="685800" rtl="0" eaLnBrk="1" fontAlgn="auto" latinLnBrk="0" hangingPunct="1">
                        <a:lnSpc>
                          <a:spcPct val="100000"/>
                        </a:lnSpc>
                        <a:spcBef>
                          <a:spcPts val="0"/>
                        </a:spcBef>
                        <a:spcAft>
                          <a:spcPts val="0"/>
                        </a:spcAft>
                        <a:buClrTx/>
                        <a:buSzTx/>
                        <a:buFont typeface="+mj-lt"/>
                        <a:buAutoNum type="alphaUcPeriod"/>
                      </a:pPr>
                      <a:r>
                        <a:rPr lang="en-US" sz="900" b="1" kern="1200" noProof="0" dirty="0">
                          <a:solidFill>
                            <a:prstClr val="black"/>
                          </a:solidFill>
                          <a:latin typeface="Verdana"/>
                          <a:ea typeface="Verdana"/>
                          <a:cs typeface="+mn-cs"/>
                        </a:rPr>
                        <a:t>Fixed Assets Governance and Policy Gaps </a:t>
                      </a:r>
                      <a:r>
                        <a:rPr lang="en-US" sz="900" b="0" i="1" kern="1200" dirty="0">
                          <a:solidFill>
                            <a:prstClr val="black"/>
                          </a:solidFill>
                          <a:latin typeface="Verdana"/>
                          <a:ea typeface="Verdana"/>
                          <a:cs typeface="+mn-cs"/>
                        </a:rPr>
                        <a:t>[E</a:t>
                      </a:r>
                      <a:r>
                        <a:rPr lang="en-US" sz="900" b="0" i="1" kern="1200" noProof="0" dirty="0">
                          <a:solidFill>
                            <a:prstClr val="black"/>
                          </a:solidFill>
                          <a:latin typeface="Verdana"/>
                          <a:ea typeface="Verdana"/>
                          <a:cs typeface="+mn-cs"/>
                        </a:rPr>
                        <a:t>CD: 30/09/2026</a:t>
                      </a:r>
                      <a:r>
                        <a:rPr lang="en-US" sz="900" b="0" i="1" kern="1200" dirty="0">
                          <a:solidFill>
                            <a:prstClr val="black"/>
                          </a:solidFill>
                          <a:latin typeface="Verdana"/>
                          <a:ea typeface="Verdana"/>
                          <a:cs typeface="+mn-cs"/>
                        </a:rPr>
                        <a:t>]</a:t>
                      </a:r>
                    </a:p>
                    <a:p>
                      <a:pPr marL="0" lvl="0" indent="0" algn="just" defTabSz="685800" rtl="0" eaLnBrk="1" latinLnBrk="0" hangingPunct="1">
                        <a:buFont typeface="+mj-lt"/>
                        <a:buNone/>
                      </a:pPr>
                      <a:r>
                        <a:rPr lang="en-US" sz="900" b="0" kern="100" noProof="0" dirty="0">
                          <a:solidFill>
                            <a:schemeClr val="tx1"/>
                          </a:solidFill>
                          <a:effectLst/>
                          <a:latin typeface="Verdana"/>
                          <a:ea typeface="Verdana"/>
                          <a:cs typeface="+mn-cs"/>
                        </a:rPr>
                        <a:t>The Fixed Asset Management Framework lacks clearly defined roles and responsibilities across Finance, IT, and Administration for managing the entire fixed asset lifecycle from acquisition and tagging to movement, physical verification, and disposal.</a:t>
                      </a:r>
                      <a:endParaRPr lang="en-US" sz="900" b="0" kern="100" dirty="0">
                        <a:solidFill>
                          <a:schemeClr val="tx1"/>
                        </a:solidFill>
                        <a:effectLst/>
                        <a:latin typeface="Verdana"/>
                        <a:ea typeface="Verdana"/>
                        <a:cs typeface="+mn-cs"/>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just">
                        <a:lnSpc>
                          <a:spcPct val="100000"/>
                        </a:lnSpc>
                        <a:spcBef>
                          <a:spcPts val="0"/>
                        </a:spcBef>
                        <a:spcAft>
                          <a:spcPts val="0"/>
                        </a:spcAft>
                        <a:buNone/>
                      </a:pPr>
                      <a:r>
                        <a:rPr lang="en-US" sz="900" b="0" kern="1200" noProof="0" dirty="0">
                          <a:solidFill>
                            <a:schemeClr val="tx1"/>
                          </a:solidFill>
                          <a:latin typeface="Verdana"/>
                          <a:ea typeface="Verdana"/>
                          <a:cs typeface="+mn-cs"/>
                        </a:rPr>
                        <a:t>All the findings will be addressed with ERP implementation. SOP/Roles and responsibilities will be defined during ERP implementation and SOP will be formalized as part of the ERP roll out. The document intends to demonstrate clear roles and responsibilities between different functions i.e. Finance, Admin and Procurement.</a:t>
                      </a:r>
                      <a:r>
                        <a:rPr lang="en-US" sz="900" b="0" kern="1200" dirty="0">
                          <a:solidFill>
                            <a:schemeClr val="tx1"/>
                          </a:solidFill>
                          <a:latin typeface="Verdana"/>
                          <a:ea typeface="Verdana"/>
                          <a:cs typeface="+mn-cs"/>
                        </a:rPr>
                        <a:t> </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4795610"/>
                  </a:ext>
                </a:extLst>
              </a:tr>
              <a:tr h="958025">
                <a:tc>
                  <a:txBody>
                    <a:bodyPr/>
                    <a:lstStyle/>
                    <a:p>
                      <a:pPr marL="0" marR="0" lvl="0" indent="0" algn="just" defTabSz="685800" rtl="0" eaLnBrk="1" fontAlgn="auto" latinLnBrk="0" hangingPunct="1">
                        <a:lnSpc>
                          <a:spcPct val="100000"/>
                        </a:lnSpc>
                        <a:spcBef>
                          <a:spcPts val="0"/>
                        </a:spcBef>
                        <a:spcAft>
                          <a:spcPts val="0"/>
                        </a:spcAft>
                        <a:buClrTx/>
                        <a:buSzTx/>
                        <a:buFont typeface="+mj-lt"/>
                        <a:buNone/>
                      </a:pPr>
                      <a:r>
                        <a:rPr lang="en-US" sz="900" b="1" kern="1200" noProof="0" dirty="0">
                          <a:solidFill>
                            <a:prstClr val="black"/>
                          </a:solidFill>
                          <a:latin typeface="Verdana"/>
                          <a:ea typeface="Verdana"/>
                          <a:cs typeface="+mn-cs"/>
                        </a:rPr>
                        <a:t>B.  Irregularities in Fixed Assets Accounting Manual and Processes </a:t>
                      </a:r>
                      <a:r>
                        <a:rPr lang="en-US" sz="900" b="0" i="1" kern="1200" noProof="0" dirty="0">
                          <a:solidFill>
                            <a:prstClr val="black"/>
                          </a:solidFill>
                          <a:latin typeface="Verdana"/>
                          <a:ea typeface="Verdana"/>
                          <a:cs typeface="+mn-cs"/>
                        </a:rPr>
                        <a:t>[ECD: 30/09/2026]</a:t>
                      </a:r>
                    </a:p>
                    <a:p>
                      <a:pPr marL="0" lvl="0" indent="0" algn="just" defTabSz="685800" rtl="0" eaLnBrk="1" latinLnBrk="0" hangingPunct="1">
                        <a:buFont typeface="+mj-lt"/>
                        <a:buNone/>
                      </a:pPr>
                      <a:r>
                        <a:rPr lang="en-US" sz="900" b="0" kern="100" noProof="0" dirty="0">
                          <a:solidFill>
                            <a:schemeClr val="tx1"/>
                          </a:solidFill>
                          <a:effectLst/>
                          <a:latin typeface="Verdana"/>
                          <a:ea typeface="Verdana"/>
                          <a:cs typeface="+mn-cs"/>
                        </a:rPr>
                        <a:t>Fixed Assets Accounting Framework lacks defined processes and accountability for updating asset records, clear classification criteria, and documented procedures for applying revised useful lives, resulting in inconsistencies between manuals, system data, and financial disclosures.</a:t>
                      </a:r>
                      <a:endParaRPr lang="en-US" sz="900" b="0" kern="100" dirty="0">
                        <a:solidFill>
                          <a:schemeClr val="tx1"/>
                        </a:solidFill>
                        <a:effectLst/>
                        <a:latin typeface="Verdana"/>
                        <a:ea typeface="Verdana"/>
                        <a:cs typeface="+mn-cs"/>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just">
                        <a:lnSpc>
                          <a:spcPct val="100000"/>
                        </a:lnSpc>
                        <a:spcBef>
                          <a:spcPts val="0"/>
                        </a:spcBef>
                        <a:spcAft>
                          <a:spcPts val="0"/>
                        </a:spcAft>
                        <a:buNone/>
                      </a:pPr>
                      <a:r>
                        <a:rPr lang="en-US" sz="900" b="0" kern="1200" noProof="0" dirty="0">
                          <a:solidFill>
                            <a:schemeClr val="tx1"/>
                          </a:solidFill>
                          <a:latin typeface="Verdana"/>
                          <a:ea typeface="Verdana"/>
                          <a:cs typeface="+mn-cs"/>
                        </a:rPr>
                        <a:t>All the findings will be addressed with ERP implementation. SOP/Roles and responsibilities will be defined during ERP implementation and SOP will be formalized as part of the ERP roll out. The document intends to demonstrate clear roles and responsibilities between different functions i.e. Finance, Admin and Procurement. </a:t>
                      </a:r>
                      <a:endParaRPr lang="en-US" sz="900" b="0" kern="1200" dirty="0">
                        <a:solidFill>
                          <a:schemeClr val="tx1"/>
                        </a:solidFill>
                        <a:latin typeface="Verdana"/>
                        <a:ea typeface="Verdana"/>
                        <a:cs typeface="+mn-cs"/>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7488491"/>
                  </a:ext>
                </a:extLst>
              </a:tr>
              <a:tr h="852872">
                <a:tc>
                  <a:txBody>
                    <a:bodyPr/>
                    <a:lstStyle/>
                    <a:p>
                      <a:pPr marL="0" marR="0" lvl="0" indent="0" algn="just" defTabSz="685800" rtl="0" eaLnBrk="1" fontAlgn="auto" latinLnBrk="0" hangingPunct="1">
                        <a:lnSpc>
                          <a:spcPct val="100000"/>
                        </a:lnSpc>
                        <a:spcBef>
                          <a:spcPts val="0"/>
                        </a:spcBef>
                        <a:spcAft>
                          <a:spcPts val="0"/>
                        </a:spcAft>
                        <a:buClrTx/>
                        <a:buSzTx/>
                        <a:buFont typeface="+mj-lt"/>
                        <a:buNone/>
                      </a:pPr>
                      <a:r>
                        <a:rPr lang="en-US" sz="900" b="1" kern="100" dirty="0">
                          <a:solidFill>
                            <a:schemeClr val="tx1"/>
                          </a:solidFill>
                          <a:effectLst/>
                          <a:latin typeface="Verdana"/>
                          <a:ea typeface="Verdana"/>
                          <a:cs typeface="+mn-cs"/>
                        </a:rPr>
                        <a:t>C. </a:t>
                      </a:r>
                      <a:r>
                        <a:rPr lang="en-US" sz="900" b="1" kern="100" noProof="0" dirty="0">
                          <a:solidFill>
                            <a:schemeClr val="tx1"/>
                          </a:solidFill>
                          <a:effectLst/>
                          <a:latin typeface="Verdana"/>
                          <a:ea typeface="Verdana"/>
                          <a:cs typeface="+mn-cs"/>
                        </a:rPr>
                        <a:t>Control Gaps in Fixed Asset Management Across Store Facilities </a:t>
                      </a:r>
                      <a:r>
                        <a:rPr lang="en-US" sz="900" b="0" i="1" kern="100" noProof="0" dirty="0">
                          <a:solidFill>
                            <a:schemeClr val="tx1"/>
                          </a:solidFill>
                          <a:effectLst/>
                          <a:latin typeface="Verdana"/>
                          <a:ea typeface="Verdana"/>
                          <a:cs typeface="+mn-cs"/>
                        </a:rPr>
                        <a:t>[ECD: 31/01/2026]</a:t>
                      </a:r>
                      <a:endParaRPr lang="en-US" sz="900" b="0" i="1" kern="100" dirty="0">
                        <a:solidFill>
                          <a:schemeClr val="tx1"/>
                        </a:solidFill>
                        <a:effectLst/>
                        <a:latin typeface="Verdana"/>
                        <a:ea typeface="Verdana"/>
                        <a:cs typeface="+mn-cs"/>
                      </a:endParaRPr>
                    </a:p>
                    <a:p>
                      <a:pPr marL="0" marR="0" lvl="0" indent="0" algn="just" defTabSz="685800" rtl="0" eaLnBrk="1" latinLnBrk="0" hangingPunct="1">
                        <a:lnSpc>
                          <a:spcPct val="100000"/>
                        </a:lnSpc>
                        <a:spcBef>
                          <a:spcPts val="0"/>
                        </a:spcBef>
                        <a:spcAft>
                          <a:spcPts val="0"/>
                        </a:spcAft>
                        <a:buFont typeface="+mj-lt"/>
                        <a:buNone/>
                      </a:pPr>
                      <a:r>
                        <a:rPr lang="en-US" sz="900" b="0" kern="100" noProof="0" dirty="0">
                          <a:solidFill>
                            <a:schemeClr val="tx1"/>
                          </a:solidFill>
                          <a:effectLst/>
                          <a:latin typeface="Verdana"/>
                          <a:ea typeface="Verdana"/>
                          <a:cs typeface="+mn-cs"/>
                        </a:rPr>
                        <a:t>Physical asset storage lacks adequate environmental controls, documented inspections, and robust security measures, with noted deficiencies in offsite facilities and internal storage areas.</a:t>
                      </a:r>
                      <a:endParaRPr lang="en-US" sz="900" b="0" kern="100" dirty="0">
                        <a:solidFill>
                          <a:schemeClr val="tx1"/>
                        </a:solidFill>
                        <a:effectLst/>
                        <a:latin typeface="Verdana"/>
                        <a:ea typeface="Verdana"/>
                        <a:cs typeface="+mn-cs"/>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just">
                        <a:lnSpc>
                          <a:spcPct val="100000"/>
                        </a:lnSpc>
                        <a:spcBef>
                          <a:spcPts val="0"/>
                        </a:spcBef>
                        <a:spcAft>
                          <a:spcPts val="0"/>
                        </a:spcAft>
                        <a:buNone/>
                      </a:pPr>
                      <a:r>
                        <a:rPr lang="en-US" sz="900" b="0" kern="1200" noProof="0" dirty="0">
                          <a:solidFill>
                            <a:schemeClr val="tx1"/>
                          </a:solidFill>
                          <a:latin typeface="Verdana"/>
                          <a:ea typeface="Verdana"/>
                          <a:cs typeface="+mn-cs"/>
                        </a:rPr>
                        <a:t>Offsite storage will improve containment, increase disposal frequency to every three months, and implement basic environmental and fire safety measures with documented inspections. Internal storage areas will maintain CCTV and access controls with enhanced security checks.</a:t>
                      </a:r>
                      <a:endParaRPr lang="en-US" sz="900" b="0" kern="1200" dirty="0">
                        <a:solidFill>
                          <a:schemeClr val="tx1"/>
                        </a:solidFill>
                        <a:latin typeface="Verdana"/>
                        <a:ea typeface="Verdana"/>
                        <a:cs typeface="+mn-cs"/>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0784780"/>
                  </a:ext>
                </a:extLst>
              </a:tr>
            </a:tbl>
          </a:graphicData>
        </a:graphic>
      </p:graphicFrame>
      <p:sp>
        <p:nvSpPr>
          <p:cNvPr id="23" name="Rectangle: Rounded Corners 22">
            <a:extLst>
              <a:ext uri="{FF2B5EF4-FFF2-40B4-BE49-F238E27FC236}">
                <a16:creationId xmlns:a16="http://schemas.microsoft.com/office/drawing/2014/main" id="{4D498771-C326-0017-9DE9-7BF9BFBA2998}"/>
              </a:ext>
            </a:extLst>
          </p:cNvPr>
          <p:cNvSpPr/>
          <p:nvPr/>
        </p:nvSpPr>
        <p:spPr bwMode="auto">
          <a:xfrm>
            <a:off x="309218" y="978927"/>
            <a:ext cx="1353813" cy="2711118"/>
          </a:xfrm>
          <a:prstGeom prst="roundRect">
            <a:avLst/>
          </a:prstGeom>
          <a:solidFill>
            <a:schemeClr val="bg1">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Fixed Assets</a:t>
            </a:r>
          </a:p>
        </p:txBody>
      </p:sp>
      <p:sp>
        <p:nvSpPr>
          <p:cNvPr id="26" name="Slide Number Placeholder 1">
            <a:extLst>
              <a:ext uri="{FF2B5EF4-FFF2-40B4-BE49-F238E27FC236}">
                <a16:creationId xmlns:a16="http://schemas.microsoft.com/office/drawing/2014/main" id="{9CFC9236-0D2E-97BE-96BC-ADFCBF1FE371}"/>
              </a:ext>
            </a:extLst>
          </p:cNvPr>
          <p:cNvSpPr txBox="1">
            <a:spLocks/>
          </p:cNvSpPr>
          <p:nvPr/>
        </p:nvSpPr>
        <p:spPr>
          <a:xfrm>
            <a:off x="11582400" y="6620636"/>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US" sz="900" b="1" i="0" u="none" strike="noStrike" kern="1200" cap="none" spc="0" normalizeH="0" baseline="0" noProof="0" smtClean="0">
                <a:ln>
                  <a:noFill/>
                </a:ln>
                <a:solidFill>
                  <a:srgbClr val="2D2926"/>
                </a:solidFill>
                <a:effectLst/>
                <a:uLnTx/>
                <a:uFillTx/>
                <a:latin typeface="Verdana" panose="020B0604030504040204" pitchFamily="34" charset="0"/>
                <a:ea typeface="Verdana" panose="020B0604030504040204" pitchFamily="34" charset="0"/>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5</a:t>
            </a:fld>
            <a:endParaRPr kumimoji="0" lang="en-US" sz="9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sp>
        <p:nvSpPr>
          <p:cNvPr id="30" name="TextBox 29">
            <a:extLst>
              <a:ext uri="{FF2B5EF4-FFF2-40B4-BE49-F238E27FC236}">
                <a16:creationId xmlns:a16="http://schemas.microsoft.com/office/drawing/2014/main" id="{6A7AA2BA-8087-F018-8121-853ECA0555C5}"/>
              </a:ext>
            </a:extLst>
          </p:cNvPr>
          <p:cNvSpPr txBox="1"/>
          <p:nvPr/>
        </p:nvSpPr>
        <p:spPr>
          <a:xfrm>
            <a:off x="527349" y="3516052"/>
            <a:ext cx="1071584" cy="215444"/>
          </a:xfrm>
          <a:prstGeom prst="rect">
            <a:avLst/>
          </a:prstGeom>
          <a:noFill/>
        </p:spPr>
        <p:txBody>
          <a:bodyPr wrap="square" rtlCol="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rPr>
              <a:t>Ref: Annexure 7.5</a:t>
            </a:r>
          </a:p>
        </p:txBody>
      </p:sp>
      <p:sp>
        <p:nvSpPr>
          <p:cNvPr id="31" name="Title 1">
            <a:extLst>
              <a:ext uri="{FF2B5EF4-FFF2-40B4-BE49-F238E27FC236}">
                <a16:creationId xmlns:a16="http://schemas.microsoft.com/office/drawing/2014/main" id="{58542BFE-2555-4D49-FD1C-E97BE14B1C9A}"/>
              </a:ext>
            </a:extLst>
          </p:cNvPr>
          <p:cNvSpPr txBox="1">
            <a:spLocks/>
          </p:cNvSpPr>
          <p:nvPr/>
        </p:nvSpPr>
        <p:spPr>
          <a:xfrm>
            <a:off x="0" y="0"/>
            <a:ext cx="12192000" cy="609826"/>
          </a:xfrm>
          <a:prstGeom prst="rect">
            <a:avLst/>
          </a:prstGeom>
        </p:spPr>
        <p:txBody>
          <a:bodyPr anchor="ctr">
            <a:normAutofit/>
          </a:bodyP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  Summary of Key Findings and Risk </a:t>
            </a:r>
            <a:r>
              <a:rPr kumimoji="0" lang="en-US" sz="1200" b="0"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(Audit Reports Issued Post BAC # 4 ~ 23</a:t>
            </a:r>
            <a:r>
              <a:rPr kumimoji="0" lang="en-US" sz="1200" b="0" i="0" u="none" strike="noStrike" kern="0" cap="none" spc="0" normalizeH="0" baseline="3000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rd</a:t>
            </a:r>
            <a:r>
              <a:rPr kumimoji="0" lang="en-US" sz="1200" b="0"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 October 2025</a:t>
            </a:r>
            <a:r>
              <a:rPr lang="en-US" kern="0" dirty="0">
                <a:solidFill>
                  <a:prstClr val="white"/>
                </a:solidFill>
                <a:latin typeface="Verdana" panose="020B0604030504040204" pitchFamily="34" charset="0"/>
                <a:ea typeface="Verdana" panose="020B0604030504040204" pitchFamily="34" charset="0"/>
                <a:cs typeface="Verdana" panose="020B0604030504040204" pitchFamily="34" charset="0"/>
              </a:rPr>
              <a:t>)</a:t>
            </a:r>
            <a:r>
              <a:rPr kumimoji="0" lang="en-US" sz="2000" b="0"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	</a:t>
            </a:r>
            <a:endParaRPr kumimoji="0" lang="en-GB" sz="2000" b="0"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5" name="Table 11">
            <a:extLst>
              <a:ext uri="{FF2B5EF4-FFF2-40B4-BE49-F238E27FC236}">
                <a16:creationId xmlns:a16="http://schemas.microsoft.com/office/drawing/2014/main" id="{ABFCA779-7208-3309-6AF8-5F15CE2252DC}"/>
              </a:ext>
            </a:extLst>
          </p:cNvPr>
          <p:cNvGraphicFramePr>
            <a:graphicFrameLocks noGrp="1"/>
          </p:cNvGraphicFramePr>
          <p:nvPr>
            <p:extLst>
              <p:ext uri="{D42A27DB-BD31-4B8C-83A1-F6EECF244321}">
                <p14:modId xmlns:p14="http://schemas.microsoft.com/office/powerpoint/2010/main" val="571713267"/>
              </p:ext>
            </p:extLst>
          </p:nvPr>
        </p:nvGraphicFramePr>
        <p:xfrm>
          <a:off x="313685" y="662646"/>
          <a:ext cx="11585449" cy="259079"/>
        </p:xfrm>
        <a:graphic>
          <a:graphicData uri="http://schemas.openxmlformats.org/drawingml/2006/table">
            <a:tbl>
              <a:tblPr firstRow="1" bandRow="1">
                <a:tableStyleId>{912C8C85-51F0-491E-9774-3900AFEF0FD7}</a:tableStyleId>
              </a:tblPr>
              <a:tblGrid>
                <a:gridCol w="1362715">
                  <a:extLst>
                    <a:ext uri="{9D8B030D-6E8A-4147-A177-3AD203B41FA5}">
                      <a16:colId xmlns:a16="http://schemas.microsoft.com/office/drawing/2014/main" val="3054692262"/>
                    </a:ext>
                  </a:extLst>
                </a:gridCol>
                <a:gridCol w="5105400">
                  <a:extLst>
                    <a:ext uri="{9D8B030D-6E8A-4147-A177-3AD203B41FA5}">
                      <a16:colId xmlns:a16="http://schemas.microsoft.com/office/drawing/2014/main" val="4213541141"/>
                    </a:ext>
                  </a:extLst>
                </a:gridCol>
                <a:gridCol w="5117334">
                  <a:extLst>
                    <a:ext uri="{9D8B030D-6E8A-4147-A177-3AD203B41FA5}">
                      <a16:colId xmlns:a16="http://schemas.microsoft.com/office/drawing/2014/main" val="3124718377"/>
                    </a:ext>
                  </a:extLst>
                </a:gridCol>
              </a:tblGrid>
              <a:tr h="259079">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noProof="0">
                          <a:solidFill>
                            <a:schemeClr val="bg1"/>
                          </a:solidFill>
                        </a:rPr>
                        <a:t>Audit Report</a:t>
                      </a:r>
                      <a:endParaRPr lang="en-US" sz="1100" b="1" kern="1200" noProof="0">
                        <a:solidFill>
                          <a:schemeClr val="bg1"/>
                        </a:solidFill>
                        <a:latin typeface="+mn-lt"/>
                        <a:ea typeface="Verdana"/>
                        <a:cs typeface="Verdana" panose="020B0604030504040204" pitchFamily="34" charset="0"/>
                      </a:endParaRPr>
                    </a:p>
                  </a:txBody>
                  <a:tcPr marL="36000" marR="36000"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noProof="0">
                          <a:solidFill>
                            <a:schemeClr val="bg1"/>
                          </a:solidFill>
                        </a:rPr>
                        <a:t>Key </a:t>
                      </a:r>
                      <a:r>
                        <a:rPr lang="en-US" sz="1200" b="1" kern="1200" noProof="0">
                          <a:solidFill>
                            <a:schemeClr val="bg1"/>
                          </a:solidFill>
                        </a:rPr>
                        <a:t>Findings and Risks</a:t>
                      </a:r>
                    </a:p>
                  </a:txBody>
                  <a:tcPr marL="91344" marR="91344" marT="0"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noProof="0" dirty="0">
                          <a:solidFill>
                            <a:schemeClr val="bg1"/>
                          </a:solidFill>
                        </a:rPr>
                        <a:t>Action Plan/Status</a:t>
                      </a:r>
                    </a:p>
                  </a:txBody>
                  <a:tcPr marL="91344" marR="91344"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3954497292"/>
                  </a:ext>
                </a:extLst>
              </a:tr>
            </a:tbl>
          </a:graphicData>
        </a:graphic>
      </p:graphicFrame>
      <p:sp>
        <p:nvSpPr>
          <p:cNvPr id="12" name="TextBox 11">
            <a:extLst>
              <a:ext uri="{FF2B5EF4-FFF2-40B4-BE49-F238E27FC236}">
                <a16:creationId xmlns:a16="http://schemas.microsoft.com/office/drawing/2014/main" id="{F1471DB3-3F12-961A-BD40-5CC278B30A0A}"/>
              </a:ext>
            </a:extLst>
          </p:cNvPr>
          <p:cNvSpPr txBox="1"/>
          <p:nvPr/>
        </p:nvSpPr>
        <p:spPr>
          <a:xfrm>
            <a:off x="1223894" y="3124200"/>
            <a:ext cx="197205" cy="246221"/>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000" b="0" i="0" u="none" strike="noStrike" kern="1200" cap="none" spc="0" normalizeH="0" baseline="0" noProof="0" err="1">
              <a:ln>
                <a:noFill/>
              </a:ln>
              <a:solidFill>
                <a:prstClr val="black"/>
              </a:solidFill>
              <a:effectLst/>
              <a:uLnTx/>
              <a:uFillTx/>
              <a:latin typeface="Calibri"/>
              <a:ea typeface="+mn-ea"/>
              <a:cs typeface="Arial" charset="0"/>
            </a:endParaRPr>
          </a:p>
        </p:txBody>
      </p:sp>
      <p:sp>
        <p:nvSpPr>
          <p:cNvPr id="3" name="Action Button: Return 2">
            <a:hlinkClick r:id="rId3" action="ppaction://hlinksldjump" highlightClick="1"/>
            <a:extLst>
              <a:ext uri="{FF2B5EF4-FFF2-40B4-BE49-F238E27FC236}">
                <a16:creationId xmlns:a16="http://schemas.microsoft.com/office/drawing/2014/main" id="{79D2992B-D6A7-456D-E237-7AE9EEBED048}"/>
              </a:ext>
            </a:extLst>
          </p:cNvPr>
          <p:cNvSpPr/>
          <p:nvPr/>
        </p:nvSpPr>
        <p:spPr bwMode="auto">
          <a:xfrm>
            <a:off x="11746699" y="6661310"/>
            <a:ext cx="211853" cy="152400"/>
          </a:xfrm>
          <a:prstGeom prst="actionButtonReturn">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AE" sz="1900" b="0" i="0" u="none" strike="noStrike" cap="none" normalizeH="0" baseline="0">
              <a:ln>
                <a:noFill/>
              </a:ln>
              <a:solidFill>
                <a:schemeClr val="tx1"/>
              </a:solidFill>
              <a:effectLst/>
              <a:latin typeface="Arial" charset="0"/>
            </a:endParaRPr>
          </a:p>
        </p:txBody>
      </p:sp>
      <p:sp>
        <p:nvSpPr>
          <p:cNvPr id="19" name="Oval 18">
            <a:extLst>
              <a:ext uri="{FF2B5EF4-FFF2-40B4-BE49-F238E27FC236}">
                <a16:creationId xmlns:a16="http://schemas.microsoft.com/office/drawing/2014/main" id="{39190F58-1E35-83C6-D1CC-B5FF36D2A0FE}"/>
              </a:ext>
            </a:extLst>
          </p:cNvPr>
          <p:cNvSpPr/>
          <p:nvPr/>
        </p:nvSpPr>
        <p:spPr bwMode="auto">
          <a:xfrm>
            <a:off x="1286590" y="1093113"/>
            <a:ext cx="269017" cy="252000"/>
          </a:xfrm>
          <a:prstGeom prst="ellipse">
            <a:avLst/>
          </a:prstGeom>
          <a:solidFill>
            <a:srgbClr val="FFFF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NI</a:t>
            </a:r>
            <a:endParaRPr kumimoji="0" lang="en-AE"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13" name="Rectangle 12">
            <a:extLst>
              <a:ext uri="{FF2B5EF4-FFF2-40B4-BE49-F238E27FC236}">
                <a16:creationId xmlns:a16="http://schemas.microsoft.com/office/drawing/2014/main" id="{DB20D9D7-1BFA-9635-87BD-D2F04EFE7C26}"/>
              </a:ext>
            </a:extLst>
          </p:cNvPr>
          <p:cNvSpPr/>
          <p:nvPr/>
        </p:nvSpPr>
        <p:spPr bwMode="auto">
          <a:xfrm>
            <a:off x="11685712" y="1005839"/>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graphicFrame>
        <p:nvGraphicFramePr>
          <p:cNvPr id="8" name="Table 7">
            <a:extLst>
              <a:ext uri="{FF2B5EF4-FFF2-40B4-BE49-F238E27FC236}">
                <a16:creationId xmlns:a16="http://schemas.microsoft.com/office/drawing/2014/main" id="{10404DC5-4B18-9C5D-403B-287B3C1E75D9}"/>
              </a:ext>
            </a:extLst>
          </p:cNvPr>
          <p:cNvGraphicFramePr>
            <a:graphicFrameLocks noGrp="1"/>
          </p:cNvGraphicFramePr>
          <p:nvPr>
            <p:extLst>
              <p:ext uri="{D42A27DB-BD31-4B8C-83A1-F6EECF244321}">
                <p14:modId xmlns:p14="http://schemas.microsoft.com/office/powerpoint/2010/main" val="2941348632"/>
              </p:ext>
            </p:extLst>
          </p:nvPr>
        </p:nvGraphicFramePr>
        <p:xfrm>
          <a:off x="1693486" y="3775490"/>
          <a:ext cx="10193056" cy="2514920"/>
        </p:xfrm>
        <a:graphic>
          <a:graphicData uri="http://schemas.openxmlformats.org/drawingml/2006/table">
            <a:tbl>
              <a:tblPr firstRow="1" bandRow="1">
                <a:tableStyleId>{5FD0F851-EC5A-4D38-B0AD-8093EC10F338}</a:tableStyleId>
              </a:tblPr>
              <a:tblGrid>
                <a:gridCol w="5096528">
                  <a:extLst>
                    <a:ext uri="{9D8B030D-6E8A-4147-A177-3AD203B41FA5}">
                      <a16:colId xmlns:a16="http://schemas.microsoft.com/office/drawing/2014/main" val="2206148574"/>
                    </a:ext>
                  </a:extLst>
                </a:gridCol>
                <a:gridCol w="5096528">
                  <a:extLst>
                    <a:ext uri="{9D8B030D-6E8A-4147-A177-3AD203B41FA5}">
                      <a16:colId xmlns:a16="http://schemas.microsoft.com/office/drawing/2014/main" val="286725050"/>
                    </a:ext>
                  </a:extLst>
                </a:gridCol>
              </a:tblGrid>
              <a:tr h="939287">
                <a:tc>
                  <a:txBody>
                    <a:bodyPr/>
                    <a:lstStyle/>
                    <a:p>
                      <a:pPr marL="0" marR="0" lvl="0" indent="182563" algn="just" rtl="0" eaLnBrk="1" fontAlgn="auto" latinLnBrk="0" hangingPunct="1">
                        <a:lnSpc>
                          <a:spcPct val="100000"/>
                        </a:lnSpc>
                        <a:spcBef>
                          <a:spcPts val="0"/>
                        </a:spcBef>
                        <a:spcAft>
                          <a:spcPts val="0"/>
                        </a:spcAft>
                        <a:buClrTx/>
                        <a:buSzTx/>
                        <a:buFont typeface="+mj-lt"/>
                        <a:buAutoNum type="alphaUcPeriod"/>
                      </a:pPr>
                      <a:r>
                        <a:rPr lang="en-US" sz="900" b="1" dirty="0">
                          <a:solidFill>
                            <a:prstClr val="black"/>
                          </a:solidFill>
                          <a:latin typeface="Verdana"/>
                          <a:ea typeface="Verdana"/>
                        </a:rPr>
                        <a:t>Status of the Model Management Standards and Guidance Gap Analysis </a:t>
                      </a:r>
                      <a:r>
                        <a:rPr lang="en-US" sz="900" b="0" i="1" kern="1200" dirty="0">
                          <a:solidFill>
                            <a:prstClr val="black"/>
                          </a:solidFill>
                          <a:latin typeface="Verdana"/>
                          <a:ea typeface="Verdana"/>
                          <a:cs typeface="+mn-cs"/>
                        </a:rPr>
                        <a:t>[ECD: 31/03/2026]</a:t>
                      </a:r>
                      <a:endParaRPr lang="en-US" sz="900" b="1" i="1" dirty="0">
                        <a:solidFill>
                          <a:prstClr val="black"/>
                        </a:solidFill>
                        <a:latin typeface="Verdana"/>
                        <a:ea typeface="Verdana"/>
                      </a:endParaRPr>
                    </a:p>
                    <a:p>
                      <a:pPr marL="0" indent="0" algn="just">
                        <a:buFont typeface="+mj-lt"/>
                        <a:buNone/>
                      </a:pPr>
                      <a:r>
                        <a:rPr lang="en-US" sz="900" b="0" kern="100" dirty="0">
                          <a:solidFill>
                            <a:schemeClr val="tx1"/>
                          </a:solidFill>
                          <a:effectLst/>
                          <a:latin typeface="Verdana"/>
                          <a:ea typeface="Verdana"/>
                          <a:cs typeface="+mn-cs"/>
                        </a:rPr>
                        <a:t>Delay in complying with the model management regulation and informing the Regulator about the implementation progress may lead to a greater scrutiny. In addition, no LGD model development plan is in place.</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buNone/>
                      </a:pPr>
                      <a:r>
                        <a:rPr lang="en-US" sz="900" b="0" kern="1200">
                          <a:solidFill>
                            <a:schemeClr val="tx1"/>
                          </a:solidFill>
                          <a:latin typeface="Verdana"/>
                          <a:ea typeface="Verdana"/>
                          <a:cs typeface="+mn-cs"/>
                        </a:rPr>
                        <a:t>The BMRC decision is taken to properly notify the CBUAE about the remediation status to reach compliance with the model management requirements. A</a:t>
                      </a:r>
                      <a:r>
                        <a:rPr lang="en-US" sz="900" b="0" i="0" u="none" strike="noStrike" kern="1200" baseline="0" noProof="0">
                          <a:solidFill>
                            <a:srgbClr val="2D2926"/>
                          </a:solidFill>
                          <a:latin typeface="Verdana"/>
                        </a:rPr>
                        <a:t> standing agenda item for the overall development and validation plan, including LGD redevelopment, will be included in the model management reporting</a:t>
                      </a:r>
                      <a:r>
                        <a:rPr lang="en-US" sz="900" b="0" kern="1200">
                          <a:solidFill>
                            <a:schemeClr val="tx1"/>
                          </a:solidFill>
                          <a:latin typeface="Verdana"/>
                          <a:ea typeface="Verdana"/>
                          <a:cs typeface="+mn-cs"/>
                        </a:rPr>
                        <a:t>.</a:t>
                      </a:r>
                      <a:endParaRPr lang="en-US"/>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4795610"/>
                  </a:ext>
                </a:extLst>
              </a:tr>
              <a:tr h="802103">
                <a:tc>
                  <a:txBody>
                    <a:bodyPr/>
                    <a:lstStyle/>
                    <a:p>
                      <a:pPr marL="0" indent="0" algn="just">
                        <a:buFont typeface="+mj-lt"/>
                        <a:buNone/>
                      </a:pPr>
                      <a:r>
                        <a:rPr lang="en-US" sz="900" b="1" dirty="0">
                          <a:solidFill>
                            <a:prstClr val="black"/>
                          </a:solidFill>
                          <a:latin typeface="Verdana"/>
                          <a:ea typeface="Verdana"/>
                        </a:rPr>
                        <a:t>B. Issues in the Model Identification Process </a:t>
                      </a:r>
                      <a:r>
                        <a:rPr lang="en-US" sz="900" b="0" i="1" kern="1200" dirty="0">
                          <a:solidFill>
                            <a:prstClr val="black"/>
                          </a:solidFill>
                          <a:latin typeface="Verdana"/>
                          <a:ea typeface="Verdana"/>
                          <a:cs typeface="+mn-cs"/>
                        </a:rPr>
                        <a:t>[E</a:t>
                      </a:r>
                      <a:r>
                        <a:rPr lang="en-US" sz="900" b="0" i="1" kern="1200" noProof="0" dirty="0">
                          <a:solidFill>
                            <a:prstClr val="black"/>
                          </a:solidFill>
                          <a:latin typeface="Verdana"/>
                          <a:ea typeface="Verdana"/>
                          <a:cs typeface="+mn-cs"/>
                        </a:rPr>
                        <a:t>CD: </a:t>
                      </a:r>
                      <a:r>
                        <a:rPr lang="en-US" sz="900" b="0" i="1" kern="1200" dirty="0">
                          <a:solidFill>
                            <a:prstClr val="black"/>
                          </a:solidFill>
                          <a:latin typeface="Verdana"/>
                          <a:ea typeface="Verdana"/>
                          <a:cs typeface="+mn-cs"/>
                        </a:rPr>
                        <a:t>30/06/2026]</a:t>
                      </a:r>
                      <a:endParaRPr lang="en-US" sz="900" b="1" i="1" dirty="0">
                        <a:solidFill>
                          <a:prstClr val="black"/>
                        </a:solidFill>
                        <a:latin typeface="Verdana"/>
                        <a:ea typeface="Verdana"/>
                      </a:endParaRPr>
                    </a:p>
                    <a:p>
                      <a:pPr marL="0" lvl="0" indent="0" algn="just">
                        <a:buNone/>
                      </a:pPr>
                      <a:r>
                        <a:rPr lang="en-US" sz="900" b="0" i="0" u="none" strike="noStrike" baseline="0" noProof="0" dirty="0">
                          <a:solidFill>
                            <a:srgbClr val="2D2926"/>
                          </a:solidFill>
                          <a:latin typeface="Verdana"/>
                        </a:rPr>
                        <a:t>Insufficient internal awareness about the model framework and criteria could affect effectiveness of model risk identification and management</a:t>
                      </a:r>
                      <a:r>
                        <a:rPr lang="en-US" sz="900" b="0" dirty="0">
                          <a:latin typeface="Verdana"/>
                          <a:ea typeface="Verdana"/>
                        </a:rPr>
                        <a:t>.</a:t>
                      </a:r>
                      <a:endParaRPr lang="en-US" sz="900" b="0" dirty="0">
                        <a:solidFill>
                          <a:prstClr val="black"/>
                        </a:solidFill>
                        <a:latin typeface="Verdana"/>
                        <a:ea typeface="Verdana"/>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buNone/>
                      </a:pPr>
                      <a:r>
                        <a:rPr lang="en-US" sz="900" b="0" i="0" u="none" strike="noStrike" kern="1200" baseline="0" noProof="0">
                          <a:solidFill>
                            <a:srgbClr val="2D2926"/>
                          </a:solidFill>
                          <a:latin typeface="Verdana"/>
                        </a:rPr>
                        <a:t>The Model Governance standard is approved and under the implementation to remediate issues noted. Risk initiated Model Roadshow Awareness sessions that would cover all relevant teams in the Bank.</a:t>
                      </a:r>
                      <a:endParaRPr lang="en-US" sz="900" b="0" kern="1200">
                        <a:solidFill>
                          <a:schemeClr val="tx1"/>
                        </a:solidFill>
                        <a:latin typeface="Verdana"/>
                        <a:ea typeface="Verdana"/>
                        <a:cs typeface="+mn-cs"/>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7488491"/>
                  </a:ext>
                </a:extLst>
              </a:tr>
              <a:tr h="773530">
                <a:tc>
                  <a:txBody>
                    <a:bodyPr/>
                    <a:lstStyle/>
                    <a:p>
                      <a:pPr marL="0" marR="0" lvl="0" indent="0" algn="just" rtl="0" eaLnBrk="1" fontAlgn="auto" latinLnBrk="0" hangingPunct="1">
                        <a:lnSpc>
                          <a:spcPct val="100000"/>
                        </a:lnSpc>
                        <a:spcBef>
                          <a:spcPts val="0"/>
                        </a:spcBef>
                        <a:spcAft>
                          <a:spcPts val="0"/>
                        </a:spcAft>
                        <a:buClrTx/>
                        <a:buSzTx/>
                        <a:buFont typeface="+mj-lt"/>
                        <a:buNone/>
                      </a:pPr>
                      <a:r>
                        <a:rPr lang="en-US" sz="900" b="1" kern="100" dirty="0">
                          <a:solidFill>
                            <a:schemeClr val="tx1"/>
                          </a:solidFill>
                          <a:effectLst/>
                          <a:latin typeface="Verdana"/>
                          <a:ea typeface="Verdana"/>
                        </a:rPr>
                        <a:t>C. Documentation and Governance Around ECL Management Overlays </a:t>
                      </a:r>
                      <a:r>
                        <a:rPr lang="en-US" sz="900" b="0" i="1" kern="1200" dirty="0">
                          <a:solidFill>
                            <a:prstClr val="black"/>
                          </a:solidFill>
                          <a:latin typeface="Verdana"/>
                          <a:ea typeface="Verdana"/>
                          <a:cs typeface="+mn-cs"/>
                        </a:rPr>
                        <a:t>[</a:t>
                      </a:r>
                      <a:r>
                        <a:rPr lang="en-US" sz="900" b="0" i="1" kern="1200" noProof="0" dirty="0">
                          <a:solidFill>
                            <a:prstClr val="black"/>
                          </a:solidFill>
                          <a:latin typeface="Verdana"/>
                          <a:ea typeface="Verdana"/>
                          <a:cs typeface="+mn-cs"/>
                        </a:rPr>
                        <a:t>ECD: </a:t>
                      </a:r>
                      <a:r>
                        <a:rPr lang="en-US" sz="900" b="0" i="1" kern="1200" dirty="0">
                          <a:solidFill>
                            <a:prstClr val="black"/>
                          </a:solidFill>
                          <a:latin typeface="Verdana"/>
                          <a:ea typeface="Verdana"/>
                          <a:cs typeface="+mn-cs"/>
                        </a:rPr>
                        <a:t>31/03/2026]</a:t>
                      </a:r>
                      <a:endParaRPr lang="en-US" sz="900" b="1" i="1" kern="100" dirty="0">
                        <a:solidFill>
                          <a:schemeClr val="tx1"/>
                        </a:solidFill>
                        <a:effectLst/>
                        <a:latin typeface="Verdana"/>
                        <a:ea typeface="Verdana"/>
                        <a:cs typeface="+mn-cs"/>
                      </a:endParaRPr>
                    </a:p>
                    <a:p>
                      <a:pPr marL="0" marR="0" lvl="0" indent="0" algn="just">
                        <a:lnSpc>
                          <a:spcPct val="100000"/>
                        </a:lnSpc>
                        <a:spcBef>
                          <a:spcPts val="0"/>
                        </a:spcBef>
                        <a:spcAft>
                          <a:spcPts val="0"/>
                        </a:spcAft>
                        <a:buNone/>
                      </a:pPr>
                      <a:r>
                        <a:rPr lang="en-US" sz="900" b="0" i="0" u="none" strike="noStrike" baseline="0" noProof="0" dirty="0">
                          <a:solidFill>
                            <a:srgbClr val="2D2926"/>
                          </a:solidFill>
                          <a:latin typeface="Verdana"/>
                        </a:rPr>
                        <a:t>Lack of sufficient documentation and governance around management overlays may not facilitate a coordinated model remediation and any independent review</a:t>
                      </a:r>
                      <a:r>
                        <a:rPr lang="en-US" sz="900" b="0" dirty="0">
                          <a:latin typeface="Verdana"/>
                          <a:ea typeface="Verdana"/>
                        </a:rPr>
                        <a:t>.</a:t>
                      </a:r>
                      <a:endParaRPr lang="en-AE" sz="900" b="0" kern="1200" dirty="0">
                        <a:solidFill>
                          <a:schemeClr val="tx1"/>
                        </a:solidFill>
                        <a:latin typeface="Verdana"/>
                        <a:ea typeface="Verdana"/>
                        <a:cs typeface="+mn-cs"/>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a:lnSpc>
                          <a:spcPct val="100000"/>
                        </a:lnSpc>
                        <a:spcBef>
                          <a:spcPts val="0"/>
                        </a:spcBef>
                        <a:spcAft>
                          <a:spcPts val="0"/>
                        </a:spcAft>
                        <a:buNone/>
                      </a:pPr>
                      <a:r>
                        <a:rPr lang="en-US" sz="900" kern="1200" dirty="0">
                          <a:solidFill>
                            <a:schemeClr val="tx1"/>
                          </a:solidFill>
                          <a:latin typeface="Verdana"/>
                          <a:ea typeface="Verdana"/>
                          <a:cs typeface="+mn-cs"/>
                        </a:rPr>
                        <a:t>Risk and Finance team work together to enhance and implement missing governance aspects around management overlays for expected credit loss.</a:t>
                      </a:r>
                      <a:endParaRPr lang="en-US" dirty="0"/>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3779750"/>
                  </a:ext>
                </a:extLst>
              </a:tr>
            </a:tbl>
          </a:graphicData>
        </a:graphic>
      </p:graphicFrame>
      <p:sp>
        <p:nvSpPr>
          <p:cNvPr id="9" name="Rectangle: Rounded Corners 8">
            <a:extLst>
              <a:ext uri="{FF2B5EF4-FFF2-40B4-BE49-F238E27FC236}">
                <a16:creationId xmlns:a16="http://schemas.microsoft.com/office/drawing/2014/main" id="{857DF0F9-FED4-E9D7-511C-4F0B1BF7E2AE}"/>
              </a:ext>
            </a:extLst>
          </p:cNvPr>
          <p:cNvSpPr/>
          <p:nvPr/>
        </p:nvSpPr>
        <p:spPr bwMode="auto">
          <a:xfrm>
            <a:off x="309219" y="3748166"/>
            <a:ext cx="1353813" cy="2542243"/>
          </a:xfrm>
          <a:prstGeom prst="roundRect">
            <a:avLst/>
          </a:prstGeom>
          <a:solidFill>
            <a:schemeClr val="bg1">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Model Management</a:t>
            </a:r>
          </a:p>
        </p:txBody>
      </p:sp>
      <p:sp>
        <p:nvSpPr>
          <p:cNvPr id="21" name="TextBox 20">
            <a:extLst>
              <a:ext uri="{FF2B5EF4-FFF2-40B4-BE49-F238E27FC236}">
                <a16:creationId xmlns:a16="http://schemas.microsoft.com/office/drawing/2014/main" id="{D98B4016-7E30-EB58-F677-6853FCEB8E7E}"/>
              </a:ext>
            </a:extLst>
          </p:cNvPr>
          <p:cNvSpPr txBox="1"/>
          <p:nvPr/>
        </p:nvSpPr>
        <p:spPr>
          <a:xfrm>
            <a:off x="527349" y="6119448"/>
            <a:ext cx="1071584" cy="215444"/>
          </a:xfrm>
          <a:prstGeom prst="rect">
            <a:avLst/>
          </a:prstGeom>
          <a:noFill/>
        </p:spPr>
        <p:txBody>
          <a:bodyPr wrap="square" rtlCol="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rPr>
              <a:t>Ref: Annexure 7.6 </a:t>
            </a:r>
          </a:p>
        </p:txBody>
      </p:sp>
      <p:sp>
        <p:nvSpPr>
          <p:cNvPr id="27" name="Oval 26">
            <a:extLst>
              <a:ext uri="{FF2B5EF4-FFF2-40B4-BE49-F238E27FC236}">
                <a16:creationId xmlns:a16="http://schemas.microsoft.com/office/drawing/2014/main" id="{6A05702B-D400-0330-F792-EBDBD1C612BB}"/>
              </a:ext>
            </a:extLst>
          </p:cNvPr>
          <p:cNvSpPr/>
          <p:nvPr/>
        </p:nvSpPr>
        <p:spPr bwMode="auto">
          <a:xfrm>
            <a:off x="1286590" y="3848079"/>
            <a:ext cx="269017" cy="252000"/>
          </a:xfrm>
          <a:prstGeom prst="ellipse">
            <a:avLst/>
          </a:prstGeom>
          <a:solidFill>
            <a:srgbClr val="FFFF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NI</a:t>
            </a:r>
            <a:endParaRPr kumimoji="0" lang="en-AE"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28" name="Rectangle 27">
            <a:extLst>
              <a:ext uri="{FF2B5EF4-FFF2-40B4-BE49-F238E27FC236}">
                <a16:creationId xmlns:a16="http://schemas.microsoft.com/office/drawing/2014/main" id="{33661D76-207D-9182-1AF4-30C5C9293BD9}"/>
              </a:ext>
            </a:extLst>
          </p:cNvPr>
          <p:cNvSpPr/>
          <p:nvPr/>
        </p:nvSpPr>
        <p:spPr bwMode="auto">
          <a:xfrm>
            <a:off x="11686580" y="3775491"/>
            <a:ext cx="195193" cy="176530"/>
          </a:xfrm>
          <a:prstGeom prst="rect">
            <a:avLst/>
          </a:prstGeom>
          <a:solidFill>
            <a:srgbClr val="FF0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charset="0"/>
              </a:rPr>
              <a:t>H</a:t>
            </a:r>
            <a:endParaRPr kumimoji="0" lang="en-AE" sz="8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charset="0"/>
            </a:endParaRPr>
          </a:p>
        </p:txBody>
      </p:sp>
      <p:sp>
        <p:nvSpPr>
          <p:cNvPr id="29" name="TextBox 28">
            <a:extLst>
              <a:ext uri="{FF2B5EF4-FFF2-40B4-BE49-F238E27FC236}">
                <a16:creationId xmlns:a16="http://schemas.microsoft.com/office/drawing/2014/main" id="{04764390-55F0-3943-E877-072A4867E153}"/>
              </a:ext>
            </a:extLst>
          </p:cNvPr>
          <p:cNvSpPr txBox="1"/>
          <p:nvPr/>
        </p:nvSpPr>
        <p:spPr>
          <a:xfrm>
            <a:off x="201080" y="6558121"/>
            <a:ext cx="2390773" cy="200055"/>
          </a:xfrm>
          <a:prstGeom prst="rect">
            <a:avLst/>
          </a:prstGeom>
          <a:noFill/>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252423"/>
                </a:solidFill>
                <a:effectLst/>
                <a:uLnTx/>
                <a:uFillTx/>
                <a:latin typeface="Verdana" panose="020B0604030504040204" pitchFamily="34" charset="0"/>
                <a:ea typeface="Verdana" panose="020B0604030504040204" pitchFamily="34" charset="0"/>
                <a:cs typeface="Arial" charset="0"/>
              </a:rPr>
              <a:t>  *ICD/ECD: Interim/Estimated Completion Date</a:t>
            </a:r>
            <a:endParaRPr kumimoji="0" lang="en-US" sz="700" b="0"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graphicFrame>
        <p:nvGraphicFramePr>
          <p:cNvPr id="2" name="Table 1">
            <a:extLst>
              <a:ext uri="{FF2B5EF4-FFF2-40B4-BE49-F238E27FC236}">
                <a16:creationId xmlns:a16="http://schemas.microsoft.com/office/drawing/2014/main" id="{BFD5726F-4A25-6E0A-BB54-C07FDC840090}"/>
              </a:ext>
            </a:extLst>
          </p:cNvPr>
          <p:cNvGraphicFramePr>
            <a:graphicFrameLocks noGrp="1"/>
          </p:cNvGraphicFramePr>
          <p:nvPr>
            <p:extLst>
              <p:ext uri="{D42A27DB-BD31-4B8C-83A1-F6EECF244321}">
                <p14:modId xmlns:p14="http://schemas.microsoft.com/office/powerpoint/2010/main" val="3305298101"/>
              </p:ext>
            </p:extLst>
          </p:nvPr>
        </p:nvGraphicFramePr>
        <p:xfrm>
          <a:off x="2590800" y="6550181"/>
          <a:ext cx="2940480" cy="198120"/>
        </p:xfrm>
        <a:graphic>
          <a:graphicData uri="http://schemas.openxmlformats.org/drawingml/2006/table">
            <a:tbl>
              <a:tblPr firstRow="1" bandRow="1">
                <a:tableStyleId>{5C22544A-7EE6-4342-B048-85BDC9FD1C3A}</a:tableStyleId>
              </a:tblPr>
              <a:tblGrid>
                <a:gridCol w="1159326">
                  <a:extLst>
                    <a:ext uri="{9D8B030D-6E8A-4147-A177-3AD203B41FA5}">
                      <a16:colId xmlns:a16="http://schemas.microsoft.com/office/drawing/2014/main" val="3386331004"/>
                    </a:ext>
                  </a:extLst>
                </a:gridCol>
                <a:gridCol w="890577">
                  <a:extLst>
                    <a:ext uri="{9D8B030D-6E8A-4147-A177-3AD203B41FA5}">
                      <a16:colId xmlns:a16="http://schemas.microsoft.com/office/drawing/2014/main" val="1988129826"/>
                    </a:ext>
                  </a:extLst>
                </a:gridCol>
                <a:gridCol w="890577">
                  <a:extLst>
                    <a:ext uri="{9D8B030D-6E8A-4147-A177-3AD203B41FA5}">
                      <a16:colId xmlns:a16="http://schemas.microsoft.com/office/drawing/2014/main" val="4213051520"/>
                    </a:ext>
                  </a:extLst>
                </a:gridCol>
              </a:tblGrid>
              <a:tr h="139103">
                <a:tc>
                  <a:txBody>
                    <a:bodyPr/>
                    <a:lstStyle/>
                    <a:p>
                      <a:pPr algn="ctr"/>
                      <a:r>
                        <a:rPr lang="en-US" sz="700" b="1">
                          <a:solidFill>
                            <a:schemeClr val="tx1">
                              <a:lumMod val="90000"/>
                              <a:lumOff val="10000"/>
                            </a:schemeClr>
                          </a:solidFill>
                        </a:rPr>
                        <a:t>NI : Needs Improvement</a:t>
                      </a:r>
                      <a:endParaRPr lang="en-AE" sz="700" b="1">
                        <a:solidFill>
                          <a:schemeClr val="tx1">
                            <a:lumMod val="90000"/>
                            <a:lumOff val="10000"/>
                          </a:schemeClr>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00"/>
                    </a:solidFill>
                  </a:tcPr>
                </a:tc>
                <a:tc>
                  <a:txBody>
                    <a:bodyPr/>
                    <a:lstStyle/>
                    <a:p>
                      <a:pPr algn="ctr"/>
                      <a:r>
                        <a:rPr lang="en-US" sz="700" b="1" dirty="0">
                          <a:solidFill>
                            <a:schemeClr val="tx1"/>
                          </a:solidFill>
                        </a:rPr>
                        <a:t>Satisfactory</a:t>
                      </a:r>
                      <a:endParaRPr lang="en-AE" sz="700" b="1" dirty="0">
                        <a:solidFill>
                          <a:schemeClr val="tx1"/>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92D050"/>
                    </a:solidFill>
                  </a:tcPr>
                </a:tc>
                <a:tc>
                  <a:txBody>
                    <a:bodyPr/>
                    <a:lstStyle/>
                    <a:p>
                      <a:pPr algn="ctr"/>
                      <a:r>
                        <a:rPr lang="en-US" sz="700" b="1" dirty="0">
                          <a:solidFill>
                            <a:schemeClr val="bg1"/>
                          </a:solidFill>
                        </a:rPr>
                        <a:t>U : Unrated</a:t>
                      </a:r>
                      <a:endParaRPr lang="en-AE" sz="700" b="1" dirty="0">
                        <a:solidFill>
                          <a:schemeClr val="bg1"/>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5B9BD5"/>
                    </a:solidFill>
                  </a:tcPr>
                </a:tc>
                <a:extLst>
                  <a:ext uri="{0D108BD9-81ED-4DB2-BD59-A6C34878D82A}">
                    <a16:rowId xmlns:a16="http://schemas.microsoft.com/office/drawing/2014/main" val="3433129447"/>
                  </a:ext>
                </a:extLst>
              </a:tr>
            </a:tbl>
          </a:graphicData>
        </a:graphic>
      </p:graphicFrame>
      <p:sp>
        <p:nvSpPr>
          <p:cNvPr id="4" name="Rectangle 3">
            <a:extLst>
              <a:ext uri="{FF2B5EF4-FFF2-40B4-BE49-F238E27FC236}">
                <a16:creationId xmlns:a16="http://schemas.microsoft.com/office/drawing/2014/main" id="{DE8F4568-85C6-020A-3B53-EB21C29527E3}"/>
              </a:ext>
            </a:extLst>
          </p:cNvPr>
          <p:cNvSpPr/>
          <p:nvPr/>
        </p:nvSpPr>
        <p:spPr bwMode="auto">
          <a:xfrm>
            <a:off x="11684568" y="1874127"/>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6" name="Rectangle 5">
            <a:extLst>
              <a:ext uri="{FF2B5EF4-FFF2-40B4-BE49-F238E27FC236}">
                <a16:creationId xmlns:a16="http://schemas.microsoft.com/office/drawing/2014/main" id="{FDE8AB4C-84BA-364C-4CA7-165A2E36DF4A}"/>
              </a:ext>
            </a:extLst>
          </p:cNvPr>
          <p:cNvSpPr/>
          <p:nvPr/>
        </p:nvSpPr>
        <p:spPr bwMode="auto">
          <a:xfrm>
            <a:off x="11684567" y="2827024"/>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11" name="Rectangle 10">
            <a:extLst>
              <a:ext uri="{FF2B5EF4-FFF2-40B4-BE49-F238E27FC236}">
                <a16:creationId xmlns:a16="http://schemas.microsoft.com/office/drawing/2014/main" id="{CE1D9CC9-2A23-B00A-DB52-E94ED5C9A2B8}"/>
              </a:ext>
            </a:extLst>
          </p:cNvPr>
          <p:cNvSpPr/>
          <p:nvPr/>
        </p:nvSpPr>
        <p:spPr bwMode="auto">
          <a:xfrm>
            <a:off x="11684566" y="4716728"/>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14" name="Rectangle 13">
            <a:extLst>
              <a:ext uri="{FF2B5EF4-FFF2-40B4-BE49-F238E27FC236}">
                <a16:creationId xmlns:a16="http://schemas.microsoft.com/office/drawing/2014/main" id="{C58901AE-7875-7236-F1FB-965E0ABD9D8A}"/>
              </a:ext>
            </a:extLst>
          </p:cNvPr>
          <p:cNvSpPr/>
          <p:nvPr/>
        </p:nvSpPr>
        <p:spPr bwMode="auto">
          <a:xfrm>
            <a:off x="11684565" y="5514592"/>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Tree>
    <p:extLst>
      <p:ext uri="{BB962C8B-B14F-4D97-AF65-F5344CB8AC3E}">
        <p14:creationId xmlns:p14="http://schemas.microsoft.com/office/powerpoint/2010/main" val="2644251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07C1B-4554-CC24-9F9F-A089F432EB8F}"/>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24539A6F-56BE-EAF6-E945-4E160BCE6B07}"/>
              </a:ext>
            </a:extLst>
          </p:cNvPr>
          <p:cNvCxnSpPr/>
          <p:nvPr/>
        </p:nvCxnSpPr>
        <p:spPr bwMode="auto">
          <a:xfrm>
            <a:off x="201080" y="6532646"/>
            <a:ext cx="11585448" cy="0"/>
          </a:xfrm>
          <a:prstGeom prst="line">
            <a:avLst/>
          </a:prstGeom>
          <a:solidFill>
            <a:srgbClr val="FFFFFF"/>
          </a:solidFill>
          <a:ln w="19050"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8" name="Table 17">
            <a:extLst>
              <a:ext uri="{FF2B5EF4-FFF2-40B4-BE49-F238E27FC236}">
                <a16:creationId xmlns:a16="http://schemas.microsoft.com/office/drawing/2014/main" id="{BECDEFE4-E2C7-A2DD-2177-DE43382F1A03}"/>
              </a:ext>
            </a:extLst>
          </p:cNvPr>
          <p:cNvGraphicFramePr>
            <a:graphicFrameLocks noGrp="1"/>
          </p:cNvGraphicFramePr>
          <p:nvPr/>
        </p:nvGraphicFramePr>
        <p:xfrm>
          <a:off x="6858000" y="6556296"/>
          <a:ext cx="913928" cy="225504"/>
        </p:xfrm>
        <a:graphic>
          <a:graphicData uri="http://schemas.openxmlformats.org/drawingml/2006/table">
            <a:tbl>
              <a:tblPr firstRow="1" bandRow="1"/>
              <a:tblGrid>
                <a:gridCol w="267245">
                  <a:extLst>
                    <a:ext uri="{9D8B030D-6E8A-4147-A177-3AD203B41FA5}">
                      <a16:colId xmlns:a16="http://schemas.microsoft.com/office/drawing/2014/main" val="4242992041"/>
                    </a:ext>
                  </a:extLst>
                </a:gridCol>
                <a:gridCol w="646683">
                  <a:extLst>
                    <a:ext uri="{9D8B030D-6E8A-4147-A177-3AD203B41FA5}">
                      <a16:colId xmlns:a16="http://schemas.microsoft.com/office/drawing/2014/main" val="3130472479"/>
                    </a:ext>
                  </a:extLst>
                </a:gridCol>
              </a:tblGrid>
              <a:tr h="225504">
                <a:tc>
                  <a:txBody>
                    <a:bodyPr/>
                    <a:lstStyle/>
                    <a:p>
                      <a:endParaRPr lang="x-none" sz="700" b="0">
                        <a:solidFill>
                          <a:schemeClr val="tx1"/>
                        </a:solidFill>
                        <a:latin typeface="+mn-lt"/>
                        <a:ea typeface="Verdana"/>
                      </a:endParaRPr>
                    </a:p>
                  </a:txBody>
                  <a:tcPr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GB" sz="700" b="0">
                          <a:solidFill>
                            <a:schemeClr val="tx1"/>
                          </a:solidFill>
                          <a:latin typeface="+mn-lt"/>
                          <a:ea typeface="Verdana"/>
                        </a:rPr>
                        <a:t>High Risk</a:t>
                      </a:r>
                      <a:endParaRPr lang="x-none" sz="700" b="0">
                        <a:solidFill>
                          <a:schemeClr val="tx1"/>
                        </a:solidFill>
                        <a:latin typeface="+mn-lt"/>
                        <a:ea typeface="Verdana"/>
                      </a:endParaRPr>
                    </a:p>
                  </a:txBody>
                  <a:tcPr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73" name="Table 72">
            <a:extLst>
              <a:ext uri="{FF2B5EF4-FFF2-40B4-BE49-F238E27FC236}">
                <a16:creationId xmlns:a16="http://schemas.microsoft.com/office/drawing/2014/main" id="{96C0CA92-FB8B-B17D-12D1-2C861753C09A}"/>
              </a:ext>
            </a:extLst>
          </p:cNvPr>
          <p:cNvGraphicFramePr>
            <a:graphicFrameLocks noGrp="1"/>
          </p:cNvGraphicFramePr>
          <p:nvPr/>
        </p:nvGraphicFramePr>
        <p:xfrm>
          <a:off x="7738100" y="6556296"/>
          <a:ext cx="990600" cy="225504"/>
        </p:xfrm>
        <a:graphic>
          <a:graphicData uri="http://schemas.openxmlformats.org/drawingml/2006/table">
            <a:tbl>
              <a:tblPr firstRow="1" bandRow="1"/>
              <a:tblGrid>
                <a:gridCol w="289665">
                  <a:extLst>
                    <a:ext uri="{9D8B030D-6E8A-4147-A177-3AD203B41FA5}">
                      <a16:colId xmlns:a16="http://schemas.microsoft.com/office/drawing/2014/main" val="4242992041"/>
                    </a:ext>
                  </a:extLst>
                </a:gridCol>
                <a:gridCol w="700935">
                  <a:extLst>
                    <a:ext uri="{9D8B030D-6E8A-4147-A177-3AD203B41FA5}">
                      <a16:colId xmlns:a16="http://schemas.microsoft.com/office/drawing/2014/main" val="3130472479"/>
                    </a:ext>
                  </a:extLst>
                </a:gridCol>
              </a:tblGrid>
              <a:tr h="225504">
                <a:tc>
                  <a:txBody>
                    <a:bodyPr/>
                    <a:lstStyle/>
                    <a:p>
                      <a:endParaRPr lang="x-none" sz="700" b="0">
                        <a:solidFill>
                          <a:schemeClr val="tx1"/>
                        </a:solidFill>
                        <a:latin typeface="+mn-lt"/>
                        <a:ea typeface="Verdana"/>
                      </a:endParaRPr>
                    </a:p>
                  </a:txBody>
                  <a:tcPr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GB" sz="700" b="0">
                          <a:solidFill>
                            <a:schemeClr val="tx1"/>
                          </a:solidFill>
                          <a:latin typeface="+mn-lt"/>
                          <a:ea typeface="Verdana"/>
                        </a:rPr>
                        <a:t>Medium Risk</a:t>
                      </a:r>
                      <a:endParaRPr lang="x-none" sz="700" b="0">
                        <a:solidFill>
                          <a:schemeClr val="tx1"/>
                        </a:solidFill>
                        <a:latin typeface="+mn-lt"/>
                        <a:ea typeface="Verdana"/>
                      </a:endParaRPr>
                    </a:p>
                  </a:txBody>
                  <a:tcPr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bl>
          </a:graphicData>
        </a:graphic>
      </p:graphicFrame>
      <p:sp>
        <p:nvSpPr>
          <p:cNvPr id="26" name="Slide Number Placeholder 1">
            <a:extLst>
              <a:ext uri="{FF2B5EF4-FFF2-40B4-BE49-F238E27FC236}">
                <a16:creationId xmlns:a16="http://schemas.microsoft.com/office/drawing/2014/main" id="{C239E68A-CCE2-0E9D-1C4E-67863F1FBE98}"/>
              </a:ext>
            </a:extLst>
          </p:cNvPr>
          <p:cNvSpPr txBox="1">
            <a:spLocks/>
          </p:cNvSpPr>
          <p:nvPr/>
        </p:nvSpPr>
        <p:spPr>
          <a:xfrm>
            <a:off x="11582400" y="6620636"/>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US" sz="900" b="1" i="0" u="none" strike="noStrike" kern="1200" cap="none" spc="0" normalizeH="0" baseline="0" noProof="0" smtClean="0">
                <a:ln>
                  <a:noFill/>
                </a:ln>
                <a:solidFill>
                  <a:srgbClr val="2D2926"/>
                </a:solidFill>
                <a:effectLst/>
                <a:uLnTx/>
                <a:uFillTx/>
                <a:latin typeface="Verdana" panose="020B0604030504040204" pitchFamily="34" charset="0"/>
                <a:ea typeface="Verdana" panose="020B0604030504040204" pitchFamily="34" charset="0"/>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6</a:t>
            </a:fld>
            <a:endParaRPr kumimoji="0" lang="en-US" sz="9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sp>
        <p:nvSpPr>
          <p:cNvPr id="31" name="Title 1">
            <a:extLst>
              <a:ext uri="{FF2B5EF4-FFF2-40B4-BE49-F238E27FC236}">
                <a16:creationId xmlns:a16="http://schemas.microsoft.com/office/drawing/2014/main" id="{7644BC73-D1C5-1B68-A413-0AD6BB03496F}"/>
              </a:ext>
            </a:extLst>
          </p:cNvPr>
          <p:cNvSpPr txBox="1">
            <a:spLocks/>
          </p:cNvSpPr>
          <p:nvPr/>
        </p:nvSpPr>
        <p:spPr>
          <a:xfrm>
            <a:off x="0" y="0"/>
            <a:ext cx="12192000" cy="609826"/>
          </a:xfrm>
          <a:prstGeom prst="rect">
            <a:avLst/>
          </a:prstGeom>
        </p:spPr>
        <p:txBody>
          <a:bodyPr anchor="ctr">
            <a:normAutofit/>
          </a:bodyP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pPr lvl="0">
              <a:defRPr/>
            </a:pPr>
            <a:r>
              <a:rPr kumimoji="0" lang="en-US" sz="2000" b="0"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  Summary of Key Findings and Risk </a:t>
            </a:r>
            <a:r>
              <a:rPr kumimoji="0" lang="en-US" sz="1200" b="0"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(Audit Reports Issued Post BAC # 4</a:t>
            </a:r>
            <a:r>
              <a:rPr lang="en-US" kern="0" dirty="0">
                <a:solidFill>
                  <a:prstClr val="white"/>
                </a:solidFill>
                <a:latin typeface="Verdana" panose="020B0604030504040204" pitchFamily="34" charset="0"/>
                <a:ea typeface="Verdana" panose="020B0604030504040204" pitchFamily="34" charset="0"/>
                <a:cs typeface="Verdana" panose="020B0604030504040204" pitchFamily="34" charset="0"/>
              </a:rPr>
              <a:t> ~ 23</a:t>
            </a:r>
            <a:r>
              <a:rPr lang="en-US" kern="0" baseline="30000" dirty="0">
                <a:solidFill>
                  <a:prstClr val="white"/>
                </a:solidFill>
                <a:latin typeface="Verdana" panose="020B0604030504040204" pitchFamily="34" charset="0"/>
                <a:ea typeface="Verdana" panose="020B0604030504040204" pitchFamily="34" charset="0"/>
                <a:cs typeface="Verdana" panose="020B0604030504040204" pitchFamily="34" charset="0"/>
              </a:rPr>
              <a:t>rd</a:t>
            </a:r>
            <a:r>
              <a:rPr lang="en-US" kern="0" dirty="0">
                <a:solidFill>
                  <a:prstClr val="white"/>
                </a:solidFill>
                <a:latin typeface="Verdana" panose="020B0604030504040204" pitchFamily="34" charset="0"/>
                <a:ea typeface="Verdana" panose="020B0604030504040204" pitchFamily="34" charset="0"/>
                <a:cs typeface="Verdana" panose="020B0604030504040204" pitchFamily="34" charset="0"/>
              </a:rPr>
              <a:t> October 2025)</a:t>
            </a:r>
            <a:r>
              <a:rPr kumimoji="0" lang="en-US" sz="2000" b="0"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	</a:t>
            </a:r>
            <a:endParaRPr kumimoji="0" lang="en-GB" sz="2000" b="0"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5" name="Table 11">
            <a:extLst>
              <a:ext uri="{FF2B5EF4-FFF2-40B4-BE49-F238E27FC236}">
                <a16:creationId xmlns:a16="http://schemas.microsoft.com/office/drawing/2014/main" id="{120B5A36-08BF-F19F-57B3-F2626B8D0DCC}"/>
              </a:ext>
            </a:extLst>
          </p:cNvPr>
          <p:cNvGraphicFramePr>
            <a:graphicFrameLocks noGrp="1"/>
          </p:cNvGraphicFramePr>
          <p:nvPr/>
        </p:nvGraphicFramePr>
        <p:xfrm>
          <a:off x="313685" y="662646"/>
          <a:ext cx="11585448" cy="259079"/>
        </p:xfrm>
        <a:graphic>
          <a:graphicData uri="http://schemas.openxmlformats.org/drawingml/2006/table">
            <a:tbl>
              <a:tblPr firstRow="1" bandRow="1">
                <a:tableStyleId>{912C8C85-51F0-491E-9774-3900AFEF0FD7}</a:tableStyleId>
              </a:tblPr>
              <a:tblGrid>
                <a:gridCol w="1367341">
                  <a:extLst>
                    <a:ext uri="{9D8B030D-6E8A-4147-A177-3AD203B41FA5}">
                      <a16:colId xmlns:a16="http://schemas.microsoft.com/office/drawing/2014/main" val="3054692262"/>
                    </a:ext>
                  </a:extLst>
                </a:gridCol>
                <a:gridCol w="10218107">
                  <a:extLst>
                    <a:ext uri="{9D8B030D-6E8A-4147-A177-3AD203B41FA5}">
                      <a16:colId xmlns:a16="http://schemas.microsoft.com/office/drawing/2014/main" val="4213541141"/>
                    </a:ext>
                  </a:extLst>
                </a:gridCol>
              </a:tblGrid>
              <a:tr h="259079">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noProof="0">
                          <a:solidFill>
                            <a:schemeClr val="bg1"/>
                          </a:solidFill>
                        </a:rPr>
                        <a:t>Audit Report</a:t>
                      </a:r>
                      <a:endParaRPr lang="en-US" sz="1100" b="1" kern="1200" noProof="0">
                        <a:solidFill>
                          <a:schemeClr val="bg1"/>
                        </a:solidFill>
                        <a:latin typeface="+mn-lt"/>
                        <a:ea typeface="Verdana"/>
                        <a:cs typeface="Verdana" panose="020B0604030504040204" pitchFamily="34" charset="0"/>
                      </a:endParaRPr>
                    </a:p>
                  </a:txBody>
                  <a:tcPr marL="36000" marR="36000"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noProof="0">
                          <a:solidFill>
                            <a:schemeClr val="bg1"/>
                          </a:solidFill>
                        </a:rPr>
                        <a:t>Key </a:t>
                      </a:r>
                      <a:r>
                        <a:rPr lang="en-US" sz="1200" b="1" kern="1200" noProof="0">
                          <a:solidFill>
                            <a:schemeClr val="bg1"/>
                          </a:solidFill>
                        </a:rPr>
                        <a:t>Findings and Risks                                                                                                         Action Plan/Status</a:t>
                      </a:r>
                    </a:p>
                  </a:txBody>
                  <a:tcPr marL="91344" marR="91344" marT="0"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3954497292"/>
                  </a:ext>
                </a:extLst>
              </a:tr>
            </a:tbl>
          </a:graphicData>
        </a:graphic>
      </p:graphicFrame>
      <p:graphicFrame>
        <p:nvGraphicFramePr>
          <p:cNvPr id="6" name="Table 5">
            <a:extLst>
              <a:ext uri="{FF2B5EF4-FFF2-40B4-BE49-F238E27FC236}">
                <a16:creationId xmlns:a16="http://schemas.microsoft.com/office/drawing/2014/main" id="{A365C771-81AC-BEDC-0221-AE57C3D4843B}"/>
              </a:ext>
            </a:extLst>
          </p:cNvPr>
          <p:cNvGraphicFramePr>
            <a:graphicFrameLocks noGrp="1"/>
          </p:cNvGraphicFramePr>
          <p:nvPr>
            <p:extLst>
              <p:ext uri="{D42A27DB-BD31-4B8C-83A1-F6EECF244321}">
                <p14:modId xmlns:p14="http://schemas.microsoft.com/office/powerpoint/2010/main" val="4112882047"/>
              </p:ext>
            </p:extLst>
          </p:nvPr>
        </p:nvGraphicFramePr>
        <p:xfrm>
          <a:off x="2534060" y="6580584"/>
          <a:ext cx="2940480" cy="198120"/>
        </p:xfrm>
        <a:graphic>
          <a:graphicData uri="http://schemas.openxmlformats.org/drawingml/2006/table">
            <a:tbl>
              <a:tblPr firstRow="1" bandRow="1">
                <a:tableStyleId>{5C22544A-7EE6-4342-B048-85BDC9FD1C3A}</a:tableStyleId>
              </a:tblPr>
              <a:tblGrid>
                <a:gridCol w="1159326">
                  <a:extLst>
                    <a:ext uri="{9D8B030D-6E8A-4147-A177-3AD203B41FA5}">
                      <a16:colId xmlns:a16="http://schemas.microsoft.com/office/drawing/2014/main" val="3386331004"/>
                    </a:ext>
                  </a:extLst>
                </a:gridCol>
                <a:gridCol w="890577">
                  <a:extLst>
                    <a:ext uri="{9D8B030D-6E8A-4147-A177-3AD203B41FA5}">
                      <a16:colId xmlns:a16="http://schemas.microsoft.com/office/drawing/2014/main" val="1988129826"/>
                    </a:ext>
                  </a:extLst>
                </a:gridCol>
                <a:gridCol w="890577">
                  <a:extLst>
                    <a:ext uri="{9D8B030D-6E8A-4147-A177-3AD203B41FA5}">
                      <a16:colId xmlns:a16="http://schemas.microsoft.com/office/drawing/2014/main" val="4213051520"/>
                    </a:ext>
                  </a:extLst>
                </a:gridCol>
              </a:tblGrid>
              <a:tr h="139103">
                <a:tc>
                  <a:txBody>
                    <a:bodyPr/>
                    <a:lstStyle/>
                    <a:p>
                      <a:pPr algn="ctr"/>
                      <a:r>
                        <a:rPr lang="en-US" sz="700" b="1">
                          <a:solidFill>
                            <a:schemeClr val="tx1">
                              <a:lumMod val="90000"/>
                              <a:lumOff val="10000"/>
                            </a:schemeClr>
                          </a:solidFill>
                        </a:rPr>
                        <a:t>NI : Needs Improvement</a:t>
                      </a:r>
                      <a:endParaRPr lang="en-AE" sz="700" b="1">
                        <a:solidFill>
                          <a:schemeClr val="tx1">
                            <a:lumMod val="90000"/>
                            <a:lumOff val="10000"/>
                          </a:schemeClr>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00"/>
                    </a:solidFill>
                  </a:tcPr>
                </a:tc>
                <a:tc>
                  <a:txBody>
                    <a:bodyPr/>
                    <a:lstStyle/>
                    <a:p>
                      <a:pPr algn="ctr"/>
                      <a:r>
                        <a:rPr lang="en-US" sz="700" b="1">
                          <a:solidFill>
                            <a:schemeClr val="tx1"/>
                          </a:solidFill>
                        </a:rPr>
                        <a:t>Satisfactory</a:t>
                      </a:r>
                      <a:endParaRPr lang="en-AE" sz="700" b="1">
                        <a:solidFill>
                          <a:schemeClr val="tx1"/>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92D050"/>
                    </a:solidFill>
                  </a:tcPr>
                </a:tc>
                <a:tc>
                  <a:txBody>
                    <a:bodyPr/>
                    <a:lstStyle/>
                    <a:p>
                      <a:pPr algn="ctr"/>
                      <a:r>
                        <a:rPr lang="en-US" sz="700" b="1">
                          <a:solidFill>
                            <a:schemeClr val="bg1"/>
                          </a:solidFill>
                        </a:rPr>
                        <a:t>U : Unrated</a:t>
                      </a:r>
                      <a:endParaRPr lang="en-AE" sz="700" b="1">
                        <a:solidFill>
                          <a:schemeClr val="bg1"/>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5B9BD5"/>
                    </a:solidFill>
                  </a:tcPr>
                </a:tc>
                <a:extLst>
                  <a:ext uri="{0D108BD9-81ED-4DB2-BD59-A6C34878D82A}">
                    <a16:rowId xmlns:a16="http://schemas.microsoft.com/office/drawing/2014/main" val="3433129447"/>
                  </a:ext>
                </a:extLst>
              </a:tr>
            </a:tbl>
          </a:graphicData>
        </a:graphic>
      </p:graphicFrame>
      <p:sp>
        <p:nvSpPr>
          <p:cNvPr id="3" name="Action Button: Return 2">
            <a:hlinkClick r:id="rId3" action="ppaction://hlinksldjump" highlightClick="1"/>
            <a:extLst>
              <a:ext uri="{FF2B5EF4-FFF2-40B4-BE49-F238E27FC236}">
                <a16:creationId xmlns:a16="http://schemas.microsoft.com/office/drawing/2014/main" id="{BD8CB322-49D6-27A9-41DC-E0806CEF60F2}"/>
              </a:ext>
            </a:extLst>
          </p:cNvPr>
          <p:cNvSpPr/>
          <p:nvPr/>
        </p:nvSpPr>
        <p:spPr bwMode="auto">
          <a:xfrm>
            <a:off x="11746699" y="6661310"/>
            <a:ext cx="211853" cy="152400"/>
          </a:xfrm>
          <a:prstGeom prst="actionButtonReturn">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AE" sz="1900" b="0" i="0" u="none" strike="noStrike" cap="none" normalizeH="0" baseline="0">
              <a:ln>
                <a:noFill/>
              </a:ln>
              <a:solidFill>
                <a:schemeClr val="tx1"/>
              </a:solidFill>
              <a:effectLst/>
              <a:latin typeface="Arial" charset="0"/>
            </a:endParaRPr>
          </a:p>
        </p:txBody>
      </p:sp>
      <p:graphicFrame>
        <p:nvGraphicFramePr>
          <p:cNvPr id="2" name="Table 1">
            <a:extLst>
              <a:ext uri="{FF2B5EF4-FFF2-40B4-BE49-F238E27FC236}">
                <a16:creationId xmlns:a16="http://schemas.microsoft.com/office/drawing/2014/main" id="{28D43289-3B0E-E5D8-252A-06DC79BBE617}"/>
              </a:ext>
            </a:extLst>
          </p:cNvPr>
          <p:cNvGraphicFramePr>
            <a:graphicFrameLocks noGrp="1"/>
          </p:cNvGraphicFramePr>
          <p:nvPr>
            <p:extLst>
              <p:ext uri="{D42A27DB-BD31-4B8C-83A1-F6EECF244321}">
                <p14:modId xmlns:p14="http://schemas.microsoft.com/office/powerpoint/2010/main" val="103822606"/>
              </p:ext>
            </p:extLst>
          </p:nvPr>
        </p:nvGraphicFramePr>
        <p:xfrm>
          <a:off x="1688501" y="982373"/>
          <a:ext cx="10147670" cy="2346960"/>
        </p:xfrm>
        <a:graphic>
          <a:graphicData uri="http://schemas.openxmlformats.org/drawingml/2006/table">
            <a:tbl>
              <a:tblPr firstRow="1" bandRow="1">
                <a:tableStyleId>{5FD0F851-EC5A-4D38-B0AD-8093EC10F338}</a:tableStyleId>
              </a:tblPr>
              <a:tblGrid>
                <a:gridCol w="5073835">
                  <a:extLst>
                    <a:ext uri="{9D8B030D-6E8A-4147-A177-3AD203B41FA5}">
                      <a16:colId xmlns:a16="http://schemas.microsoft.com/office/drawing/2014/main" val="2206148574"/>
                    </a:ext>
                  </a:extLst>
                </a:gridCol>
                <a:gridCol w="5073835">
                  <a:extLst>
                    <a:ext uri="{9D8B030D-6E8A-4147-A177-3AD203B41FA5}">
                      <a16:colId xmlns:a16="http://schemas.microsoft.com/office/drawing/2014/main" val="286725050"/>
                    </a:ext>
                  </a:extLst>
                </a:gridCol>
              </a:tblGrid>
              <a:tr h="518160">
                <a:tc>
                  <a:txBody>
                    <a:bodyPr/>
                    <a:lstStyle/>
                    <a:p>
                      <a:pPr marL="228600" marR="0" lvl="0" indent="-228600" algn="just" rtl="0" eaLnBrk="1" fontAlgn="auto" latinLnBrk="0" hangingPunct="1">
                        <a:lnSpc>
                          <a:spcPct val="100000"/>
                        </a:lnSpc>
                        <a:spcBef>
                          <a:spcPts val="0"/>
                        </a:spcBef>
                        <a:spcAft>
                          <a:spcPts val="0"/>
                        </a:spcAft>
                        <a:buClrTx/>
                        <a:buSzTx/>
                        <a:buAutoNum type="alphaUcPeriod"/>
                      </a:pPr>
                      <a:r>
                        <a:rPr lang="en-US" sz="900" b="1" kern="1200" noProof="0" dirty="0">
                          <a:solidFill>
                            <a:prstClr val="black"/>
                          </a:solidFill>
                          <a:latin typeface="Verdana"/>
                          <a:ea typeface="Verdana"/>
                          <a:cs typeface="+mn-cs"/>
                        </a:rPr>
                        <a:t>Powers of Attorney (POA</a:t>
                      </a:r>
                      <a:r>
                        <a:rPr lang="en-US" sz="1000" b="1" i="0" u="none" strike="noStrike" noProof="0" dirty="0">
                          <a:solidFill>
                            <a:prstClr val="black"/>
                          </a:solidFill>
                          <a:latin typeface="Verdana"/>
                        </a:rPr>
                        <a:t>)</a:t>
                      </a:r>
                      <a:r>
                        <a:rPr lang="en-US" sz="900" b="1" dirty="0">
                          <a:solidFill>
                            <a:prstClr val="black"/>
                          </a:solidFill>
                          <a:latin typeface="Verdana"/>
                          <a:ea typeface="Verdana"/>
                        </a:rPr>
                        <a:t> </a:t>
                      </a:r>
                      <a:r>
                        <a:rPr lang="en-US" sz="900" b="0" kern="1200" dirty="0">
                          <a:solidFill>
                            <a:prstClr val="black"/>
                          </a:solidFill>
                          <a:latin typeface="Verdana"/>
                          <a:ea typeface="Verdana"/>
                          <a:cs typeface="+mn-cs"/>
                        </a:rPr>
                        <a:t>[</a:t>
                      </a:r>
                      <a:r>
                        <a:rPr lang="en-US" sz="900" b="0" i="1" kern="1200" dirty="0">
                          <a:solidFill>
                            <a:prstClr val="black"/>
                          </a:solidFill>
                          <a:latin typeface="Verdana"/>
                          <a:ea typeface="Verdana"/>
                          <a:cs typeface="+mn-cs"/>
                        </a:rPr>
                        <a:t>E</a:t>
                      </a:r>
                      <a:r>
                        <a:rPr lang="en-US" sz="900" b="0" i="1" kern="1200" noProof="0" dirty="0">
                          <a:solidFill>
                            <a:prstClr val="black"/>
                          </a:solidFill>
                          <a:latin typeface="Verdana"/>
                          <a:ea typeface="Verdana"/>
                          <a:cs typeface="+mn-cs"/>
                        </a:rPr>
                        <a:t>CD: </a:t>
                      </a:r>
                      <a:r>
                        <a:rPr lang="en-US" sz="900" b="0" i="1" kern="1200" dirty="0">
                          <a:solidFill>
                            <a:prstClr val="black"/>
                          </a:solidFill>
                          <a:latin typeface="Verdana"/>
                          <a:ea typeface="Verdana"/>
                          <a:cs typeface="+mn-cs"/>
                        </a:rPr>
                        <a:t>30/11/2025</a:t>
                      </a:r>
                      <a:r>
                        <a:rPr lang="en-US" sz="900" b="0" kern="1200" dirty="0">
                          <a:solidFill>
                            <a:prstClr val="black"/>
                          </a:solidFill>
                          <a:latin typeface="Verdana"/>
                          <a:ea typeface="Verdana"/>
                          <a:cs typeface="+mn-cs"/>
                        </a:rPr>
                        <a:t>]</a:t>
                      </a:r>
                      <a:endParaRPr lang="en-US" sz="900" b="1" dirty="0">
                        <a:solidFill>
                          <a:prstClr val="black"/>
                        </a:solidFill>
                        <a:latin typeface="Verdana"/>
                        <a:ea typeface="Verdana"/>
                      </a:endParaRPr>
                    </a:p>
                    <a:p>
                      <a:pPr marL="0" indent="0" algn="just">
                        <a:buFont typeface="+mj-lt"/>
                        <a:buNone/>
                      </a:pPr>
                      <a:r>
                        <a:rPr lang="en-US" sz="900" b="0" kern="100" noProof="0" dirty="0">
                          <a:solidFill>
                            <a:schemeClr val="tx1"/>
                          </a:solidFill>
                          <a:effectLst/>
                          <a:latin typeface="Verdana"/>
                          <a:ea typeface="Verdana"/>
                          <a:cs typeface="+mn-cs"/>
                        </a:rPr>
                        <a:t>Gaps in POA governance and lifecycle management, including active POAs after staff transfers or exits, sub-delegated POAs without defined expiry dates and bypassing the Admin Department process, and external legal consultants’ POAs exceeding approved tenure or remaining expired without timely renewal.</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sz="900" b="0" kern="100" dirty="0">
                        <a:solidFill>
                          <a:schemeClr val="tx1"/>
                        </a:solidFill>
                        <a:effectLst/>
                        <a:latin typeface="Verdana" panose="020B0604030504040204" pitchFamily="34" charset="0"/>
                        <a:ea typeface="Verdana" panose="020B0604030504040204" pitchFamily="34" charset="0"/>
                        <a:cs typeface="+mn-cs"/>
                      </a:endParaRPr>
                    </a:p>
                    <a:p>
                      <a:pPr marL="0" marR="0" lvl="0" indent="0" algn="just" rtl="0" eaLnBrk="1" fontAlgn="auto" latinLnBrk="0" hangingPunct="1">
                        <a:lnSpc>
                          <a:spcPct val="100000"/>
                        </a:lnSpc>
                        <a:spcBef>
                          <a:spcPts val="0"/>
                        </a:spcBef>
                        <a:spcAft>
                          <a:spcPts val="0"/>
                        </a:spcAft>
                        <a:buClrTx/>
                        <a:buSzTx/>
                        <a:buFont typeface="+mj-lt"/>
                        <a:buNone/>
                      </a:pPr>
                      <a:r>
                        <a:rPr lang="en-US" sz="900" b="0" kern="100" noProof="0" dirty="0">
                          <a:solidFill>
                            <a:schemeClr val="tx1"/>
                          </a:solidFill>
                          <a:effectLst/>
                          <a:latin typeface="Verdana"/>
                          <a:ea typeface="Verdana"/>
                          <a:cs typeface="+mn-cs"/>
                        </a:rPr>
                        <a:t>Cancel outdated POAs, review and update sub-delegated and external POAs with proper expiry and registration, maintain an updated POA register, and strengthen coordination between relevant units.</a:t>
                      </a:r>
                      <a:endParaRPr lang="en-AE" sz="900" b="0" kern="100" dirty="0">
                        <a:solidFill>
                          <a:schemeClr val="tx1"/>
                        </a:solidFill>
                        <a:effectLst/>
                        <a:latin typeface="Verdana"/>
                        <a:ea typeface="Verdana"/>
                        <a:cs typeface="+mn-cs"/>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4795610"/>
                  </a:ext>
                </a:extLst>
              </a:tr>
              <a:tr h="632732">
                <a:tc>
                  <a:txBody>
                    <a:bodyPr/>
                    <a:lstStyle/>
                    <a:p>
                      <a:pPr marL="0" indent="0" algn="just">
                        <a:buFont typeface="+mj-lt"/>
                        <a:buNone/>
                      </a:pPr>
                      <a:r>
                        <a:rPr lang="en-US" sz="900" b="1" dirty="0">
                          <a:solidFill>
                            <a:prstClr val="black"/>
                          </a:solidFill>
                          <a:latin typeface="Verdana"/>
                          <a:ea typeface="Verdana"/>
                        </a:rPr>
                        <a:t>B. </a:t>
                      </a:r>
                      <a:r>
                        <a:rPr lang="en-US" sz="900" b="1" kern="1200" noProof="0" dirty="0">
                          <a:solidFill>
                            <a:prstClr val="black"/>
                          </a:solidFill>
                          <a:latin typeface="Verdana"/>
                          <a:ea typeface="Verdana"/>
                          <a:cs typeface="+mn-cs"/>
                        </a:rPr>
                        <a:t>Data Governance Over Sensitive Customer Information</a:t>
                      </a:r>
                      <a:r>
                        <a:rPr lang="en-US" sz="900" b="1" dirty="0">
                          <a:solidFill>
                            <a:prstClr val="black"/>
                          </a:solidFill>
                          <a:latin typeface="Verdana"/>
                          <a:ea typeface="Verdana"/>
                        </a:rPr>
                        <a:t> </a:t>
                      </a:r>
                      <a:r>
                        <a:rPr lang="en-US" sz="900" b="0" kern="1200" dirty="0">
                          <a:solidFill>
                            <a:prstClr val="black"/>
                          </a:solidFill>
                          <a:latin typeface="Verdana"/>
                          <a:ea typeface="Verdana"/>
                          <a:cs typeface="+mn-cs"/>
                        </a:rPr>
                        <a:t>[</a:t>
                      </a:r>
                      <a:r>
                        <a:rPr lang="en-US" sz="900" b="0" i="1" kern="1200" noProof="0" dirty="0">
                          <a:solidFill>
                            <a:prstClr val="black"/>
                          </a:solidFill>
                          <a:latin typeface="Verdana"/>
                          <a:ea typeface="Verdana"/>
                          <a:cs typeface="+mn-cs"/>
                        </a:rPr>
                        <a:t>ICD: </a:t>
                      </a:r>
                      <a:r>
                        <a:rPr lang="en-US" sz="900" b="0" i="1" kern="1200" dirty="0">
                          <a:solidFill>
                            <a:prstClr val="black"/>
                          </a:solidFill>
                          <a:latin typeface="Verdana"/>
                          <a:ea typeface="Verdana"/>
                          <a:cs typeface="+mn-cs"/>
                        </a:rPr>
                        <a:t>31/12/2025</a:t>
                      </a:r>
                      <a:r>
                        <a:rPr lang="en-US" sz="900" b="0" kern="1200" dirty="0">
                          <a:solidFill>
                            <a:prstClr val="black"/>
                          </a:solidFill>
                          <a:latin typeface="Verdana"/>
                          <a:ea typeface="Verdana"/>
                          <a:cs typeface="+mn-cs"/>
                        </a:rPr>
                        <a:t>]</a:t>
                      </a:r>
                      <a:endParaRPr lang="en-US" sz="900" b="1" dirty="0">
                        <a:solidFill>
                          <a:prstClr val="black"/>
                        </a:solidFill>
                        <a:latin typeface="Verdana"/>
                        <a:ea typeface="Verdana"/>
                      </a:endParaRPr>
                    </a:p>
                    <a:p>
                      <a:pPr marL="0" indent="0" algn="just">
                        <a:buFont typeface="+mj-lt"/>
                        <a:buNone/>
                      </a:pPr>
                      <a:r>
                        <a:rPr lang="en-US" sz="900" b="0" kern="100" noProof="0" dirty="0">
                          <a:solidFill>
                            <a:schemeClr val="tx1"/>
                          </a:solidFill>
                          <a:effectLst/>
                          <a:latin typeface="Verdana"/>
                          <a:ea typeface="Verdana"/>
                          <a:cs typeface="+mn-cs"/>
                        </a:rPr>
                        <a:t>Weaknesses in data governance, where sensitive customer information is stored in shared folders accessible to over 131 users, some with modify rights and without clear business justification.</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sz="900" b="0" kern="100">
                        <a:solidFill>
                          <a:schemeClr val="tx1"/>
                        </a:solidFill>
                        <a:effectLst/>
                        <a:latin typeface="Verdana" panose="020B0604030504040204" pitchFamily="34" charset="0"/>
                        <a:ea typeface="Verdana" panose="020B0604030504040204" pitchFamily="34" charset="0"/>
                        <a:cs typeface="+mn-cs"/>
                      </a:endParaRPr>
                    </a:p>
                    <a:p>
                      <a:pPr marL="0" marR="0" lvl="0" indent="0" algn="just" rtl="0" eaLnBrk="1" fontAlgn="auto" latinLnBrk="0" hangingPunct="1">
                        <a:lnSpc>
                          <a:spcPct val="100000"/>
                        </a:lnSpc>
                        <a:spcBef>
                          <a:spcPts val="0"/>
                        </a:spcBef>
                        <a:spcAft>
                          <a:spcPts val="0"/>
                        </a:spcAft>
                        <a:buClrTx/>
                        <a:buSzTx/>
                        <a:buFont typeface="+mj-lt"/>
                        <a:buNone/>
                      </a:pPr>
                      <a:r>
                        <a:rPr lang="en-US" sz="900" b="0" kern="100" noProof="0">
                          <a:solidFill>
                            <a:schemeClr val="tx1"/>
                          </a:solidFill>
                          <a:effectLst/>
                          <a:latin typeface="Verdana"/>
                          <a:ea typeface="Verdana"/>
                          <a:cs typeface="+mn-cs"/>
                        </a:rPr>
                        <a:t>Review and rationalize user access to shared folders, ensuring alignment with business needs and principle of least privilege. Risk exemption processes will be updated or new approvals obtained for sensitive data handling.</a:t>
                      </a:r>
                      <a:endParaRPr lang="en-AE" sz="900" b="0" kern="100">
                        <a:solidFill>
                          <a:schemeClr val="tx1"/>
                        </a:solidFill>
                        <a:effectLst/>
                        <a:latin typeface="Verdana"/>
                        <a:ea typeface="Verdana"/>
                        <a:cs typeface="+mn-cs"/>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7488491"/>
                  </a:ext>
                </a:extLst>
              </a:tr>
              <a:tr h="563270">
                <a:tc>
                  <a:txBody>
                    <a:bodyPr/>
                    <a:lstStyle/>
                    <a:p>
                      <a:pPr marL="0" marR="0" lvl="0" indent="0" algn="just" rtl="0" eaLnBrk="1" fontAlgn="auto" latinLnBrk="0" hangingPunct="1">
                        <a:lnSpc>
                          <a:spcPct val="100000"/>
                        </a:lnSpc>
                        <a:spcBef>
                          <a:spcPts val="0"/>
                        </a:spcBef>
                        <a:spcAft>
                          <a:spcPts val="0"/>
                        </a:spcAft>
                        <a:buClrTx/>
                        <a:buSzTx/>
                        <a:buFont typeface="+mj-lt"/>
                        <a:buNone/>
                      </a:pPr>
                      <a:r>
                        <a:rPr lang="en-US" sz="900" b="1" kern="100" dirty="0">
                          <a:solidFill>
                            <a:schemeClr val="tx1"/>
                          </a:solidFill>
                          <a:effectLst/>
                          <a:latin typeface="Verdana"/>
                          <a:ea typeface="Verdana"/>
                        </a:rPr>
                        <a:t>C. </a:t>
                      </a:r>
                      <a:r>
                        <a:rPr lang="en-US" sz="900" b="1" kern="100" dirty="0">
                          <a:solidFill>
                            <a:schemeClr val="tx1"/>
                          </a:solidFill>
                          <a:effectLst/>
                          <a:latin typeface="Verdana"/>
                          <a:ea typeface="Verdana"/>
                          <a:cs typeface="+mn-cs"/>
                        </a:rPr>
                        <a:t> </a:t>
                      </a:r>
                      <a:r>
                        <a:rPr lang="en-US" sz="900" b="1" kern="1200" noProof="0" dirty="0">
                          <a:solidFill>
                            <a:prstClr val="black"/>
                          </a:solidFill>
                          <a:latin typeface="Verdana"/>
                          <a:ea typeface="Verdana"/>
                          <a:cs typeface="+mn-cs"/>
                        </a:rPr>
                        <a:t>Auto Loan – Legal </a:t>
                      </a:r>
                      <a:r>
                        <a:rPr lang="en-US" sz="900" b="1" kern="100" noProof="0" dirty="0">
                          <a:solidFill>
                            <a:schemeClr val="tx1"/>
                          </a:solidFill>
                          <a:effectLst/>
                          <a:latin typeface="Verdana"/>
                          <a:ea typeface="Verdana"/>
                          <a:cs typeface="+mn-cs"/>
                        </a:rPr>
                        <a:t>and Repossession</a:t>
                      </a:r>
                      <a:r>
                        <a:rPr lang="en-US" sz="900" b="1" kern="100" dirty="0">
                          <a:solidFill>
                            <a:schemeClr val="tx1"/>
                          </a:solidFill>
                          <a:effectLst/>
                          <a:latin typeface="Verdana"/>
                          <a:ea typeface="Verdana"/>
                          <a:cs typeface="+mn-cs"/>
                        </a:rPr>
                        <a:t> </a:t>
                      </a:r>
                      <a:r>
                        <a:rPr lang="en-US" sz="900" b="0" kern="1200" dirty="0">
                          <a:solidFill>
                            <a:prstClr val="black"/>
                          </a:solidFill>
                          <a:latin typeface="Verdana"/>
                          <a:ea typeface="Verdana"/>
                          <a:cs typeface="+mn-cs"/>
                        </a:rPr>
                        <a:t>[</a:t>
                      </a:r>
                      <a:r>
                        <a:rPr lang="en-US" sz="900" b="0" i="1" kern="1200" noProof="0" dirty="0">
                          <a:solidFill>
                            <a:prstClr val="black"/>
                          </a:solidFill>
                          <a:latin typeface="Verdana"/>
                          <a:ea typeface="Verdana"/>
                          <a:cs typeface="+mn-cs"/>
                        </a:rPr>
                        <a:t>ECD: </a:t>
                      </a:r>
                      <a:r>
                        <a:rPr lang="en-US" sz="900" b="0" i="1" kern="1200" dirty="0">
                          <a:solidFill>
                            <a:prstClr val="black"/>
                          </a:solidFill>
                          <a:latin typeface="Verdana"/>
                          <a:ea typeface="Verdana"/>
                          <a:cs typeface="+mn-cs"/>
                        </a:rPr>
                        <a:t>Closed</a:t>
                      </a:r>
                      <a:r>
                        <a:rPr lang="en-US" sz="900" b="0" kern="1200" dirty="0">
                          <a:solidFill>
                            <a:prstClr val="black"/>
                          </a:solidFill>
                          <a:latin typeface="Verdana"/>
                          <a:ea typeface="Verdana"/>
                          <a:cs typeface="+mn-cs"/>
                        </a:rPr>
                        <a:t>]</a:t>
                      </a:r>
                      <a:endParaRPr lang="en-US" sz="900" b="1" kern="100" dirty="0">
                        <a:solidFill>
                          <a:schemeClr val="tx1"/>
                        </a:solidFill>
                        <a:effectLst/>
                        <a:latin typeface="Verdana"/>
                        <a:ea typeface="Verdana"/>
                        <a:cs typeface="+mn-cs"/>
                      </a:endParaRPr>
                    </a:p>
                    <a:p>
                      <a:pPr marL="0" marR="0" lvl="0" indent="0" algn="just">
                        <a:lnSpc>
                          <a:spcPct val="100000"/>
                        </a:lnSpc>
                        <a:spcBef>
                          <a:spcPts val="0"/>
                        </a:spcBef>
                        <a:spcAft>
                          <a:spcPts val="0"/>
                        </a:spcAft>
                        <a:buNone/>
                      </a:pPr>
                      <a:r>
                        <a:rPr lang="en-US" sz="900" b="0" i="0" u="none" strike="noStrike" kern="1200" noProof="0" dirty="0">
                          <a:solidFill>
                            <a:schemeClr val="tx1"/>
                          </a:solidFill>
                          <a:latin typeface="Verdana"/>
                        </a:rPr>
                        <a:t>Vendor due diligence is not performed on Emirates Auction LLC for repossessed vehicle storage. Furthermore, t</a:t>
                      </a:r>
                      <a:r>
                        <a:rPr lang="en-US" sz="900" b="0" kern="1200" noProof="0" dirty="0">
                          <a:solidFill>
                            <a:schemeClr val="tx1"/>
                          </a:solidFill>
                          <a:latin typeface="Verdana"/>
                          <a:ea typeface="Verdana"/>
                          <a:cs typeface="+mn-cs"/>
                        </a:rPr>
                        <a:t>wo vehicles unrelated to the Bank have occupied storage space since 2018, leading to unnecessary costs and potential liability. </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US" sz="900" b="0" kern="100" dirty="0">
                        <a:solidFill>
                          <a:schemeClr val="tx1"/>
                        </a:solidFill>
                        <a:effectLst/>
                        <a:latin typeface="Verdana"/>
                        <a:ea typeface="Verdana"/>
                        <a:cs typeface="+mn-cs"/>
                      </a:endParaRPr>
                    </a:p>
                    <a:p>
                      <a:pPr marL="0" marR="0" lvl="0" indent="0" algn="just">
                        <a:lnSpc>
                          <a:spcPct val="100000"/>
                        </a:lnSpc>
                        <a:spcBef>
                          <a:spcPts val="0"/>
                        </a:spcBef>
                        <a:spcAft>
                          <a:spcPts val="0"/>
                        </a:spcAft>
                        <a:buNone/>
                      </a:pPr>
                      <a:r>
                        <a:rPr lang="en-GB" sz="900" b="0" kern="100" noProof="0" dirty="0">
                          <a:solidFill>
                            <a:schemeClr val="tx1"/>
                          </a:solidFill>
                          <a:effectLst/>
                          <a:latin typeface="Verdana"/>
                          <a:ea typeface="Verdana"/>
                          <a:cs typeface="+mn-cs"/>
                        </a:rPr>
                        <a:t>Validated compliance with the vendor due diligence process as required under the Bank’s Third-Party Risk Management (TPRM) and Outsourcing Policy and coordinated with Emirates Auction to update the Bank’s registers and remove vehicles incorrectly tagged to RAKBANK from its storage arrangement.</a:t>
                      </a:r>
                      <a:endParaRPr lang="en-GB" sz="900" b="0" kern="100" dirty="0">
                        <a:solidFill>
                          <a:schemeClr val="tx1"/>
                        </a:solidFill>
                        <a:effectLst/>
                        <a:latin typeface="Verdana"/>
                        <a:ea typeface="Verdana"/>
                        <a:cs typeface="+mn-cs"/>
                      </a:endParaRPr>
                    </a:p>
                    <a:p>
                      <a:pPr marL="0" marR="0" lvl="0" indent="0" algn="just" defTabSz="914400" rtl="0" eaLnBrk="1" fontAlgn="auto" latinLnBrk="0" hangingPunct="1">
                        <a:lnSpc>
                          <a:spcPct val="100000"/>
                        </a:lnSpc>
                        <a:spcBef>
                          <a:spcPts val="0"/>
                        </a:spcBef>
                        <a:spcAft>
                          <a:spcPts val="0"/>
                        </a:spcAft>
                        <a:buClrTx/>
                        <a:buSzTx/>
                        <a:buFont typeface="+mj-lt"/>
                        <a:buNone/>
                        <a:tabLst/>
                        <a:defRPr/>
                      </a:pPr>
                      <a:endParaRPr lang="en-AE" sz="900" b="0" kern="100" dirty="0">
                        <a:solidFill>
                          <a:schemeClr val="tx1"/>
                        </a:solidFill>
                        <a:effectLst/>
                        <a:latin typeface="Verdana" panose="020B0604030504040204" pitchFamily="34" charset="0"/>
                        <a:ea typeface="Verdana" panose="020B0604030504040204" pitchFamily="34" charset="0"/>
                        <a:cs typeface="+mn-cs"/>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0784780"/>
                  </a:ext>
                </a:extLst>
              </a:tr>
            </a:tbl>
          </a:graphicData>
        </a:graphic>
      </p:graphicFrame>
      <p:sp>
        <p:nvSpPr>
          <p:cNvPr id="11" name="Rectangle: Rounded Corners 10">
            <a:extLst>
              <a:ext uri="{FF2B5EF4-FFF2-40B4-BE49-F238E27FC236}">
                <a16:creationId xmlns:a16="http://schemas.microsoft.com/office/drawing/2014/main" id="{9010C892-7F91-709C-DA09-FC28E7AC6857}"/>
              </a:ext>
            </a:extLst>
          </p:cNvPr>
          <p:cNvSpPr/>
          <p:nvPr/>
        </p:nvSpPr>
        <p:spPr bwMode="auto">
          <a:xfrm>
            <a:off x="309219" y="980248"/>
            <a:ext cx="1353813" cy="2370608"/>
          </a:xfrm>
          <a:prstGeom prst="roundRect">
            <a:avLst/>
          </a:prstGeom>
          <a:solidFill>
            <a:schemeClr val="bg1">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RBG Collections &amp; Recovery</a:t>
            </a:r>
          </a:p>
        </p:txBody>
      </p:sp>
      <p:sp>
        <p:nvSpPr>
          <p:cNvPr id="12" name="TextBox 11">
            <a:extLst>
              <a:ext uri="{FF2B5EF4-FFF2-40B4-BE49-F238E27FC236}">
                <a16:creationId xmlns:a16="http://schemas.microsoft.com/office/drawing/2014/main" id="{00F9042D-E910-0631-36A4-508D8E9E9DA3}"/>
              </a:ext>
            </a:extLst>
          </p:cNvPr>
          <p:cNvSpPr txBox="1"/>
          <p:nvPr/>
        </p:nvSpPr>
        <p:spPr>
          <a:xfrm>
            <a:off x="511442" y="3175912"/>
            <a:ext cx="1071584" cy="215444"/>
          </a:xfrm>
          <a:prstGeom prst="rect">
            <a:avLst/>
          </a:prstGeom>
          <a:noFill/>
        </p:spPr>
        <p:txBody>
          <a:bodyPr wrap="square" rtlCol="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rPr>
              <a:t>Ref: Annexure 7</a:t>
            </a:r>
            <a:r>
              <a:rPr lang="en-US" sz="800" dirty="0">
                <a:solidFill>
                  <a:prstClr val="black"/>
                </a:solidFill>
                <a:latin typeface="Calibri" panose="020F0502020204030204" pitchFamily="34" charset="0"/>
              </a:rPr>
              <a:t>.7</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rPr>
              <a:t> </a:t>
            </a:r>
          </a:p>
        </p:txBody>
      </p:sp>
      <p:sp>
        <p:nvSpPr>
          <p:cNvPr id="14" name="Oval 13">
            <a:extLst>
              <a:ext uri="{FF2B5EF4-FFF2-40B4-BE49-F238E27FC236}">
                <a16:creationId xmlns:a16="http://schemas.microsoft.com/office/drawing/2014/main" id="{9969E8D9-5BA1-C90C-86CF-8D3CB2087041}"/>
              </a:ext>
            </a:extLst>
          </p:cNvPr>
          <p:cNvSpPr/>
          <p:nvPr/>
        </p:nvSpPr>
        <p:spPr bwMode="auto">
          <a:xfrm>
            <a:off x="1314009" y="1079775"/>
            <a:ext cx="269017" cy="252000"/>
          </a:xfrm>
          <a:prstGeom prst="ellipse">
            <a:avLst/>
          </a:prstGeom>
          <a:solidFill>
            <a:srgbClr val="FFFF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NI</a:t>
            </a:r>
            <a:endParaRPr kumimoji="0" lang="en-AE"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17" name="TextBox 16">
            <a:extLst>
              <a:ext uri="{FF2B5EF4-FFF2-40B4-BE49-F238E27FC236}">
                <a16:creationId xmlns:a16="http://schemas.microsoft.com/office/drawing/2014/main" id="{28CCDC22-D498-1D76-9743-506F3AE68527}"/>
              </a:ext>
            </a:extLst>
          </p:cNvPr>
          <p:cNvSpPr txBox="1"/>
          <p:nvPr/>
        </p:nvSpPr>
        <p:spPr>
          <a:xfrm>
            <a:off x="61137" y="6515803"/>
            <a:ext cx="2390773" cy="200055"/>
          </a:xfrm>
          <a:prstGeom prst="rect">
            <a:avLst/>
          </a:prstGeom>
          <a:noFill/>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dirty="0">
                <a:ln>
                  <a:noFill/>
                </a:ln>
                <a:solidFill>
                  <a:srgbClr val="252423"/>
                </a:solidFill>
                <a:effectLst/>
                <a:uLnTx/>
                <a:uFillTx/>
                <a:latin typeface="Verdana" panose="020B0604030504040204" pitchFamily="34" charset="0"/>
                <a:ea typeface="Verdana" panose="020B0604030504040204" pitchFamily="34" charset="0"/>
                <a:cs typeface="Arial" charset="0"/>
              </a:rPr>
              <a:t>  *ICD/ECD: Interim/Estimated Completion Date</a:t>
            </a:r>
            <a:endParaRPr kumimoji="0" lang="en-US" sz="700" b="0"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sp>
        <p:nvSpPr>
          <p:cNvPr id="22" name="Rectangle 21">
            <a:extLst>
              <a:ext uri="{FF2B5EF4-FFF2-40B4-BE49-F238E27FC236}">
                <a16:creationId xmlns:a16="http://schemas.microsoft.com/office/drawing/2014/main" id="{97B0B3BA-BFF2-BE6D-6521-77B0DF9B0211}"/>
              </a:ext>
            </a:extLst>
          </p:cNvPr>
          <p:cNvSpPr/>
          <p:nvPr/>
        </p:nvSpPr>
        <p:spPr bwMode="auto">
          <a:xfrm>
            <a:off x="11638966" y="977657"/>
            <a:ext cx="195193" cy="176530"/>
          </a:xfrm>
          <a:prstGeom prst="rect">
            <a:avLst/>
          </a:prstGeom>
          <a:solidFill>
            <a:srgbClr val="FF0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charset="0"/>
              </a:rPr>
              <a:t>H</a:t>
            </a:r>
            <a:endParaRPr kumimoji="0" lang="en-AE" sz="8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charset="0"/>
            </a:endParaRPr>
          </a:p>
        </p:txBody>
      </p:sp>
      <p:sp>
        <p:nvSpPr>
          <p:cNvPr id="7" name="TextBox 6">
            <a:extLst>
              <a:ext uri="{FF2B5EF4-FFF2-40B4-BE49-F238E27FC236}">
                <a16:creationId xmlns:a16="http://schemas.microsoft.com/office/drawing/2014/main" id="{E4524B05-224F-5438-44A7-4E39A0C43DCD}"/>
              </a:ext>
            </a:extLst>
          </p:cNvPr>
          <p:cNvSpPr txBox="1"/>
          <p:nvPr/>
        </p:nvSpPr>
        <p:spPr>
          <a:xfrm>
            <a:off x="1225306" y="3479345"/>
            <a:ext cx="197205" cy="246221"/>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000" b="0" i="0" u="none" strike="noStrike" kern="1200" cap="none" spc="0" normalizeH="0" baseline="0" noProof="0" err="1">
              <a:ln>
                <a:noFill/>
              </a:ln>
              <a:solidFill>
                <a:prstClr val="black"/>
              </a:solidFill>
              <a:effectLst/>
              <a:uLnTx/>
              <a:uFillTx/>
              <a:latin typeface="Calibri"/>
              <a:ea typeface="+mn-ea"/>
              <a:cs typeface="Arial" charset="0"/>
            </a:endParaRPr>
          </a:p>
        </p:txBody>
      </p:sp>
      <p:graphicFrame>
        <p:nvGraphicFramePr>
          <p:cNvPr id="8" name="Table 7">
            <a:extLst>
              <a:ext uri="{FF2B5EF4-FFF2-40B4-BE49-F238E27FC236}">
                <a16:creationId xmlns:a16="http://schemas.microsoft.com/office/drawing/2014/main" id="{ACB63D47-7B10-7C88-7403-A7AF8799F9D5}"/>
              </a:ext>
            </a:extLst>
          </p:cNvPr>
          <p:cNvGraphicFramePr>
            <a:graphicFrameLocks noGrp="1"/>
          </p:cNvGraphicFramePr>
          <p:nvPr>
            <p:extLst>
              <p:ext uri="{D42A27DB-BD31-4B8C-83A1-F6EECF244321}">
                <p14:modId xmlns:p14="http://schemas.microsoft.com/office/powerpoint/2010/main" val="3200460718"/>
              </p:ext>
            </p:extLst>
          </p:nvPr>
        </p:nvGraphicFramePr>
        <p:xfrm>
          <a:off x="1688126" y="3445176"/>
          <a:ext cx="10147672" cy="1409207"/>
        </p:xfrm>
        <a:graphic>
          <a:graphicData uri="http://schemas.openxmlformats.org/drawingml/2006/table">
            <a:tbl>
              <a:tblPr firstRow="1" bandRow="1">
                <a:tableStyleId>{5FD0F851-EC5A-4D38-B0AD-8093EC10F338}</a:tableStyleId>
              </a:tblPr>
              <a:tblGrid>
                <a:gridCol w="5073836">
                  <a:extLst>
                    <a:ext uri="{9D8B030D-6E8A-4147-A177-3AD203B41FA5}">
                      <a16:colId xmlns:a16="http://schemas.microsoft.com/office/drawing/2014/main" val="2206148574"/>
                    </a:ext>
                  </a:extLst>
                </a:gridCol>
                <a:gridCol w="5073836">
                  <a:extLst>
                    <a:ext uri="{9D8B030D-6E8A-4147-A177-3AD203B41FA5}">
                      <a16:colId xmlns:a16="http://schemas.microsoft.com/office/drawing/2014/main" val="2991300969"/>
                    </a:ext>
                  </a:extLst>
                </a:gridCol>
              </a:tblGrid>
              <a:tr h="713695">
                <a:tc>
                  <a:txBody>
                    <a:bodyPr/>
                    <a:lstStyle/>
                    <a:p>
                      <a:pPr marL="0" marR="0" lvl="0" indent="0" algn="just" defTabSz="685800" rtl="0" eaLnBrk="1" fontAlgn="auto" latinLnBrk="0" hangingPunct="1">
                        <a:lnSpc>
                          <a:spcPct val="100000"/>
                        </a:lnSpc>
                        <a:spcBef>
                          <a:spcPts val="0"/>
                        </a:spcBef>
                        <a:spcAft>
                          <a:spcPts val="0"/>
                        </a:spcAft>
                        <a:buClrTx/>
                        <a:buSzTx/>
                        <a:buFont typeface="+mj-lt"/>
                        <a:buNone/>
                        <a:tabLst/>
                        <a:defRPr/>
                      </a:pPr>
                      <a:r>
                        <a:rPr lang="en-US" sz="900" b="1" kern="1200" dirty="0">
                          <a:solidFill>
                            <a:prstClr val="black"/>
                          </a:solidFill>
                          <a:latin typeface="Verdana"/>
                          <a:ea typeface="Verdana"/>
                          <a:cs typeface="+mn-cs"/>
                        </a:rPr>
                        <a:t>A.  Weak Privilege Access Revocation Process </a:t>
                      </a:r>
                      <a:r>
                        <a:rPr lang="en-US" sz="900" b="0" i="1" kern="1200" dirty="0">
                          <a:solidFill>
                            <a:prstClr val="black"/>
                          </a:solidFill>
                          <a:latin typeface="Verdana"/>
                          <a:ea typeface="Verdana"/>
                          <a:cs typeface="+mn-cs"/>
                        </a:rPr>
                        <a:t>[I</a:t>
                      </a:r>
                      <a:r>
                        <a:rPr lang="en-US" sz="900" b="0" i="1" kern="1200" noProof="0" dirty="0">
                          <a:solidFill>
                            <a:prstClr val="black"/>
                          </a:solidFill>
                          <a:latin typeface="Verdana"/>
                          <a:ea typeface="Verdana"/>
                          <a:cs typeface="+mn-cs"/>
                        </a:rPr>
                        <a:t>CD: 31/03/2026</a:t>
                      </a:r>
                      <a:r>
                        <a:rPr lang="en-US" sz="900" b="0" i="1" kern="1200" dirty="0">
                          <a:solidFill>
                            <a:prstClr val="black"/>
                          </a:solidFill>
                          <a:latin typeface="Verdana"/>
                          <a:ea typeface="Verdana"/>
                          <a:cs typeface="+mn-cs"/>
                        </a:rPr>
                        <a:t>]</a:t>
                      </a:r>
                    </a:p>
                    <a:p>
                      <a:pPr marL="0" indent="0" algn="just">
                        <a:buFont typeface="+mj-lt"/>
                        <a:buNone/>
                      </a:pPr>
                      <a:r>
                        <a:rPr lang="en-US" sz="900" b="0" kern="100" dirty="0">
                          <a:solidFill>
                            <a:schemeClr val="tx1"/>
                          </a:solidFill>
                          <a:effectLst/>
                          <a:latin typeface="Verdana"/>
                          <a:ea typeface="Verdana"/>
                          <a:cs typeface="+mn-cs"/>
                        </a:rPr>
                        <a:t>Database administrators retained elevated privileges for five months after the DR period without timely revocation or access review. This increases the risk of unauthorized changes and non-compliance with access control standards. </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just">
                        <a:buFont typeface="Arial" panose="020B0604020202020204" pitchFamily="34" charset="0"/>
                        <a:buNone/>
                      </a:pPr>
                      <a:r>
                        <a:rPr lang="en-US" sz="900" b="0" kern="100" dirty="0">
                          <a:solidFill>
                            <a:schemeClr val="tx1"/>
                          </a:solidFill>
                          <a:effectLst/>
                          <a:latin typeface="Verdana"/>
                          <a:ea typeface="Verdana"/>
                          <a:cs typeface="+mn-cs"/>
                        </a:rPr>
                        <a:t>Access revocation was missed, which has been rectified now. Going forward the HD ticket through which elevated privileges are granted will not be closed in future until access has been revoked</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4795610"/>
                  </a:ext>
                </a:extLst>
              </a:tr>
              <a:tr h="695512">
                <a:tc>
                  <a:txBody>
                    <a:bodyPr/>
                    <a:lstStyle/>
                    <a:p>
                      <a:pPr marL="0" marR="0" lvl="0" indent="0" algn="just" defTabSz="685800" rtl="0" eaLnBrk="1" fontAlgn="auto" latinLnBrk="0" hangingPunct="1">
                        <a:lnSpc>
                          <a:spcPct val="100000"/>
                        </a:lnSpc>
                        <a:spcBef>
                          <a:spcPts val="0"/>
                        </a:spcBef>
                        <a:spcAft>
                          <a:spcPts val="0"/>
                        </a:spcAft>
                        <a:buClrTx/>
                        <a:buSzTx/>
                        <a:buFont typeface="+mj-lt"/>
                        <a:buNone/>
                        <a:tabLst/>
                        <a:defRPr/>
                      </a:pPr>
                      <a:r>
                        <a:rPr lang="en-US" sz="900" b="1" kern="1200" dirty="0">
                          <a:solidFill>
                            <a:prstClr val="black"/>
                          </a:solidFill>
                          <a:latin typeface="Verdana"/>
                          <a:ea typeface="Verdana"/>
                          <a:cs typeface="+mn-cs"/>
                        </a:rPr>
                        <a:t>B. Insufficient SIEM Correlation for Web Application Security </a:t>
                      </a:r>
                      <a:r>
                        <a:rPr lang="en-US" sz="900" b="0" i="1" kern="1200" dirty="0">
                          <a:solidFill>
                            <a:prstClr val="black"/>
                          </a:solidFill>
                          <a:latin typeface="Verdana"/>
                          <a:ea typeface="Verdana"/>
                          <a:cs typeface="+mn-cs"/>
                        </a:rPr>
                        <a:t>[E</a:t>
                      </a:r>
                      <a:r>
                        <a:rPr lang="en-US" sz="900" b="0" i="1" kern="1200" noProof="0" dirty="0">
                          <a:solidFill>
                            <a:prstClr val="black"/>
                          </a:solidFill>
                          <a:latin typeface="Verdana"/>
                          <a:ea typeface="Verdana"/>
                          <a:cs typeface="+mn-cs"/>
                        </a:rPr>
                        <a:t>CD: 31/03/2026</a:t>
                      </a:r>
                      <a:r>
                        <a:rPr lang="en-US" sz="900" b="0" i="1" kern="1200" dirty="0">
                          <a:solidFill>
                            <a:prstClr val="black"/>
                          </a:solidFill>
                          <a:latin typeface="Verdana"/>
                          <a:ea typeface="Verdana"/>
                          <a:cs typeface="+mn-cs"/>
                        </a:rPr>
                        <a:t>]</a:t>
                      </a: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US" sz="900" b="0" kern="100" dirty="0">
                          <a:solidFill>
                            <a:schemeClr val="tx1"/>
                          </a:solidFill>
                          <a:effectLst/>
                          <a:latin typeface="Verdana"/>
                          <a:ea typeface="Verdana"/>
                          <a:cs typeface="+mn-cs"/>
                        </a:rPr>
                        <a:t>Security Incident Event Management (SIEM) lacks correlation rules and integration for web application security events, limiting visibility and proactive monitoring. </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just">
                        <a:buFont typeface="Arial" panose="020B0604020202020204" pitchFamily="34" charset="0"/>
                        <a:buNone/>
                      </a:pPr>
                      <a:r>
                        <a:rPr lang="en-US" sz="900" b="0" kern="100" dirty="0">
                          <a:solidFill>
                            <a:schemeClr val="tx1"/>
                          </a:solidFill>
                          <a:effectLst/>
                          <a:latin typeface="Verdana"/>
                          <a:ea typeface="Verdana"/>
                          <a:cs typeface="+mn-cs"/>
                        </a:rPr>
                        <a:t>Web server logs will be integrated with SIEM, and correlation rules will be added for web application firewall logs. </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7488491"/>
                  </a:ext>
                </a:extLst>
              </a:tr>
            </a:tbl>
          </a:graphicData>
        </a:graphic>
      </p:graphicFrame>
      <p:sp>
        <p:nvSpPr>
          <p:cNvPr id="9" name="Rectangle: Rounded Corners 8">
            <a:extLst>
              <a:ext uri="{FF2B5EF4-FFF2-40B4-BE49-F238E27FC236}">
                <a16:creationId xmlns:a16="http://schemas.microsoft.com/office/drawing/2014/main" id="{B7323819-D046-E475-F04B-657554844065}"/>
              </a:ext>
            </a:extLst>
          </p:cNvPr>
          <p:cNvSpPr/>
          <p:nvPr/>
        </p:nvSpPr>
        <p:spPr bwMode="auto">
          <a:xfrm>
            <a:off x="313685" y="3439716"/>
            <a:ext cx="1346340" cy="1428166"/>
          </a:xfrm>
          <a:prstGeom prst="roundRect">
            <a:avLst/>
          </a:prstGeom>
          <a:solidFill>
            <a:schemeClr val="bg1">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rPr>
              <a:t>Digital Banking</a:t>
            </a:r>
          </a:p>
        </p:txBody>
      </p:sp>
      <p:sp>
        <p:nvSpPr>
          <p:cNvPr id="13" name="TextBox 12">
            <a:extLst>
              <a:ext uri="{FF2B5EF4-FFF2-40B4-BE49-F238E27FC236}">
                <a16:creationId xmlns:a16="http://schemas.microsoft.com/office/drawing/2014/main" id="{ABF5CF6A-FAB7-7097-0805-C83BB94C6117}"/>
              </a:ext>
            </a:extLst>
          </p:cNvPr>
          <p:cNvSpPr txBox="1"/>
          <p:nvPr/>
        </p:nvSpPr>
        <p:spPr>
          <a:xfrm>
            <a:off x="503767" y="4709287"/>
            <a:ext cx="1016824" cy="215444"/>
          </a:xfrm>
          <a:prstGeom prst="rect">
            <a:avLst/>
          </a:prstGeom>
          <a:noFill/>
        </p:spPr>
        <p:txBody>
          <a:bodyPr wrap="square" rtlCol="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rPr>
              <a:t>Ref: Annexure 7.8 </a:t>
            </a:r>
          </a:p>
        </p:txBody>
      </p:sp>
      <p:sp>
        <p:nvSpPr>
          <p:cNvPr id="19" name="Oval 18">
            <a:extLst>
              <a:ext uri="{FF2B5EF4-FFF2-40B4-BE49-F238E27FC236}">
                <a16:creationId xmlns:a16="http://schemas.microsoft.com/office/drawing/2014/main" id="{FC058F32-8F8D-B467-961A-18EE5D7A4E34}"/>
              </a:ext>
            </a:extLst>
          </p:cNvPr>
          <p:cNvSpPr/>
          <p:nvPr/>
        </p:nvSpPr>
        <p:spPr bwMode="auto">
          <a:xfrm>
            <a:off x="1288823" y="3543098"/>
            <a:ext cx="269017" cy="252000"/>
          </a:xfrm>
          <a:prstGeom prst="ellipse">
            <a:avLst/>
          </a:prstGeom>
          <a:solidFill>
            <a:srgbClr val="FFFF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NI</a:t>
            </a:r>
            <a:endParaRPr kumimoji="0" lang="en-AE"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28" name="TextBox 27">
            <a:extLst>
              <a:ext uri="{FF2B5EF4-FFF2-40B4-BE49-F238E27FC236}">
                <a16:creationId xmlns:a16="http://schemas.microsoft.com/office/drawing/2014/main" id="{ABC4C509-A3C3-9ECA-979A-88B0595CEDBA}"/>
              </a:ext>
            </a:extLst>
          </p:cNvPr>
          <p:cNvSpPr txBox="1"/>
          <p:nvPr/>
        </p:nvSpPr>
        <p:spPr>
          <a:xfrm>
            <a:off x="1223894" y="4715236"/>
            <a:ext cx="197205" cy="246221"/>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000" b="0" i="0" u="none" strike="noStrike" kern="1200" cap="none" spc="0" normalizeH="0" baseline="0" noProof="0" err="1">
              <a:ln>
                <a:noFill/>
              </a:ln>
              <a:solidFill>
                <a:prstClr val="black"/>
              </a:solidFill>
              <a:effectLst/>
              <a:uLnTx/>
              <a:uFillTx/>
              <a:latin typeface="Calibri"/>
              <a:ea typeface="+mn-ea"/>
              <a:cs typeface="Arial" charset="0"/>
            </a:endParaRPr>
          </a:p>
        </p:txBody>
      </p:sp>
      <p:graphicFrame>
        <p:nvGraphicFramePr>
          <p:cNvPr id="29" name="Table 28">
            <a:extLst>
              <a:ext uri="{FF2B5EF4-FFF2-40B4-BE49-F238E27FC236}">
                <a16:creationId xmlns:a16="http://schemas.microsoft.com/office/drawing/2014/main" id="{3CFFD0E6-F6A9-3259-306A-347E97226566}"/>
              </a:ext>
            </a:extLst>
          </p:cNvPr>
          <p:cNvGraphicFramePr>
            <a:graphicFrameLocks noGrp="1"/>
          </p:cNvGraphicFramePr>
          <p:nvPr>
            <p:extLst>
              <p:ext uri="{D42A27DB-BD31-4B8C-83A1-F6EECF244321}">
                <p14:modId xmlns:p14="http://schemas.microsoft.com/office/powerpoint/2010/main" val="339175510"/>
              </p:ext>
            </p:extLst>
          </p:nvPr>
        </p:nvGraphicFramePr>
        <p:xfrm>
          <a:off x="1688257" y="5049871"/>
          <a:ext cx="10145902" cy="1421752"/>
        </p:xfrm>
        <a:graphic>
          <a:graphicData uri="http://schemas.openxmlformats.org/drawingml/2006/table">
            <a:tbl>
              <a:tblPr firstRow="1" bandRow="1">
                <a:tableStyleId>{5FD0F851-EC5A-4D38-B0AD-8093EC10F338}</a:tableStyleId>
              </a:tblPr>
              <a:tblGrid>
                <a:gridCol w="5072951">
                  <a:extLst>
                    <a:ext uri="{9D8B030D-6E8A-4147-A177-3AD203B41FA5}">
                      <a16:colId xmlns:a16="http://schemas.microsoft.com/office/drawing/2014/main" val="2206148574"/>
                    </a:ext>
                  </a:extLst>
                </a:gridCol>
                <a:gridCol w="5072951">
                  <a:extLst>
                    <a:ext uri="{9D8B030D-6E8A-4147-A177-3AD203B41FA5}">
                      <a16:colId xmlns:a16="http://schemas.microsoft.com/office/drawing/2014/main" val="2991300969"/>
                    </a:ext>
                  </a:extLst>
                </a:gridCol>
              </a:tblGrid>
              <a:tr h="739282">
                <a:tc>
                  <a:txBody>
                    <a:bodyPr/>
                    <a:lstStyle/>
                    <a:p>
                      <a:pPr marL="228600" marR="0" lvl="0" indent="-228600" algn="just" defTabSz="685800" rtl="0" eaLnBrk="1" fontAlgn="auto" latinLnBrk="0" hangingPunct="1">
                        <a:lnSpc>
                          <a:spcPct val="100000"/>
                        </a:lnSpc>
                        <a:spcBef>
                          <a:spcPts val="0"/>
                        </a:spcBef>
                        <a:spcAft>
                          <a:spcPts val="0"/>
                        </a:spcAft>
                        <a:buClrTx/>
                        <a:buSzTx/>
                        <a:buFont typeface="+mj-lt"/>
                        <a:buAutoNum type="alphaUcPeriod"/>
                        <a:tabLst/>
                        <a:defRPr/>
                      </a:pPr>
                      <a:r>
                        <a:rPr lang="en-US" sz="900" b="1" kern="1200" dirty="0">
                          <a:solidFill>
                            <a:prstClr val="black"/>
                          </a:solidFill>
                          <a:latin typeface="Verdana"/>
                          <a:ea typeface="Verdana"/>
                          <a:cs typeface="+mn-cs"/>
                        </a:rPr>
                        <a:t>Shareholder update for existing syndicated borrowers </a:t>
                      </a:r>
                      <a:r>
                        <a:rPr lang="en-US" sz="900" b="0" i="1" kern="1200" dirty="0">
                          <a:solidFill>
                            <a:prstClr val="black"/>
                          </a:solidFill>
                          <a:latin typeface="Verdana"/>
                          <a:ea typeface="Verdana"/>
                          <a:cs typeface="+mn-cs"/>
                        </a:rPr>
                        <a:t>[E</a:t>
                      </a:r>
                      <a:r>
                        <a:rPr lang="en-US" sz="900" b="0" i="1" kern="1200" noProof="0" dirty="0">
                          <a:solidFill>
                            <a:prstClr val="black"/>
                          </a:solidFill>
                          <a:latin typeface="Verdana"/>
                          <a:ea typeface="Verdana"/>
                          <a:cs typeface="+mn-cs"/>
                        </a:rPr>
                        <a:t>CD: 31/03/2026</a:t>
                      </a:r>
                      <a:r>
                        <a:rPr lang="en-US" sz="900" b="0" i="1" kern="1200" dirty="0">
                          <a:solidFill>
                            <a:prstClr val="black"/>
                          </a:solidFill>
                          <a:latin typeface="Verdana"/>
                          <a:ea typeface="Verdana"/>
                          <a:cs typeface="+mn-cs"/>
                        </a:rPr>
                        <a:t>]</a:t>
                      </a:r>
                    </a:p>
                    <a:p>
                      <a:pPr marL="0" indent="0" algn="just">
                        <a:buFont typeface="+mj-lt"/>
                        <a:buNone/>
                      </a:pPr>
                      <a:r>
                        <a:rPr lang="en-US" sz="900" b="0" kern="100" dirty="0">
                          <a:solidFill>
                            <a:schemeClr val="tx1"/>
                          </a:solidFill>
                          <a:effectLst/>
                          <a:latin typeface="Verdana"/>
                          <a:ea typeface="Verdana"/>
                          <a:cs typeface="+mn-cs"/>
                        </a:rPr>
                        <a:t>Related party details in the Core Banking System are updated only for New to Bank borrowers and not for existing borrowers for syndicate loans.</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just" defTabSz="685800" rtl="0" eaLnBrk="1" latinLnBrk="0" hangingPunct="1">
                        <a:buFont typeface="Arial" panose="020B0604020202020204" pitchFamily="34" charset="0"/>
                        <a:buNone/>
                      </a:pPr>
                      <a:endParaRPr lang="en-AE" sz="900" b="0" kern="100" dirty="0">
                        <a:solidFill>
                          <a:schemeClr val="tx1"/>
                        </a:solidFill>
                        <a:effectLst/>
                        <a:latin typeface="Verdana"/>
                        <a:ea typeface="Verdana"/>
                        <a:cs typeface="+mn-cs"/>
                      </a:endParaRPr>
                    </a:p>
                    <a:p>
                      <a:pPr marL="0" indent="0" algn="just" defTabSz="685800" rtl="0" eaLnBrk="1" latinLnBrk="0" hangingPunct="1">
                        <a:buFont typeface="Arial" panose="020B0604020202020204" pitchFamily="34" charset="0"/>
                        <a:buNone/>
                      </a:pPr>
                      <a:endParaRPr lang="en-AE" sz="900" b="0" kern="100" dirty="0">
                        <a:solidFill>
                          <a:schemeClr val="tx1"/>
                        </a:solidFill>
                        <a:effectLst/>
                        <a:latin typeface="Verdana"/>
                        <a:ea typeface="Verdana"/>
                        <a:cs typeface="+mn-cs"/>
                      </a:endParaRPr>
                    </a:p>
                    <a:p>
                      <a:pPr marL="0" indent="0" algn="just" defTabSz="685800" rtl="0" eaLnBrk="1" latinLnBrk="0" hangingPunct="1">
                        <a:buFont typeface="Arial" panose="020B0604020202020204" pitchFamily="34" charset="0"/>
                        <a:buNone/>
                      </a:pPr>
                      <a:r>
                        <a:rPr lang="en-AE" sz="900" b="0" kern="100" dirty="0">
                          <a:solidFill>
                            <a:schemeClr val="tx1"/>
                          </a:solidFill>
                          <a:effectLst/>
                          <a:latin typeface="Verdana"/>
                          <a:ea typeface="Verdana"/>
                          <a:cs typeface="+mn-cs"/>
                        </a:rPr>
                        <a:t>Process for existing cases will be revisited, and OP will be updated. Exception reports will be developed as necessary to identify anomalies.</a:t>
                      </a:r>
                    </a:p>
                  </a:txBody>
                  <a:tcPr marL="68580" marR="68580" marT="0" marB="0">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4795610"/>
                  </a:ext>
                </a:extLst>
              </a:tr>
              <a:tr h="682470">
                <a:tc>
                  <a:txBody>
                    <a:bodyPr/>
                    <a:lstStyle/>
                    <a:p>
                      <a:pPr marL="0" marR="0" lvl="0" indent="0" algn="just" defTabSz="685800" rtl="0" eaLnBrk="1" fontAlgn="auto" latinLnBrk="0" hangingPunct="1">
                        <a:lnSpc>
                          <a:spcPct val="100000"/>
                        </a:lnSpc>
                        <a:spcBef>
                          <a:spcPts val="0"/>
                        </a:spcBef>
                        <a:spcAft>
                          <a:spcPts val="0"/>
                        </a:spcAft>
                        <a:buClrTx/>
                        <a:buSzTx/>
                        <a:buFont typeface="+mj-lt"/>
                        <a:buNone/>
                        <a:tabLst/>
                        <a:defRPr/>
                      </a:pPr>
                      <a:r>
                        <a:rPr lang="en-US" sz="900" b="1" kern="1200" dirty="0">
                          <a:solidFill>
                            <a:prstClr val="black"/>
                          </a:solidFill>
                          <a:latin typeface="Verdana"/>
                          <a:ea typeface="Verdana"/>
                          <a:cs typeface="+mn-cs"/>
                        </a:rPr>
                        <a:t>B. Documentation and Covenants update </a:t>
                      </a:r>
                      <a:r>
                        <a:rPr lang="en-US" sz="900" b="0" i="1" kern="1200" dirty="0">
                          <a:solidFill>
                            <a:prstClr val="black"/>
                          </a:solidFill>
                          <a:latin typeface="Verdana"/>
                          <a:ea typeface="Verdana"/>
                          <a:cs typeface="+mn-cs"/>
                        </a:rPr>
                        <a:t>[E</a:t>
                      </a:r>
                      <a:r>
                        <a:rPr lang="en-US" sz="900" b="0" i="1" kern="1200" noProof="0" dirty="0">
                          <a:solidFill>
                            <a:prstClr val="black"/>
                          </a:solidFill>
                          <a:latin typeface="Verdana"/>
                          <a:ea typeface="Verdana"/>
                          <a:cs typeface="+mn-cs"/>
                        </a:rPr>
                        <a:t>CD: 31/03/2026</a:t>
                      </a:r>
                      <a:r>
                        <a:rPr lang="en-US" sz="900" b="0" i="1" kern="1200" dirty="0">
                          <a:solidFill>
                            <a:prstClr val="black"/>
                          </a:solidFill>
                          <a:latin typeface="Verdana"/>
                          <a:ea typeface="Verdana"/>
                          <a:cs typeface="+mn-cs"/>
                        </a:rPr>
                        <a:t>]</a:t>
                      </a: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US" sz="900" b="0" kern="100" dirty="0">
                          <a:solidFill>
                            <a:schemeClr val="tx1"/>
                          </a:solidFill>
                          <a:effectLst/>
                          <a:latin typeface="Verdana"/>
                          <a:ea typeface="Verdana"/>
                          <a:cs typeface="+mn-cs"/>
                        </a:rPr>
                        <a:t>Weaknesses were noted in the documentation and covenant update process which could lead to gaps in systematic monitoring, lack of escalation for non-compliance, and reduced visibility of early warning signals.</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just">
                        <a:buFont typeface="Arial" panose="020B0604020202020204" pitchFamily="34" charset="0"/>
                        <a:buNone/>
                      </a:pPr>
                      <a:r>
                        <a:rPr lang="en-US" sz="900" b="0" kern="100" dirty="0">
                          <a:solidFill>
                            <a:schemeClr val="tx1"/>
                          </a:solidFill>
                          <a:effectLst/>
                          <a:latin typeface="Verdana"/>
                          <a:ea typeface="Verdana"/>
                          <a:cs typeface="+mn-cs"/>
                        </a:rPr>
                        <a:t>Since completed and updated in the system. Going forward, a process is implemented to ensure that all document details are updated in Finacle prior to disbursal.</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7488491"/>
                  </a:ext>
                </a:extLst>
              </a:tr>
            </a:tbl>
          </a:graphicData>
        </a:graphic>
      </p:graphicFrame>
      <p:sp>
        <p:nvSpPr>
          <p:cNvPr id="30" name="Rectangle: Rounded Corners 29">
            <a:extLst>
              <a:ext uri="{FF2B5EF4-FFF2-40B4-BE49-F238E27FC236}">
                <a16:creationId xmlns:a16="http://schemas.microsoft.com/office/drawing/2014/main" id="{412FE6C1-4DBE-41D3-38F1-3B4C2DA45ED8}"/>
              </a:ext>
            </a:extLst>
          </p:cNvPr>
          <p:cNvSpPr/>
          <p:nvPr/>
        </p:nvSpPr>
        <p:spPr bwMode="auto">
          <a:xfrm>
            <a:off x="333277" y="5019624"/>
            <a:ext cx="1325336" cy="1448242"/>
          </a:xfrm>
          <a:prstGeom prst="roundRect">
            <a:avLst/>
          </a:prstGeom>
          <a:solidFill>
            <a:schemeClr val="bg1">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vert="horz" wrap="square" lIns="91440" tIns="45720" rIns="91440" bIns="45720" numCol="1" rtlCol="0" anchor="ctr" anchorCtr="0" compatLnSpc="1">
            <a:prstTxWarp prst="textNoShape">
              <a:avLst/>
            </a:prstTxWarp>
          </a:bodyPr>
          <a:lstStyle/>
          <a:p>
            <a:pPr lvl="0" fontAlgn="auto">
              <a:spcBef>
                <a:spcPts val="0"/>
              </a:spcBef>
              <a:spcAft>
                <a:spcPts val="0"/>
              </a:spcAft>
              <a:defRPr/>
            </a:pPr>
            <a:r>
              <a:rPr lang="en-US" sz="800" b="1">
                <a:solidFill>
                  <a:prstClr val="black"/>
                </a:solidFill>
                <a:latin typeface="Verdana" panose="020B0604030504040204" pitchFamily="34" charset="0"/>
                <a:ea typeface="Verdana" panose="020B0604030504040204" pitchFamily="34" charset="0"/>
              </a:rPr>
              <a:t>Corporate Banking (WBG) – Customer Fulfilment</a:t>
            </a:r>
            <a:endParaRPr kumimoji="0" lang="en-US"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32" name="TextBox 31">
            <a:extLst>
              <a:ext uri="{FF2B5EF4-FFF2-40B4-BE49-F238E27FC236}">
                <a16:creationId xmlns:a16="http://schemas.microsoft.com/office/drawing/2014/main" id="{89D59230-A541-34B8-D7F0-688DC2D1FBC4}"/>
              </a:ext>
            </a:extLst>
          </p:cNvPr>
          <p:cNvSpPr txBox="1"/>
          <p:nvPr/>
        </p:nvSpPr>
        <p:spPr>
          <a:xfrm>
            <a:off x="538822" y="6300359"/>
            <a:ext cx="1016824" cy="215444"/>
          </a:xfrm>
          <a:prstGeom prst="rect">
            <a:avLst/>
          </a:prstGeom>
          <a:noFill/>
        </p:spPr>
        <p:txBody>
          <a:bodyPr wrap="square" rtlCol="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rPr>
              <a:t>Ref: Annexure 7.9 </a:t>
            </a:r>
          </a:p>
        </p:txBody>
      </p:sp>
      <p:sp>
        <p:nvSpPr>
          <p:cNvPr id="33" name="Oval 32">
            <a:extLst>
              <a:ext uri="{FF2B5EF4-FFF2-40B4-BE49-F238E27FC236}">
                <a16:creationId xmlns:a16="http://schemas.microsoft.com/office/drawing/2014/main" id="{199E27ED-B913-A61A-7FE6-CAD570F4EB6D}"/>
              </a:ext>
            </a:extLst>
          </p:cNvPr>
          <p:cNvSpPr/>
          <p:nvPr/>
        </p:nvSpPr>
        <p:spPr bwMode="auto">
          <a:xfrm>
            <a:off x="1288102" y="5125959"/>
            <a:ext cx="269017" cy="252000"/>
          </a:xfrm>
          <a:prstGeom prst="ellipse">
            <a:avLst/>
          </a:prstGeom>
          <a:solidFill>
            <a:srgbClr val="FFFF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NI</a:t>
            </a:r>
            <a:endParaRPr kumimoji="0" lang="en-AE"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34" name="Rectangle 33">
            <a:extLst>
              <a:ext uri="{FF2B5EF4-FFF2-40B4-BE49-F238E27FC236}">
                <a16:creationId xmlns:a16="http://schemas.microsoft.com/office/drawing/2014/main" id="{D35752A9-9932-A960-BB83-14B33B3E082B}"/>
              </a:ext>
            </a:extLst>
          </p:cNvPr>
          <p:cNvSpPr/>
          <p:nvPr/>
        </p:nvSpPr>
        <p:spPr bwMode="auto">
          <a:xfrm>
            <a:off x="11636952" y="5049871"/>
            <a:ext cx="195193" cy="176530"/>
          </a:xfrm>
          <a:prstGeom prst="rect">
            <a:avLst/>
          </a:prstGeom>
          <a:solidFill>
            <a:srgbClr val="FF0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charset="0"/>
              </a:rPr>
              <a:t>H</a:t>
            </a:r>
            <a:endParaRPr kumimoji="0" lang="en-AE" sz="8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charset="0"/>
            </a:endParaRPr>
          </a:p>
        </p:txBody>
      </p:sp>
      <p:sp>
        <p:nvSpPr>
          <p:cNvPr id="21" name="Rectangle 20">
            <a:extLst>
              <a:ext uri="{FF2B5EF4-FFF2-40B4-BE49-F238E27FC236}">
                <a16:creationId xmlns:a16="http://schemas.microsoft.com/office/drawing/2014/main" id="{7FE6A163-B0F3-C780-32D1-E0B61B662F33}"/>
              </a:ext>
            </a:extLst>
          </p:cNvPr>
          <p:cNvSpPr/>
          <p:nvPr/>
        </p:nvSpPr>
        <p:spPr bwMode="auto">
          <a:xfrm>
            <a:off x="11637959" y="1781438"/>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23" name="Rectangle 22">
            <a:extLst>
              <a:ext uri="{FF2B5EF4-FFF2-40B4-BE49-F238E27FC236}">
                <a16:creationId xmlns:a16="http://schemas.microsoft.com/office/drawing/2014/main" id="{39B8CB9D-A34F-1DB9-1B17-587641DC6711}"/>
              </a:ext>
            </a:extLst>
          </p:cNvPr>
          <p:cNvSpPr/>
          <p:nvPr/>
        </p:nvSpPr>
        <p:spPr bwMode="auto">
          <a:xfrm>
            <a:off x="11636954" y="2419172"/>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24" name="Rectangle 23">
            <a:extLst>
              <a:ext uri="{FF2B5EF4-FFF2-40B4-BE49-F238E27FC236}">
                <a16:creationId xmlns:a16="http://schemas.microsoft.com/office/drawing/2014/main" id="{586BACD5-3DD9-B333-2DC4-2F32699575BE}"/>
              </a:ext>
            </a:extLst>
          </p:cNvPr>
          <p:cNvSpPr/>
          <p:nvPr/>
        </p:nvSpPr>
        <p:spPr bwMode="auto">
          <a:xfrm>
            <a:off x="11636953" y="3448071"/>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25" name="Rectangle 24">
            <a:extLst>
              <a:ext uri="{FF2B5EF4-FFF2-40B4-BE49-F238E27FC236}">
                <a16:creationId xmlns:a16="http://schemas.microsoft.com/office/drawing/2014/main" id="{9CAABD33-227F-97D9-BF3C-205DEAE2C6F5}"/>
              </a:ext>
            </a:extLst>
          </p:cNvPr>
          <p:cNvSpPr/>
          <p:nvPr/>
        </p:nvSpPr>
        <p:spPr bwMode="auto">
          <a:xfrm>
            <a:off x="11636952" y="4153799"/>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37" name="Rectangle 36">
            <a:extLst>
              <a:ext uri="{FF2B5EF4-FFF2-40B4-BE49-F238E27FC236}">
                <a16:creationId xmlns:a16="http://schemas.microsoft.com/office/drawing/2014/main" id="{21CCE41F-7ACC-A7CE-FDF2-E9FC3F78AFBC}"/>
              </a:ext>
            </a:extLst>
          </p:cNvPr>
          <p:cNvSpPr/>
          <p:nvPr/>
        </p:nvSpPr>
        <p:spPr bwMode="auto">
          <a:xfrm>
            <a:off x="11634940" y="5795085"/>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Tree>
    <p:extLst>
      <p:ext uri="{BB962C8B-B14F-4D97-AF65-F5344CB8AC3E}">
        <p14:creationId xmlns:p14="http://schemas.microsoft.com/office/powerpoint/2010/main" val="2442735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EF399-0B8D-DEC9-F21A-363ED2718F08}"/>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2A3905E0-82BF-B084-0F82-9DC9BFA2B608}"/>
              </a:ext>
            </a:extLst>
          </p:cNvPr>
          <p:cNvCxnSpPr/>
          <p:nvPr/>
        </p:nvCxnSpPr>
        <p:spPr bwMode="auto">
          <a:xfrm>
            <a:off x="195745" y="3324192"/>
            <a:ext cx="11585448" cy="0"/>
          </a:xfrm>
          <a:prstGeom prst="line">
            <a:avLst/>
          </a:prstGeom>
          <a:solidFill>
            <a:srgbClr val="FFFFFF"/>
          </a:solidFill>
          <a:ln w="19050"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8" name="Table 17">
            <a:extLst>
              <a:ext uri="{FF2B5EF4-FFF2-40B4-BE49-F238E27FC236}">
                <a16:creationId xmlns:a16="http://schemas.microsoft.com/office/drawing/2014/main" id="{64210F7A-1BAB-1678-50B8-405A0ADA8163}"/>
              </a:ext>
            </a:extLst>
          </p:cNvPr>
          <p:cNvGraphicFramePr>
            <a:graphicFrameLocks noGrp="1"/>
          </p:cNvGraphicFramePr>
          <p:nvPr/>
        </p:nvGraphicFramePr>
        <p:xfrm>
          <a:off x="6858000" y="6556296"/>
          <a:ext cx="913928" cy="225504"/>
        </p:xfrm>
        <a:graphic>
          <a:graphicData uri="http://schemas.openxmlformats.org/drawingml/2006/table">
            <a:tbl>
              <a:tblPr firstRow="1" bandRow="1"/>
              <a:tblGrid>
                <a:gridCol w="267245">
                  <a:extLst>
                    <a:ext uri="{9D8B030D-6E8A-4147-A177-3AD203B41FA5}">
                      <a16:colId xmlns:a16="http://schemas.microsoft.com/office/drawing/2014/main" val="4242992041"/>
                    </a:ext>
                  </a:extLst>
                </a:gridCol>
                <a:gridCol w="646683">
                  <a:extLst>
                    <a:ext uri="{9D8B030D-6E8A-4147-A177-3AD203B41FA5}">
                      <a16:colId xmlns:a16="http://schemas.microsoft.com/office/drawing/2014/main" val="3130472479"/>
                    </a:ext>
                  </a:extLst>
                </a:gridCol>
              </a:tblGrid>
              <a:tr h="225504">
                <a:tc>
                  <a:txBody>
                    <a:bodyPr/>
                    <a:lstStyle/>
                    <a:p>
                      <a:endParaRPr lang="x-none" sz="700" b="0">
                        <a:solidFill>
                          <a:schemeClr val="tx1"/>
                        </a:solidFill>
                        <a:latin typeface="+mn-lt"/>
                        <a:ea typeface="Verdana"/>
                      </a:endParaRPr>
                    </a:p>
                  </a:txBody>
                  <a:tcPr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GB" sz="700" b="0">
                          <a:solidFill>
                            <a:schemeClr val="tx1"/>
                          </a:solidFill>
                          <a:latin typeface="+mn-lt"/>
                          <a:ea typeface="Verdana"/>
                        </a:rPr>
                        <a:t>High Risk</a:t>
                      </a:r>
                      <a:endParaRPr lang="x-none" sz="700" b="0">
                        <a:solidFill>
                          <a:schemeClr val="tx1"/>
                        </a:solidFill>
                        <a:latin typeface="+mn-lt"/>
                        <a:ea typeface="Verdana"/>
                      </a:endParaRPr>
                    </a:p>
                  </a:txBody>
                  <a:tcPr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73" name="Table 72">
            <a:extLst>
              <a:ext uri="{FF2B5EF4-FFF2-40B4-BE49-F238E27FC236}">
                <a16:creationId xmlns:a16="http://schemas.microsoft.com/office/drawing/2014/main" id="{8D4CB147-0BAE-DDA5-F56E-89A6C5D7A561}"/>
              </a:ext>
            </a:extLst>
          </p:cNvPr>
          <p:cNvGraphicFramePr>
            <a:graphicFrameLocks noGrp="1"/>
          </p:cNvGraphicFramePr>
          <p:nvPr/>
        </p:nvGraphicFramePr>
        <p:xfrm>
          <a:off x="7738100" y="6556296"/>
          <a:ext cx="990600" cy="225504"/>
        </p:xfrm>
        <a:graphic>
          <a:graphicData uri="http://schemas.openxmlformats.org/drawingml/2006/table">
            <a:tbl>
              <a:tblPr firstRow="1" bandRow="1"/>
              <a:tblGrid>
                <a:gridCol w="289665">
                  <a:extLst>
                    <a:ext uri="{9D8B030D-6E8A-4147-A177-3AD203B41FA5}">
                      <a16:colId xmlns:a16="http://schemas.microsoft.com/office/drawing/2014/main" val="4242992041"/>
                    </a:ext>
                  </a:extLst>
                </a:gridCol>
                <a:gridCol w="700935">
                  <a:extLst>
                    <a:ext uri="{9D8B030D-6E8A-4147-A177-3AD203B41FA5}">
                      <a16:colId xmlns:a16="http://schemas.microsoft.com/office/drawing/2014/main" val="3130472479"/>
                    </a:ext>
                  </a:extLst>
                </a:gridCol>
              </a:tblGrid>
              <a:tr h="225504">
                <a:tc>
                  <a:txBody>
                    <a:bodyPr/>
                    <a:lstStyle/>
                    <a:p>
                      <a:endParaRPr lang="x-none" sz="700" b="0">
                        <a:solidFill>
                          <a:schemeClr val="tx1"/>
                        </a:solidFill>
                        <a:latin typeface="+mn-lt"/>
                        <a:ea typeface="Verdana"/>
                      </a:endParaRPr>
                    </a:p>
                  </a:txBody>
                  <a:tcPr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GB" sz="700" b="0">
                          <a:solidFill>
                            <a:schemeClr val="tx1"/>
                          </a:solidFill>
                          <a:latin typeface="+mn-lt"/>
                          <a:ea typeface="Verdana"/>
                        </a:rPr>
                        <a:t>Medium Risk</a:t>
                      </a:r>
                      <a:endParaRPr lang="x-none" sz="700" b="0">
                        <a:solidFill>
                          <a:schemeClr val="tx1"/>
                        </a:solidFill>
                        <a:latin typeface="+mn-lt"/>
                        <a:ea typeface="Verdana"/>
                      </a:endParaRPr>
                    </a:p>
                  </a:txBody>
                  <a:tcPr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bl>
          </a:graphicData>
        </a:graphic>
      </p:graphicFrame>
      <p:sp>
        <p:nvSpPr>
          <p:cNvPr id="26" name="Slide Number Placeholder 1">
            <a:extLst>
              <a:ext uri="{FF2B5EF4-FFF2-40B4-BE49-F238E27FC236}">
                <a16:creationId xmlns:a16="http://schemas.microsoft.com/office/drawing/2014/main" id="{2F69940E-052E-1DE2-B8A3-A9475F5ADE7B}"/>
              </a:ext>
            </a:extLst>
          </p:cNvPr>
          <p:cNvSpPr txBox="1">
            <a:spLocks/>
          </p:cNvSpPr>
          <p:nvPr/>
        </p:nvSpPr>
        <p:spPr>
          <a:xfrm>
            <a:off x="11582400" y="6620636"/>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US" sz="900" b="1" i="0" u="none" strike="noStrike" kern="1200" cap="none" spc="0" normalizeH="0" baseline="0" noProof="0" smtClean="0">
                <a:ln>
                  <a:noFill/>
                </a:ln>
                <a:solidFill>
                  <a:srgbClr val="2D2926"/>
                </a:solidFill>
                <a:effectLst/>
                <a:uLnTx/>
                <a:uFillTx/>
                <a:latin typeface="Verdana" panose="020B0604030504040204" pitchFamily="34" charset="0"/>
                <a:ea typeface="Verdana" panose="020B0604030504040204" pitchFamily="34" charset="0"/>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7</a:t>
            </a:fld>
            <a:endParaRPr kumimoji="0" lang="en-US" sz="9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sp>
        <p:nvSpPr>
          <p:cNvPr id="31" name="Title 1">
            <a:extLst>
              <a:ext uri="{FF2B5EF4-FFF2-40B4-BE49-F238E27FC236}">
                <a16:creationId xmlns:a16="http://schemas.microsoft.com/office/drawing/2014/main" id="{17A392AD-0A33-506D-9610-EEEEC61ED137}"/>
              </a:ext>
            </a:extLst>
          </p:cNvPr>
          <p:cNvSpPr txBox="1">
            <a:spLocks/>
          </p:cNvSpPr>
          <p:nvPr/>
        </p:nvSpPr>
        <p:spPr>
          <a:xfrm>
            <a:off x="0" y="0"/>
            <a:ext cx="12192000" cy="609826"/>
          </a:xfrm>
          <a:prstGeom prst="rect">
            <a:avLst/>
          </a:prstGeom>
        </p:spPr>
        <p:txBody>
          <a:bodyPr anchor="ctr">
            <a:normAutofit/>
          </a:bodyP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pPr lvl="0">
              <a:defRPr/>
            </a:pPr>
            <a:r>
              <a:rPr kumimoji="0" lang="en-US" sz="2000" b="0"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  Summary of Key Findings and Risk </a:t>
            </a:r>
            <a:r>
              <a:rPr kumimoji="0" lang="en-US" sz="1200" b="0"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(Audit Reports Issued Post BAC # 4</a:t>
            </a:r>
            <a:r>
              <a:rPr lang="en-US" kern="0" dirty="0">
                <a:solidFill>
                  <a:prstClr val="white"/>
                </a:solidFill>
                <a:latin typeface="Verdana" panose="020B0604030504040204" pitchFamily="34" charset="0"/>
                <a:ea typeface="Verdana" panose="020B0604030504040204" pitchFamily="34" charset="0"/>
                <a:cs typeface="Verdana" panose="020B0604030504040204" pitchFamily="34" charset="0"/>
              </a:rPr>
              <a:t> ~ 23</a:t>
            </a:r>
            <a:r>
              <a:rPr lang="en-US" kern="0" baseline="30000" dirty="0">
                <a:solidFill>
                  <a:prstClr val="white"/>
                </a:solidFill>
                <a:latin typeface="Verdana" panose="020B0604030504040204" pitchFamily="34" charset="0"/>
                <a:ea typeface="Verdana" panose="020B0604030504040204" pitchFamily="34" charset="0"/>
                <a:cs typeface="Verdana" panose="020B0604030504040204" pitchFamily="34" charset="0"/>
              </a:rPr>
              <a:t>rd</a:t>
            </a:r>
            <a:r>
              <a:rPr lang="en-US" kern="0" dirty="0">
                <a:solidFill>
                  <a:prstClr val="white"/>
                </a:solidFill>
                <a:latin typeface="Verdana" panose="020B0604030504040204" pitchFamily="34" charset="0"/>
                <a:ea typeface="Verdana" panose="020B0604030504040204" pitchFamily="34" charset="0"/>
                <a:cs typeface="Verdana" panose="020B0604030504040204" pitchFamily="34" charset="0"/>
              </a:rPr>
              <a:t> October 2025)</a:t>
            </a:r>
            <a:r>
              <a:rPr kumimoji="0" lang="en-US" sz="2000" b="0"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	</a:t>
            </a:r>
            <a:endParaRPr kumimoji="0" lang="en-GB" sz="2000" b="0"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5" name="Table 11">
            <a:extLst>
              <a:ext uri="{FF2B5EF4-FFF2-40B4-BE49-F238E27FC236}">
                <a16:creationId xmlns:a16="http://schemas.microsoft.com/office/drawing/2014/main" id="{7D46D9DD-5638-9D64-3619-C346CA1BFD1C}"/>
              </a:ext>
            </a:extLst>
          </p:cNvPr>
          <p:cNvGraphicFramePr>
            <a:graphicFrameLocks noGrp="1"/>
          </p:cNvGraphicFramePr>
          <p:nvPr>
            <p:extLst>
              <p:ext uri="{D42A27DB-BD31-4B8C-83A1-F6EECF244321}">
                <p14:modId xmlns:p14="http://schemas.microsoft.com/office/powerpoint/2010/main" val="534784064"/>
              </p:ext>
            </p:extLst>
          </p:nvPr>
        </p:nvGraphicFramePr>
        <p:xfrm>
          <a:off x="313685" y="662646"/>
          <a:ext cx="11585448" cy="259079"/>
        </p:xfrm>
        <a:graphic>
          <a:graphicData uri="http://schemas.openxmlformats.org/drawingml/2006/table">
            <a:tbl>
              <a:tblPr firstRow="1" bandRow="1">
                <a:tableStyleId>{912C8C85-51F0-491E-9774-3900AFEF0FD7}</a:tableStyleId>
              </a:tblPr>
              <a:tblGrid>
                <a:gridCol w="1367341">
                  <a:extLst>
                    <a:ext uri="{9D8B030D-6E8A-4147-A177-3AD203B41FA5}">
                      <a16:colId xmlns:a16="http://schemas.microsoft.com/office/drawing/2014/main" val="3054692262"/>
                    </a:ext>
                  </a:extLst>
                </a:gridCol>
                <a:gridCol w="10218107">
                  <a:extLst>
                    <a:ext uri="{9D8B030D-6E8A-4147-A177-3AD203B41FA5}">
                      <a16:colId xmlns:a16="http://schemas.microsoft.com/office/drawing/2014/main" val="4213541141"/>
                    </a:ext>
                  </a:extLst>
                </a:gridCol>
              </a:tblGrid>
              <a:tr h="259079">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noProof="0">
                          <a:solidFill>
                            <a:schemeClr val="bg1"/>
                          </a:solidFill>
                        </a:rPr>
                        <a:t>Audit Report</a:t>
                      </a:r>
                      <a:endParaRPr lang="en-US" sz="1100" b="1" kern="1200" noProof="0">
                        <a:solidFill>
                          <a:schemeClr val="bg1"/>
                        </a:solidFill>
                        <a:latin typeface="+mn-lt"/>
                        <a:ea typeface="Verdana"/>
                        <a:cs typeface="Verdana" panose="020B0604030504040204" pitchFamily="34" charset="0"/>
                      </a:endParaRPr>
                    </a:p>
                  </a:txBody>
                  <a:tcPr marL="36000" marR="36000"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noProof="0">
                          <a:solidFill>
                            <a:schemeClr val="bg1"/>
                          </a:solidFill>
                        </a:rPr>
                        <a:t>Key </a:t>
                      </a:r>
                      <a:r>
                        <a:rPr lang="en-US" sz="1200" b="1" kern="1200" noProof="0">
                          <a:solidFill>
                            <a:schemeClr val="bg1"/>
                          </a:solidFill>
                        </a:rPr>
                        <a:t>Findings and Risks                                                                                                         Action Plan/Status</a:t>
                      </a:r>
                    </a:p>
                  </a:txBody>
                  <a:tcPr marL="91344" marR="91344" marT="0"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3954497292"/>
                  </a:ext>
                </a:extLst>
              </a:tr>
            </a:tbl>
          </a:graphicData>
        </a:graphic>
      </p:graphicFrame>
      <p:graphicFrame>
        <p:nvGraphicFramePr>
          <p:cNvPr id="6" name="Table 5">
            <a:extLst>
              <a:ext uri="{FF2B5EF4-FFF2-40B4-BE49-F238E27FC236}">
                <a16:creationId xmlns:a16="http://schemas.microsoft.com/office/drawing/2014/main" id="{9D765906-AAEA-A23C-CF2B-1A68029B2DFD}"/>
              </a:ext>
            </a:extLst>
          </p:cNvPr>
          <p:cNvGraphicFramePr>
            <a:graphicFrameLocks noGrp="1"/>
          </p:cNvGraphicFramePr>
          <p:nvPr>
            <p:extLst>
              <p:ext uri="{D42A27DB-BD31-4B8C-83A1-F6EECF244321}">
                <p14:modId xmlns:p14="http://schemas.microsoft.com/office/powerpoint/2010/main" val="3570421664"/>
              </p:ext>
            </p:extLst>
          </p:nvPr>
        </p:nvGraphicFramePr>
        <p:xfrm>
          <a:off x="2590800" y="6550181"/>
          <a:ext cx="2940480" cy="198120"/>
        </p:xfrm>
        <a:graphic>
          <a:graphicData uri="http://schemas.openxmlformats.org/drawingml/2006/table">
            <a:tbl>
              <a:tblPr firstRow="1" bandRow="1">
                <a:tableStyleId>{5C22544A-7EE6-4342-B048-85BDC9FD1C3A}</a:tableStyleId>
              </a:tblPr>
              <a:tblGrid>
                <a:gridCol w="1159326">
                  <a:extLst>
                    <a:ext uri="{9D8B030D-6E8A-4147-A177-3AD203B41FA5}">
                      <a16:colId xmlns:a16="http://schemas.microsoft.com/office/drawing/2014/main" val="3386331004"/>
                    </a:ext>
                  </a:extLst>
                </a:gridCol>
                <a:gridCol w="890577">
                  <a:extLst>
                    <a:ext uri="{9D8B030D-6E8A-4147-A177-3AD203B41FA5}">
                      <a16:colId xmlns:a16="http://schemas.microsoft.com/office/drawing/2014/main" val="1988129826"/>
                    </a:ext>
                  </a:extLst>
                </a:gridCol>
                <a:gridCol w="890577">
                  <a:extLst>
                    <a:ext uri="{9D8B030D-6E8A-4147-A177-3AD203B41FA5}">
                      <a16:colId xmlns:a16="http://schemas.microsoft.com/office/drawing/2014/main" val="4213051520"/>
                    </a:ext>
                  </a:extLst>
                </a:gridCol>
              </a:tblGrid>
              <a:tr h="139103">
                <a:tc>
                  <a:txBody>
                    <a:bodyPr/>
                    <a:lstStyle/>
                    <a:p>
                      <a:pPr algn="ctr"/>
                      <a:r>
                        <a:rPr lang="en-US" sz="700" b="1">
                          <a:solidFill>
                            <a:schemeClr val="tx1">
                              <a:lumMod val="90000"/>
                              <a:lumOff val="10000"/>
                            </a:schemeClr>
                          </a:solidFill>
                        </a:rPr>
                        <a:t>NI : Needs Improvement</a:t>
                      </a:r>
                      <a:endParaRPr lang="en-AE" sz="700" b="1">
                        <a:solidFill>
                          <a:schemeClr val="tx1">
                            <a:lumMod val="90000"/>
                            <a:lumOff val="10000"/>
                          </a:schemeClr>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00"/>
                    </a:solidFill>
                  </a:tcPr>
                </a:tc>
                <a:tc>
                  <a:txBody>
                    <a:bodyPr/>
                    <a:lstStyle/>
                    <a:p>
                      <a:pPr algn="ctr"/>
                      <a:r>
                        <a:rPr lang="en-US" sz="700" b="1" dirty="0">
                          <a:solidFill>
                            <a:schemeClr val="tx1"/>
                          </a:solidFill>
                        </a:rPr>
                        <a:t>Satisfactory</a:t>
                      </a:r>
                      <a:endParaRPr lang="en-AE" sz="700" b="1" dirty="0">
                        <a:solidFill>
                          <a:schemeClr val="tx1"/>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92D050"/>
                    </a:solidFill>
                  </a:tcPr>
                </a:tc>
                <a:tc>
                  <a:txBody>
                    <a:bodyPr/>
                    <a:lstStyle/>
                    <a:p>
                      <a:pPr algn="ctr"/>
                      <a:r>
                        <a:rPr lang="en-US" sz="700" b="1" dirty="0">
                          <a:solidFill>
                            <a:schemeClr val="bg1"/>
                          </a:solidFill>
                        </a:rPr>
                        <a:t>U : Unrated</a:t>
                      </a:r>
                      <a:endParaRPr lang="en-AE" sz="700" b="1" dirty="0">
                        <a:solidFill>
                          <a:schemeClr val="bg1"/>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5B9BD5"/>
                    </a:solidFill>
                  </a:tcPr>
                </a:tc>
                <a:extLst>
                  <a:ext uri="{0D108BD9-81ED-4DB2-BD59-A6C34878D82A}">
                    <a16:rowId xmlns:a16="http://schemas.microsoft.com/office/drawing/2014/main" val="3433129447"/>
                  </a:ext>
                </a:extLst>
              </a:tr>
            </a:tbl>
          </a:graphicData>
        </a:graphic>
      </p:graphicFrame>
      <p:sp>
        <p:nvSpPr>
          <p:cNvPr id="3" name="Action Button: Return 2">
            <a:hlinkClick r:id="rId3" action="ppaction://hlinksldjump" highlightClick="1"/>
            <a:extLst>
              <a:ext uri="{FF2B5EF4-FFF2-40B4-BE49-F238E27FC236}">
                <a16:creationId xmlns:a16="http://schemas.microsoft.com/office/drawing/2014/main" id="{0BDC84B9-C53B-BD22-B910-76BA0E05C7C8}"/>
              </a:ext>
            </a:extLst>
          </p:cNvPr>
          <p:cNvSpPr/>
          <p:nvPr/>
        </p:nvSpPr>
        <p:spPr bwMode="auto">
          <a:xfrm>
            <a:off x="11746699" y="6661310"/>
            <a:ext cx="211853" cy="152400"/>
          </a:xfrm>
          <a:prstGeom prst="actionButtonReturn">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AE" sz="1900" b="0" i="0" u="none" strike="noStrike" cap="none" normalizeH="0" baseline="0">
              <a:ln>
                <a:noFill/>
              </a:ln>
              <a:solidFill>
                <a:schemeClr val="tx1"/>
              </a:solidFill>
              <a:effectLst/>
              <a:latin typeface="Arial" charset="0"/>
            </a:endParaRPr>
          </a:p>
        </p:txBody>
      </p:sp>
      <p:graphicFrame>
        <p:nvGraphicFramePr>
          <p:cNvPr id="20" name="Table 19">
            <a:extLst>
              <a:ext uri="{FF2B5EF4-FFF2-40B4-BE49-F238E27FC236}">
                <a16:creationId xmlns:a16="http://schemas.microsoft.com/office/drawing/2014/main" id="{C1AF4D06-05D6-8C0E-7B28-80D461CBF484}"/>
              </a:ext>
            </a:extLst>
          </p:cNvPr>
          <p:cNvGraphicFramePr>
            <a:graphicFrameLocks noGrp="1"/>
          </p:cNvGraphicFramePr>
          <p:nvPr>
            <p:extLst>
              <p:ext uri="{D42A27DB-BD31-4B8C-83A1-F6EECF244321}">
                <p14:modId xmlns:p14="http://schemas.microsoft.com/office/powerpoint/2010/main" val="2273776398"/>
              </p:ext>
            </p:extLst>
          </p:nvPr>
        </p:nvGraphicFramePr>
        <p:xfrm>
          <a:off x="1695701" y="1017112"/>
          <a:ext cx="10193056" cy="2331720"/>
        </p:xfrm>
        <a:graphic>
          <a:graphicData uri="http://schemas.openxmlformats.org/drawingml/2006/table">
            <a:tbl>
              <a:tblPr firstRow="1" bandRow="1">
                <a:tableStyleId>{5FD0F851-EC5A-4D38-B0AD-8093EC10F338}</a:tableStyleId>
              </a:tblPr>
              <a:tblGrid>
                <a:gridCol w="5096528">
                  <a:extLst>
                    <a:ext uri="{9D8B030D-6E8A-4147-A177-3AD203B41FA5}">
                      <a16:colId xmlns:a16="http://schemas.microsoft.com/office/drawing/2014/main" val="2206148574"/>
                    </a:ext>
                  </a:extLst>
                </a:gridCol>
                <a:gridCol w="5096528">
                  <a:extLst>
                    <a:ext uri="{9D8B030D-6E8A-4147-A177-3AD203B41FA5}">
                      <a16:colId xmlns:a16="http://schemas.microsoft.com/office/drawing/2014/main" val="286725050"/>
                    </a:ext>
                  </a:extLst>
                </a:gridCol>
              </a:tblGrid>
              <a:tr h="582276">
                <a:tc>
                  <a:txBody>
                    <a:bodyPr/>
                    <a:lstStyle/>
                    <a:p>
                      <a:pPr marL="228600" indent="-228600" algn="just">
                        <a:buFont typeface="+mj-lt"/>
                        <a:buAutoNum type="alphaUcPeriod"/>
                      </a:pPr>
                      <a:r>
                        <a:rPr lang="en-US" sz="900" b="1" kern="100" dirty="0">
                          <a:solidFill>
                            <a:schemeClr val="tx1"/>
                          </a:solidFill>
                          <a:effectLst/>
                          <a:latin typeface="Verdana" panose="020B0604030504040204" pitchFamily="34" charset="0"/>
                          <a:ea typeface="Verdana" panose="020B0604030504040204" pitchFamily="34" charset="0"/>
                          <a:cs typeface="+mn-cs"/>
                        </a:rPr>
                        <a:t>Key Fact Statements </a:t>
                      </a:r>
                      <a:r>
                        <a:rPr lang="en-US" sz="900" b="0" kern="1200" dirty="0">
                          <a:solidFill>
                            <a:prstClr val="black"/>
                          </a:solidFill>
                          <a:latin typeface="Verdana" panose="020B0604030504040204" pitchFamily="34" charset="0"/>
                          <a:ea typeface="Verdana" panose="020B0604030504040204" pitchFamily="34" charset="0"/>
                          <a:cs typeface="+mn-cs"/>
                        </a:rPr>
                        <a:t>[</a:t>
                      </a:r>
                      <a:r>
                        <a:rPr lang="en-US" sz="900" b="0" i="1" kern="1200" noProof="0" dirty="0">
                          <a:solidFill>
                            <a:prstClr val="black"/>
                          </a:solidFill>
                          <a:latin typeface="Verdana" panose="020B0604030504040204" pitchFamily="34" charset="0"/>
                          <a:ea typeface="Verdana" panose="020B0604030504040204" pitchFamily="34" charset="0"/>
                          <a:cs typeface="+mn-cs"/>
                        </a:rPr>
                        <a:t>ECD: 28</a:t>
                      </a:r>
                      <a:r>
                        <a:rPr lang="en-US" sz="900" b="0" i="1" kern="1200" dirty="0">
                          <a:solidFill>
                            <a:prstClr val="black"/>
                          </a:solidFill>
                          <a:latin typeface="Verdana" panose="020B0604030504040204" pitchFamily="34" charset="0"/>
                          <a:ea typeface="Verdana" panose="020B0604030504040204" pitchFamily="34" charset="0"/>
                          <a:cs typeface="+mn-cs"/>
                        </a:rPr>
                        <a:t>/02/2026</a:t>
                      </a:r>
                      <a:r>
                        <a:rPr lang="en-US" sz="900" b="0" kern="1200" dirty="0">
                          <a:solidFill>
                            <a:prstClr val="black"/>
                          </a:solidFill>
                          <a:latin typeface="Verdana" panose="020B0604030504040204" pitchFamily="34" charset="0"/>
                          <a:ea typeface="Verdana" panose="020B0604030504040204" pitchFamily="34" charset="0"/>
                          <a:cs typeface="+mn-cs"/>
                        </a:rPr>
                        <a:t>]</a:t>
                      </a:r>
                      <a:endParaRPr lang="en-US" sz="900" b="1" dirty="0">
                        <a:solidFill>
                          <a:prstClr val="black"/>
                        </a:solidFill>
                        <a:latin typeface="Verdana" panose="020B0604030504040204" pitchFamily="34" charset="0"/>
                        <a:ea typeface="Verdana" panose="020B0604030504040204" pitchFamily="34" charset="0"/>
                      </a:endParaRPr>
                    </a:p>
                    <a:p>
                      <a:pPr marL="0" indent="0" algn="just">
                        <a:buFont typeface="Arial" panose="020B0604020202020204" pitchFamily="34" charset="0"/>
                        <a:buNone/>
                      </a:pPr>
                      <a:r>
                        <a:rPr lang="en-US" sz="900" b="0" dirty="0">
                          <a:latin typeface="Verdana" panose="020B0604030504040204" pitchFamily="34" charset="0"/>
                          <a:ea typeface="Verdana" panose="020B0604030504040204" pitchFamily="34" charset="0"/>
                        </a:rPr>
                        <a:t>The Key Fact Statements for Wealth Management Products do not include adequate warnings, disclosures of key risks, absence of notice period for changes in terms, and lack of clarity on early settlement provisions for lending products.</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just">
                        <a:buFont typeface="Arial" panose="020B0604020202020204" pitchFamily="34" charset="0"/>
                        <a:buNone/>
                      </a:pPr>
                      <a:endParaRPr lang="en-US" sz="900" b="0" dirty="0">
                        <a:latin typeface="Verdana" panose="020B0604030504040204" pitchFamily="34" charset="0"/>
                        <a:ea typeface="Verdana" panose="020B0604030504040204" pitchFamily="34" charset="0"/>
                      </a:endParaRPr>
                    </a:p>
                    <a:p>
                      <a:pPr marL="0" indent="0" algn="just">
                        <a:buFont typeface="Arial" panose="020B0604020202020204" pitchFamily="34" charset="0"/>
                        <a:buNone/>
                      </a:pPr>
                      <a:r>
                        <a:rPr lang="en-US" sz="900" b="0" dirty="0">
                          <a:latin typeface="Verdana" panose="020B0604030504040204" pitchFamily="34" charset="0"/>
                          <a:ea typeface="Verdana" panose="020B0604030504040204" pitchFamily="34" charset="0"/>
                        </a:rPr>
                        <a:t>Hyperlink for Terms and Conditions (T&amp;Cs) will be included in all KFS and Lending Against Investment T/Cs will be made available on the Bank’s website.</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4795610"/>
                  </a:ext>
                </a:extLst>
              </a:tr>
              <a:tr h="551796">
                <a:tc>
                  <a:txBody>
                    <a:bodyPr/>
                    <a:lstStyle/>
                    <a:p>
                      <a:pPr marL="228600" marR="0" lvl="0" indent="-228600" algn="just" defTabSz="914400" rtl="0" eaLnBrk="1" fontAlgn="auto" latinLnBrk="0" hangingPunct="1">
                        <a:lnSpc>
                          <a:spcPct val="100000"/>
                        </a:lnSpc>
                        <a:spcBef>
                          <a:spcPts val="0"/>
                        </a:spcBef>
                        <a:spcAft>
                          <a:spcPts val="0"/>
                        </a:spcAft>
                        <a:buClrTx/>
                        <a:buSzTx/>
                        <a:buFont typeface="+mj-lt"/>
                        <a:buAutoNum type="alphaUcPeriod" startAt="2"/>
                        <a:tabLst/>
                        <a:defRPr/>
                      </a:pPr>
                      <a:r>
                        <a:rPr lang="en-US" sz="900" b="1" kern="100" dirty="0">
                          <a:solidFill>
                            <a:schemeClr val="tx1"/>
                          </a:solidFill>
                          <a:effectLst/>
                          <a:latin typeface="Verdana" panose="020B0604030504040204" pitchFamily="34" charset="0"/>
                          <a:ea typeface="Verdana" panose="020B0604030504040204" pitchFamily="34" charset="0"/>
                          <a:cs typeface="+mn-cs"/>
                        </a:rPr>
                        <a:t>Criteria for Classifying Customer as Professional </a:t>
                      </a:r>
                      <a:r>
                        <a:rPr lang="en-US" sz="900" b="0" kern="1200" dirty="0">
                          <a:solidFill>
                            <a:prstClr val="black"/>
                          </a:solidFill>
                          <a:latin typeface="Verdana" panose="020B0604030504040204" pitchFamily="34" charset="0"/>
                          <a:ea typeface="Verdana" panose="020B0604030504040204" pitchFamily="34" charset="0"/>
                          <a:cs typeface="+mn-cs"/>
                        </a:rPr>
                        <a:t>[</a:t>
                      </a:r>
                      <a:r>
                        <a:rPr lang="en-US" sz="900" b="0" i="1" kern="1200" noProof="0" dirty="0">
                          <a:solidFill>
                            <a:prstClr val="black"/>
                          </a:solidFill>
                          <a:latin typeface="Verdana" panose="020B0604030504040204" pitchFamily="34" charset="0"/>
                          <a:ea typeface="Verdana" panose="020B0604030504040204" pitchFamily="34" charset="0"/>
                          <a:cs typeface="+mn-cs"/>
                        </a:rPr>
                        <a:t>ECD: 28</a:t>
                      </a:r>
                      <a:r>
                        <a:rPr lang="en-US" sz="900" b="0" i="1" kern="1200" dirty="0">
                          <a:solidFill>
                            <a:prstClr val="black"/>
                          </a:solidFill>
                          <a:latin typeface="Verdana" panose="020B0604030504040204" pitchFamily="34" charset="0"/>
                          <a:ea typeface="Verdana" panose="020B0604030504040204" pitchFamily="34" charset="0"/>
                          <a:cs typeface="+mn-cs"/>
                        </a:rPr>
                        <a:t>/02/2026</a:t>
                      </a:r>
                      <a:r>
                        <a:rPr lang="en-US" sz="900" b="0" kern="1200" dirty="0">
                          <a:solidFill>
                            <a:prstClr val="black"/>
                          </a:solidFill>
                          <a:latin typeface="Verdana" panose="020B0604030504040204" pitchFamily="34" charset="0"/>
                          <a:ea typeface="Verdana" panose="020B0604030504040204" pitchFamily="34" charset="0"/>
                          <a:cs typeface="+mn-cs"/>
                        </a:rPr>
                        <a:t>]</a:t>
                      </a:r>
                      <a:endParaRPr lang="en-US" sz="900" b="1" kern="100" dirty="0">
                        <a:solidFill>
                          <a:schemeClr val="tx1"/>
                        </a:solidFill>
                        <a:effectLst/>
                        <a:latin typeface="Verdana" panose="020B0604030504040204" pitchFamily="34" charset="0"/>
                        <a:ea typeface="Verdana" panose="020B0604030504040204" pitchFamily="34" charset="0"/>
                      </a:endParaRPr>
                    </a:p>
                    <a:p>
                      <a:pPr marL="0" indent="0" algn="just">
                        <a:buFont typeface="Arial" panose="020B0604020202020204" pitchFamily="34" charset="0"/>
                        <a:buNone/>
                      </a:pPr>
                      <a:r>
                        <a:rPr lang="en-US" sz="900" b="0" kern="1200" dirty="0">
                          <a:solidFill>
                            <a:schemeClr val="tx1"/>
                          </a:solidFill>
                          <a:latin typeface="Verdana" panose="020B0604030504040204" pitchFamily="34" charset="0"/>
                          <a:ea typeface="Verdana" panose="020B0604030504040204" pitchFamily="34" charset="0"/>
                          <a:cs typeface="+mn-cs"/>
                        </a:rPr>
                        <a:t>Securities and Commodities Authority requires professional investors to have net assets of at least AED 4 million (excluding primary residence and liabilities). Currently, the Bank’s net-worth assessment only deducts Lending Against Investment liabilities and does not consider all other internal and external liabilities.</a:t>
                      </a:r>
                      <a:endParaRPr lang="en-US" sz="900" b="0" kern="1200" dirty="0">
                        <a:solidFill>
                          <a:schemeClr val="tx1"/>
                        </a:solidFill>
                        <a:highlight>
                          <a:srgbClr val="FFFF00"/>
                        </a:highlight>
                        <a:latin typeface="Verdana" panose="020B0604030504040204" pitchFamily="34" charset="0"/>
                        <a:ea typeface="Verdana" panose="020B0604030504040204" pitchFamily="34" charset="0"/>
                        <a:cs typeface="+mn-cs"/>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just">
                        <a:buFont typeface="Arial" panose="020B0604020202020204" pitchFamily="34" charset="0"/>
                        <a:buNone/>
                      </a:pPr>
                      <a:endParaRPr lang="en-US" sz="900" dirty="0">
                        <a:highlight>
                          <a:srgbClr val="FFFF00"/>
                        </a:highlight>
                        <a:latin typeface="Verdana" panose="020B0604030504040204" pitchFamily="34" charset="0"/>
                        <a:ea typeface="Verdana" panose="020B0604030504040204" pitchFamily="34" charset="0"/>
                      </a:endParaRPr>
                    </a:p>
                    <a:p>
                      <a:pPr marL="0" indent="0" algn="just">
                        <a:buFont typeface="Arial" panose="020B0604020202020204" pitchFamily="34" charset="0"/>
                        <a:buNone/>
                      </a:pPr>
                      <a:r>
                        <a:rPr lang="en-US" sz="900" dirty="0">
                          <a:latin typeface="Verdana" panose="020B0604030504040204" pitchFamily="34" charset="0"/>
                          <a:ea typeface="Verdana" panose="020B0604030504040204" pitchFamily="34" charset="0"/>
                        </a:rPr>
                        <a:t>The Bank will be to factoring in customer internal liabilities (with RAKBANK) &amp; self-declared external liabilities, and the OP will be updated to reflect the same.</a:t>
                      </a:r>
                      <a:endParaRPr lang="en-US" sz="900" dirty="0">
                        <a:highlight>
                          <a:srgbClr val="FFFF00"/>
                        </a:highlight>
                        <a:latin typeface="Verdana" panose="020B0604030504040204" pitchFamily="34" charset="0"/>
                        <a:ea typeface="Verdana" panose="020B0604030504040204" pitchFamily="34" charset="0"/>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7488491"/>
                  </a:ext>
                </a:extLst>
              </a:tr>
              <a:tr h="748811">
                <a:tc>
                  <a:txBody>
                    <a:bodyPr/>
                    <a:lstStyle/>
                    <a:p>
                      <a:pPr marL="228600" marR="0" lvl="0" indent="-228600" algn="just" defTabSz="685800" rtl="0" eaLnBrk="1" fontAlgn="auto" latinLnBrk="0" hangingPunct="1">
                        <a:lnSpc>
                          <a:spcPct val="100000"/>
                        </a:lnSpc>
                        <a:spcBef>
                          <a:spcPts val="0"/>
                        </a:spcBef>
                        <a:spcAft>
                          <a:spcPts val="0"/>
                        </a:spcAft>
                        <a:buClrTx/>
                        <a:buSzTx/>
                        <a:buFont typeface="+mj-lt"/>
                        <a:buAutoNum type="alphaUcPeriod" startAt="3"/>
                        <a:tabLst/>
                        <a:defRPr/>
                      </a:pPr>
                      <a:r>
                        <a:rPr lang="en-US" sz="900" b="1" kern="1200" dirty="0">
                          <a:solidFill>
                            <a:schemeClr val="tx1"/>
                          </a:solidFill>
                          <a:latin typeface="Verdana" panose="020B0604030504040204" pitchFamily="34" charset="0"/>
                          <a:ea typeface="Verdana" panose="020B0604030504040204" pitchFamily="34" charset="0"/>
                          <a:cs typeface="+mn-cs"/>
                        </a:rPr>
                        <a:t>Delegation of Authority (DOA) </a:t>
                      </a:r>
                      <a:r>
                        <a:rPr lang="en-US" sz="900" b="0" kern="1200" dirty="0">
                          <a:solidFill>
                            <a:prstClr val="black"/>
                          </a:solidFill>
                          <a:latin typeface="Verdana" panose="020B0604030504040204" pitchFamily="34" charset="0"/>
                          <a:ea typeface="Verdana" panose="020B0604030504040204" pitchFamily="34" charset="0"/>
                          <a:cs typeface="+mn-cs"/>
                        </a:rPr>
                        <a:t>[</a:t>
                      </a:r>
                      <a:r>
                        <a:rPr lang="en-US" sz="900" b="0" i="1" kern="1200" noProof="0" dirty="0">
                          <a:solidFill>
                            <a:prstClr val="black"/>
                          </a:solidFill>
                          <a:latin typeface="Verdana" panose="020B0604030504040204" pitchFamily="34" charset="0"/>
                          <a:ea typeface="Verdana" panose="020B0604030504040204" pitchFamily="34" charset="0"/>
                          <a:cs typeface="+mn-cs"/>
                        </a:rPr>
                        <a:t>ECD: 31</a:t>
                      </a:r>
                      <a:r>
                        <a:rPr lang="en-US" sz="900" b="0" i="1" kern="1200" dirty="0">
                          <a:solidFill>
                            <a:prstClr val="black"/>
                          </a:solidFill>
                          <a:latin typeface="Verdana" panose="020B0604030504040204" pitchFamily="34" charset="0"/>
                          <a:ea typeface="Verdana" panose="020B0604030504040204" pitchFamily="34" charset="0"/>
                          <a:cs typeface="+mn-cs"/>
                        </a:rPr>
                        <a:t>/03/2026</a:t>
                      </a:r>
                      <a:r>
                        <a:rPr lang="en-US" sz="900" b="0" kern="1200" dirty="0">
                          <a:solidFill>
                            <a:prstClr val="black"/>
                          </a:solidFill>
                          <a:latin typeface="Verdana" panose="020B0604030504040204" pitchFamily="34" charset="0"/>
                          <a:ea typeface="Verdana" panose="020B0604030504040204" pitchFamily="34" charset="0"/>
                          <a:cs typeface="+mn-cs"/>
                        </a:rPr>
                        <a:t>]</a:t>
                      </a:r>
                      <a:endParaRPr lang="en-US" sz="900" b="1" kern="100" dirty="0">
                        <a:solidFill>
                          <a:schemeClr val="tx1"/>
                        </a:solidFill>
                        <a:effectLst/>
                        <a:latin typeface="Verdana" panose="020B0604030504040204" pitchFamily="34" charset="0"/>
                        <a:ea typeface="Verdana" panose="020B0604030504040204" pitchFamily="34" charset="0"/>
                      </a:endParaRPr>
                    </a:p>
                    <a:p>
                      <a:pPr marL="0" indent="0" algn="just">
                        <a:buFont typeface="+mj-lt"/>
                        <a:buNone/>
                      </a:pPr>
                      <a:r>
                        <a:rPr lang="en-US" sz="900" b="0" kern="1200" dirty="0">
                          <a:solidFill>
                            <a:schemeClr val="tx1"/>
                          </a:solidFill>
                          <a:latin typeface="Verdana" panose="020B0604030504040204" pitchFamily="34" charset="0"/>
                          <a:ea typeface="Verdana" panose="020B0604030504040204" pitchFamily="34" charset="0"/>
                          <a:cs typeface="+mn-cs"/>
                        </a:rPr>
                        <a:t>Review of sub-delegation within Elite Business revealed multiple non-compliances with the Bank’s DOA policy, including absence of validity period, unauthorized permanent sub-delegation, lack of higher-level approval and formal reporting, and delegation gaps for approving higher LTVs and leverage loan limit extensions.</a:t>
                      </a:r>
                    </a:p>
                    <a:p>
                      <a:pPr marL="0" indent="0" algn="just">
                        <a:buFont typeface="+mj-lt"/>
                        <a:buNone/>
                      </a:pPr>
                      <a:endParaRPr lang="en-US" sz="900" b="0" kern="1200" dirty="0">
                        <a:solidFill>
                          <a:schemeClr val="tx1"/>
                        </a:solidFill>
                        <a:latin typeface="Verdana" panose="020B0604030504040204" pitchFamily="34" charset="0"/>
                        <a:ea typeface="Verdana" panose="020B0604030504040204" pitchFamily="34" charset="0"/>
                        <a:cs typeface="+mn-cs"/>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just">
                        <a:buFont typeface="Arial" panose="020B0604020202020204" pitchFamily="34" charset="0"/>
                        <a:buNone/>
                      </a:pPr>
                      <a:r>
                        <a:rPr lang="en-US" sz="900" kern="1200" dirty="0">
                          <a:solidFill>
                            <a:schemeClr val="tx1"/>
                          </a:solidFill>
                          <a:latin typeface="Verdana" panose="020B0604030504040204" pitchFamily="34" charset="0"/>
                          <a:ea typeface="Verdana" panose="020B0604030504040204" pitchFamily="34" charset="0"/>
                          <a:cs typeface="+mn-cs"/>
                        </a:rPr>
                        <a:t>Sub-Delegation given to VP and Team Manager-Elite is under annual review, validity date will be included and alignment with original DOA holder’s (EVP and Head-Elite) updated DOA will be ensured. Further, clarity on applicability of DOA policy on Functional Delegation will be sought from Group Company Secretarial Department.</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5120002"/>
                  </a:ext>
                </a:extLst>
              </a:tr>
            </a:tbl>
          </a:graphicData>
        </a:graphic>
      </p:graphicFrame>
      <p:sp>
        <p:nvSpPr>
          <p:cNvPr id="21" name="Rectangle: Rounded Corners 20">
            <a:extLst>
              <a:ext uri="{FF2B5EF4-FFF2-40B4-BE49-F238E27FC236}">
                <a16:creationId xmlns:a16="http://schemas.microsoft.com/office/drawing/2014/main" id="{F0C694CA-7866-4830-5991-2410340FDF2B}"/>
              </a:ext>
            </a:extLst>
          </p:cNvPr>
          <p:cNvSpPr/>
          <p:nvPr/>
        </p:nvSpPr>
        <p:spPr bwMode="auto">
          <a:xfrm>
            <a:off x="304800" y="1017111"/>
            <a:ext cx="1353813" cy="2331716"/>
          </a:xfrm>
          <a:prstGeom prst="roundRect">
            <a:avLst/>
          </a:prstGeom>
          <a:solidFill>
            <a:schemeClr val="bg1">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vert="horz" wrap="square" lIns="91440" tIns="45720" rIns="91440" bIns="45720" numCol="1" rtlCol="0" anchor="ctr" anchorCtr="0" compatLnSpc="1">
            <a:prstTxWarp prst="textNoShape">
              <a:avLst/>
            </a:prstTxWarp>
          </a:bodyPr>
          <a:lstStyle/>
          <a:p>
            <a:pPr fontAlgn="auto">
              <a:spcBef>
                <a:spcPts val="0"/>
              </a:spcBef>
              <a:spcAft>
                <a:spcPts val="0"/>
              </a:spcAft>
              <a:defRPr/>
            </a:pPr>
            <a:r>
              <a:rPr lang="en-US" sz="800" b="1" dirty="0">
                <a:solidFill>
                  <a:prstClr val="black"/>
                </a:solidFill>
                <a:latin typeface="Verdana" panose="020B0604030504040204" pitchFamily="34" charset="0"/>
                <a:ea typeface="Verdana" panose="020B0604030504040204" pitchFamily="34" charset="0"/>
              </a:rPr>
              <a:t>Wealth Management &amp; LAI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23" name="TextBox 22">
            <a:extLst>
              <a:ext uri="{FF2B5EF4-FFF2-40B4-BE49-F238E27FC236}">
                <a16:creationId xmlns:a16="http://schemas.microsoft.com/office/drawing/2014/main" id="{C3D6029F-8E99-50BE-BC40-FC25C9D0C2CF}"/>
              </a:ext>
            </a:extLst>
          </p:cNvPr>
          <p:cNvSpPr txBox="1"/>
          <p:nvPr/>
        </p:nvSpPr>
        <p:spPr>
          <a:xfrm>
            <a:off x="520897" y="3151033"/>
            <a:ext cx="1071584" cy="215444"/>
          </a:xfrm>
          <a:prstGeom prst="rect">
            <a:avLst/>
          </a:prstGeom>
          <a:noFill/>
        </p:spPr>
        <p:txBody>
          <a:bodyPr wrap="square" rtlCol="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rPr>
              <a:t>Ref: Annexure 7</a:t>
            </a:r>
            <a:r>
              <a:rPr lang="en-US" sz="800" dirty="0">
                <a:solidFill>
                  <a:prstClr val="black"/>
                </a:solidFill>
                <a:latin typeface="Calibri" panose="020F0502020204030204" pitchFamily="34" charset="0"/>
              </a:rPr>
              <a:t>.10</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rPr>
              <a:t> </a:t>
            </a:r>
          </a:p>
        </p:txBody>
      </p:sp>
      <p:sp>
        <p:nvSpPr>
          <p:cNvPr id="13" name="TextBox 12">
            <a:extLst>
              <a:ext uri="{FF2B5EF4-FFF2-40B4-BE49-F238E27FC236}">
                <a16:creationId xmlns:a16="http://schemas.microsoft.com/office/drawing/2014/main" id="{8F1FC0D5-23F9-2DD5-CDB5-FBAF483F2E46}"/>
              </a:ext>
            </a:extLst>
          </p:cNvPr>
          <p:cNvSpPr txBox="1"/>
          <p:nvPr/>
        </p:nvSpPr>
        <p:spPr>
          <a:xfrm>
            <a:off x="269036" y="6551703"/>
            <a:ext cx="2390773" cy="200055"/>
          </a:xfrm>
          <a:prstGeom prst="rect">
            <a:avLst/>
          </a:prstGeom>
          <a:noFill/>
        </p:spPr>
        <p:txBody>
          <a:bodyPr wrap="square">
            <a:spAutoFit/>
          </a:bodyPr>
          <a:lstStyle/>
          <a:p>
            <a:pPr algn="just">
              <a:defRPr/>
            </a:pPr>
            <a:r>
              <a:rPr lang="en-US" sz="700" dirty="0">
                <a:solidFill>
                  <a:srgbClr val="252423"/>
                </a:solidFill>
                <a:latin typeface="Verdana" panose="020B0604030504040204" pitchFamily="34" charset="0"/>
                <a:ea typeface="Verdana" panose="020B0604030504040204" pitchFamily="34" charset="0"/>
              </a:rPr>
              <a:t>  *ICD/ECD: Interim/Estimated Completion Date</a:t>
            </a:r>
            <a:endParaRPr lang="en-US" sz="700" dirty="0">
              <a:solidFill>
                <a:srgbClr val="2D2926"/>
              </a:solidFill>
              <a:latin typeface="Verdana" panose="020B0604030504040204" pitchFamily="34" charset="0"/>
              <a:ea typeface="Verdana" panose="020B0604030504040204" pitchFamily="34" charset="0"/>
            </a:endParaRPr>
          </a:p>
        </p:txBody>
      </p:sp>
      <p:sp>
        <p:nvSpPr>
          <p:cNvPr id="14" name="TextBox 13">
            <a:extLst>
              <a:ext uri="{FF2B5EF4-FFF2-40B4-BE49-F238E27FC236}">
                <a16:creationId xmlns:a16="http://schemas.microsoft.com/office/drawing/2014/main" id="{AF768A33-36BA-B91F-4168-5B48976DDDF9}"/>
              </a:ext>
            </a:extLst>
          </p:cNvPr>
          <p:cNvSpPr txBox="1"/>
          <p:nvPr/>
        </p:nvSpPr>
        <p:spPr>
          <a:xfrm>
            <a:off x="1297316" y="6425592"/>
            <a:ext cx="197205" cy="246221"/>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000" b="0" i="0" u="none" strike="noStrike" kern="1200" cap="none" spc="0" normalizeH="0" baseline="0" noProof="0" err="1">
              <a:ln>
                <a:noFill/>
              </a:ln>
              <a:solidFill>
                <a:prstClr val="black"/>
              </a:solidFill>
              <a:effectLst/>
              <a:uLnTx/>
              <a:uFillTx/>
              <a:latin typeface="Calibri"/>
              <a:ea typeface="+mn-ea"/>
              <a:cs typeface="Arial" charset="0"/>
            </a:endParaRPr>
          </a:p>
        </p:txBody>
      </p:sp>
      <p:sp>
        <p:nvSpPr>
          <p:cNvPr id="28" name="Oval 27">
            <a:extLst>
              <a:ext uri="{FF2B5EF4-FFF2-40B4-BE49-F238E27FC236}">
                <a16:creationId xmlns:a16="http://schemas.microsoft.com/office/drawing/2014/main" id="{E5C914D3-6955-2588-26AF-4E02E7249974}"/>
              </a:ext>
            </a:extLst>
          </p:cNvPr>
          <p:cNvSpPr/>
          <p:nvPr/>
        </p:nvSpPr>
        <p:spPr bwMode="auto">
          <a:xfrm>
            <a:off x="1297316" y="1126515"/>
            <a:ext cx="269017" cy="252000"/>
          </a:xfrm>
          <a:prstGeom prst="ellipse">
            <a:avLst/>
          </a:prstGeom>
          <a:solidFill>
            <a:srgbClr val="FFFF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NI</a:t>
            </a:r>
            <a:endParaRPr kumimoji="0" lang="en-AE"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graphicFrame>
        <p:nvGraphicFramePr>
          <p:cNvPr id="9" name="Table 8">
            <a:extLst>
              <a:ext uri="{FF2B5EF4-FFF2-40B4-BE49-F238E27FC236}">
                <a16:creationId xmlns:a16="http://schemas.microsoft.com/office/drawing/2014/main" id="{8860D8B5-7FEE-44A1-F834-1D6C99580FF8}"/>
              </a:ext>
            </a:extLst>
          </p:cNvPr>
          <p:cNvGraphicFramePr>
            <a:graphicFrameLocks noGrp="1"/>
          </p:cNvGraphicFramePr>
          <p:nvPr>
            <p:extLst>
              <p:ext uri="{D42A27DB-BD31-4B8C-83A1-F6EECF244321}">
                <p14:modId xmlns:p14="http://schemas.microsoft.com/office/powerpoint/2010/main" val="2453941136"/>
              </p:ext>
            </p:extLst>
          </p:nvPr>
        </p:nvGraphicFramePr>
        <p:xfrm>
          <a:off x="1695701" y="3545516"/>
          <a:ext cx="10193056" cy="2331720"/>
        </p:xfrm>
        <a:graphic>
          <a:graphicData uri="http://schemas.openxmlformats.org/drawingml/2006/table">
            <a:tbl>
              <a:tblPr firstRow="1" bandRow="1">
                <a:tableStyleId>{5FD0F851-EC5A-4D38-B0AD-8093EC10F338}</a:tableStyleId>
              </a:tblPr>
              <a:tblGrid>
                <a:gridCol w="5096528">
                  <a:extLst>
                    <a:ext uri="{9D8B030D-6E8A-4147-A177-3AD203B41FA5}">
                      <a16:colId xmlns:a16="http://schemas.microsoft.com/office/drawing/2014/main" val="2206148574"/>
                    </a:ext>
                  </a:extLst>
                </a:gridCol>
                <a:gridCol w="5096528">
                  <a:extLst>
                    <a:ext uri="{9D8B030D-6E8A-4147-A177-3AD203B41FA5}">
                      <a16:colId xmlns:a16="http://schemas.microsoft.com/office/drawing/2014/main" val="286725050"/>
                    </a:ext>
                  </a:extLst>
                </a:gridCol>
              </a:tblGrid>
              <a:tr h="338065">
                <a:tc>
                  <a:txBody>
                    <a:bodyPr/>
                    <a:lstStyle/>
                    <a:p>
                      <a:pPr marL="0" indent="266700" algn="just">
                        <a:buFont typeface="+mj-lt"/>
                        <a:buAutoNum type="alphaUcPeriod"/>
                      </a:pPr>
                      <a:r>
                        <a:rPr lang="en-US" sz="900" b="1" kern="100" dirty="0">
                          <a:solidFill>
                            <a:schemeClr val="tx1"/>
                          </a:solidFill>
                          <a:effectLst/>
                          <a:latin typeface="Verdana" panose="020B0604030504040204" pitchFamily="34" charset="0"/>
                          <a:ea typeface="Verdana" panose="020B0604030504040204" pitchFamily="34" charset="0"/>
                          <a:cs typeface="+mn-cs"/>
                        </a:rPr>
                        <a:t>Lack of a comprehensive Breach Identification and Reporting Process </a:t>
                      </a:r>
                      <a:r>
                        <a:rPr lang="en-US" sz="900" b="0" kern="1200" dirty="0">
                          <a:solidFill>
                            <a:prstClr val="black"/>
                          </a:solidFill>
                          <a:latin typeface="Verdana" panose="020B0604030504040204" pitchFamily="34" charset="0"/>
                          <a:ea typeface="Verdana" panose="020B0604030504040204" pitchFamily="34" charset="0"/>
                          <a:cs typeface="+mn-cs"/>
                        </a:rPr>
                        <a:t>[</a:t>
                      </a:r>
                      <a:r>
                        <a:rPr lang="en-US" sz="900" b="0" i="1" kern="1200" noProof="0" dirty="0">
                          <a:solidFill>
                            <a:prstClr val="black"/>
                          </a:solidFill>
                          <a:latin typeface="Verdana" panose="020B0604030504040204" pitchFamily="34" charset="0"/>
                          <a:ea typeface="Verdana" panose="020B0604030504040204" pitchFamily="34" charset="0"/>
                          <a:cs typeface="+mn-cs"/>
                        </a:rPr>
                        <a:t>ECD: 31</a:t>
                      </a:r>
                      <a:r>
                        <a:rPr lang="en-US" sz="900" b="0" i="1" kern="1200" dirty="0">
                          <a:solidFill>
                            <a:prstClr val="black"/>
                          </a:solidFill>
                          <a:latin typeface="Verdana" panose="020B0604030504040204" pitchFamily="34" charset="0"/>
                          <a:ea typeface="Verdana" panose="020B0604030504040204" pitchFamily="34" charset="0"/>
                          <a:cs typeface="+mn-cs"/>
                        </a:rPr>
                        <a:t>/03/2026</a:t>
                      </a:r>
                      <a:r>
                        <a:rPr lang="en-US" sz="900" b="0" kern="1200" dirty="0">
                          <a:solidFill>
                            <a:prstClr val="black"/>
                          </a:solidFill>
                          <a:latin typeface="Verdana" panose="020B0604030504040204" pitchFamily="34" charset="0"/>
                          <a:ea typeface="Verdana" panose="020B0604030504040204" pitchFamily="34" charset="0"/>
                          <a:cs typeface="+mn-cs"/>
                        </a:rPr>
                        <a:t>]</a:t>
                      </a:r>
                      <a:endParaRPr lang="en-US" sz="900" b="1" dirty="0">
                        <a:solidFill>
                          <a:prstClr val="black"/>
                        </a:solidFill>
                        <a:latin typeface="Verdana" panose="020B0604030504040204" pitchFamily="34" charset="0"/>
                        <a:ea typeface="Verdana" panose="020B0604030504040204" pitchFamily="34" charset="0"/>
                      </a:endParaRPr>
                    </a:p>
                    <a:p>
                      <a:pPr marL="0" indent="0" algn="just">
                        <a:buFont typeface="Arial" panose="020B0604020202020204" pitchFamily="34" charset="0"/>
                        <a:buNone/>
                      </a:pPr>
                      <a:r>
                        <a:rPr lang="en-US" sz="900" b="0" dirty="0">
                          <a:latin typeface="Verdana" panose="020B0604030504040204" pitchFamily="34" charset="0"/>
                          <a:ea typeface="Verdana" panose="020B0604030504040204" pitchFamily="34" charset="0"/>
                        </a:rPr>
                        <a:t>The current regulation breach reporting process lacks comprehensive coverage and consistency, with gaps in capturing breaches from all sources, risking incomplete inventory and non-compliance with the regulatory requirements.</a:t>
                      </a:r>
                      <a:endParaRPr lang="en-US" sz="900" b="0" kern="100" dirty="0">
                        <a:solidFill>
                          <a:schemeClr val="tx1"/>
                        </a:solidFill>
                        <a:effectLst/>
                        <a:highlight>
                          <a:srgbClr val="FFFF00"/>
                        </a:highlight>
                        <a:latin typeface="Verdana" panose="020B0604030504040204" pitchFamily="34" charset="0"/>
                        <a:ea typeface="Verdana" panose="020B0604030504040204" pitchFamily="34" charset="0"/>
                        <a:cs typeface="+mn-cs"/>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just" defTabSz="685800" rtl="0" eaLnBrk="1" fontAlgn="auto" latinLnBrk="0" hangingPunct="1">
                        <a:lnSpc>
                          <a:spcPct val="107000"/>
                        </a:lnSpc>
                        <a:spcBef>
                          <a:spcPts val="300"/>
                        </a:spcBef>
                        <a:spcAft>
                          <a:spcPts val="300"/>
                        </a:spcAft>
                        <a:buClrTx/>
                        <a:buSzTx/>
                        <a:buFont typeface="Symbol" panose="05050102010706020507" pitchFamily="18" charset="2"/>
                        <a:buNone/>
                        <a:tabLst/>
                        <a:defRPr/>
                      </a:pPr>
                      <a:r>
                        <a:rPr lang="en-US" sz="900" b="0" kern="1200">
                          <a:solidFill>
                            <a:schemeClr val="tx1"/>
                          </a:solidFill>
                          <a:latin typeface="Verdana" panose="020B0604030504040204" pitchFamily="34" charset="0"/>
                          <a:ea typeface="Verdana" panose="020B0604030504040204" pitchFamily="34" charset="0"/>
                          <a:cs typeface="+mn-cs"/>
                        </a:rPr>
                        <a:t>Definition of regulatory breach will be revised in the Breach Guideline which will be revisited and redrafted to ensure comprehensiveness of the process.</a:t>
                      </a:r>
                      <a:endParaRPr lang="en-AE" sz="900" b="0" kern="1200" dirty="0">
                        <a:solidFill>
                          <a:schemeClr val="tx1"/>
                        </a:solidFill>
                        <a:highlight>
                          <a:srgbClr val="FFFF00"/>
                        </a:highlight>
                        <a:latin typeface="Verdana" panose="020B0604030504040204" pitchFamily="34" charset="0"/>
                        <a:ea typeface="Verdana" panose="020B0604030504040204" pitchFamily="34" charset="0"/>
                        <a:cs typeface="+mn-cs"/>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4795610"/>
                  </a:ext>
                </a:extLst>
              </a:tr>
              <a:tr h="409593">
                <a:tc>
                  <a:txBody>
                    <a:bodyPr/>
                    <a:lstStyle/>
                    <a:p>
                      <a:pPr marL="0" marR="0" lvl="0" indent="266700" algn="just" defTabSz="914400" rtl="0" eaLnBrk="1" fontAlgn="auto" latinLnBrk="0" hangingPunct="1">
                        <a:lnSpc>
                          <a:spcPct val="100000"/>
                        </a:lnSpc>
                        <a:spcBef>
                          <a:spcPts val="0"/>
                        </a:spcBef>
                        <a:spcAft>
                          <a:spcPts val="0"/>
                        </a:spcAft>
                        <a:buClrTx/>
                        <a:buSzTx/>
                        <a:buFont typeface="+mj-lt"/>
                        <a:buAutoNum type="alphaUcPeriod" startAt="2"/>
                        <a:tabLst/>
                        <a:defRPr/>
                      </a:pPr>
                      <a:r>
                        <a:rPr lang="en-US" sz="900" b="1" kern="100" dirty="0">
                          <a:solidFill>
                            <a:schemeClr val="tx1"/>
                          </a:solidFill>
                          <a:effectLst/>
                          <a:latin typeface="Verdana" panose="020B0604030504040204" pitchFamily="34" charset="0"/>
                          <a:ea typeface="Verdana" panose="020B0604030504040204" pitchFamily="34" charset="0"/>
                          <a:cs typeface="+mn-cs"/>
                        </a:rPr>
                        <a:t>Weaknesses in Regulations Tracking, Dissemination and Gap Analysis </a:t>
                      </a:r>
                      <a:r>
                        <a:rPr lang="en-US" sz="900" b="0" kern="1200" dirty="0">
                          <a:solidFill>
                            <a:prstClr val="black"/>
                          </a:solidFill>
                          <a:latin typeface="Verdana" panose="020B0604030504040204" pitchFamily="34" charset="0"/>
                          <a:ea typeface="Verdana" panose="020B0604030504040204" pitchFamily="34" charset="0"/>
                          <a:cs typeface="+mn-cs"/>
                        </a:rPr>
                        <a:t>[</a:t>
                      </a:r>
                      <a:r>
                        <a:rPr lang="en-US" sz="900" b="0" i="1" kern="1200" noProof="0" dirty="0">
                          <a:solidFill>
                            <a:prstClr val="black"/>
                          </a:solidFill>
                          <a:latin typeface="Verdana" panose="020B0604030504040204" pitchFamily="34" charset="0"/>
                          <a:ea typeface="Verdana" panose="020B0604030504040204" pitchFamily="34" charset="0"/>
                          <a:cs typeface="+mn-cs"/>
                        </a:rPr>
                        <a:t>ECD: 31</a:t>
                      </a:r>
                      <a:r>
                        <a:rPr lang="en-US" sz="900" b="0" i="1" kern="1200" dirty="0">
                          <a:solidFill>
                            <a:prstClr val="black"/>
                          </a:solidFill>
                          <a:latin typeface="Verdana" panose="020B0604030504040204" pitchFamily="34" charset="0"/>
                          <a:ea typeface="Verdana" panose="020B0604030504040204" pitchFamily="34" charset="0"/>
                          <a:cs typeface="+mn-cs"/>
                        </a:rPr>
                        <a:t>/03/2026</a:t>
                      </a:r>
                      <a:r>
                        <a:rPr lang="en-US" sz="900" b="0" kern="1200" dirty="0">
                          <a:solidFill>
                            <a:prstClr val="black"/>
                          </a:solidFill>
                          <a:latin typeface="Verdana" panose="020B0604030504040204" pitchFamily="34" charset="0"/>
                          <a:ea typeface="Verdana" panose="020B0604030504040204" pitchFamily="34" charset="0"/>
                          <a:cs typeface="+mn-cs"/>
                        </a:rPr>
                        <a:t>]</a:t>
                      </a:r>
                      <a:r>
                        <a:rPr lang="en-GB" sz="1350" kern="1200" dirty="0">
                          <a:solidFill>
                            <a:schemeClr val="tx1"/>
                          </a:solidFill>
                          <a:effectLst/>
                          <a:latin typeface="+mn-lt"/>
                          <a:ea typeface="+mn-ea"/>
                          <a:cs typeface="+mn-cs"/>
                        </a:rPr>
                        <a:t> </a:t>
                      </a: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GB" sz="900" b="0" kern="1200" dirty="0">
                          <a:solidFill>
                            <a:schemeClr val="tx1"/>
                          </a:solidFill>
                          <a:latin typeface="Verdana" panose="020B0604030504040204" pitchFamily="34" charset="0"/>
                          <a:ea typeface="Verdana" panose="020B0604030504040204" pitchFamily="34" charset="0"/>
                          <a:cs typeface="+mn-cs"/>
                        </a:rPr>
                        <a:t>Lack of proper oversight over the lookback of regulations and incomplete regulations trackers increase of the risk of regulatory non-compliance.</a:t>
                      </a:r>
                      <a:endParaRPr lang="en-US" sz="900" b="0" kern="1200" dirty="0">
                        <a:solidFill>
                          <a:schemeClr val="tx1"/>
                        </a:solidFill>
                        <a:latin typeface="Verdana" panose="020B0604030504040204" pitchFamily="34" charset="0"/>
                        <a:ea typeface="Verdana" panose="020B0604030504040204" pitchFamily="34" charset="0"/>
                        <a:cs typeface="+mn-cs"/>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just" defTabSz="685800" rtl="0" eaLnBrk="1" fontAlgn="auto" latinLnBrk="0" hangingPunct="1">
                        <a:lnSpc>
                          <a:spcPct val="107000"/>
                        </a:lnSpc>
                        <a:spcBef>
                          <a:spcPts val="300"/>
                        </a:spcBef>
                        <a:spcAft>
                          <a:spcPts val="300"/>
                        </a:spcAft>
                        <a:buClrTx/>
                        <a:buSzTx/>
                        <a:buFont typeface="Symbol" panose="05050102010706020507" pitchFamily="18" charset="2"/>
                        <a:buNone/>
                        <a:tabLst/>
                        <a:defRPr/>
                      </a:pPr>
                      <a:r>
                        <a:rPr lang="en-US" sz="900" b="0" kern="1200">
                          <a:solidFill>
                            <a:schemeClr val="tx1"/>
                          </a:solidFill>
                          <a:latin typeface="Verdana" panose="020B0604030504040204" pitchFamily="34" charset="0"/>
                          <a:ea typeface="Verdana" panose="020B0604030504040204" pitchFamily="34" charset="0"/>
                          <a:cs typeface="+mn-cs"/>
                        </a:rPr>
                        <a:t>The regulations lookback will be put under MCRC oversight and periodic updates will be provided. The regulations tracker will be updated, and a turnaround time defined for notices dissemination. </a:t>
                      </a:r>
                      <a:endParaRPr lang="en-AE" sz="900" b="0" kern="1200" dirty="0">
                        <a:solidFill>
                          <a:schemeClr val="tx1"/>
                        </a:solidFill>
                        <a:highlight>
                          <a:srgbClr val="FFFF00"/>
                        </a:highlight>
                        <a:latin typeface="Verdana" panose="020B0604030504040204" pitchFamily="34" charset="0"/>
                        <a:ea typeface="Verdana" panose="020B0604030504040204" pitchFamily="34" charset="0"/>
                        <a:cs typeface="+mn-cs"/>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7488491"/>
                  </a:ext>
                </a:extLst>
              </a:tr>
              <a:tr h="462159">
                <a:tc>
                  <a:txBody>
                    <a:bodyPr/>
                    <a:lstStyle/>
                    <a:p>
                      <a:pPr marL="0" marR="0" lvl="0" indent="266700" algn="just" defTabSz="914400" rtl="0" eaLnBrk="1" fontAlgn="auto" latinLnBrk="0" hangingPunct="1">
                        <a:lnSpc>
                          <a:spcPct val="100000"/>
                        </a:lnSpc>
                        <a:spcBef>
                          <a:spcPts val="0"/>
                        </a:spcBef>
                        <a:spcAft>
                          <a:spcPts val="0"/>
                        </a:spcAft>
                        <a:buClrTx/>
                        <a:buSzTx/>
                        <a:buFont typeface="+mj-lt"/>
                        <a:buAutoNum type="alphaUcPeriod" startAt="3"/>
                        <a:tabLst/>
                        <a:defRPr/>
                      </a:pPr>
                      <a:r>
                        <a:rPr lang="en-US" sz="900" b="1" kern="100" dirty="0">
                          <a:solidFill>
                            <a:schemeClr val="tx1"/>
                          </a:solidFill>
                          <a:effectLst/>
                          <a:latin typeface="Verdana" panose="020B0604030504040204" pitchFamily="34" charset="0"/>
                          <a:ea typeface="Verdana" panose="020B0604030504040204" pitchFamily="34" charset="0"/>
                          <a:cs typeface="+mn-cs"/>
                        </a:rPr>
                        <a:t>Compliance Risk Assessment (CRA) Methodology and Practice Need Revision </a:t>
                      </a:r>
                      <a:r>
                        <a:rPr lang="en-US" sz="900" b="0" kern="1200" dirty="0">
                          <a:solidFill>
                            <a:prstClr val="black"/>
                          </a:solidFill>
                          <a:latin typeface="Verdana" panose="020B0604030504040204" pitchFamily="34" charset="0"/>
                          <a:ea typeface="Verdana" panose="020B0604030504040204" pitchFamily="34" charset="0"/>
                          <a:cs typeface="+mn-cs"/>
                        </a:rPr>
                        <a:t>[</a:t>
                      </a:r>
                      <a:r>
                        <a:rPr lang="en-US" sz="900" b="0" i="1" kern="1200" noProof="0" dirty="0">
                          <a:solidFill>
                            <a:prstClr val="black"/>
                          </a:solidFill>
                          <a:latin typeface="Verdana" panose="020B0604030504040204" pitchFamily="34" charset="0"/>
                          <a:ea typeface="Verdana" panose="020B0604030504040204" pitchFamily="34" charset="0"/>
                          <a:cs typeface="+mn-cs"/>
                        </a:rPr>
                        <a:t>ECD: 30</a:t>
                      </a:r>
                      <a:r>
                        <a:rPr lang="en-US" sz="900" b="0" i="1" kern="1200" dirty="0">
                          <a:solidFill>
                            <a:prstClr val="black"/>
                          </a:solidFill>
                          <a:latin typeface="Verdana" panose="020B0604030504040204" pitchFamily="34" charset="0"/>
                          <a:ea typeface="Verdana" panose="020B0604030504040204" pitchFamily="34" charset="0"/>
                          <a:cs typeface="+mn-cs"/>
                        </a:rPr>
                        <a:t>/09/2026</a:t>
                      </a:r>
                      <a:r>
                        <a:rPr lang="en-US" sz="900" b="0" kern="1200" dirty="0">
                          <a:solidFill>
                            <a:prstClr val="black"/>
                          </a:solidFill>
                          <a:latin typeface="Verdana" panose="020B0604030504040204" pitchFamily="34" charset="0"/>
                          <a:ea typeface="Verdana" panose="020B0604030504040204" pitchFamily="34" charset="0"/>
                          <a:cs typeface="+mn-cs"/>
                        </a:rPr>
                        <a:t>]</a:t>
                      </a:r>
                      <a:r>
                        <a:rPr lang="en-GB" sz="1350" kern="1200" dirty="0">
                          <a:solidFill>
                            <a:schemeClr val="tx1"/>
                          </a:solidFill>
                          <a:effectLst/>
                          <a:latin typeface="+mn-lt"/>
                          <a:ea typeface="+mn-ea"/>
                          <a:cs typeface="+mn-cs"/>
                        </a:rPr>
                        <a:t> </a:t>
                      </a:r>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US" sz="900" b="0" kern="1200" dirty="0">
                          <a:solidFill>
                            <a:schemeClr val="tx1"/>
                          </a:solidFill>
                          <a:latin typeface="Verdana" panose="020B0604030504040204" pitchFamily="34" charset="0"/>
                          <a:ea typeface="Verdana" panose="020B0604030504040204" pitchFamily="34" charset="0"/>
                          <a:cs typeface="+mn-cs"/>
                        </a:rPr>
                        <a:t>The CRA is outdated, lacks detailed obligations mapping, effectiveness testing, and proper action tracking. In addition, its linkage with the compliance and assurance testing practice should be established.</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just" defTabSz="685800" rtl="0" eaLnBrk="1" fontAlgn="auto" latinLnBrk="0" hangingPunct="1">
                        <a:lnSpc>
                          <a:spcPct val="107000"/>
                        </a:lnSpc>
                        <a:spcBef>
                          <a:spcPts val="300"/>
                        </a:spcBef>
                        <a:spcAft>
                          <a:spcPts val="300"/>
                        </a:spcAft>
                        <a:buClrTx/>
                        <a:buSzTx/>
                        <a:buFont typeface="Symbol" panose="05050102010706020507" pitchFamily="18" charset="2"/>
                        <a:buNone/>
                        <a:tabLst/>
                        <a:defRPr/>
                      </a:pPr>
                      <a:r>
                        <a:rPr lang="en-US" sz="900" kern="1200" dirty="0">
                          <a:solidFill>
                            <a:schemeClr val="tx1"/>
                          </a:solidFill>
                          <a:effectLst/>
                          <a:latin typeface="Verdana" panose="020B0604030504040204" pitchFamily="34" charset="0"/>
                          <a:ea typeface="Verdana" panose="020B0604030504040204" pitchFamily="34" charset="0"/>
                          <a:cs typeface="+mn-cs"/>
                        </a:rPr>
                        <a:t>A process will be implemented for enhancing and approving the CRA methodology, along with undertaking and completing the CRA exercise based on the revised methodology.</a:t>
                      </a:r>
                      <a:endParaRPr lang="en-AE" sz="900" kern="1200" dirty="0">
                        <a:solidFill>
                          <a:schemeClr val="tx1"/>
                        </a:solidFill>
                        <a:effectLst/>
                        <a:highlight>
                          <a:srgbClr val="FFFF00"/>
                        </a:highlight>
                        <a:latin typeface="Verdana" panose="020B0604030504040204" pitchFamily="34" charset="0"/>
                        <a:ea typeface="Verdana" panose="020B0604030504040204" pitchFamily="34" charset="0"/>
                        <a:cs typeface="+mn-cs"/>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5120002"/>
                  </a:ext>
                </a:extLst>
              </a:tr>
            </a:tbl>
          </a:graphicData>
        </a:graphic>
      </p:graphicFrame>
      <p:sp>
        <p:nvSpPr>
          <p:cNvPr id="32" name="Rectangle: Rounded Corners 31">
            <a:extLst>
              <a:ext uri="{FF2B5EF4-FFF2-40B4-BE49-F238E27FC236}">
                <a16:creationId xmlns:a16="http://schemas.microsoft.com/office/drawing/2014/main" id="{9974BBD4-5CE9-7432-EC24-F3229047A919}"/>
              </a:ext>
            </a:extLst>
          </p:cNvPr>
          <p:cNvSpPr/>
          <p:nvPr/>
        </p:nvSpPr>
        <p:spPr bwMode="auto">
          <a:xfrm>
            <a:off x="304800" y="3544900"/>
            <a:ext cx="1353813" cy="2332335"/>
          </a:xfrm>
          <a:prstGeom prst="roundRect">
            <a:avLst/>
          </a:prstGeom>
          <a:solidFill>
            <a:schemeClr val="bg1">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Regulatory Compliance</a:t>
            </a:r>
          </a:p>
        </p:txBody>
      </p:sp>
      <p:sp>
        <p:nvSpPr>
          <p:cNvPr id="35" name="TextBox 34">
            <a:extLst>
              <a:ext uri="{FF2B5EF4-FFF2-40B4-BE49-F238E27FC236}">
                <a16:creationId xmlns:a16="http://schemas.microsoft.com/office/drawing/2014/main" id="{7E44E44F-4259-61AC-1EC8-AF474DB58825}"/>
              </a:ext>
            </a:extLst>
          </p:cNvPr>
          <p:cNvSpPr txBox="1"/>
          <p:nvPr/>
        </p:nvSpPr>
        <p:spPr>
          <a:xfrm>
            <a:off x="520897" y="5693459"/>
            <a:ext cx="1071584" cy="215444"/>
          </a:xfrm>
          <a:prstGeom prst="rect">
            <a:avLst/>
          </a:prstGeom>
          <a:noFill/>
        </p:spPr>
        <p:txBody>
          <a:bodyPr wrap="square" rtlCol="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rPr>
              <a:t>Ref: Annexure 7</a:t>
            </a:r>
            <a:r>
              <a:rPr lang="en-US" sz="800" dirty="0">
                <a:solidFill>
                  <a:prstClr val="black"/>
                </a:solidFill>
                <a:latin typeface="Calibri" panose="020F0502020204030204" pitchFamily="34" charset="0"/>
              </a:rPr>
              <a:t>.12</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rPr>
              <a:t> </a:t>
            </a:r>
          </a:p>
        </p:txBody>
      </p:sp>
      <p:sp>
        <p:nvSpPr>
          <p:cNvPr id="11" name="Rectangle 10">
            <a:extLst>
              <a:ext uri="{FF2B5EF4-FFF2-40B4-BE49-F238E27FC236}">
                <a16:creationId xmlns:a16="http://schemas.microsoft.com/office/drawing/2014/main" id="{B7C72F26-9905-3B8B-2A37-6E4B5C4ABF54}"/>
              </a:ext>
            </a:extLst>
          </p:cNvPr>
          <p:cNvSpPr/>
          <p:nvPr/>
        </p:nvSpPr>
        <p:spPr bwMode="auto">
          <a:xfrm>
            <a:off x="11690957" y="3544901"/>
            <a:ext cx="195193" cy="176530"/>
          </a:xfrm>
          <a:prstGeom prst="rect">
            <a:avLst/>
          </a:prstGeom>
          <a:solidFill>
            <a:srgbClr val="FF0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charset="0"/>
              </a:rPr>
              <a:t>H</a:t>
            </a:r>
            <a:endParaRPr kumimoji="0" lang="en-AE" sz="800" b="1" i="0" u="none" strike="noStrike" kern="120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Arial" charset="0"/>
            </a:endParaRPr>
          </a:p>
        </p:txBody>
      </p:sp>
      <p:sp>
        <p:nvSpPr>
          <p:cNvPr id="7" name="Oval 6">
            <a:extLst>
              <a:ext uri="{FF2B5EF4-FFF2-40B4-BE49-F238E27FC236}">
                <a16:creationId xmlns:a16="http://schemas.microsoft.com/office/drawing/2014/main" id="{28DC9072-9D9C-7CF0-4409-14A372733EAF}"/>
              </a:ext>
            </a:extLst>
          </p:cNvPr>
          <p:cNvSpPr/>
          <p:nvPr/>
        </p:nvSpPr>
        <p:spPr bwMode="auto">
          <a:xfrm>
            <a:off x="1297315" y="3667722"/>
            <a:ext cx="269017" cy="252000"/>
          </a:xfrm>
          <a:prstGeom prst="ellipse">
            <a:avLst/>
          </a:prstGeom>
          <a:solidFill>
            <a:srgbClr val="FFFF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NI</a:t>
            </a:r>
            <a:endParaRPr kumimoji="0" lang="en-AE"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8" name="Rectangle 7">
            <a:extLst>
              <a:ext uri="{FF2B5EF4-FFF2-40B4-BE49-F238E27FC236}">
                <a16:creationId xmlns:a16="http://schemas.microsoft.com/office/drawing/2014/main" id="{0BFEAC8E-B542-FB78-04A3-8EE6E09C8939}"/>
              </a:ext>
            </a:extLst>
          </p:cNvPr>
          <p:cNvSpPr/>
          <p:nvPr/>
        </p:nvSpPr>
        <p:spPr bwMode="auto">
          <a:xfrm>
            <a:off x="11688944" y="1013239"/>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12" name="Rectangle 11">
            <a:extLst>
              <a:ext uri="{FF2B5EF4-FFF2-40B4-BE49-F238E27FC236}">
                <a16:creationId xmlns:a16="http://schemas.microsoft.com/office/drawing/2014/main" id="{C32105B0-F4B8-544F-B81D-7D89C04C951A}"/>
              </a:ext>
            </a:extLst>
          </p:cNvPr>
          <p:cNvSpPr/>
          <p:nvPr/>
        </p:nvSpPr>
        <p:spPr bwMode="auto">
          <a:xfrm>
            <a:off x="11688943" y="1658878"/>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25" name="Rectangle 24">
            <a:extLst>
              <a:ext uri="{FF2B5EF4-FFF2-40B4-BE49-F238E27FC236}">
                <a16:creationId xmlns:a16="http://schemas.microsoft.com/office/drawing/2014/main" id="{B9A5E135-6339-E084-E24B-C478E949526D}"/>
              </a:ext>
            </a:extLst>
          </p:cNvPr>
          <p:cNvSpPr/>
          <p:nvPr/>
        </p:nvSpPr>
        <p:spPr bwMode="auto">
          <a:xfrm>
            <a:off x="11688942" y="2437755"/>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29" name="Rectangle 28">
            <a:extLst>
              <a:ext uri="{FF2B5EF4-FFF2-40B4-BE49-F238E27FC236}">
                <a16:creationId xmlns:a16="http://schemas.microsoft.com/office/drawing/2014/main" id="{9E215D61-CA5B-7AED-7A1B-BE63A5C158CB}"/>
              </a:ext>
            </a:extLst>
          </p:cNvPr>
          <p:cNvSpPr/>
          <p:nvPr/>
        </p:nvSpPr>
        <p:spPr bwMode="auto">
          <a:xfrm>
            <a:off x="11688942" y="4332087"/>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30" name="Rectangle 29">
            <a:extLst>
              <a:ext uri="{FF2B5EF4-FFF2-40B4-BE49-F238E27FC236}">
                <a16:creationId xmlns:a16="http://schemas.microsoft.com/office/drawing/2014/main" id="{C31FEC0A-DB19-961A-F651-07F28549B260}"/>
              </a:ext>
            </a:extLst>
          </p:cNvPr>
          <p:cNvSpPr/>
          <p:nvPr/>
        </p:nvSpPr>
        <p:spPr bwMode="auto">
          <a:xfrm>
            <a:off x="11688942" y="5038561"/>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Tree>
    <p:extLst>
      <p:ext uri="{BB962C8B-B14F-4D97-AF65-F5344CB8AC3E}">
        <p14:creationId xmlns:p14="http://schemas.microsoft.com/office/powerpoint/2010/main" val="273208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89B90-7EB9-6929-489C-1D1649DCF38E}"/>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8FBED8B-0464-05F0-F07A-6EEDEE9B06B7}"/>
              </a:ext>
            </a:extLst>
          </p:cNvPr>
          <p:cNvCxnSpPr/>
          <p:nvPr/>
        </p:nvCxnSpPr>
        <p:spPr bwMode="auto">
          <a:xfrm>
            <a:off x="201080" y="6626365"/>
            <a:ext cx="11585448" cy="0"/>
          </a:xfrm>
          <a:prstGeom prst="line">
            <a:avLst/>
          </a:prstGeom>
          <a:solidFill>
            <a:srgbClr val="FFFFFF"/>
          </a:solidFill>
          <a:ln w="19050"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8" name="Table 17">
            <a:extLst>
              <a:ext uri="{FF2B5EF4-FFF2-40B4-BE49-F238E27FC236}">
                <a16:creationId xmlns:a16="http://schemas.microsoft.com/office/drawing/2014/main" id="{08BF8CFB-C620-45F7-4163-88C9D4D31105}"/>
              </a:ext>
            </a:extLst>
          </p:cNvPr>
          <p:cNvGraphicFramePr>
            <a:graphicFrameLocks noGrp="1"/>
          </p:cNvGraphicFramePr>
          <p:nvPr/>
        </p:nvGraphicFramePr>
        <p:xfrm>
          <a:off x="6858000" y="6556296"/>
          <a:ext cx="913928" cy="225504"/>
        </p:xfrm>
        <a:graphic>
          <a:graphicData uri="http://schemas.openxmlformats.org/drawingml/2006/table">
            <a:tbl>
              <a:tblPr firstRow="1" bandRow="1"/>
              <a:tblGrid>
                <a:gridCol w="267245">
                  <a:extLst>
                    <a:ext uri="{9D8B030D-6E8A-4147-A177-3AD203B41FA5}">
                      <a16:colId xmlns:a16="http://schemas.microsoft.com/office/drawing/2014/main" val="4242992041"/>
                    </a:ext>
                  </a:extLst>
                </a:gridCol>
                <a:gridCol w="646683">
                  <a:extLst>
                    <a:ext uri="{9D8B030D-6E8A-4147-A177-3AD203B41FA5}">
                      <a16:colId xmlns:a16="http://schemas.microsoft.com/office/drawing/2014/main" val="3130472479"/>
                    </a:ext>
                  </a:extLst>
                </a:gridCol>
              </a:tblGrid>
              <a:tr h="225504">
                <a:tc>
                  <a:txBody>
                    <a:bodyPr/>
                    <a:lstStyle/>
                    <a:p>
                      <a:endParaRPr lang="x-none" sz="700" b="0">
                        <a:solidFill>
                          <a:schemeClr val="tx1"/>
                        </a:solidFill>
                        <a:latin typeface="+mn-lt"/>
                        <a:ea typeface="Verdana"/>
                      </a:endParaRPr>
                    </a:p>
                  </a:txBody>
                  <a:tcPr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r>
                        <a:rPr lang="en-GB" sz="700" b="0">
                          <a:solidFill>
                            <a:schemeClr val="tx1"/>
                          </a:solidFill>
                          <a:latin typeface="+mn-lt"/>
                          <a:ea typeface="Verdana"/>
                        </a:rPr>
                        <a:t>High Risk</a:t>
                      </a:r>
                      <a:endParaRPr lang="x-none" sz="700" b="0">
                        <a:solidFill>
                          <a:schemeClr val="tx1"/>
                        </a:solidFill>
                        <a:latin typeface="+mn-lt"/>
                        <a:ea typeface="Verdana"/>
                      </a:endParaRPr>
                    </a:p>
                  </a:txBody>
                  <a:tcPr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bl>
          </a:graphicData>
        </a:graphic>
      </p:graphicFrame>
      <p:graphicFrame>
        <p:nvGraphicFramePr>
          <p:cNvPr id="73" name="Table 72">
            <a:extLst>
              <a:ext uri="{FF2B5EF4-FFF2-40B4-BE49-F238E27FC236}">
                <a16:creationId xmlns:a16="http://schemas.microsoft.com/office/drawing/2014/main" id="{AE41017B-896F-20DD-5399-71225A4B893F}"/>
              </a:ext>
            </a:extLst>
          </p:cNvPr>
          <p:cNvGraphicFramePr>
            <a:graphicFrameLocks noGrp="1"/>
          </p:cNvGraphicFramePr>
          <p:nvPr/>
        </p:nvGraphicFramePr>
        <p:xfrm>
          <a:off x="7738100" y="6556296"/>
          <a:ext cx="990600" cy="225504"/>
        </p:xfrm>
        <a:graphic>
          <a:graphicData uri="http://schemas.openxmlformats.org/drawingml/2006/table">
            <a:tbl>
              <a:tblPr firstRow="1" bandRow="1"/>
              <a:tblGrid>
                <a:gridCol w="289665">
                  <a:extLst>
                    <a:ext uri="{9D8B030D-6E8A-4147-A177-3AD203B41FA5}">
                      <a16:colId xmlns:a16="http://schemas.microsoft.com/office/drawing/2014/main" val="4242992041"/>
                    </a:ext>
                  </a:extLst>
                </a:gridCol>
                <a:gridCol w="700935">
                  <a:extLst>
                    <a:ext uri="{9D8B030D-6E8A-4147-A177-3AD203B41FA5}">
                      <a16:colId xmlns:a16="http://schemas.microsoft.com/office/drawing/2014/main" val="3130472479"/>
                    </a:ext>
                  </a:extLst>
                </a:gridCol>
              </a:tblGrid>
              <a:tr h="225504">
                <a:tc>
                  <a:txBody>
                    <a:bodyPr/>
                    <a:lstStyle/>
                    <a:p>
                      <a:endParaRPr lang="x-none" sz="700" b="0">
                        <a:solidFill>
                          <a:schemeClr val="tx1"/>
                        </a:solidFill>
                        <a:latin typeface="+mn-lt"/>
                        <a:ea typeface="Verdana"/>
                      </a:endParaRPr>
                    </a:p>
                  </a:txBody>
                  <a:tcPr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r>
                        <a:rPr lang="en-GB" sz="700" b="0">
                          <a:solidFill>
                            <a:schemeClr val="tx1"/>
                          </a:solidFill>
                          <a:latin typeface="+mn-lt"/>
                          <a:ea typeface="Verdana"/>
                        </a:rPr>
                        <a:t>Medium Risk</a:t>
                      </a:r>
                      <a:endParaRPr lang="x-none" sz="700" b="0">
                        <a:solidFill>
                          <a:schemeClr val="tx1"/>
                        </a:solidFill>
                        <a:latin typeface="+mn-lt"/>
                        <a:ea typeface="Verdana"/>
                      </a:endParaRPr>
                    </a:p>
                  </a:txBody>
                  <a:tcPr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0"/>
                  </a:ext>
                </a:extLst>
              </a:tr>
            </a:tbl>
          </a:graphicData>
        </a:graphic>
      </p:graphicFrame>
      <p:sp>
        <p:nvSpPr>
          <p:cNvPr id="26" name="Slide Number Placeholder 1">
            <a:extLst>
              <a:ext uri="{FF2B5EF4-FFF2-40B4-BE49-F238E27FC236}">
                <a16:creationId xmlns:a16="http://schemas.microsoft.com/office/drawing/2014/main" id="{2FB4E227-85E6-1C32-08C3-A262378727D7}"/>
              </a:ext>
            </a:extLst>
          </p:cNvPr>
          <p:cNvSpPr txBox="1">
            <a:spLocks/>
          </p:cNvSpPr>
          <p:nvPr/>
        </p:nvSpPr>
        <p:spPr>
          <a:xfrm>
            <a:off x="11582400" y="6620636"/>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US" sz="900" b="1" i="0" u="none" strike="noStrike" kern="1200" cap="none" spc="0" normalizeH="0" baseline="0" noProof="0" smtClean="0">
                <a:ln>
                  <a:noFill/>
                </a:ln>
                <a:solidFill>
                  <a:srgbClr val="2D2926"/>
                </a:solidFill>
                <a:effectLst/>
                <a:uLnTx/>
                <a:uFillTx/>
                <a:latin typeface="Verdana" panose="020B0604030504040204" pitchFamily="34" charset="0"/>
                <a:ea typeface="Verdana" panose="020B0604030504040204" pitchFamily="34" charset="0"/>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8</a:t>
            </a:fld>
            <a:endParaRPr kumimoji="0" lang="en-US" sz="9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sp>
        <p:nvSpPr>
          <p:cNvPr id="31" name="Title 1">
            <a:extLst>
              <a:ext uri="{FF2B5EF4-FFF2-40B4-BE49-F238E27FC236}">
                <a16:creationId xmlns:a16="http://schemas.microsoft.com/office/drawing/2014/main" id="{D7DAD8EA-E68A-CD95-2564-C62F427429F0}"/>
              </a:ext>
            </a:extLst>
          </p:cNvPr>
          <p:cNvSpPr txBox="1">
            <a:spLocks/>
          </p:cNvSpPr>
          <p:nvPr/>
        </p:nvSpPr>
        <p:spPr>
          <a:xfrm>
            <a:off x="0" y="0"/>
            <a:ext cx="12192000" cy="609826"/>
          </a:xfrm>
          <a:prstGeom prst="rect">
            <a:avLst/>
          </a:prstGeom>
        </p:spPr>
        <p:txBody>
          <a:bodyPr anchor="ctr">
            <a:normAutofit/>
          </a:bodyP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pPr lvl="0">
              <a:defRPr/>
            </a:pPr>
            <a:r>
              <a:rPr kumimoji="0" lang="en-US" sz="2000" b="0"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  Summary of Key Findings and Risk </a:t>
            </a:r>
            <a:r>
              <a:rPr kumimoji="0" lang="en-US" sz="1200" b="0"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(Audit Reports Issued Post BAC # 4</a:t>
            </a:r>
            <a:r>
              <a:rPr lang="en-US" kern="0" dirty="0">
                <a:solidFill>
                  <a:prstClr val="white"/>
                </a:solidFill>
                <a:latin typeface="Verdana" panose="020B0604030504040204" pitchFamily="34" charset="0"/>
                <a:ea typeface="Verdana" panose="020B0604030504040204" pitchFamily="34" charset="0"/>
                <a:cs typeface="Verdana" panose="020B0604030504040204" pitchFamily="34" charset="0"/>
              </a:rPr>
              <a:t> ~ 23</a:t>
            </a:r>
            <a:r>
              <a:rPr lang="en-US" kern="0" baseline="30000" dirty="0">
                <a:solidFill>
                  <a:prstClr val="white"/>
                </a:solidFill>
                <a:latin typeface="Verdana" panose="020B0604030504040204" pitchFamily="34" charset="0"/>
                <a:ea typeface="Verdana" panose="020B0604030504040204" pitchFamily="34" charset="0"/>
                <a:cs typeface="Verdana" panose="020B0604030504040204" pitchFamily="34" charset="0"/>
              </a:rPr>
              <a:t>rd</a:t>
            </a:r>
            <a:r>
              <a:rPr lang="en-US" kern="0" dirty="0">
                <a:solidFill>
                  <a:prstClr val="white"/>
                </a:solidFill>
                <a:latin typeface="Verdana" panose="020B0604030504040204" pitchFamily="34" charset="0"/>
                <a:ea typeface="Verdana" panose="020B0604030504040204" pitchFamily="34" charset="0"/>
                <a:cs typeface="Verdana" panose="020B0604030504040204" pitchFamily="34" charset="0"/>
              </a:rPr>
              <a:t> October 2025)</a:t>
            </a:r>
            <a:r>
              <a:rPr kumimoji="0" lang="en-US" sz="2000" b="0"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rPr>
              <a:t>	</a:t>
            </a:r>
            <a:endParaRPr kumimoji="0" lang="en-GB" sz="2000" b="0" i="0" u="none" strike="noStrike" kern="0" cap="none" spc="0" normalizeH="0" baseline="0" noProof="0" dirty="0">
              <a:ln>
                <a:noFill/>
              </a:ln>
              <a:solidFill>
                <a:prstClr val="white"/>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5" name="Table 11">
            <a:extLst>
              <a:ext uri="{FF2B5EF4-FFF2-40B4-BE49-F238E27FC236}">
                <a16:creationId xmlns:a16="http://schemas.microsoft.com/office/drawing/2014/main" id="{0E0BE41B-C247-FBA1-3757-4D406EB9A128}"/>
              </a:ext>
            </a:extLst>
          </p:cNvPr>
          <p:cNvGraphicFramePr>
            <a:graphicFrameLocks noGrp="1"/>
          </p:cNvGraphicFramePr>
          <p:nvPr/>
        </p:nvGraphicFramePr>
        <p:xfrm>
          <a:off x="313685" y="662646"/>
          <a:ext cx="11585448" cy="259079"/>
        </p:xfrm>
        <a:graphic>
          <a:graphicData uri="http://schemas.openxmlformats.org/drawingml/2006/table">
            <a:tbl>
              <a:tblPr firstRow="1" bandRow="1">
                <a:tableStyleId>{912C8C85-51F0-491E-9774-3900AFEF0FD7}</a:tableStyleId>
              </a:tblPr>
              <a:tblGrid>
                <a:gridCol w="1367341">
                  <a:extLst>
                    <a:ext uri="{9D8B030D-6E8A-4147-A177-3AD203B41FA5}">
                      <a16:colId xmlns:a16="http://schemas.microsoft.com/office/drawing/2014/main" val="3054692262"/>
                    </a:ext>
                  </a:extLst>
                </a:gridCol>
                <a:gridCol w="10218107">
                  <a:extLst>
                    <a:ext uri="{9D8B030D-6E8A-4147-A177-3AD203B41FA5}">
                      <a16:colId xmlns:a16="http://schemas.microsoft.com/office/drawing/2014/main" val="4213541141"/>
                    </a:ext>
                  </a:extLst>
                </a:gridCol>
              </a:tblGrid>
              <a:tr h="259079">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1200" noProof="0">
                          <a:solidFill>
                            <a:schemeClr val="bg1"/>
                          </a:solidFill>
                        </a:rPr>
                        <a:t>Audit Report</a:t>
                      </a:r>
                      <a:endParaRPr lang="en-US" sz="1100" b="1" kern="1200" noProof="0">
                        <a:solidFill>
                          <a:schemeClr val="bg1"/>
                        </a:solidFill>
                        <a:latin typeface="+mn-lt"/>
                        <a:ea typeface="Verdana"/>
                        <a:cs typeface="Verdana" panose="020B0604030504040204" pitchFamily="34" charset="0"/>
                      </a:endParaRPr>
                    </a:p>
                  </a:txBody>
                  <a:tcPr marL="36000" marR="36000" marT="0" marB="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noProof="0">
                          <a:solidFill>
                            <a:schemeClr val="bg1"/>
                          </a:solidFill>
                        </a:rPr>
                        <a:t>Key </a:t>
                      </a:r>
                      <a:r>
                        <a:rPr lang="en-US" sz="1200" b="1" kern="1200" noProof="0">
                          <a:solidFill>
                            <a:schemeClr val="bg1"/>
                          </a:solidFill>
                        </a:rPr>
                        <a:t>Findings and Risks                                                                                                         Action Plan/Status</a:t>
                      </a:r>
                    </a:p>
                  </a:txBody>
                  <a:tcPr marL="91344" marR="91344" marT="0" marB="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extLst>
                  <a:ext uri="{0D108BD9-81ED-4DB2-BD59-A6C34878D82A}">
                    <a16:rowId xmlns:a16="http://schemas.microsoft.com/office/drawing/2014/main" val="3954497292"/>
                  </a:ext>
                </a:extLst>
              </a:tr>
            </a:tbl>
          </a:graphicData>
        </a:graphic>
      </p:graphicFrame>
      <p:graphicFrame>
        <p:nvGraphicFramePr>
          <p:cNvPr id="6" name="Table 5">
            <a:extLst>
              <a:ext uri="{FF2B5EF4-FFF2-40B4-BE49-F238E27FC236}">
                <a16:creationId xmlns:a16="http://schemas.microsoft.com/office/drawing/2014/main" id="{ABC581A8-2A6A-A63D-3D25-AEC3A4CFE51D}"/>
              </a:ext>
            </a:extLst>
          </p:cNvPr>
          <p:cNvGraphicFramePr>
            <a:graphicFrameLocks noGrp="1"/>
          </p:cNvGraphicFramePr>
          <p:nvPr>
            <p:extLst>
              <p:ext uri="{D42A27DB-BD31-4B8C-83A1-F6EECF244321}">
                <p14:modId xmlns:p14="http://schemas.microsoft.com/office/powerpoint/2010/main" val="1102721684"/>
              </p:ext>
            </p:extLst>
          </p:nvPr>
        </p:nvGraphicFramePr>
        <p:xfrm>
          <a:off x="2490670" y="6549282"/>
          <a:ext cx="2940480" cy="198120"/>
        </p:xfrm>
        <a:graphic>
          <a:graphicData uri="http://schemas.openxmlformats.org/drawingml/2006/table">
            <a:tbl>
              <a:tblPr firstRow="1" bandRow="1">
                <a:tableStyleId>{5C22544A-7EE6-4342-B048-85BDC9FD1C3A}</a:tableStyleId>
              </a:tblPr>
              <a:tblGrid>
                <a:gridCol w="1159326">
                  <a:extLst>
                    <a:ext uri="{9D8B030D-6E8A-4147-A177-3AD203B41FA5}">
                      <a16:colId xmlns:a16="http://schemas.microsoft.com/office/drawing/2014/main" val="3386331004"/>
                    </a:ext>
                  </a:extLst>
                </a:gridCol>
                <a:gridCol w="890577">
                  <a:extLst>
                    <a:ext uri="{9D8B030D-6E8A-4147-A177-3AD203B41FA5}">
                      <a16:colId xmlns:a16="http://schemas.microsoft.com/office/drawing/2014/main" val="1988129826"/>
                    </a:ext>
                  </a:extLst>
                </a:gridCol>
                <a:gridCol w="890577">
                  <a:extLst>
                    <a:ext uri="{9D8B030D-6E8A-4147-A177-3AD203B41FA5}">
                      <a16:colId xmlns:a16="http://schemas.microsoft.com/office/drawing/2014/main" val="4213051520"/>
                    </a:ext>
                  </a:extLst>
                </a:gridCol>
              </a:tblGrid>
              <a:tr h="139103">
                <a:tc>
                  <a:txBody>
                    <a:bodyPr/>
                    <a:lstStyle/>
                    <a:p>
                      <a:pPr algn="ctr"/>
                      <a:r>
                        <a:rPr lang="en-US" sz="700" b="1">
                          <a:solidFill>
                            <a:schemeClr val="tx1">
                              <a:lumMod val="90000"/>
                              <a:lumOff val="10000"/>
                            </a:schemeClr>
                          </a:solidFill>
                        </a:rPr>
                        <a:t>NI : Needs Improvement</a:t>
                      </a:r>
                      <a:endParaRPr lang="en-AE" sz="700" b="1">
                        <a:solidFill>
                          <a:schemeClr val="tx1">
                            <a:lumMod val="90000"/>
                            <a:lumOff val="10000"/>
                          </a:schemeClr>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00"/>
                    </a:solidFill>
                  </a:tcPr>
                </a:tc>
                <a:tc>
                  <a:txBody>
                    <a:bodyPr/>
                    <a:lstStyle/>
                    <a:p>
                      <a:pPr algn="ctr"/>
                      <a:r>
                        <a:rPr lang="en-US" sz="700" b="1">
                          <a:solidFill>
                            <a:schemeClr val="tx1"/>
                          </a:solidFill>
                        </a:rPr>
                        <a:t>Satisfactory</a:t>
                      </a:r>
                      <a:endParaRPr lang="en-AE" sz="700" b="1">
                        <a:solidFill>
                          <a:schemeClr val="tx1"/>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92D050"/>
                    </a:solidFill>
                  </a:tcPr>
                </a:tc>
                <a:tc>
                  <a:txBody>
                    <a:bodyPr/>
                    <a:lstStyle/>
                    <a:p>
                      <a:pPr algn="ctr"/>
                      <a:r>
                        <a:rPr lang="en-US" sz="700" b="1">
                          <a:solidFill>
                            <a:schemeClr val="bg1"/>
                          </a:solidFill>
                        </a:rPr>
                        <a:t>U : Unrated</a:t>
                      </a:r>
                      <a:endParaRPr lang="en-AE" sz="700" b="1">
                        <a:solidFill>
                          <a:schemeClr val="bg1"/>
                        </a:solidFill>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5B9BD5"/>
                    </a:solidFill>
                  </a:tcPr>
                </a:tc>
                <a:extLst>
                  <a:ext uri="{0D108BD9-81ED-4DB2-BD59-A6C34878D82A}">
                    <a16:rowId xmlns:a16="http://schemas.microsoft.com/office/drawing/2014/main" val="3433129447"/>
                  </a:ext>
                </a:extLst>
              </a:tr>
            </a:tbl>
          </a:graphicData>
        </a:graphic>
      </p:graphicFrame>
      <p:sp>
        <p:nvSpPr>
          <p:cNvPr id="3" name="Action Button: Return 2">
            <a:hlinkClick r:id="rId3" action="ppaction://hlinksldjump" highlightClick="1"/>
            <a:extLst>
              <a:ext uri="{FF2B5EF4-FFF2-40B4-BE49-F238E27FC236}">
                <a16:creationId xmlns:a16="http://schemas.microsoft.com/office/drawing/2014/main" id="{AB07B915-AC3F-CF76-9221-8E0C10AF4B5C}"/>
              </a:ext>
            </a:extLst>
          </p:cNvPr>
          <p:cNvSpPr/>
          <p:nvPr/>
        </p:nvSpPr>
        <p:spPr bwMode="auto">
          <a:xfrm>
            <a:off x="11746699" y="6661310"/>
            <a:ext cx="211853" cy="152400"/>
          </a:xfrm>
          <a:prstGeom prst="actionButtonReturn">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AE" sz="1900" b="0" i="0" u="none" strike="noStrike" cap="none" normalizeH="0" baseline="0">
              <a:ln>
                <a:noFill/>
              </a:ln>
              <a:solidFill>
                <a:schemeClr val="tx1"/>
              </a:solidFill>
              <a:effectLst/>
              <a:latin typeface="Arial" charset="0"/>
            </a:endParaRPr>
          </a:p>
        </p:txBody>
      </p:sp>
      <p:sp>
        <p:nvSpPr>
          <p:cNvPr id="29" name="TextBox 28">
            <a:extLst>
              <a:ext uri="{FF2B5EF4-FFF2-40B4-BE49-F238E27FC236}">
                <a16:creationId xmlns:a16="http://schemas.microsoft.com/office/drawing/2014/main" id="{DB864103-D7DA-ED29-931B-CB88A64CDCD2}"/>
              </a:ext>
            </a:extLst>
          </p:cNvPr>
          <p:cNvSpPr txBox="1"/>
          <p:nvPr/>
        </p:nvSpPr>
        <p:spPr>
          <a:xfrm>
            <a:off x="187612" y="6542936"/>
            <a:ext cx="2390773" cy="200055"/>
          </a:xfrm>
          <a:prstGeom prst="rect">
            <a:avLst/>
          </a:prstGeom>
          <a:noFill/>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a:ln>
                  <a:noFill/>
                </a:ln>
                <a:solidFill>
                  <a:srgbClr val="252423"/>
                </a:solidFill>
                <a:effectLst/>
                <a:uLnTx/>
                <a:uFillTx/>
                <a:latin typeface="Verdana" panose="020B0604030504040204" pitchFamily="34" charset="0"/>
                <a:ea typeface="Verdana" panose="020B0604030504040204" pitchFamily="34" charset="0"/>
                <a:cs typeface="Arial" charset="0"/>
              </a:rPr>
              <a:t>  *ICD/ECD: Interim/Estimated Completion Date</a:t>
            </a:r>
            <a:endParaRPr kumimoji="0" lang="en-US" sz="7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sp>
        <p:nvSpPr>
          <p:cNvPr id="27" name="TextBox 26">
            <a:extLst>
              <a:ext uri="{FF2B5EF4-FFF2-40B4-BE49-F238E27FC236}">
                <a16:creationId xmlns:a16="http://schemas.microsoft.com/office/drawing/2014/main" id="{86B6EF5F-3311-C288-1612-14EA367C6122}"/>
              </a:ext>
            </a:extLst>
          </p:cNvPr>
          <p:cNvSpPr txBox="1"/>
          <p:nvPr/>
        </p:nvSpPr>
        <p:spPr>
          <a:xfrm>
            <a:off x="1223894" y="4597187"/>
            <a:ext cx="197205" cy="246221"/>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000" b="0" i="0" u="none" strike="noStrike" kern="1200" cap="none" spc="0" normalizeH="0" baseline="0" noProof="0" err="1">
              <a:ln>
                <a:noFill/>
              </a:ln>
              <a:solidFill>
                <a:prstClr val="black"/>
              </a:solidFill>
              <a:effectLst/>
              <a:uLnTx/>
              <a:uFillTx/>
              <a:latin typeface="Calibri"/>
              <a:ea typeface="+mn-ea"/>
              <a:cs typeface="Arial" charset="0"/>
            </a:endParaRPr>
          </a:p>
        </p:txBody>
      </p:sp>
      <p:graphicFrame>
        <p:nvGraphicFramePr>
          <p:cNvPr id="28" name="Table 27">
            <a:extLst>
              <a:ext uri="{FF2B5EF4-FFF2-40B4-BE49-F238E27FC236}">
                <a16:creationId xmlns:a16="http://schemas.microsoft.com/office/drawing/2014/main" id="{6738169B-8918-1155-5864-F45F6AD58C3C}"/>
              </a:ext>
            </a:extLst>
          </p:cNvPr>
          <p:cNvGraphicFramePr>
            <a:graphicFrameLocks noGrp="1"/>
          </p:cNvGraphicFramePr>
          <p:nvPr>
            <p:extLst>
              <p:ext uri="{D42A27DB-BD31-4B8C-83A1-F6EECF244321}">
                <p14:modId xmlns:p14="http://schemas.microsoft.com/office/powerpoint/2010/main" val="2792606717"/>
              </p:ext>
            </p:extLst>
          </p:nvPr>
        </p:nvGraphicFramePr>
        <p:xfrm>
          <a:off x="1715474" y="3039163"/>
          <a:ext cx="10147668" cy="1828800"/>
        </p:xfrm>
        <a:graphic>
          <a:graphicData uri="http://schemas.openxmlformats.org/drawingml/2006/table">
            <a:tbl>
              <a:tblPr firstRow="1" bandRow="1">
                <a:tableStyleId>{5FD0F851-EC5A-4D38-B0AD-8093EC10F338}</a:tableStyleId>
              </a:tblPr>
              <a:tblGrid>
                <a:gridCol w="5073834">
                  <a:extLst>
                    <a:ext uri="{9D8B030D-6E8A-4147-A177-3AD203B41FA5}">
                      <a16:colId xmlns:a16="http://schemas.microsoft.com/office/drawing/2014/main" val="2206148574"/>
                    </a:ext>
                  </a:extLst>
                </a:gridCol>
                <a:gridCol w="5073834">
                  <a:extLst>
                    <a:ext uri="{9D8B030D-6E8A-4147-A177-3AD203B41FA5}">
                      <a16:colId xmlns:a16="http://schemas.microsoft.com/office/drawing/2014/main" val="2991300969"/>
                    </a:ext>
                  </a:extLst>
                </a:gridCol>
              </a:tblGrid>
              <a:tr h="717153">
                <a:tc>
                  <a:txBody>
                    <a:bodyPr/>
                    <a:lstStyle/>
                    <a:p>
                      <a:pPr marL="228600" marR="0" lvl="0" indent="-228600" algn="just" defTabSz="685800" rtl="0" eaLnBrk="1" fontAlgn="auto" latinLnBrk="0" hangingPunct="1">
                        <a:lnSpc>
                          <a:spcPct val="100000"/>
                        </a:lnSpc>
                        <a:spcBef>
                          <a:spcPts val="0"/>
                        </a:spcBef>
                        <a:spcAft>
                          <a:spcPts val="0"/>
                        </a:spcAft>
                        <a:buClrTx/>
                        <a:buSzTx/>
                        <a:buFont typeface="+mj-lt"/>
                        <a:buAutoNum type="alphaUcPeriod"/>
                        <a:tabLst/>
                        <a:defRPr/>
                      </a:pPr>
                      <a:r>
                        <a:rPr lang="en-US" sz="900" b="1" kern="1200" dirty="0">
                          <a:solidFill>
                            <a:schemeClr val="tx1"/>
                          </a:solidFill>
                          <a:latin typeface="Verdana" panose="020B0604030504040204" pitchFamily="34" charset="0"/>
                          <a:ea typeface="Verdana" panose="020B0604030504040204" pitchFamily="34" charset="0"/>
                          <a:cs typeface="+mn-cs"/>
                        </a:rPr>
                        <a:t>Governance Gaps in Marketing &amp; Advertising Policy </a:t>
                      </a:r>
                      <a:r>
                        <a:rPr lang="en-US" sz="900" b="0" i="1" kern="1200" dirty="0">
                          <a:solidFill>
                            <a:prstClr val="black"/>
                          </a:solidFill>
                          <a:latin typeface="Verdana"/>
                          <a:ea typeface="Verdana"/>
                          <a:cs typeface="+mn-cs"/>
                        </a:rPr>
                        <a:t>[</a:t>
                      </a:r>
                      <a:r>
                        <a:rPr lang="en-US" sz="900" b="0" i="1" kern="1200" noProof="0" dirty="0">
                          <a:solidFill>
                            <a:prstClr val="black"/>
                          </a:solidFill>
                          <a:latin typeface="Verdana"/>
                          <a:ea typeface="Verdana"/>
                          <a:cs typeface="+mn-cs"/>
                        </a:rPr>
                        <a:t>ECD: 31/05/2026</a:t>
                      </a:r>
                      <a:r>
                        <a:rPr lang="en-US" sz="900" b="0" i="1" kern="1200" dirty="0">
                          <a:solidFill>
                            <a:prstClr val="black"/>
                          </a:solidFill>
                          <a:latin typeface="Verdana"/>
                          <a:ea typeface="Verdana"/>
                          <a:cs typeface="+mn-cs"/>
                        </a:rPr>
                        <a:t>]</a:t>
                      </a:r>
                    </a:p>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900" b="0" i="0" u="none" strike="noStrike" kern="1200" dirty="0">
                          <a:solidFill>
                            <a:schemeClr val="tx1"/>
                          </a:solidFill>
                          <a:effectLst/>
                          <a:latin typeface="Verdana"/>
                          <a:ea typeface="+mn-ea"/>
                          <a:cs typeface="+mn-cs"/>
                        </a:rPr>
                        <a:t>The Marketing &amp; Advertising Policy lacks clear authority for campaign approvals and a robust governance framework, creating ambiguity over high-value spend and compliance requirements, which increases risk of policy breaches and weak oversight.</a:t>
                      </a:r>
                    </a:p>
                    <a:p>
                      <a:pPr marL="0" marR="0" lvl="0" indent="0" algn="just" defTabSz="685800" rtl="0" eaLnBrk="1" fontAlgn="auto" latinLnBrk="0" hangingPunct="1">
                        <a:lnSpc>
                          <a:spcPct val="100000"/>
                        </a:lnSpc>
                        <a:spcBef>
                          <a:spcPts val="0"/>
                        </a:spcBef>
                        <a:spcAft>
                          <a:spcPts val="0"/>
                        </a:spcAft>
                        <a:buClrTx/>
                        <a:buSzTx/>
                        <a:buFont typeface="+mj-lt"/>
                        <a:buNone/>
                        <a:tabLst/>
                        <a:defRPr/>
                      </a:pPr>
                      <a:endParaRPr lang="en-US" sz="900" b="1" dirty="0">
                        <a:solidFill>
                          <a:prstClr val="black"/>
                        </a:solidFill>
                        <a:latin typeface="Verdana"/>
                        <a:ea typeface="Verdana"/>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just" defTabSz="685800" rtl="0" eaLnBrk="1" fontAlgn="t" latinLnBrk="0" hangingPunct="1">
                        <a:lnSpc>
                          <a:spcPct val="100000"/>
                        </a:lnSpc>
                        <a:buNone/>
                      </a:pPr>
                      <a:endParaRPr lang="en-US" sz="900" b="0" i="0" u="none" strike="noStrike" kern="1200" baseline="0" dirty="0">
                        <a:solidFill>
                          <a:srgbClr val="2D2926"/>
                        </a:solidFill>
                        <a:effectLst/>
                        <a:latin typeface="Verdana"/>
                        <a:ea typeface="+mn-ea"/>
                        <a:cs typeface="+mn-cs"/>
                      </a:endParaRPr>
                    </a:p>
                    <a:p>
                      <a:pPr marL="0" lvl="0" indent="0" algn="just" defTabSz="685800" rtl="0" eaLnBrk="1" fontAlgn="t" latinLnBrk="0" hangingPunct="1">
                        <a:lnSpc>
                          <a:spcPct val="100000"/>
                        </a:lnSpc>
                        <a:buNone/>
                      </a:pPr>
                      <a:r>
                        <a:rPr lang="en-US" sz="900" b="0" i="0" u="none" strike="noStrike" kern="1200" baseline="0" dirty="0">
                          <a:solidFill>
                            <a:srgbClr val="2D2926"/>
                          </a:solidFill>
                          <a:effectLst/>
                          <a:latin typeface="Verdana"/>
                          <a:ea typeface="+mn-ea"/>
                          <a:cs typeface="+mn-cs"/>
                        </a:rPr>
                        <a:t>We will update the Marketing Policy to integrate existing governance tools (RACI, DOA) and include a high-level approach for campaign prioritization and budget allocation to ensure clarity, alignment, and transparency</a:t>
                      </a:r>
                    </a:p>
                  </a:txBody>
                  <a:tcP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4795610"/>
                  </a:ext>
                </a:extLst>
              </a:tr>
              <a:tr h="698882">
                <a:tc>
                  <a:txBody>
                    <a:bodyPr/>
                    <a:lstStyle/>
                    <a:p>
                      <a:pPr marL="0" marR="0" lvl="0" indent="266700" algn="just" defTabSz="914400" rtl="0" eaLnBrk="1" fontAlgn="auto" latinLnBrk="0" hangingPunct="1">
                        <a:lnSpc>
                          <a:spcPct val="100000"/>
                        </a:lnSpc>
                        <a:spcBef>
                          <a:spcPts val="0"/>
                        </a:spcBef>
                        <a:spcAft>
                          <a:spcPts val="0"/>
                        </a:spcAft>
                        <a:buClrTx/>
                        <a:buSzTx/>
                        <a:buFont typeface="+mj-lt"/>
                        <a:buAutoNum type="alphaUcPeriod" startAt="2"/>
                        <a:tabLst/>
                        <a:defRPr/>
                      </a:pPr>
                      <a:r>
                        <a:rPr lang="en-US" sz="900" b="1" kern="1200" dirty="0">
                          <a:solidFill>
                            <a:schemeClr val="tx1"/>
                          </a:solidFill>
                          <a:latin typeface="Verdana" panose="020B0604030504040204" pitchFamily="34" charset="0"/>
                          <a:ea typeface="Verdana" panose="020B0604030504040204" pitchFamily="34" charset="0"/>
                          <a:cs typeface="+mn-cs"/>
                        </a:rPr>
                        <a:t>Governance Gaps in Influencer-Based Marketing Campaigns </a:t>
                      </a:r>
                      <a:r>
                        <a:rPr lang="en-US" sz="900" b="0" i="1" kern="1200" dirty="0">
                          <a:solidFill>
                            <a:prstClr val="black"/>
                          </a:solidFill>
                          <a:latin typeface="Verdana"/>
                          <a:ea typeface="Verdana"/>
                          <a:cs typeface="+mn-cs"/>
                        </a:rPr>
                        <a:t>[</a:t>
                      </a:r>
                      <a:r>
                        <a:rPr lang="en-US" sz="900" b="0" i="1" kern="1200" noProof="0" dirty="0">
                          <a:solidFill>
                            <a:prstClr val="black"/>
                          </a:solidFill>
                          <a:latin typeface="Verdana"/>
                          <a:ea typeface="Verdana"/>
                          <a:cs typeface="+mn-cs"/>
                        </a:rPr>
                        <a:t>ECD: 31/05/2026</a:t>
                      </a:r>
                      <a:r>
                        <a:rPr lang="en-US" sz="900" b="0" i="1" kern="1200" dirty="0">
                          <a:solidFill>
                            <a:prstClr val="black"/>
                          </a:solidFill>
                          <a:latin typeface="Verdana"/>
                          <a:ea typeface="Verdana"/>
                          <a:cs typeface="+mn-cs"/>
                        </a:rPr>
                        <a:t>]</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900" b="0" i="0" u="none" strike="noStrike" kern="1200" dirty="0">
                          <a:solidFill>
                            <a:schemeClr val="tx1"/>
                          </a:solidFill>
                          <a:effectLst/>
                          <a:latin typeface="Verdana"/>
                          <a:ea typeface="+mn-ea"/>
                          <a:cs typeface="+mn-cs"/>
                        </a:rPr>
                        <a:t>The Marketing lacks a documented process and governance framework for influencer-based promotions, resulting in gaps around pre-approval, monitoring, post-campaign review, and compliance with UAE regulatory requirements, increasing risk of non-compliance and reputational exposure.</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just" defTabSz="685800" rtl="0" eaLnBrk="1" latinLnBrk="0" hangingPunct="1">
                        <a:buNone/>
                      </a:pPr>
                      <a:endParaRPr lang="en-US" sz="900" b="0" i="0" u="none" strike="noStrike" kern="1200" baseline="0" dirty="0">
                        <a:solidFill>
                          <a:srgbClr val="2D2926"/>
                        </a:solidFill>
                        <a:effectLst/>
                        <a:latin typeface="Verdana"/>
                        <a:ea typeface="+mn-ea"/>
                        <a:cs typeface="+mn-cs"/>
                      </a:endParaRPr>
                    </a:p>
                    <a:p>
                      <a:pPr marL="0" lvl="0" indent="0" algn="just" defTabSz="685800" rtl="0" eaLnBrk="1" latinLnBrk="0" hangingPunct="1">
                        <a:buNone/>
                      </a:pPr>
                      <a:r>
                        <a:rPr lang="en-US" sz="900" b="0" i="0" u="none" strike="noStrike" kern="1200" baseline="0" dirty="0">
                          <a:solidFill>
                            <a:srgbClr val="2D2926"/>
                          </a:solidFill>
                          <a:effectLst/>
                          <a:latin typeface="Verdana"/>
                          <a:ea typeface="+mn-ea"/>
                          <a:cs typeface="+mn-cs"/>
                        </a:rPr>
                        <a:t>Marketing will collaborate with Group Compliance and Legal to confirm regulatory obligations and establish a documented process for influencer engagement, including pre-approval, monitoring, and retention of key documentation, which will be incorporated into the Marketing &amp; Advertising Policy during the upcoming brand refresh</a:t>
                      </a:r>
                      <a:endParaRPr lang="en-AE" sz="900" b="0" i="0" u="none" strike="noStrike" kern="1200" baseline="0" dirty="0">
                        <a:solidFill>
                          <a:srgbClr val="2D2926"/>
                        </a:solidFill>
                        <a:effectLst/>
                        <a:latin typeface="Verdana"/>
                        <a:ea typeface="+mn-ea"/>
                        <a:cs typeface="+mn-cs"/>
                      </a:endParaRPr>
                    </a:p>
                  </a:txBody>
                  <a:tcP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7488491"/>
                  </a:ext>
                </a:extLst>
              </a:tr>
            </a:tbl>
          </a:graphicData>
        </a:graphic>
      </p:graphicFrame>
      <p:sp>
        <p:nvSpPr>
          <p:cNvPr id="30" name="Rectangle: Rounded Corners 29">
            <a:extLst>
              <a:ext uri="{FF2B5EF4-FFF2-40B4-BE49-F238E27FC236}">
                <a16:creationId xmlns:a16="http://schemas.microsoft.com/office/drawing/2014/main" id="{3B3A33A7-8781-BF37-05C4-8A659A8AC9CF}"/>
              </a:ext>
            </a:extLst>
          </p:cNvPr>
          <p:cNvSpPr/>
          <p:nvPr/>
        </p:nvSpPr>
        <p:spPr bwMode="auto">
          <a:xfrm>
            <a:off x="309219" y="3027033"/>
            <a:ext cx="1353812" cy="1840930"/>
          </a:xfrm>
          <a:prstGeom prst="roundRect">
            <a:avLst/>
          </a:prstGeom>
          <a:solidFill>
            <a:schemeClr val="bg1">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Marketing</a:t>
            </a:r>
          </a:p>
        </p:txBody>
      </p:sp>
      <p:sp>
        <p:nvSpPr>
          <p:cNvPr id="33" name="TextBox 32">
            <a:extLst>
              <a:ext uri="{FF2B5EF4-FFF2-40B4-BE49-F238E27FC236}">
                <a16:creationId xmlns:a16="http://schemas.microsoft.com/office/drawing/2014/main" id="{B507E32F-8836-29A6-271B-59CC7902827A}"/>
              </a:ext>
            </a:extLst>
          </p:cNvPr>
          <p:cNvSpPr txBox="1"/>
          <p:nvPr/>
        </p:nvSpPr>
        <p:spPr>
          <a:xfrm>
            <a:off x="525316" y="4677935"/>
            <a:ext cx="1016824" cy="215444"/>
          </a:xfrm>
          <a:prstGeom prst="rect">
            <a:avLst/>
          </a:prstGeom>
          <a:noFill/>
        </p:spPr>
        <p:txBody>
          <a:bodyPr wrap="square" rtlCol="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rPr>
              <a:t>Ref: Annexure 7</a:t>
            </a:r>
            <a:r>
              <a:rPr lang="en-US" sz="800" dirty="0">
                <a:solidFill>
                  <a:prstClr val="black"/>
                </a:solidFill>
                <a:latin typeface="Calibri" panose="020F0502020204030204" pitchFamily="34" charset="0"/>
              </a:rPr>
              <a:t>.11</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rPr>
              <a:t> </a:t>
            </a:r>
          </a:p>
        </p:txBody>
      </p:sp>
      <p:sp>
        <p:nvSpPr>
          <p:cNvPr id="34" name="Oval 33">
            <a:extLst>
              <a:ext uri="{FF2B5EF4-FFF2-40B4-BE49-F238E27FC236}">
                <a16:creationId xmlns:a16="http://schemas.microsoft.com/office/drawing/2014/main" id="{C40509B7-B0AE-FE64-C13B-672455F33320}"/>
              </a:ext>
            </a:extLst>
          </p:cNvPr>
          <p:cNvSpPr/>
          <p:nvPr/>
        </p:nvSpPr>
        <p:spPr bwMode="auto">
          <a:xfrm>
            <a:off x="1286590" y="3127814"/>
            <a:ext cx="269017" cy="252000"/>
          </a:xfrm>
          <a:prstGeom prst="ellipse">
            <a:avLst/>
          </a:prstGeom>
          <a:solidFill>
            <a:srgbClr val="92D05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SA</a:t>
            </a:r>
            <a:endParaRPr kumimoji="0" lang="en-AE"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graphicFrame>
        <p:nvGraphicFramePr>
          <p:cNvPr id="39" name="Table 38">
            <a:extLst>
              <a:ext uri="{FF2B5EF4-FFF2-40B4-BE49-F238E27FC236}">
                <a16:creationId xmlns:a16="http://schemas.microsoft.com/office/drawing/2014/main" id="{B770CDE2-C225-39C8-30CD-8DFE46816C39}"/>
              </a:ext>
            </a:extLst>
          </p:cNvPr>
          <p:cNvGraphicFramePr>
            <a:graphicFrameLocks noGrp="1"/>
          </p:cNvGraphicFramePr>
          <p:nvPr>
            <p:extLst>
              <p:ext uri="{D42A27DB-BD31-4B8C-83A1-F6EECF244321}">
                <p14:modId xmlns:p14="http://schemas.microsoft.com/office/powerpoint/2010/main" val="4046276577"/>
              </p:ext>
            </p:extLst>
          </p:nvPr>
        </p:nvGraphicFramePr>
        <p:xfrm>
          <a:off x="1715472" y="5091284"/>
          <a:ext cx="10147670" cy="947703"/>
        </p:xfrm>
        <a:graphic>
          <a:graphicData uri="http://schemas.openxmlformats.org/drawingml/2006/table">
            <a:tbl>
              <a:tblPr firstRow="1" bandRow="1">
                <a:tableStyleId>{5FD0F851-EC5A-4D38-B0AD-8093EC10F338}</a:tableStyleId>
              </a:tblPr>
              <a:tblGrid>
                <a:gridCol w="5073835">
                  <a:extLst>
                    <a:ext uri="{9D8B030D-6E8A-4147-A177-3AD203B41FA5}">
                      <a16:colId xmlns:a16="http://schemas.microsoft.com/office/drawing/2014/main" val="2206148574"/>
                    </a:ext>
                  </a:extLst>
                </a:gridCol>
                <a:gridCol w="5073835">
                  <a:extLst>
                    <a:ext uri="{9D8B030D-6E8A-4147-A177-3AD203B41FA5}">
                      <a16:colId xmlns:a16="http://schemas.microsoft.com/office/drawing/2014/main" val="200772064"/>
                    </a:ext>
                  </a:extLst>
                </a:gridCol>
              </a:tblGrid>
              <a:tr h="947703">
                <a:tc>
                  <a:txBody>
                    <a:bodyPr/>
                    <a:lstStyle/>
                    <a:p>
                      <a:pPr marL="228600" marR="0" lvl="0" indent="-228600" algn="just" rtl="0" eaLnBrk="1" fontAlgn="auto" latinLnBrk="0" hangingPunct="1">
                        <a:lnSpc>
                          <a:spcPct val="100000"/>
                        </a:lnSpc>
                        <a:spcBef>
                          <a:spcPts val="0"/>
                        </a:spcBef>
                        <a:spcAft>
                          <a:spcPts val="0"/>
                        </a:spcAft>
                        <a:buClrTx/>
                        <a:buSzTx/>
                        <a:buAutoNum type="alphaUcPeriod"/>
                      </a:pPr>
                      <a:r>
                        <a:rPr lang="en-US" sz="900" b="1" kern="1200" dirty="0">
                          <a:solidFill>
                            <a:schemeClr val="tx1"/>
                          </a:solidFill>
                          <a:effectLst/>
                          <a:latin typeface="Verdana"/>
                          <a:ea typeface="Verdana"/>
                          <a:cs typeface="+mn-cs"/>
                        </a:rPr>
                        <a:t>Insufficient Disclosure relating to Countercyclical Capital Buffer (</a:t>
                      </a:r>
                      <a:r>
                        <a:rPr lang="en-US" sz="900" b="1" kern="1200" dirty="0" err="1">
                          <a:solidFill>
                            <a:schemeClr val="tx1"/>
                          </a:solidFill>
                          <a:effectLst/>
                          <a:latin typeface="Verdana"/>
                          <a:ea typeface="Verdana"/>
                          <a:cs typeface="+mn-cs"/>
                        </a:rPr>
                        <a:t>CCyB</a:t>
                      </a:r>
                      <a:r>
                        <a:rPr lang="en-US" sz="900" b="1" kern="1200" dirty="0">
                          <a:solidFill>
                            <a:schemeClr val="tx1"/>
                          </a:solidFill>
                          <a:effectLst/>
                          <a:latin typeface="Verdana"/>
                          <a:ea typeface="Verdana"/>
                          <a:cs typeface="+mn-cs"/>
                        </a:rPr>
                        <a:t>)</a:t>
                      </a:r>
                    </a:p>
                    <a:p>
                      <a:pPr marL="0" marR="0" lvl="0" indent="0" algn="just">
                        <a:lnSpc>
                          <a:spcPct val="100000"/>
                        </a:lnSpc>
                        <a:spcBef>
                          <a:spcPts val="0"/>
                        </a:spcBef>
                        <a:spcAft>
                          <a:spcPts val="0"/>
                        </a:spcAft>
                        <a:buClrTx/>
                        <a:buSzTx/>
                        <a:buNone/>
                      </a:pPr>
                      <a:r>
                        <a:rPr lang="en-US" sz="900" b="0" kern="1200" dirty="0">
                          <a:solidFill>
                            <a:prstClr val="black"/>
                          </a:solidFill>
                          <a:latin typeface="Verdana"/>
                          <a:ea typeface="Verdana"/>
                          <a:cs typeface="+mn-cs"/>
                        </a:rPr>
                        <a:t>[</a:t>
                      </a:r>
                      <a:r>
                        <a:rPr lang="en-US" sz="900" b="0" i="1" kern="1200" noProof="0" dirty="0">
                          <a:solidFill>
                            <a:prstClr val="black"/>
                          </a:solidFill>
                          <a:latin typeface="Verdana"/>
                          <a:ea typeface="Verdana"/>
                          <a:cs typeface="+mn-cs"/>
                        </a:rPr>
                        <a:t>ECD: 15/05/2026</a:t>
                      </a:r>
                      <a:r>
                        <a:rPr lang="en-US" sz="900" b="0" kern="1200" dirty="0">
                          <a:solidFill>
                            <a:prstClr val="black"/>
                          </a:solidFill>
                          <a:latin typeface="Verdana"/>
                          <a:ea typeface="Verdana"/>
                          <a:cs typeface="+mn-cs"/>
                        </a:rPr>
                        <a:t>]</a:t>
                      </a:r>
                      <a:endParaRPr lang="en-US" sz="900" b="1" dirty="0">
                        <a:solidFill>
                          <a:prstClr val="black"/>
                        </a:solidFill>
                        <a:latin typeface="Verdana"/>
                        <a:ea typeface="Verdana"/>
                      </a:endParaRPr>
                    </a:p>
                    <a:p>
                      <a:pPr marL="0" lvl="0" indent="0" algn="just">
                        <a:buNone/>
                      </a:pPr>
                      <a:r>
                        <a:rPr lang="en-US" sz="900" b="0" i="0" u="none" strike="noStrike" kern="1200" noProof="0" dirty="0">
                          <a:solidFill>
                            <a:schemeClr val="tx1"/>
                          </a:solidFill>
                          <a:effectLst/>
                          <a:latin typeface="Verdana"/>
                        </a:rPr>
                        <a:t>Lack of sufficient disclosure to elaborate on the application of a countercyclical capital buffer (</a:t>
                      </a:r>
                      <a:r>
                        <a:rPr lang="en-US" sz="900" b="0" i="0" u="none" strike="noStrike" kern="1200" noProof="0" dirty="0" err="1">
                          <a:solidFill>
                            <a:schemeClr val="tx1"/>
                          </a:solidFill>
                          <a:effectLst/>
                          <a:latin typeface="Verdana"/>
                        </a:rPr>
                        <a:t>CCyb</a:t>
                      </a:r>
                      <a:r>
                        <a:rPr lang="en-US" sz="900" b="0" i="0" u="none" strike="noStrike" kern="1200" noProof="0" dirty="0">
                          <a:solidFill>
                            <a:schemeClr val="tx1"/>
                          </a:solidFill>
                          <a:effectLst/>
                          <a:latin typeface="Verdana"/>
                        </a:rPr>
                        <a:t>) for overseas exposures (new ask from the CBUAE).</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just">
                        <a:buNone/>
                      </a:pPr>
                      <a:r>
                        <a:rPr lang="en-US" sz="900" b="0" i="0" u="none" strike="noStrike" kern="1200" baseline="0" noProof="0" dirty="0">
                          <a:solidFill>
                            <a:srgbClr val="2D2926"/>
                          </a:solidFill>
                          <a:effectLst/>
                          <a:latin typeface="Verdana"/>
                        </a:rPr>
                        <a:t>The </a:t>
                      </a:r>
                      <a:r>
                        <a:rPr lang="en-US" sz="900" b="0" i="0" u="none" strike="noStrike" kern="1200" baseline="0" noProof="0" dirty="0" err="1">
                          <a:solidFill>
                            <a:srgbClr val="2D2926"/>
                          </a:solidFill>
                          <a:effectLst/>
                          <a:latin typeface="Verdana"/>
                        </a:rPr>
                        <a:t>CCyB</a:t>
                      </a:r>
                      <a:r>
                        <a:rPr lang="en-US" sz="900" b="0" i="0" u="none" strike="noStrike" kern="1200" baseline="0" noProof="0" dirty="0">
                          <a:solidFill>
                            <a:srgbClr val="2D2926"/>
                          </a:solidFill>
                          <a:effectLst/>
                          <a:latin typeface="Verdana"/>
                        </a:rPr>
                        <a:t> for overseas exposures is currently assessed as non-material. The update to the disclosure is planned once the exposure becomes material or upon application of the capital buffer to UAE exposures,  to take effect starting January 1, 2026.</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4795610"/>
                  </a:ext>
                </a:extLst>
              </a:tr>
            </a:tbl>
          </a:graphicData>
        </a:graphic>
      </p:graphicFrame>
      <p:sp>
        <p:nvSpPr>
          <p:cNvPr id="40" name="Rectangle: Rounded Corners 39">
            <a:extLst>
              <a:ext uri="{FF2B5EF4-FFF2-40B4-BE49-F238E27FC236}">
                <a16:creationId xmlns:a16="http://schemas.microsoft.com/office/drawing/2014/main" id="{6E62F40E-4A5D-BE00-FF90-19FFCF57602F}"/>
              </a:ext>
            </a:extLst>
          </p:cNvPr>
          <p:cNvSpPr/>
          <p:nvPr/>
        </p:nvSpPr>
        <p:spPr bwMode="auto">
          <a:xfrm>
            <a:off x="290285" y="5061913"/>
            <a:ext cx="1374816" cy="989703"/>
          </a:xfrm>
          <a:prstGeom prst="roundRect">
            <a:avLst/>
          </a:prstGeom>
          <a:solidFill>
            <a:schemeClr val="bg1">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Review of Pillar 3 disclosures , Q3 2025</a:t>
            </a:r>
          </a:p>
        </p:txBody>
      </p:sp>
      <p:sp>
        <p:nvSpPr>
          <p:cNvPr id="41" name="Oval 40">
            <a:extLst>
              <a:ext uri="{FF2B5EF4-FFF2-40B4-BE49-F238E27FC236}">
                <a16:creationId xmlns:a16="http://schemas.microsoft.com/office/drawing/2014/main" id="{612783E9-D6DD-BCB3-A469-24D71310D08E}"/>
              </a:ext>
            </a:extLst>
          </p:cNvPr>
          <p:cNvSpPr/>
          <p:nvPr/>
        </p:nvSpPr>
        <p:spPr bwMode="auto">
          <a:xfrm>
            <a:off x="1322496" y="5129134"/>
            <a:ext cx="269017" cy="237861"/>
          </a:xfrm>
          <a:prstGeom prst="ellipse">
            <a:avLst/>
          </a:prstGeom>
          <a:solidFill>
            <a:srgbClr val="5B9BD5"/>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charset="0"/>
              </a:rPr>
              <a:t>U</a:t>
            </a:r>
            <a:endParaRPr kumimoji="0" lang="en-AE" sz="800" b="1" i="0" u="none" strike="noStrike" kern="1200" cap="none" spc="0" normalizeH="0" baseline="0" noProof="0">
              <a:ln>
                <a:noFill/>
              </a:ln>
              <a:solidFill>
                <a:prstClr val="white"/>
              </a:solidFill>
              <a:effectLst/>
              <a:uLnTx/>
              <a:uFillTx/>
              <a:latin typeface="Verdana" panose="020B0604030504040204" pitchFamily="34" charset="0"/>
              <a:ea typeface="Verdana" panose="020B0604030504040204" pitchFamily="34" charset="0"/>
              <a:cs typeface="Arial" charset="0"/>
            </a:endParaRPr>
          </a:p>
        </p:txBody>
      </p:sp>
      <p:sp>
        <p:nvSpPr>
          <p:cNvPr id="42" name="TextBox 41">
            <a:extLst>
              <a:ext uri="{FF2B5EF4-FFF2-40B4-BE49-F238E27FC236}">
                <a16:creationId xmlns:a16="http://schemas.microsoft.com/office/drawing/2014/main" id="{836747D8-ACBA-C16A-E612-4E8993F6A2EE}"/>
              </a:ext>
            </a:extLst>
          </p:cNvPr>
          <p:cNvSpPr txBox="1"/>
          <p:nvPr/>
        </p:nvSpPr>
        <p:spPr>
          <a:xfrm>
            <a:off x="540631" y="5870944"/>
            <a:ext cx="1016824" cy="215444"/>
          </a:xfrm>
          <a:prstGeom prst="rect">
            <a:avLst/>
          </a:prstGeom>
          <a:noFill/>
        </p:spPr>
        <p:txBody>
          <a:bodyPr wrap="square" rtlCol="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rPr>
              <a:t>Ref: Annexure 7</a:t>
            </a:r>
            <a:r>
              <a:rPr lang="en-US" sz="800" dirty="0">
                <a:solidFill>
                  <a:prstClr val="black"/>
                </a:solidFill>
                <a:latin typeface="Calibri" panose="020F0502020204030204" pitchFamily="34" charset="0"/>
              </a:rPr>
              <a:t>.4</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rPr>
              <a:t> </a:t>
            </a:r>
          </a:p>
        </p:txBody>
      </p:sp>
      <p:sp>
        <p:nvSpPr>
          <p:cNvPr id="43" name="Rectangle 42">
            <a:extLst>
              <a:ext uri="{FF2B5EF4-FFF2-40B4-BE49-F238E27FC236}">
                <a16:creationId xmlns:a16="http://schemas.microsoft.com/office/drawing/2014/main" id="{A4CC509D-77D7-3666-538C-E8A0F55D9F76}"/>
              </a:ext>
            </a:extLst>
          </p:cNvPr>
          <p:cNvSpPr/>
          <p:nvPr/>
        </p:nvSpPr>
        <p:spPr bwMode="auto">
          <a:xfrm>
            <a:off x="11665936" y="3954968"/>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44" name="Rectangle 43">
            <a:extLst>
              <a:ext uri="{FF2B5EF4-FFF2-40B4-BE49-F238E27FC236}">
                <a16:creationId xmlns:a16="http://schemas.microsoft.com/office/drawing/2014/main" id="{B38610F5-A3F0-16BE-691C-8C5BA4B0A379}"/>
              </a:ext>
            </a:extLst>
          </p:cNvPr>
          <p:cNvSpPr/>
          <p:nvPr/>
        </p:nvSpPr>
        <p:spPr bwMode="auto">
          <a:xfrm>
            <a:off x="11665937" y="3041973"/>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cxnSp>
        <p:nvCxnSpPr>
          <p:cNvPr id="14" name="Straight Connector 13">
            <a:extLst>
              <a:ext uri="{FF2B5EF4-FFF2-40B4-BE49-F238E27FC236}">
                <a16:creationId xmlns:a16="http://schemas.microsoft.com/office/drawing/2014/main" id="{F67DCE21-BC78-AFA7-ECA9-827294608F8D}"/>
              </a:ext>
            </a:extLst>
          </p:cNvPr>
          <p:cNvCxnSpPr/>
          <p:nvPr/>
        </p:nvCxnSpPr>
        <p:spPr bwMode="auto">
          <a:xfrm>
            <a:off x="195745" y="2984828"/>
            <a:ext cx="11585448" cy="0"/>
          </a:xfrm>
          <a:prstGeom prst="line">
            <a:avLst/>
          </a:prstGeom>
          <a:solidFill>
            <a:srgbClr val="FFFFFF"/>
          </a:solidFill>
          <a:ln w="19050" cap="flat" cmpd="sng" algn="ctr">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5" name="Table 14">
            <a:extLst>
              <a:ext uri="{FF2B5EF4-FFF2-40B4-BE49-F238E27FC236}">
                <a16:creationId xmlns:a16="http://schemas.microsoft.com/office/drawing/2014/main" id="{DD32F0E1-5813-5F5A-D2F0-A85F48003C41}"/>
              </a:ext>
            </a:extLst>
          </p:cNvPr>
          <p:cNvGraphicFramePr>
            <a:graphicFrameLocks noGrp="1"/>
          </p:cNvGraphicFramePr>
          <p:nvPr>
            <p:extLst>
              <p:ext uri="{D42A27DB-BD31-4B8C-83A1-F6EECF244321}">
                <p14:modId xmlns:p14="http://schemas.microsoft.com/office/powerpoint/2010/main" val="1848390063"/>
              </p:ext>
            </p:extLst>
          </p:nvPr>
        </p:nvGraphicFramePr>
        <p:xfrm>
          <a:off x="1695701" y="1017112"/>
          <a:ext cx="10193056" cy="1839210"/>
        </p:xfrm>
        <a:graphic>
          <a:graphicData uri="http://schemas.openxmlformats.org/drawingml/2006/table">
            <a:tbl>
              <a:tblPr firstRow="1" bandRow="1">
                <a:tableStyleId>{5FD0F851-EC5A-4D38-B0AD-8093EC10F338}</a:tableStyleId>
              </a:tblPr>
              <a:tblGrid>
                <a:gridCol w="5096528">
                  <a:extLst>
                    <a:ext uri="{9D8B030D-6E8A-4147-A177-3AD203B41FA5}">
                      <a16:colId xmlns:a16="http://schemas.microsoft.com/office/drawing/2014/main" val="2206148574"/>
                    </a:ext>
                  </a:extLst>
                </a:gridCol>
                <a:gridCol w="5096528">
                  <a:extLst>
                    <a:ext uri="{9D8B030D-6E8A-4147-A177-3AD203B41FA5}">
                      <a16:colId xmlns:a16="http://schemas.microsoft.com/office/drawing/2014/main" val="286725050"/>
                    </a:ext>
                  </a:extLst>
                </a:gridCol>
              </a:tblGrid>
              <a:tr h="582276">
                <a:tc>
                  <a:txBody>
                    <a:bodyPr/>
                    <a:lstStyle/>
                    <a:p>
                      <a:pPr marL="228600" indent="-228600" algn="just">
                        <a:buFont typeface="+mj-lt"/>
                        <a:buAutoNum type="alphaUcPeriod"/>
                      </a:pPr>
                      <a:r>
                        <a:rPr lang="en-US" sz="900" b="1" kern="100" dirty="0">
                          <a:solidFill>
                            <a:schemeClr val="tx1"/>
                          </a:solidFill>
                          <a:effectLst/>
                          <a:latin typeface="Verdana" panose="020B0604030504040204" pitchFamily="34" charset="0"/>
                          <a:ea typeface="Verdana" panose="020B0604030504040204" pitchFamily="34" charset="0"/>
                          <a:cs typeface="+mn-cs"/>
                        </a:rPr>
                        <a:t>Due diligence on syndication borrowers </a:t>
                      </a:r>
                      <a:r>
                        <a:rPr lang="en-US" sz="900" b="0" kern="1200" dirty="0">
                          <a:solidFill>
                            <a:prstClr val="black"/>
                          </a:solidFill>
                          <a:latin typeface="Verdana" panose="020B0604030504040204" pitchFamily="34" charset="0"/>
                          <a:ea typeface="Verdana" panose="020B0604030504040204" pitchFamily="34" charset="0"/>
                          <a:cs typeface="+mn-cs"/>
                        </a:rPr>
                        <a:t>[</a:t>
                      </a:r>
                      <a:r>
                        <a:rPr lang="en-US" sz="900" b="0" i="1" kern="1200" noProof="0" dirty="0">
                          <a:solidFill>
                            <a:prstClr val="black"/>
                          </a:solidFill>
                          <a:latin typeface="Verdana" panose="020B0604030504040204" pitchFamily="34" charset="0"/>
                          <a:ea typeface="Verdana" panose="020B0604030504040204" pitchFamily="34" charset="0"/>
                          <a:cs typeface="+mn-cs"/>
                        </a:rPr>
                        <a:t>ECD: 28</a:t>
                      </a:r>
                      <a:r>
                        <a:rPr lang="en-US" sz="900" b="0" i="1" kern="1200" dirty="0">
                          <a:solidFill>
                            <a:prstClr val="black"/>
                          </a:solidFill>
                          <a:latin typeface="Verdana" panose="020B0604030504040204" pitchFamily="34" charset="0"/>
                          <a:ea typeface="Verdana" panose="020B0604030504040204" pitchFamily="34" charset="0"/>
                          <a:cs typeface="+mn-cs"/>
                        </a:rPr>
                        <a:t>/02/2026</a:t>
                      </a:r>
                      <a:r>
                        <a:rPr lang="en-US" sz="900" b="0" kern="1200" dirty="0">
                          <a:solidFill>
                            <a:prstClr val="black"/>
                          </a:solidFill>
                          <a:latin typeface="Verdana" panose="020B0604030504040204" pitchFamily="34" charset="0"/>
                          <a:ea typeface="Verdana" panose="020B0604030504040204" pitchFamily="34" charset="0"/>
                          <a:cs typeface="+mn-cs"/>
                        </a:rPr>
                        <a:t>]</a:t>
                      </a:r>
                      <a:endParaRPr lang="en-US" sz="900" b="1" dirty="0">
                        <a:solidFill>
                          <a:prstClr val="black"/>
                        </a:solidFill>
                        <a:latin typeface="Verdana" panose="020B0604030504040204" pitchFamily="34" charset="0"/>
                        <a:ea typeface="Verdana" panose="020B0604030504040204" pitchFamily="34" charset="0"/>
                      </a:endParaRPr>
                    </a:p>
                    <a:p>
                      <a:pPr marL="0" indent="0" algn="just">
                        <a:buFont typeface="Arial" panose="020B0604020202020204" pitchFamily="34" charset="0"/>
                        <a:buNone/>
                      </a:pPr>
                      <a:r>
                        <a:rPr lang="en-US" sz="900" b="0" dirty="0">
                          <a:latin typeface="Verdana" panose="020B0604030504040204" pitchFamily="34" charset="0"/>
                          <a:ea typeface="Verdana" panose="020B0604030504040204" pitchFamily="34" charset="0"/>
                        </a:rPr>
                        <a:t>The current operating procedure for syndicated borrowers does not stipulate the due diligence required for onboarding syndicated corporate borrowers or related parties and assigns a default risk score of 2.05 during CIF creation.</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just">
                        <a:buFont typeface="Arial" panose="020B0604020202020204" pitchFamily="34" charset="0"/>
                        <a:buNone/>
                      </a:pPr>
                      <a:endParaRPr lang="en-US" sz="900" b="0" dirty="0">
                        <a:latin typeface="Verdana" panose="020B0604030504040204" pitchFamily="34" charset="0"/>
                        <a:ea typeface="Verdana" panose="020B0604030504040204" pitchFamily="34" charset="0"/>
                      </a:endParaRPr>
                    </a:p>
                    <a:p>
                      <a:pPr marL="0" indent="0" algn="just">
                        <a:buFont typeface="Arial" panose="020B0604020202020204" pitchFamily="34" charset="0"/>
                        <a:buNone/>
                      </a:pPr>
                      <a:r>
                        <a:rPr lang="en-US" sz="900" b="0" dirty="0">
                          <a:latin typeface="Verdana" panose="020B0604030504040204" pitchFamily="34" charset="0"/>
                          <a:ea typeface="Verdana" panose="020B0604030504040204" pitchFamily="34" charset="0"/>
                        </a:rPr>
                        <a:t>Revision in Operating Procedures is currently in progress, and CDD requirement related to syndicated corporate customers will be implemented, once approved.</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74795610"/>
                  </a:ext>
                </a:extLst>
              </a:tr>
              <a:tr h="551796">
                <a:tc>
                  <a:txBody>
                    <a:bodyPr/>
                    <a:lstStyle/>
                    <a:p>
                      <a:pPr marL="228600" marR="0" lvl="0" indent="-228600" algn="just" defTabSz="914400" rtl="0" eaLnBrk="1" fontAlgn="auto" latinLnBrk="0" hangingPunct="1">
                        <a:lnSpc>
                          <a:spcPct val="100000"/>
                        </a:lnSpc>
                        <a:spcBef>
                          <a:spcPts val="0"/>
                        </a:spcBef>
                        <a:spcAft>
                          <a:spcPts val="0"/>
                        </a:spcAft>
                        <a:buClrTx/>
                        <a:buSzTx/>
                        <a:buFont typeface="+mj-lt"/>
                        <a:buAutoNum type="alphaUcPeriod" startAt="2"/>
                        <a:tabLst/>
                        <a:defRPr/>
                      </a:pPr>
                      <a:r>
                        <a:rPr lang="en-US" sz="900" b="1" kern="100" dirty="0">
                          <a:solidFill>
                            <a:schemeClr val="tx1"/>
                          </a:solidFill>
                          <a:effectLst/>
                          <a:latin typeface="Verdana" panose="020B0604030504040204" pitchFamily="34" charset="0"/>
                          <a:ea typeface="Verdana" panose="020B0604030504040204" pitchFamily="34" charset="0"/>
                          <a:cs typeface="+mn-cs"/>
                        </a:rPr>
                        <a:t>Credit Lens Rating models </a:t>
                      </a:r>
                      <a:r>
                        <a:rPr lang="en-US" sz="900" b="0" kern="1200" dirty="0">
                          <a:solidFill>
                            <a:prstClr val="black"/>
                          </a:solidFill>
                          <a:latin typeface="Verdana" panose="020B0604030504040204" pitchFamily="34" charset="0"/>
                          <a:ea typeface="Verdana" panose="020B0604030504040204" pitchFamily="34" charset="0"/>
                          <a:cs typeface="+mn-cs"/>
                        </a:rPr>
                        <a:t>[</a:t>
                      </a:r>
                      <a:r>
                        <a:rPr lang="en-US" sz="900" b="0" i="1" kern="1200" noProof="0" dirty="0">
                          <a:solidFill>
                            <a:prstClr val="black"/>
                          </a:solidFill>
                          <a:latin typeface="Verdana" panose="020B0604030504040204" pitchFamily="34" charset="0"/>
                          <a:ea typeface="Verdana" panose="020B0604030504040204" pitchFamily="34" charset="0"/>
                          <a:cs typeface="+mn-cs"/>
                        </a:rPr>
                        <a:t>ICD: 30</a:t>
                      </a:r>
                      <a:r>
                        <a:rPr lang="en-US" sz="900" b="0" i="1" kern="1200" dirty="0">
                          <a:solidFill>
                            <a:prstClr val="black"/>
                          </a:solidFill>
                          <a:latin typeface="Verdana" panose="020B0604030504040204" pitchFamily="34" charset="0"/>
                          <a:ea typeface="Verdana" panose="020B0604030504040204" pitchFamily="34" charset="0"/>
                          <a:cs typeface="+mn-cs"/>
                        </a:rPr>
                        <a:t>/06/2026</a:t>
                      </a:r>
                      <a:r>
                        <a:rPr lang="en-US" sz="900" b="0" kern="1200" dirty="0">
                          <a:solidFill>
                            <a:prstClr val="black"/>
                          </a:solidFill>
                          <a:latin typeface="Verdana" panose="020B0604030504040204" pitchFamily="34" charset="0"/>
                          <a:ea typeface="Verdana" panose="020B0604030504040204" pitchFamily="34" charset="0"/>
                          <a:cs typeface="+mn-cs"/>
                        </a:rPr>
                        <a:t>]</a:t>
                      </a:r>
                      <a:endParaRPr lang="en-US" sz="900" b="1" kern="100" dirty="0">
                        <a:solidFill>
                          <a:schemeClr val="tx1"/>
                        </a:solidFill>
                        <a:effectLst/>
                        <a:latin typeface="Verdana" panose="020B0604030504040204" pitchFamily="34" charset="0"/>
                        <a:ea typeface="Verdana" panose="020B0604030504040204" pitchFamily="34" charset="0"/>
                      </a:endParaRPr>
                    </a:p>
                    <a:p>
                      <a:pPr marL="0" indent="0" algn="just">
                        <a:buFont typeface="Arial" panose="020B0604020202020204" pitchFamily="34" charset="0"/>
                        <a:buNone/>
                      </a:pPr>
                      <a:r>
                        <a:rPr lang="en-US" sz="900" b="0" kern="1200" dirty="0">
                          <a:solidFill>
                            <a:schemeClr val="tx1"/>
                          </a:solidFill>
                          <a:latin typeface="Verdana" panose="020B0604030504040204" pitchFamily="34" charset="0"/>
                          <a:ea typeface="Verdana" panose="020B0604030504040204" pitchFamily="34" charset="0"/>
                          <a:cs typeface="+mn-cs"/>
                        </a:rPr>
                        <a:t>Inconsistent application of internal rating models when external ratings are available and reliance on unvalidated models noted.</a:t>
                      </a:r>
                      <a:endParaRPr lang="en-US" sz="900" b="0" kern="1200" dirty="0">
                        <a:solidFill>
                          <a:schemeClr val="tx1"/>
                        </a:solidFill>
                        <a:highlight>
                          <a:srgbClr val="FFFF00"/>
                        </a:highlight>
                        <a:latin typeface="Verdana" panose="020B0604030504040204" pitchFamily="34" charset="0"/>
                        <a:ea typeface="Verdana" panose="020B0604030504040204" pitchFamily="34" charset="0"/>
                        <a:cs typeface="+mn-cs"/>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just">
                        <a:buFont typeface="Arial" panose="020B0604020202020204" pitchFamily="34" charset="0"/>
                        <a:buNone/>
                      </a:pPr>
                      <a:endParaRPr lang="en-US" sz="900" dirty="0">
                        <a:highlight>
                          <a:srgbClr val="FFFF00"/>
                        </a:highlight>
                        <a:latin typeface="Verdana" panose="020B0604030504040204" pitchFamily="34" charset="0"/>
                        <a:ea typeface="Verdana" panose="020B0604030504040204" pitchFamily="34" charset="0"/>
                      </a:endParaRPr>
                    </a:p>
                    <a:p>
                      <a:pPr marL="0" indent="0" algn="just">
                        <a:buFont typeface="Arial" panose="020B0604020202020204" pitchFamily="34" charset="0"/>
                        <a:buNone/>
                      </a:pPr>
                      <a:r>
                        <a:rPr lang="en-US" sz="900" dirty="0">
                          <a:latin typeface="Verdana" panose="020B0604030504040204" pitchFamily="34" charset="0"/>
                          <a:ea typeface="Verdana" panose="020B0604030504040204" pitchFamily="34" charset="0"/>
                        </a:rPr>
                        <a:t>Guidance communication is shared with BU to follow the approach on usage of correct Models. For unvalidated models, the Model Validation team will engage with the model owner to obtain the necessary information for validation. </a:t>
                      </a:r>
                      <a:endParaRPr lang="en-US" sz="900" dirty="0">
                        <a:highlight>
                          <a:srgbClr val="FFFF00"/>
                        </a:highlight>
                        <a:latin typeface="Verdana" panose="020B0604030504040204" pitchFamily="34" charset="0"/>
                        <a:ea typeface="Verdana" panose="020B0604030504040204" pitchFamily="34" charset="0"/>
                      </a:endParaRP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7488491"/>
                  </a:ext>
                </a:extLst>
              </a:tr>
              <a:tr h="559050">
                <a:tc>
                  <a:txBody>
                    <a:bodyPr/>
                    <a:lstStyle/>
                    <a:p>
                      <a:pPr marL="228600" marR="0" lvl="0" indent="-228600" algn="just" defTabSz="685800" rtl="0" eaLnBrk="1" fontAlgn="auto" latinLnBrk="0" hangingPunct="1">
                        <a:lnSpc>
                          <a:spcPct val="100000"/>
                        </a:lnSpc>
                        <a:spcBef>
                          <a:spcPts val="0"/>
                        </a:spcBef>
                        <a:spcAft>
                          <a:spcPts val="0"/>
                        </a:spcAft>
                        <a:buClrTx/>
                        <a:buSzTx/>
                        <a:buFont typeface="+mj-lt"/>
                        <a:buAutoNum type="alphaUcPeriod" startAt="3"/>
                        <a:tabLst/>
                        <a:defRPr/>
                      </a:pPr>
                      <a:r>
                        <a:rPr lang="en-US" sz="900" b="1" kern="1200" dirty="0">
                          <a:solidFill>
                            <a:schemeClr val="tx1"/>
                          </a:solidFill>
                          <a:latin typeface="Verdana" panose="020B0604030504040204" pitchFamily="34" charset="0"/>
                          <a:ea typeface="Verdana" panose="020B0604030504040204" pitchFamily="34" charset="0"/>
                          <a:cs typeface="+mn-cs"/>
                        </a:rPr>
                        <a:t>Contractor Financing </a:t>
                      </a:r>
                      <a:r>
                        <a:rPr lang="en-US" sz="900" b="0" kern="1200" dirty="0">
                          <a:solidFill>
                            <a:prstClr val="black"/>
                          </a:solidFill>
                          <a:latin typeface="Verdana" panose="020B0604030504040204" pitchFamily="34" charset="0"/>
                          <a:ea typeface="Verdana" panose="020B0604030504040204" pitchFamily="34" charset="0"/>
                          <a:cs typeface="+mn-cs"/>
                        </a:rPr>
                        <a:t>[</a:t>
                      </a:r>
                      <a:r>
                        <a:rPr lang="en-US" sz="900" b="0" i="1" kern="1200" noProof="0" dirty="0">
                          <a:solidFill>
                            <a:prstClr val="black"/>
                          </a:solidFill>
                          <a:latin typeface="Verdana" panose="020B0604030504040204" pitchFamily="34" charset="0"/>
                          <a:ea typeface="Verdana" panose="020B0604030504040204" pitchFamily="34" charset="0"/>
                          <a:cs typeface="+mn-cs"/>
                        </a:rPr>
                        <a:t>ICD: 30</a:t>
                      </a:r>
                      <a:r>
                        <a:rPr lang="en-US" sz="900" b="0" i="1" kern="1200" dirty="0">
                          <a:solidFill>
                            <a:prstClr val="black"/>
                          </a:solidFill>
                          <a:latin typeface="Verdana" panose="020B0604030504040204" pitchFamily="34" charset="0"/>
                          <a:ea typeface="Verdana" panose="020B0604030504040204" pitchFamily="34" charset="0"/>
                          <a:cs typeface="+mn-cs"/>
                        </a:rPr>
                        <a:t>/04/2026</a:t>
                      </a:r>
                      <a:r>
                        <a:rPr lang="en-US" sz="900" b="0" kern="1200" dirty="0">
                          <a:solidFill>
                            <a:prstClr val="black"/>
                          </a:solidFill>
                          <a:latin typeface="Verdana" panose="020B0604030504040204" pitchFamily="34" charset="0"/>
                          <a:ea typeface="Verdana" panose="020B0604030504040204" pitchFamily="34" charset="0"/>
                          <a:cs typeface="+mn-cs"/>
                        </a:rPr>
                        <a:t>]</a:t>
                      </a:r>
                      <a:endParaRPr lang="en-US" sz="900" b="1" kern="100" dirty="0">
                        <a:solidFill>
                          <a:schemeClr val="tx1"/>
                        </a:solidFill>
                        <a:effectLst/>
                        <a:latin typeface="Verdana" panose="020B0604030504040204" pitchFamily="34" charset="0"/>
                        <a:ea typeface="Verdana" panose="020B0604030504040204" pitchFamily="34" charset="0"/>
                      </a:endParaRPr>
                    </a:p>
                    <a:p>
                      <a:pPr marL="0" indent="0" algn="just">
                        <a:buFont typeface="+mj-lt"/>
                        <a:buNone/>
                      </a:pPr>
                      <a:r>
                        <a:rPr lang="en-US" sz="900" b="0" kern="1200" dirty="0">
                          <a:solidFill>
                            <a:schemeClr val="tx1"/>
                          </a:solidFill>
                          <a:latin typeface="Verdana" panose="020B0604030504040204" pitchFamily="34" charset="0"/>
                          <a:ea typeface="Verdana" panose="020B0604030504040204" pitchFamily="34" charset="0"/>
                          <a:cs typeface="+mn-cs"/>
                        </a:rPr>
                        <a:t>Absence of a Structured Underwriting and Monitoring Framework for Contractor/ Project financing facilities.</a:t>
                      </a:r>
                    </a:p>
                  </a:txBody>
                  <a:tcPr anchor="ctr">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buNone/>
                      </a:pPr>
                      <a:endParaRPr lang="en-AE" sz="1100" dirty="0">
                        <a:effectLst/>
                        <a:latin typeface="Aptos" panose="020B0004020202020204" pitchFamily="34" charset="0"/>
                        <a:ea typeface="Aptos" panose="020B0004020202020204" pitchFamily="34" charset="0"/>
                        <a:cs typeface="Aptos" panose="020B0004020202020204" pitchFamily="34" charset="0"/>
                      </a:endParaRPr>
                    </a:p>
                    <a:p>
                      <a:pPr>
                        <a:buNone/>
                      </a:pPr>
                      <a:r>
                        <a:rPr lang="en-AE" sz="1100" dirty="0">
                          <a:effectLst/>
                          <a:latin typeface="Aptos" panose="020B0004020202020204" pitchFamily="34" charset="0"/>
                          <a:ea typeface="Aptos" panose="020B0004020202020204" pitchFamily="34" charset="0"/>
                          <a:cs typeface="Aptos" panose="020B0004020202020204" pitchFamily="34" charset="0"/>
                        </a:rPr>
                        <a:t>Business Unit is  currently working on the contracting strategy.</a:t>
                      </a:r>
                      <a:endParaRPr lang="en-AE" sz="1200" dirty="0">
                        <a:effectLst/>
                        <a:latin typeface="Aptos" panose="020B0004020202020204" pitchFamily="34" charset="0"/>
                        <a:ea typeface="Aptos" panose="020B0004020202020204" pitchFamily="34" charset="0"/>
                        <a:cs typeface="Aptos" panose="020B0004020202020204" pitchFamily="34" charset="0"/>
                      </a:endParaRPr>
                    </a:p>
                  </a:txBody>
                  <a:tcPr marL="68580" marR="68580" marT="0" marB="0">
                    <a:lnL w="6350" cap="flat" cmpd="sng" algn="ctr">
                      <a:solidFill>
                        <a:schemeClr val="accent5"/>
                      </a:solidFill>
                      <a:prstDash val="sysDash"/>
                      <a:round/>
                      <a:headEnd type="none" w="med" len="med"/>
                      <a:tailEnd type="none" w="med" len="med"/>
                    </a:lnL>
                    <a:lnR w="6350" cap="flat" cmpd="sng" algn="ctr">
                      <a:solidFill>
                        <a:schemeClr val="accent5"/>
                      </a:solidFill>
                      <a:prstDash val="sysDash"/>
                      <a:round/>
                      <a:headEnd type="none" w="med" len="med"/>
                      <a:tailEnd type="none" w="med" len="med"/>
                    </a:lnR>
                    <a:lnT w="6350" cap="flat" cmpd="sng" algn="ctr">
                      <a:solidFill>
                        <a:schemeClr val="accent5"/>
                      </a:solidFill>
                      <a:prstDash val="sysDash"/>
                      <a:round/>
                      <a:headEnd type="none" w="med" len="med"/>
                      <a:tailEnd type="none" w="med" len="med"/>
                    </a:lnT>
                    <a:lnB w="6350" cap="flat" cmpd="sng" algn="ctr">
                      <a:solidFill>
                        <a:schemeClr val="accent5"/>
                      </a:solidFill>
                      <a:prstDash val="sys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5120002"/>
                  </a:ext>
                </a:extLst>
              </a:tr>
            </a:tbl>
          </a:graphicData>
        </a:graphic>
      </p:graphicFrame>
      <p:sp>
        <p:nvSpPr>
          <p:cNvPr id="16" name="Rectangle: Rounded Corners 15">
            <a:extLst>
              <a:ext uri="{FF2B5EF4-FFF2-40B4-BE49-F238E27FC236}">
                <a16:creationId xmlns:a16="http://schemas.microsoft.com/office/drawing/2014/main" id="{96387920-8B69-DF6C-9BFB-6A0CB88557B1}"/>
              </a:ext>
            </a:extLst>
          </p:cNvPr>
          <p:cNvSpPr/>
          <p:nvPr/>
        </p:nvSpPr>
        <p:spPr bwMode="auto">
          <a:xfrm>
            <a:off x="304800" y="1017111"/>
            <a:ext cx="1353813" cy="1863174"/>
          </a:xfrm>
          <a:prstGeom prst="roundRect">
            <a:avLst/>
          </a:prstGeom>
          <a:solidFill>
            <a:schemeClr val="bg1">
              <a:alpha val="50000"/>
            </a:schemeClr>
          </a:solidFill>
          <a:ln>
            <a:solidFill>
              <a:schemeClr val="tx1"/>
            </a:solidFill>
          </a:ln>
        </p:spPr>
        <p:style>
          <a:lnRef idx="0">
            <a:scrgbClr r="0" g="0" b="0"/>
          </a:lnRef>
          <a:fillRef idx="0">
            <a:scrgbClr r="0" g="0" b="0"/>
          </a:fillRef>
          <a:effectRef idx="0">
            <a:scrgbClr r="0" g="0" b="0"/>
          </a:effectRef>
          <a:fontRef idx="minor">
            <a:schemeClr val="lt1"/>
          </a:fontRef>
        </p:style>
        <p:txBody>
          <a:bodyPr vert="horz" wrap="square" lIns="91440" tIns="45720" rIns="91440" bIns="45720" numCol="1" rtlCol="0" anchor="ctr" anchorCtr="0" compatLnSpc="1">
            <a:prstTxWarp prst="textNoShape">
              <a:avLst/>
            </a:prstTxWarp>
          </a:bodyPr>
          <a:lstStyle/>
          <a:p>
            <a:pPr fontAlgn="auto">
              <a:spcBef>
                <a:spcPts val="0"/>
              </a:spcBef>
              <a:spcAft>
                <a:spcPts val="0"/>
              </a:spcAft>
              <a:defRPr/>
            </a:pPr>
            <a:r>
              <a:rPr lang="en-US" sz="800" b="1" dirty="0">
                <a:solidFill>
                  <a:prstClr val="black"/>
                </a:solidFill>
                <a:latin typeface="Verdana" panose="020B0604030504040204" pitchFamily="34" charset="0"/>
                <a:ea typeface="Verdana" panose="020B0604030504040204" pitchFamily="34" charset="0"/>
              </a:rPr>
              <a:t>Corporate Banking (WBG)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17" name="TextBox 16">
            <a:extLst>
              <a:ext uri="{FF2B5EF4-FFF2-40B4-BE49-F238E27FC236}">
                <a16:creationId xmlns:a16="http://schemas.microsoft.com/office/drawing/2014/main" id="{9D2AEA2E-80A5-ADF1-BE50-7AC908B6D242}"/>
              </a:ext>
            </a:extLst>
          </p:cNvPr>
          <p:cNvSpPr txBox="1"/>
          <p:nvPr/>
        </p:nvSpPr>
        <p:spPr>
          <a:xfrm>
            <a:off x="540631" y="2706551"/>
            <a:ext cx="1071584" cy="215444"/>
          </a:xfrm>
          <a:prstGeom prst="rect">
            <a:avLst/>
          </a:prstGeom>
          <a:noFill/>
        </p:spPr>
        <p:txBody>
          <a:bodyPr wrap="square" rtlCol="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rPr>
              <a:t>Ref: Annexure 7</a:t>
            </a:r>
            <a:r>
              <a:rPr lang="en-US" sz="800" dirty="0">
                <a:solidFill>
                  <a:prstClr val="black"/>
                </a:solidFill>
                <a:latin typeface="Calibri" panose="020F0502020204030204" pitchFamily="34" charset="0"/>
              </a:rPr>
              <a:t>.13</a:t>
            </a:r>
            <a:r>
              <a:rPr kumimoji="0" lang="en-US" sz="800" b="0" i="0" u="none" strike="noStrike" kern="1200" cap="none" spc="0" normalizeH="0" baseline="0" noProof="0" dirty="0">
                <a:ln>
                  <a:noFill/>
                </a:ln>
                <a:solidFill>
                  <a:prstClr val="black"/>
                </a:solidFill>
                <a:effectLst/>
                <a:uLnTx/>
                <a:uFillTx/>
                <a:latin typeface="Calibri" panose="020F0502020204030204" pitchFamily="34" charset="0"/>
                <a:ea typeface="+mn-ea"/>
                <a:cs typeface="Arial" charset="0"/>
              </a:rPr>
              <a:t> </a:t>
            </a:r>
          </a:p>
        </p:txBody>
      </p:sp>
      <p:sp>
        <p:nvSpPr>
          <p:cNvPr id="19" name="Oval 18">
            <a:extLst>
              <a:ext uri="{FF2B5EF4-FFF2-40B4-BE49-F238E27FC236}">
                <a16:creationId xmlns:a16="http://schemas.microsoft.com/office/drawing/2014/main" id="{B586D7F9-3577-8BF6-215E-077C0815A0A9}"/>
              </a:ext>
            </a:extLst>
          </p:cNvPr>
          <p:cNvSpPr/>
          <p:nvPr/>
        </p:nvSpPr>
        <p:spPr bwMode="auto">
          <a:xfrm>
            <a:off x="1297316" y="1126515"/>
            <a:ext cx="269017" cy="252000"/>
          </a:xfrm>
          <a:prstGeom prst="ellipse">
            <a:avLst/>
          </a:prstGeom>
          <a:solidFill>
            <a:srgbClr val="FFFF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NI</a:t>
            </a:r>
            <a:endParaRPr kumimoji="0" lang="en-AE"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20" name="Rectangle 19">
            <a:extLst>
              <a:ext uri="{FF2B5EF4-FFF2-40B4-BE49-F238E27FC236}">
                <a16:creationId xmlns:a16="http://schemas.microsoft.com/office/drawing/2014/main" id="{E5E7CF16-7798-C173-3510-6F1A29ED1BB8}"/>
              </a:ext>
            </a:extLst>
          </p:cNvPr>
          <p:cNvSpPr/>
          <p:nvPr/>
        </p:nvSpPr>
        <p:spPr bwMode="auto">
          <a:xfrm>
            <a:off x="11688944" y="1013239"/>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21" name="Rectangle 20">
            <a:extLst>
              <a:ext uri="{FF2B5EF4-FFF2-40B4-BE49-F238E27FC236}">
                <a16:creationId xmlns:a16="http://schemas.microsoft.com/office/drawing/2014/main" id="{3C71A833-17AF-02F5-E180-489E685462CA}"/>
              </a:ext>
            </a:extLst>
          </p:cNvPr>
          <p:cNvSpPr/>
          <p:nvPr/>
        </p:nvSpPr>
        <p:spPr bwMode="auto">
          <a:xfrm>
            <a:off x="11688943" y="1658878"/>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
        <p:nvSpPr>
          <p:cNvPr id="22" name="Rectangle 21">
            <a:extLst>
              <a:ext uri="{FF2B5EF4-FFF2-40B4-BE49-F238E27FC236}">
                <a16:creationId xmlns:a16="http://schemas.microsoft.com/office/drawing/2014/main" id="{A6D94960-B59A-1DD6-F180-003EA1D9097F}"/>
              </a:ext>
            </a:extLst>
          </p:cNvPr>
          <p:cNvSpPr/>
          <p:nvPr/>
        </p:nvSpPr>
        <p:spPr bwMode="auto">
          <a:xfrm>
            <a:off x="11688942" y="2299902"/>
            <a:ext cx="197205" cy="132200"/>
          </a:xfrm>
          <a:prstGeom prst="rect">
            <a:avLst/>
          </a:prstGeom>
          <a:solidFill>
            <a:srgbClr val="FFC000"/>
          </a:solidFill>
          <a:ln w="952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rPr>
              <a:t>M</a:t>
            </a:r>
            <a:endParaRPr kumimoji="0" lang="en-AE" sz="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Arial" charset="0"/>
            </a:endParaRPr>
          </a:p>
        </p:txBody>
      </p:sp>
    </p:spTree>
    <p:extLst>
      <p:ext uri="{BB962C8B-B14F-4D97-AF65-F5344CB8AC3E}">
        <p14:creationId xmlns:p14="http://schemas.microsoft.com/office/powerpoint/2010/main" val="4098097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0049D-5A84-5427-2DB3-395A9277AE28}"/>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B985D751-15DE-219A-6665-41BB7EE01FB2}"/>
              </a:ext>
            </a:extLst>
          </p:cNvPr>
          <p:cNvSpPr/>
          <p:nvPr/>
        </p:nvSpPr>
        <p:spPr bwMode="auto">
          <a:xfrm>
            <a:off x="441433" y="664592"/>
            <a:ext cx="11296478" cy="5899329"/>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 name="Title" hidden="1">
            <a:extLst>
              <a:ext uri="{FF2B5EF4-FFF2-40B4-BE49-F238E27FC236}">
                <a16:creationId xmlns:a16="http://schemas.microsoft.com/office/drawing/2014/main" id="{3E5FBBBA-CDD8-BD7F-EC4F-528C94C9010A}"/>
              </a:ext>
            </a:extLst>
          </p:cNvPr>
          <p:cNvSpPr>
            <a:spLocks noGrp="1"/>
          </p:cNvSpPr>
          <p:nvPr>
            <p:ph type="title"/>
          </p:nvPr>
        </p:nvSpPr>
        <p:spPr/>
        <p:txBody>
          <a:bodyPr/>
          <a:lstStyle/>
          <a:p>
            <a:r>
              <a:t>📃Daily Report</a:t>
            </a:r>
          </a:p>
        </p:txBody>
      </p:sp>
      <p:sp>
        <p:nvSpPr>
          <p:cNvPr id="6" name="Title 1">
            <a:extLst>
              <a:ext uri="{FF2B5EF4-FFF2-40B4-BE49-F238E27FC236}">
                <a16:creationId xmlns:a16="http://schemas.microsoft.com/office/drawing/2014/main" id="{AFE9A72F-43FC-687D-D9D6-58B0EBABD3DE}"/>
              </a:ext>
            </a:extLst>
          </p:cNvPr>
          <p:cNvSpPr txBox="1">
            <a:spLocks/>
          </p:cNvSpPr>
          <p:nvPr/>
        </p:nvSpPr>
        <p:spPr>
          <a:xfrm>
            <a:off x="62144" y="13224"/>
            <a:ext cx="12192000" cy="631031"/>
          </a:xfrm>
        </p:spPr>
        <p:txBody>
          <a:bodyPr lIns="91440" tIns="45720" rIns="91440" bIns="45720" anchor="ctr"/>
          <a:lstStyle>
            <a:lvl1pPr algn="l" rtl="0" eaLnBrk="1" fontAlgn="base" hangingPunct="1">
              <a:spcBef>
                <a:spcPct val="0"/>
              </a:spcBef>
              <a:spcAft>
                <a:spcPct val="0"/>
              </a:spcAft>
              <a:defRPr sz="3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Verdana"/>
                <a:ea typeface="Verdana"/>
                <a:cs typeface="Verdana" panose="020B0604030504040204" pitchFamily="34" charset="0"/>
              </a:rPr>
              <a:t> Risk Trends 				           		               </a:t>
            </a:r>
            <a:endParaRPr kumimoji="0" lang="en-GB" sz="2000" b="0" i="0" u="none" strike="noStrike" kern="0" cap="none" spc="0" normalizeH="0" baseline="0" noProof="0" dirty="0">
              <a:ln>
                <a:noFill/>
              </a:ln>
              <a:solidFill>
                <a:prstClr val="white"/>
              </a:solidFill>
              <a:effectLst/>
              <a:uLnTx/>
              <a:uFillTx/>
              <a:latin typeface="Verdana"/>
              <a:ea typeface="Verdana"/>
              <a:cs typeface="Verdana" panose="020B0604030504040204" pitchFamily="34" charset="0"/>
            </a:endParaRPr>
          </a:p>
        </p:txBody>
      </p:sp>
      <p:sp>
        <p:nvSpPr>
          <p:cNvPr id="2" name="Rectangle 1">
            <a:extLst>
              <a:ext uri="{FF2B5EF4-FFF2-40B4-BE49-F238E27FC236}">
                <a16:creationId xmlns:a16="http://schemas.microsoft.com/office/drawing/2014/main" id="{62D2B483-6999-5F06-01EB-5EEE0F929CE5}"/>
              </a:ext>
            </a:extLst>
          </p:cNvPr>
          <p:cNvSpPr/>
          <p:nvPr/>
        </p:nvSpPr>
        <p:spPr bwMode="auto">
          <a:xfrm>
            <a:off x="62144" y="6664348"/>
            <a:ext cx="1538056" cy="16395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5" name="Slide Number Placeholder 3">
            <a:extLst>
              <a:ext uri="{FF2B5EF4-FFF2-40B4-BE49-F238E27FC236}">
                <a16:creationId xmlns:a16="http://schemas.microsoft.com/office/drawing/2014/main" id="{5BB99FE5-C7DF-AC91-5428-04D1857D1860}"/>
              </a:ext>
            </a:extLst>
          </p:cNvPr>
          <p:cNvSpPr txBox="1">
            <a:spLocks/>
          </p:cNvSpPr>
          <p:nvPr/>
        </p:nvSpPr>
        <p:spPr>
          <a:xfrm>
            <a:off x="11506200" y="6624251"/>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GB" sz="1200" b="1" i="0" u="none" strike="noStrike" kern="1200" cap="none" spc="0" normalizeH="0" baseline="0" noProof="0" smtClean="0">
                <a:ln>
                  <a:noFill/>
                </a:ln>
                <a:solidFill>
                  <a:srgbClr val="2D2926"/>
                </a:solidFill>
                <a:effectLst/>
                <a:uLnTx/>
                <a:uFillTx/>
                <a:latin typeface="Calibri"/>
                <a:ea typeface="+mn-ea"/>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9</a:t>
            </a:fld>
            <a:endParaRPr kumimoji="0" lang="en-GB" sz="1200" b="1" i="0" u="none" strike="noStrike" kern="1200" cap="none" spc="0" normalizeH="0" baseline="0" noProof="0">
              <a:ln>
                <a:noFill/>
              </a:ln>
              <a:solidFill>
                <a:srgbClr val="2D2926"/>
              </a:solidFill>
              <a:effectLst/>
              <a:uLnTx/>
              <a:uFillTx/>
              <a:latin typeface="Calibri"/>
              <a:ea typeface="+mn-ea"/>
              <a:cs typeface="Arial" charset="0"/>
            </a:endParaRPr>
          </a:p>
        </p:txBody>
      </p:sp>
      <p:sp>
        <p:nvSpPr>
          <p:cNvPr id="12" name="Action Button: Return 11">
            <a:hlinkClick r:id="rId3" action="ppaction://hlinksldjump" highlightClick="1"/>
            <a:extLst>
              <a:ext uri="{FF2B5EF4-FFF2-40B4-BE49-F238E27FC236}">
                <a16:creationId xmlns:a16="http://schemas.microsoft.com/office/drawing/2014/main" id="{75E793C3-2F6E-A889-9E9D-5AA77B2643DB}"/>
              </a:ext>
            </a:extLst>
          </p:cNvPr>
          <p:cNvSpPr/>
          <p:nvPr/>
        </p:nvSpPr>
        <p:spPr bwMode="auto">
          <a:xfrm>
            <a:off x="11641907" y="6664925"/>
            <a:ext cx="211853" cy="152400"/>
          </a:xfrm>
          <a:prstGeom prst="actionButtonReturn">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3" name="Text 1">
            <a:extLst>
              <a:ext uri="{FF2B5EF4-FFF2-40B4-BE49-F238E27FC236}">
                <a16:creationId xmlns:a16="http://schemas.microsoft.com/office/drawing/2014/main" id="{430CA98B-28B6-B427-BEC8-1635C4805BEF}"/>
              </a:ext>
            </a:extLst>
          </p:cNvPr>
          <p:cNvSpPr/>
          <p:nvPr/>
        </p:nvSpPr>
        <p:spPr>
          <a:xfrm>
            <a:off x="436920" y="667696"/>
            <a:ext cx="11296478" cy="272474"/>
          </a:xfrm>
          <a:prstGeom prst="rect">
            <a:avLst/>
          </a:prstGeom>
          <a:solidFill>
            <a:schemeClr val="accent5">
              <a:lumMod val="90000"/>
              <a:lumOff val="10000"/>
            </a:schemeClr>
          </a:solidFill>
          <a:ln/>
        </p:spPr>
        <p:txBody>
          <a:bodyPr wrap="square" lIns="0" tIns="0" rIns="0" bIns="0" rtlCol="0" anchor="t"/>
          <a:lstStyle/>
          <a:p>
            <a:pPr algn="ctr">
              <a:lnSpc>
                <a:spcPts val="1833"/>
              </a:lnSpc>
            </a:pPr>
            <a:r>
              <a:rPr lang="en-US" sz="1150" dirty="0">
                <a:solidFill>
                  <a:schemeClr val="bg1"/>
                </a:solidFill>
                <a:latin typeface="Verdana"/>
                <a:ea typeface="Verdana"/>
                <a:cs typeface="Roboto Light"/>
              </a:rPr>
              <a:t>Periodic Review of Open Action Plans, with Trend Analysis of Closures</a:t>
            </a:r>
            <a:endParaRPr lang="en-US" sz="1167" dirty="0">
              <a:solidFill>
                <a:schemeClr val="bg1"/>
              </a:solidFill>
              <a:latin typeface="Verdana" panose="020B0604030504040204" pitchFamily="34" charset="0"/>
              <a:ea typeface="Verdana" panose="020B0604030504040204" pitchFamily="34" charset="0"/>
              <a:cs typeface="Roboto Light" pitchFamily="34" charset="-120"/>
            </a:endParaRPr>
          </a:p>
          <a:p>
            <a:pPr algn="ctr">
              <a:lnSpc>
                <a:spcPct val="150000"/>
              </a:lnSpc>
            </a:pPr>
            <a:endParaRPr lang="en-US" dirty="0">
              <a:solidFill>
                <a:schemeClr val="bg1"/>
              </a:solidFill>
            </a:endParaRPr>
          </a:p>
          <a:p>
            <a:pPr algn="ctr">
              <a:lnSpc>
                <a:spcPts val="1833"/>
              </a:lnSpc>
            </a:pPr>
            <a:endParaRPr lang="en-US" sz="1167" dirty="0">
              <a:solidFill>
                <a:schemeClr val="bg1"/>
              </a:solidFill>
              <a:latin typeface="Verdana" panose="020B0604030504040204" pitchFamily="34" charset="0"/>
              <a:ea typeface="Verdana" panose="020B0604030504040204" pitchFamily="34" charset="0"/>
              <a:cs typeface="Roboto Light" pitchFamily="34" charset="-120"/>
            </a:endParaRPr>
          </a:p>
          <a:p>
            <a:pPr algn="ctr">
              <a:lnSpc>
                <a:spcPts val="1833"/>
              </a:lnSpc>
            </a:pPr>
            <a:endParaRPr lang="en-US" sz="1167" dirty="0">
              <a:solidFill>
                <a:schemeClr val="bg1"/>
              </a:solidFill>
              <a:latin typeface="Verdana" panose="020B0604030504040204" pitchFamily="34" charset="0"/>
              <a:ea typeface="Verdana" panose="020B0604030504040204" pitchFamily="34" charset="0"/>
            </a:endParaRPr>
          </a:p>
        </p:txBody>
      </p:sp>
      <p:pic>
        <p:nvPicPr>
          <p:cNvPr id="9" name="Picture 8">
            <a:extLst>
              <a:ext uri="{FF2B5EF4-FFF2-40B4-BE49-F238E27FC236}">
                <a16:creationId xmlns:a16="http://schemas.microsoft.com/office/drawing/2014/main" id="{E24C71A8-7014-CE7D-96B6-4EA1ED0F1EA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845297" y="1144526"/>
            <a:ext cx="8963632" cy="3342633"/>
          </a:xfrm>
          <a:prstGeom prst="rect">
            <a:avLst/>
          </a:prstGeom>
        </p:spPr>
      </p:pic>
      <p:sp>
        <p:nvSpPr>
          <p:cNvPr id="13" name="TextBox 12">
            <a:extLst>
              <a:ext uri="{FF2B5EF4-FFF2-40B4-BE49-F238E27FC236}">
                <a16:creationId xmlns:a16="http://schemas.microsoft.com/office/drawing/2014/main" id="{7312FAFF-98E2-2497-5A35-4ECDC078E820}"/>
              </a:ext>
            </a:extLst>
          </p:cNvPr>
          <p:cNvSpPr txBox="1"/>
          <p:nvPr/>
        </p:nvSpPr>
        <p:spPr>
          <a:xfrm>
            <a:off x="1845297" y="4458361"/>
            <a:ext cx="5262877" cy="246221"/>
          </a:xfrm>
          <a:prstGeom prst="rect">
            <a:avLst/>
          </a:prstGeom>
          <a:noFill/>
        </p:spPr>
        <p:txBody>
          <a:bodyPr wrap="square" rtlCol="0" anchor="t">
            <a:spAutoFit/>
          </a:bodyPr>
          <a:lstStyle/>
          <a:p>
            <a:r>
              <a:rPr lang="en-US" sz="1000" b="1" dirty="0">
                <a:latin typeface="Verdana" panose="020B0604030504040204" pitchFamily="34" charset="0"/>
                <a:ea typeface="Verdana" panose="020B0604030504040204" pitchFamily="34" charset="0"/>
              </a:rPr>
              <a:t>* Data Analysis Time Period : 3</a:t>
            </a:r>
            <a:r>
              <a:rPr lang="en-US" sz="1000" b="1" baseline="30000" dirty="0">
                <a:latin typeface="Verdana" panose="020B0604030504040204" pitchFamily="34" charset="0"/>
                <a:ea typeface="Verdana" panose="020B0604030504040204" pitchFamily="34" charset="0"/>
              </a:rPr>
              <a:t>rd</a:t>
            </a:r>
            <a:r>
              <a:rPr lang="en-US" sz="1000" b="1" dirty="0">
                <a:latin typeface="Verdana" panose="020B0604030504040204" pitchFamily="34" charset="0"/>
                <a:ea typeface="Verdana" panose="020B0604030504040204" pitchFamily="34" charset="0"/>
              </a:rPr>
              <a:t> June 2022 to 25</a:t>
            </a:r>
            <a:r>
              <a:rPr lang="en-US" sz="1000" b="1" baseline="30000" dirty="0">
                <a:latin typeface="Verdana" panose="020B0604030504040204" pitchFamily="34" charset="0"/>
                <a:ea typeface="Verdana" panose="020B0604030504040204" pitchFamily="34" charset="0"/>
              </a:rPr>
              <a:t>th</a:t>
            </a:r>
            <a:r>
              <a:rPr lang="en-US" sz="1000" b="1" dirty="0">
                <a:latin typeface="Verdana" panose="020B0604030504040204" pitchFamily="34" charset="0"/>
                <a:ea typeface="Verdana" panose="020B0604030504040204" pitchFamily="34" charset="0"/>
              </a:rPr>
              <a:t> November 2025</a:t>
            </a:r>
          </a:p>
        </p:txBody>
      </p:sp>
      <p:sp>
        <p:nvSpPr>
          <p:cNvPr id="14" name="Rectangle: Rounded Corners 13">
            <a:extLst>
              <a:ext uri="{FF2B5EF4-FFF2-40B4-BE49-F238E27FC236}">
                <a16:creationId xmlns:a16="http://schemas.microsoft.com/office/drawing/2014/main" id="{3A0BC415-C865-903E-44A8-D32A6DA6C82F}"/>
              </a:ext>
            </a:extLst>
          </p:cNvPr>
          <p:cNvSpPr/>
          <p:nvPr/>
        </p:nvSpPr>
        <p:spPr bwMode="auto">
          <a:xfrm>
            <a:off x="616345" y="4918335"/>
            <a:ext cx="11027604" cy="1456961"/>
          </a:xfrm>
          <a:prstGeom prst="roundRect">
            <a:avLst/>
          </a:prstGeom>
          <a:solidFill>
            <a:schemeClr val="bg1">
              <a:lumMod val="95000"/>
            </a:schemeClr>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900" b="0" i="0" u="none" strike="noStrike" cap="none" normalizeH="0" baseline="0">
              <a:ln>
                <a:noFill/>
              </a:ln>
              <a:solidFill>
                <a:schemeClr val="tx1"/>
              </a:solidFill>
              <a:effectLst/>
              <a:latin typeface="Arial" charset="0"/>
            </a:endParaRPr>
          </a:p>
        </p:txBody>
      </p:sp>
      <p:sp>
        <p:nvSpPr>
          <p:cNvPr id="15" name="TextBox 14">
            <a:extLst>
              <a:ext uri="{FF2B5EF4-FFF2-40B4-BE49-F238E27FC236}">
                <a16:creationId xmlns:a16="http://schemas.microsoft.com/office/drawing/2014/main" id="{7BC53551-56EB-C46E-15B4-88573E61E6ED}"/>
              </a:ext>
            </a:extLst>
          </p:cNvPr>
          <p:cNvSpPr txBox="1"/>
          <p:nvPr/>
        </p:nvSpPr>
        <p:spPr>
          <a:xfrm>
            <a:off x="620859" y="4918336"/>
            <a:ext cx="11112538" cy="1292341"/>
          </a:xfrm>
          <a:prstGeom prst="rect">
            <a:avLst/>
          </a:prstGeom>
          <a:noFill/>
        </p:spPr>
        <p:txBody>
          <a:bodyPr wrap="square" rtlCol="0" anchor="t">
            <a:spAutoFit/>
          </a:bodyPr>
          <a:lstStyle/>
          <a:p>
            <a:pPr algn="ctr"/>
            <a:r>
              <a:rPr lang="en-US" sz="1000" b="1" i="1" u="sng" dirty="0">
                <a:latin typeface="Verdana" panose="020B0604030504040204" pitchFamily="34" charset="0"/>
                <a:ea typeface="Verdana" panose="020B0604030504040204" pitchFamily="34" charset="0"/>
              </a:rPr>
              <a:t>Patterns Identified</a:t>
            </a:r>
          </a:p>
          <a:p>
            <a:pPr marL="228600" indent="-228600">
              <a:buFont typeface="+mj-lt"/>
              <a:buAutoNum type="alphaUcPeriod"/>
            </a:pPr>
            <a:endParaRPr lang="en-US" sz="1000" dirty="0">
              <a:latin typeface="Verdana" panose="020B0604030504040204" pitchFamily="34" charset="0"/>
              <a:ea typeface="Verdana" panose="020B0604030504040204" pitchFamily="34" charset="0"/>
            </a:endParaRPr>
          </a:p>
          <a:p>
            <a:pPr marL="228600" indent="-228600">
              <a:lnSpc>
                <a:spcPct val="150000"/>
              </a:lnSpc>
              <a:buFont typeface="Arial" panose="020B0604020202020204" pitchFamily="34" charset="0"/>
              <a:buChar char="•"/>
            </a:pPr>
            <a:r>
              <a:rPr lang="en-US" sz="1000" dirty="0">
                <a:latin typeface="Verdana" panose="020B0604030504040204" pitchFamily="34" charset="0"/>
                <a:ea typeface="Verdana" panose="020B0604030504040204" pitchFamily="34" charset="0"/>
              </a:rPr>
              <a:t>Overall open action plans declined by </a:t>
            </a:r>
            <a:r>
              <a:rPr lang="en-US" sz="1000" b="1" dirty="0">
                <a:latin typeface="Verdana" panose="020B0604030504040204" pitchFamily="34" charset="0"/>
                <a:ea typeface="Verdana" panose="020B0604030504040204" pitchFamily="34" charset="0"/>
              </a:rPr>
              <a:t>14%.</a:t>
            </a:r>
          </a:p>
          <a:p>
            <a:pPr marL="228600" indent="-228600">
              <a:lnSpc>
                <a:spcPct val="150000"/>
              </a:lnSpc>
              <a:buFont typeface="Arial" panose="020B0604020202020204" pitchFamily="34" charset="0"/>
              <a:buChar char="•"/>
            </a:pPr>
            <a:r>
              <a:rPr lang="en-US" sz="1000" dirty="0">
                <a:latin typeface="Verdana" panose="020B0604030504040204" pitchFamily="34" charset="0"/>
                <a:ea typeface="Verdana" panose="020B0604030504040204" pitchFamily="34" charset="0"/>
              </a:rPr>
              <a:t>The most significant drop occurred in action plans related to </a:t>
            </a:r>
            <a:r>
              <a:rPr lang="en-US" sz="1000" b="1" dirty="0">
                <a:latin typeface="Verdana" panose="020B0604030504040204" pitchFamily="34" charset="0"/>
                <a:ea typeface="Verdana" panose="020B0604030504040204" pitchFamily="34" charset="0"/>
              </a:rPr>
              <a:t>Operational risks</a:t>
            </a:r>
            <a:r>
              <a:rPr lang="en-US" sz="1000" dirty="0">
                <a:latin typeface="Verdana" panose="020B0604030504040204" pitchFamily="34" charset="0"/>
                <a:ea typeface="Verdana" panose="020B0604030504040204" pitchFamily="34" charset="0"/>
              </a:rPr>
              <a:t>, indicating ~49% of reduction due to closure.</a:t>
            </a:r>
          </a:p>
          <a:p>
            <a:pPr marL="228600" indent="-228600">
              <a:lnSpc>
                <a:spcPct val="150000"/>
              </a:lnSpc>
              <a:buFont typeface="Arial" panose="020B0604020202020204" pitchFamily="34" charset="0"/>
              <a:buChar char="•"/>
            </a:pPr>
            <a:r>
              <a:rPr lang="en-US" sz="1000" dirty="0">
                <a:latin typeface="Verdana" panose="020B0604030504040204" pitchFamily="34" charset="0"/>
                <a:ea typeface="Verdana" panose="020B0604030504040204" pitchFamily="34" charset="0"/>
              </a:rPr>
              <a:t>More than</a:t>
            </a:r>
            <a:r>
              <a:rPr lang="en-US" sz="1000" b="1" dirty="0">
                <a:latin typeface="Verdana" panose="020B0604030504040204" pitchFamily="34" charset="0"/>
                <a:ea typeface="Verdana" panose="020B0604030504040204" pitchFamily="34" charset="0"/>
              </a:rPr>
              <a:t> 60% reduction </a:t>
            </a:r>
            <a:r>
              <a:rPr lang="en-US" sz="1000" dirty="0">
                <a:latin typeface="Verdana" panose="020B0604030504040204" pitchFamily="34" charset="0"/>
                <a:ea typeface="Verdana" panose="020B0604030504040204" pitchFamily="34" charset="0"/>
              </a:rPr>
              <a:t>in </a:t>
            </a:r>
            <a:r>
              <a:rPr lang="en-US" sz="1000" b="1" dirty="0">
                <a:latin typeface="Verdana" panose="020B0604030504040204" pitchFamily="34" charset="0"/>
                <a:ea typeface="Verdana" panose="020B0604030504040204" pitchFamily="34" charset="0"/>
              </a:rPr>
              <a:t>Credit &amp; Counterparty</a:t>
            </a:r>
            <a:r>
              <a:rPr lang="en-US" sz="1000" dirty="0">
                <a:latin typeface="Verdana" panose="020B0604030504040204" pitchFamily="34" charset="0"/>
                <a:ea typeface="Verdana" panose="020B0604030504040204" pitchFamily="34" charset="0"/>
              </a:rPr>
              <a:t> risk related action plans.</a:t>
            </a:r>
          </a:p>
          <a:p>
            <a:pPr marL="228600" indent="-228600">
              <a:lnSpc>
                <a:spcPct val="150000"/>
              </a:lnSpc>
              <a:buFont typeface="Arial" panose="020B0604020202020204" pitchFamily="34" charset="0"/>
              <a:buChar char="•"/>
            </a:pPr>
            <a:r>
              <a:rPr lang="en-US" sz="1000" dirty="0">
                <a:latin typeface="Verdana" panose="020B0604030504040204" pitchFamily="34" charset="0"/>
                <a:ea typeface="Verdana" panose="020B0604030504040204" pitchFamily="34" charset="0"/>
              </a:rPr>
              <a:t>Increase in </a:t>
            </a:r>
            <a:r>
              <a:rPr lang="en-US" sz="1000" b="1" dirty="0">
                <a:latin typeface="Verdana" panose="020B0604030504040204" pitchFamily="34" charset="0"/>
                <a:ea typeface="Verdana" panose="020B0604030504040204" pitchFamily="34" charset="0"/>
              </a:rPr>
              <a:t>Legal &amp; Regulatory Compliance, Third-Party, and Technology &amp; Cyber risks</a:t>
            </a:r>
            <a:r>
              <a:rPr lang="en-US" sz="1000" dirty="0">
                <a:latin typeface="Verdana" panose="020B0604030504040204" pitchFamily="34" charset="0"/>
                <a:ea typeface="Verdana" panose="020B0604030504040204" pitchFamily="34" charset="0"/>
              </a:rPr>
              <a:t>, indicating expanded audit coverage in the latter part of the year.</a:t>
            </a:r>
          </a:p>
        </p:txBody>
      </p:sp>
    </p:spTree>
    <p:extLst>
      <p:ext uri="{BB962C8B-B14F-4D97-AF65-F5344CB8AC3E}">
        <p14:creationId xmlns:p14="http://schemas.microsoft.com/office/powerpoint/2010/main" val="1154255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0361E-5116-4E8C-7B59-08E577D531FC}"/>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5B4F7340-8B12-49CA-47E2-8F0C1BF17B0C}"/>
              </a:ext>
            </a:extLst>
          </p:cNvPr>
          <p:cNvSpPr/>
          <p:nvPr/>
        </p:nvSpPr>
        <p:spPr bwMode="auto">
          <a:xfrm>
            <a:off x="475654" y="670888"/>
            <a:ext cx="11272179" cy="5956779"/>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4" name="Title" hidden="1">
            <a:extLst>
              <a:ext uri="{FF2B5EF4-FFF2-40B4-BE49-F238E27FC236}">
                <a16:creationId xmlns:a16="http://schemas.microsoft.com/office/drawing/2014/main" id="{7E21234F-3D9F-5F7D-5C8D-955FC07D6CC3}"/>
              </a:ext>
            </a:extLst>
          </p:cNvPr>
          <p:cNvSpPr>
            <a:spLocks noGrp="1"/>
          </p:cNvSpPr>
          <p:nvPr>
            <p:ph type="title"/>
          </p:nvPr>
        </p:nvSpPr>
        <p:spPr/>
        <p:txBody>
          <a:bodyPr/>
          <a:lstStyle/>
          <a:p>
            <a:r>
              <a:t>📃Daily Report</a:t>
            </a:r>
          </a:p>
        </p:txBody>
      </p:sp>
      <p:sp>
        <p:nvSpPr>
          <p:cNvPr id="6" name="Title 1">
            <a:extLst>
              <a:ext uri="{FF2B5EF4-FFF2-40B4-BE49-F238E27FC236}">
                <a16:creationId xmlns:a16="http://schemas.microsoft.com/office/drawing/2014/main" id="{80026683-75AB-0E60-9962-2B4FD373C150}"/>
              </a:ext>
            </a:extLst>
          </p:cNvPr>
          <p:cNvSpPr txBox="1">
            <a:spLocks/>
          </p:cNvSpPr>
          <p:nvPr/>
        </p:nvSpPr>
        <p:spPr>
          <a:xfrm>
            <a:off x="149531" y="29702"/>
            <a:ext cx="12192000" cy="631031"/>
          </a:xfrm>
        </p:spPr>
        <p:txBody>
          <a:bodyPr lIns="91440" tIns="45720" rIns="91440" bIns="45720" anchor="ctr"/>
          <a:lstStyle>
            <a:lvl1pPr algn="l" rtl="0" eaLnBrk="1" fontAlgn="base" hangingPunct="1">
              <a:spcBef>
                <a:spcPct val="0"/>
              </a:spcBef>
              <a:spcAft>
                <a:spcPct val="0"/>
              </a:spcAft>
              <a:defRPr sz="3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Verdana"/>
                <a:ea typeface="Verdana"/>
                <a:cs typeface="Verdana" panose="020B0604030504040204" pitchFamily="34" charset="0"/>
              </a:rPr>
              <a:t>Risk Trends 				           		               </a:t>
            </a:r>
            <a:endParaRPr kumimoji="0" lang="en-GB" sz="2000" b="0" i="0" u="none" strike="noStrike" kern="0" cap="none" spc="0" normalizeH="0" baseline="0" noProof="0" dirty="0">
              <a:ln>
                <a:noFill/>
              </a:ln>
              <a:solidFill>
                <a:prstClr val="white"/>
              </a:solidFill>
              <a:effectLst/>
              <a:uLnTx/>
              <a:uFillTx/>
              <a:latin typeface="Verdana"/>
              <a:ea typeface="Verdana"/>
              <a:cs typeface="Verdana" panose="020B0604030504040204" pitchFamily="34" charset="0"/>
            </a:endParaRPr>
          </a:p>
        </p:txBody>
      </p:sp>
      <p:sp>
        <p:nvSpPr>
          <p:cNvPr id="2" name="Rectangle 1">
            <a:extLst>
              <a:ext uri="{FF2B5EF4-FFF2-40B4-BE49-F238E27FC236}">
                <a16:creationId xmlns:a16="http://schemas.microsoft.com/office/drawing/2014/main" id="{2DF253E4-87F9-66E4-8C4C-87C31B8FABB9}"/>
              </a:ext>
            </a:extLst>
          </p:cNvPr>
          <p:cNvSpPr/>
          <p:nvPr/>
        </p:nvSpPr>
        <p:spPr bwMode="auto">
          <a:xfrm>
            <a:off x="62144" y="6664348"/>
            <a:ext cx="1538056" cy="16395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5" name="Slide Number Placeholder 3">
            <a:extLst>
              <a:ext uri="{FF2B5EF4-FFF2-40B4-BE49-F238E27FC236}">
                <a16:creationId xmlns:a16="http://schemas.microsoft.com/office/drawing/2014/main" id="{E55D9A24-8B52-C74E-402E-DF012AEC4DE2}"/>
              </a:ext>
            </a:extLst>
          </p:cNvPr>
          <p:cNvSpPr txBox="1">
            <a:spLocks/>
          </p:cNvSpPr>
          <p:nvPr/>
        </p:nvSpPr>
        <p:spPr>
          <a:xfrm>
            <a:off x="11506200" y="6624251"/>
            <a:ext cx="914400" cy="233749"/>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6516E9BE-843C-4425-80E4-36155279AD5E}" type="slidenum">
              <a:rPr kumimoji="0" lang="en-GB" sz="1200" b="1" i="0" u="none" strike="noStrike" kern="1200" cap="none" spc="0" normalizeH="0" baseline="0" noProof="0" smtClean="0">
                <a:ln>
                  <a:noFill/>
                </a:ln>
                <a:solidFill>
                  <a:srgbClr val="2D2926"/>
                </a:solidFill>
                <a:effectLst/>
                <a:uLnTx/>
                <a:uFillTx/>
                <a:latin typeface="Calibri"/>
                <a:ea typeface="+mn-ea"/>
                <a:cs typeface="Arial" charset="0"/>
              </a:rPr>
              <a:pPr marL="0" marR="0" lvl="0" indent="0" algn="ctr" defTabSz="914400" rtl="0" eaLnBrk="1" fontAlgn="base" latinLnBrk="0" hangingPunct="1">
                <a:lnSpc>
                  <a:spcPct val="100000"/>
                </a:lnSpc>
                <a:spcBef>
                  <a:spcPct val="0"/>
                </a:spcBef>
                <a:spcAft>
                  <a:spcPct val="0"/>
                </a:spcAft>
                <a:buClrTx/>
                <a:buSzTx/>
                <a:buFontTx/>
                <a:buNone/>
                <a:tabLst/>
                <a:defRPr/>
              </a:pPr>
              <a:t>10</a:t>
            </a:fld>
            <a:endParaRPr kumimoji="0" lang="en-GB" sz="1200" b="1" i="0" u="none" strike="noStrike" kern="1200" cap="none" spc="0" normalizeH="0" baseline="0" noProof="0">
              <a:ln>
                <a:noFill/>
              </a:ln>
              <a:solidFill>
                <a:srgbClr val="2D2926"/>
              </a:solidFill>
              <a:effectLst/>
              <a:uLnTx/>
              <a:uFillTx/>
              <a:latin typeface="Calibri"/>
              <a:ea typeface="+mn-ea"/>
              <a:cs typeface="Arial" charset="0"/>
            </a:endParaRPr>
          </a:p>
        </p:txBody>
      </p:sp>
      <p:sp>
        <p:nvSpPr>
          <p:cNvPr id="12" name="Action Button: Return 11">
            <a:hlinkClick r:id="rId3" action="ppaction://hlinksldjump" highlightClick="1"/>
            <a:extLst>
              <a:ext uri="{FF2B5EF4-FFF2-40B4-BE49-F238E27FC236}">
                <a16:creationId xmlns:a16="http://schemas.microsoft.com/office/drawing/2014/main" id="{E0BB0E35-3D76-1219-D54F-CDDE7A163396}"/>
              </a:ext>
            </a:extLst>
          </p:cNvPr>
          <p:cNvSpPr/>
          <p:nvPr/>
        </p:nvSpPr>
        <p:spPr bwMode="auto">
          <a:xfrm>
            <a:off x="11641907" y="6664925"/>
            <a:ext cx="211853" cy="152400"/>
          </a:xfrm>
          <a:prstGeom prst="actionButtonReturn">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prstClr val="black"/>
              </a:solidFill>
              <a:effectLst/>
              <a:uLnTx/>
              <a:uFillTx/>
              <a:latin typeface="Arial" charset="0"/>
              <a:ea typeface="+mn-ea"/>
              <a:cs typeface="Arial" charset="0"/>
            </a:endParaRPr>
          </a:p>
        </p:txBody>
      </p:sp>
      <p:sp>
        <p:nvSpPr>
          <p:cNvPr id="7" name="Text 1">
            <a:extLst>
              <a:ext uri="{FF2B5EF4-FFF2-40B4-BE49-F238E27FC236}">
                <a16:creationId xmlns:a16="http://schemas.microsoft.com/office/drawing/2014/main" id="{F8BED065-7AA1-7503-F94C-5B4AB5CA071F}"/>
              </a:ext>
            </a:extLst>
          </p:cNvPr>
          <p:cNvSpPr/>
          <p:nvPr/>
        </p:nvSpPr>
        <p:spPr>
          <a:xfrm>
            <a:off x="483079" y="666706"/>
            <a:ext cx="11272179" cy="447255"/>
          </a:xfrm>
          <a:prstGeom prst="rect">
            <a:avLst/>
          </a:prstGeom>
          <a:solidFill>
            <a:schemeClr val="accent5">
              <a:lumMod val="90000"/>
              <a:lumOff val="10000"/>
            </a:schemeClr>
          </a:solidFill>
          <a:ln/>
        </p:spPr>
        <p:txBody>
          <a:bodyPr wrap="square" lIns="0" tIns="0" rIns="0" bIns="0" rtlCol="0" anchor="t"/>
          <a:lstStyle/>
          <a:p>
            <a:pPr algn="ctr">
              <a:lnSpc>
                <a:spcPts val="1833"/>
              </a:lnSpc>
            </a:pPr>
            <a:r>
              <a:rPr lang="en-US" sz="1150" dirty="0">
                <a:solidFill>
                  <a:schemeClr val="bg1"/>
                </a:solidFill>
                <a:latin typeface="Verdana"/>
                <a:ea typeface="Verdana"/>
                <a:cs typeface="Roboto Light"/>
              </a:rPr>
              <a:t>This analysis tracks the progress of action plans &amp; Thematic Reasons over the last four quarters which identifies recurring patterns and supports data-driven decision-making.</a:t>
            </a:r>
          </a:p>
          <a:p>
            <a:pPr algn="ctr">
              <a:lnSpc>
                <a:spcPct val="150000"/>
              </a:lnSpc>
            </a:pPr>
            <a:endParaRPr lang="en-US" sz="1200" dirty="0">
              <a:solidFill>
                <a:schemeClr val="bg1"/>
              </a:solidFill>
            </a:endParaRPr>
          </a:p>
          <a:p>
            <a:pPr algn="ctr">
              <a:lnSpc>
                <a:spcPct val="150000"/>
              </a:lnSpc>
            </a:pPr>
            <a:endParaRPr lang="en-US" dirty="0">
              <a:solidFill>
                <a:schemeClr val="bg1"/>
              </a:solidFill>
            </a:endParaRPr>
          </a:p>
          <a:p>
            <a:pPr algn="ctr">
              <a:lnSpc>
                <a:spcPts val="1833"/>
              </a:lnSpc>
            </a:pPr>
            <a:endParaRPr lang="en-US" sz="1167" dirty="0">
              <a:solidFill>
                <a:schemeClr val="bg1"/>
              </a:solidFill>
              <a:latin typeface="Verdana" panose="020B0604030504040204" pitchFamily="34" charset="0"/>
              <a:ea typeface="Verdana" panose="020B0604030504040204" pitchFamily="34" charset="0"/>
              <a:cs typeface="Roboto Light" pitchFamily="34" charset="-120"/>
            </a:endParaRPr>
          </a:p>
          <a:p>
            <a:pPr algn="ctr">
              <a:lnSpc>
                <a:spcPts val="1833"/>
              </a:lnSpc>
            </a:pPr>
            <a:endParaRPr lang="en-US" sz="1167" dirty="0">
              <a:solidFill>
                <a:schemeClr val="bg1"/>
              </a:solidFill>
              <a:latin typeface="Verdana" panose="020B0604030504040204" pitchFamily="34" charset="0"/>
              <a:ea typeface="Verdana" panose="020B0604030504040204" pitchFamily="34" charset="0"/>
            </a:endParaRPr>
          </a:p>
        </p:txBody>
      </p:sp>
      <p:pic>
        <p:nvPicPr>
          <p:cNvPr id="8" name="Picture 7">
            <a:extLst>
              <a:ext uri="{FF2B5EF4-FFF2-40B4-BE49-F238E27FC236}">
                <a16:creationId xmlns:a16="http://schemas.microsoft.com/office/drawing/2014/main" id="{3FCD7723-C79A-FBB2-E07B-173E7ADB1DE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35996" y="1317699"/>
            <a:ext cx="7284030" cy="5041671"/>
          </a:xfrm>
          <a:prstGeom prst="rect">
            <a:avLst/>
          </a:prstGeom>
        </p:spPr>
      </p:pic>
      <p:sp>
        <p:nvSpPr>
          <p:cNvPr id="9" name="Rectangle: Rounded Corners 8">
            <a:extLst>
              <a:ext uri="{FF2B5EF4-FFF2-40B4-BE49-F238E27FC236}">
                <a16:creationId xmlns:a16="http://schemas.microsoft.com/office/drawing/2014/main" id="{54DC3385-9194-B4D2-C8AE-33AC610648C2}"/>
              </a:ext>
            </a:extLst>
          </p:cNvPr>
          <p:cNvSpPr/>
          <p:nvPr/>
        </p:nvSpPr>
        <p:spPr bwMode="auto">
          <a:xfrm>
            <a:off x="7903160" y="1871317"/>
            <a:ext cx="3761539" cy="3995577"/>
          </a:xfrm>
          <a:prstGeom prst="roundRect">
            <a:avLst/>
          </a:prstGeom>
          <a:solidFill>
            <a:schemeClr val="bg1">
              <a:lumMod val="95000"/>
            </a:schemeClr>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900" b="0" i="0" u="none" strike="noStrike" cap="none" normalizeH="0" baseline="0">
              <a:ln>
                <a:noFill/>
              </a:ln>
              <a:solidFill>
                <a:schemeClr val="tx1"/>
              </a:solidFill>
              <a:effectLst/>
              <a:latin typeface="Arial" charset="0"/>
            </a:endParaRPr>
          </a:p>
        </p:txBody>
      </p:sp>
      <p:sp>
        <p:nvSpPr>
          <p:cNvPr id="10" name="TextBox 9">
            <a:extLst>
              <a:ext uri="{FF2B5EF4-FFF2-40B4-BE49-F238E27FC236}">
                <a16:creationId xmlns:a16="http://schemas.microsoft.com/office/drawing/2014/main" id="{3178C3BA-D36B-BAB7-8A3B-070BD3497047}"/>
              </a:ext>
            </a:extLst>
          </p:cNvPr>
          <p:cNvSpPr txBox="1"/>
          <p:nvPr/>
        </p:nvSpPr>
        <p:spPr>
          <a:xfrm>
            <a:off x="8014268" y="2081242"/>
            <a:ext cx="3650430" cy="3785652"/>
          </a:xfrm>
          <a:prstGeom prst="rect">
            <a:avLst/>
          </a:prstGeom>
          <a:noFill/>
        </p:spPr>
        <p:txBody>
          <a:bodyPr wrap="square" rtlCol="0" anchor="t">
            <a:spAutoFit/>
          </a:bodyPr>
          <a:lstStyle/>
          <a:p>
            <a:pPr algn="ctr"/>
            <a:r>
              <a:rPr lang="en-US" sz="1000" b="1" i="1" u="sng" dirty="0">
                <a:latin typeface="Verdana" panose="020B0604030504040204" pitchFamily="34" charset="0"/>
                <a:ea typeface="Verdana" panose="020B0604030504040204" pitchFamily="34" charset="0"/>
              </a:rPr>
              <a:t>Patterns Identified</a:t>
            </a:r>
          </a:p>
          <a:p>
            <a:pPr marL="228600" indent="-228600">
              <a:buFont typeface="+mj-lt"/>
              <a:buAutoNum type="alphaUcPeriod"/>
            </a:pPr>
            <a:endParaRPr lang="en-US" sz="1000" dirty="0">
              <a:latin typeface="Verdana" panose="020B0604030504040204" pitchFamily="34" charset="0"/>
              <a:ea typeface="Verdana" panose="020B0604030504040204" pitchFamily="34" charset="0"/>
            </a:endParaRPr>
          </a:p>
          <a:p>
            <a:pPr marL="85725" indent="-85725" algn="just" fontAlgn="base">
              <a:spcBef>
                <a:spcPct val="0"/>
              </a:spcBef>
              <a:spcAft>
                <a:spcPct val="0"/>
              </a:spcAft>
              <a:buFont typeface="Arial" panose="020B0604020202020204" pitchFamily="34" charset="0"/>
              <a:buChar char="•"/>
              <a:defRPr/>
            </a:pPr>
            <a:r>
              <a:rPr lang="en-US" sz="1000" b="1" dirty="0">
                <a:latin typeface="Verdana" panose="020B0604030504040204" pitchFamily="34" charset="0"/>
                <a:ea typeface="Verdana" panose="020B0604030504040204" pitchFamily="34" charset="0"/>
              </a:rPr>
              <a:t>94%</a:t>
            </a:r>
            <a:r>
              <a:rPr lang="en-US" sz="1000" dirty="0">
                <a:latin typeface="Verdana" panose="020B0604030504040204" pitchFamily="34" charset="0"/>
                <a:ea typeface="Verdana" panose="020B0604030504040204" pitchFamily="34" charset="0"/>
              </a:rPr>
              <a:t> of high-risk action plans are closed either </a:t>
            </a:r>
            <a:r>
              <a:rPr lang="en-US" sz="1000" b="1" dirty="0">
                <a:latin typeface="Verdana" panose="020B0604030504040204" pitchFamily="34" charset="0"/>
                <a:ea typeface="Verdana" panose="020B0604030504040204" pitchFamily="34" charset="0"/>
              </a:rPr>
              <a:t>on time or within 30 days of agreed target date.</a:t>
            </a:r>
          </a:p>
          <a:p>
            <a:pPr marL="85725" indent="-85725" algn="just" fontAlgn="base">
              <a:spcBef>
                <a:spcPct val="0"/>
              </a:spcBef>
              <a:spcAft>
                <a:spcPct val="0"/>
              </a:spcAft>
              <a:buFont typeface="Arial" panose="020B0604020202020204" pitchFamily="34" charset="0"/>
              <a:buChar char="•"/>
              <a:defRPr/>
            </a:pPr>
            <a:r>
              <a:rPr lang="en-AE" sz="1000" b="1"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28%</a:t>
            </a:r>
            <a:r>
              <a:rPr lang="en-AE" sz="1000"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 of action plans closed</a:t>
            </a:r>
            <a:r>
              <a:rPr lang="en-AE" sz="1000" b="1"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 within the agreed timelines</a:t>
            </a:r>
            <a:r>
              <a:rPr lang="en-AE" sz="1000"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 and </a:t>
            </a:r>
            <a:r>
              <a:rPr lang="en-AE" sz="1000" b="1"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49%</a:t>
            </a:r>
            <a:r>
              <a:rPr lang="en-AE" sz="1000"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 </a:t>
            </a:r>
            <a:r>
              <a:rPr lang="en-AE" sz="1000" b="1"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closed within 30 days</a:t>
            </a:r>
            <a:r>
              <a:rPr lang="en-AE" sz="1000"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 of agree</a:t>
            </a:r>
            <a:r>
              <a:rPr lang="en-US" sz="1000"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d</a:t>
            </a:r>
            <a:r>
              <a:rPr lang="en-AE" sz="1000"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 target date.</a:t>
            </a:r>
          </a:p>
          <a:p>
            <a:pPr marL="85725" indent="-85725" algn="just" fontAlgn="base">
              <a:spcBef>
                <a:spcPct val="0"/>
              </a:spcBef>
              <a:spcAft>
                <a:spcPct val="0"/>
              </a:spcAft>
              <a:buFont typeface="Arial" panose="020B0604020202020204" pitchFamily="34" charset="0"/>
              <a:buChar char="•"/>
              <a:defRPr/>
            </a:pPr>
            <a:r>
              <a:rPr lang="en-US" sz="1000"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Overall, the overdue trend shows improvement, with a </a:t>
            </a:r>
            <a:r>
              <a:rPr lang="en-US" sz="1000" b="1"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noticeable decrease in overdue counts</a:t>
            </a:r>
            <a:r>
              <a:rPr lang="en-US" sz="1000"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 from the start of the period to date, reflecting timely closure of action plans.</a:t>
            </a:r>
            <a:endParaRPr lang="en-AE" sz="1000" kern="100" dirty="0">
              <a:solidFill>
                <a:prstClr val="black"/>
              </a:solidFill>
              <a:latin typeface="Verdana" panose="020B0604030504040204" pitchFamily="34" charset="0"/>
              <a:ea typeface="Verdana" panose="020B0604030504040204" pitchFamily="34" charset="0"/>
              <a:cs typeface="Times New Roman" panose="02020603050405020304" pitchFamily="18" charset="0"/>
            </a:endParaRPr>
          </a:p>
          <a:p>
            <a:pPr marL="85725" indent="-85725" algn="just" fontAlgn="base">
              <a:spcBef>
                <a:spcPct val="0"/>
              </a:spcBef>
              <a:spcAft>
                <a:spcPct val="0"/>
              </a:spcAft>
              <a:buFont typeface="Arial" panose="020B0604020202020204" pitchFamily="34" charset="0"/>
              <a:buChar char="•"/>
              <a:defRPr/>
            </a:pPr>
            <a:r>
              <a:rPr lang="en-US" sz="1000" b="1"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People Experience as well as  GCOO’s Office </a:t>
            </a:r>
            <a:r>
              <a:rPr lang="en-US" sz="1000"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achieved noticeable improvement, reducing overdue counts.</a:t>
            </a:r>
          </a:p>
          <a:p>
            <a:pPr marL="85725" indent="-85725" algn="just" fontAlgn="base">
              <a:spcBef>
                <a:spcPct val="0"/>
              </a:spcBef>
              <a:spcAft>
                <a:spcPct val="0"/>
              </a:spcAft>
              <a:buFont typeface="Arial" panose="020B0604020202020204" pitchFamily="34" charset="0"/>
              <a:buChar char="•"/>
              <a:defRPr/>
            </a:pPr>
            <a:r>
              <a:rPr lang="en-US" sz="1000" b="1"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Credit, BBG &amp; WBG divisions </a:t>
            </a:r>
            <a:r>
              <a:rPr lang="en-US" sz="1000"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has no overdue as of report refresh date.</a:t>
            </a:r>
          </a:p>
          <a:p>
            <a:pPr marL="85725" indent="-85725" algn="just" fontAlgn="base">
              <a:spcBef>
                <a:spcPct val="0"/>
              </a:spcBef>
              <a:spcAft>
                <a:spcPct val="0"/>
              </a:spcAft>
              <a:buFont typeface="Arial" panose="020B0604020202020204" pitchFamily="34" charset="0"/>
              <a:buChar char="•"/>
              <a:defRPr/>
            </a:pPr>
            <a:r>
              <a:rPr lang="en-US" sz="1000" b="1"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Policy, Process &amp; Procedures classification </a:t>
            </a:r>
            <a:r>
              <a:rPr lang="en-US" sz="1000"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consistently dominated action plans but declined sharply from Q4‑2024 to Q4‑2025 reflecting improvement in the process.</a:t>
            </a:r>
          </a:p>
          <a:p>
            <a:pPr marL="85725" indent="-85725" algn="just" fontAlgn="base">
              <a:spcBef>
                <a:spcPct val="0"/>
              </a:spcBef>
              <a:spcAft>
                <a:spcPct val="0"/>
              </a:spcAft>
              <a:buFont typeface="Arial" panose="020B0604020202020204" pitchFamily="34" charset="0"/>
              <a:buChar char="•"/>
              <a:defRPr/>
            </a:pPr>
            <a:r>
              <a:rPr lang="en-US" sz="1000" b="1"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Regulatory Compliance &amp; Reporting classification </a:t>
            </a:r>
            <a:r>
              <a:rPr lang="en-US" sz="1000" kern="100" dirty="0">
                <a:solidFill>
                  <a:prstClr val="black"/>
                </a:solidFill>
                <a:latin typeface="Verdana" panose="020B0604030504040204" pitchFamily="34" charset="0"/>
                <a:ea typeface="Verdana" panose="020B0604030504040204" pitchFamily="34" charset="0"/>
                <a:cs typeface="Times New Roman" panose="02020603050405020304" pitchFamily="18" charset="0"/>
              </a:rPr>
              <a:t>peaked in Q2‑2025 before stabilizing, reflecting mid-year regulatory audit coverage.</a:t>
            </a:r>
            <a:endParaRPr lang="en-AE" sz="1000" kern="100" dirty="0">
              <a:solidFill>
                <a:prstClr val="black"/>
              </a:solidFill>
              <a:latin typeface="Verdana" panose="020B0604030504040204" pitchFamily="34" charset="0"/>
              <a:ea typeface="Verdana" panose="020B0604030504040204" pitchFamily="34" charset="0"/>
              <a:cs typeface="Times New Roman" panose="02020603050405020304" pitchFamily="18" charset="0"/>
            </a:endParaRPr>
          </a:p>
          <a:p>
            <a:pPr marL="228600" indent="-228600" algn="just" fontAlgn="base">
              <a:spcBef>
                <a:spcPct val="0"/>
              </a:spcBef>
              <a:spcAft>
                <a:spcPct val="0"/>
              </a:spcAft>
              <a:buFont typeface="+mj-lt"/>
              <a:buAutoNum type="alphaUcPeriod"/>
              <a:defRPr/>
            </a:pPr>
            <a:endParaRPr lang="en-US" sz="1000" b="1" dirty="0">
              <a:latin typeface="Verdana" panose="020B0604030504040204" pitchFamily="34" charset="0"/>
              <a:ea typeface="Verdana" panose="020B0604030504040204" pitchFamily="34" charset="0"/>
            </a:endParaRPr>
          </a:p>
        </p:txBody>
      </p:sp>
      <p:sp>
        <p:nvSpPr>
          <p:cNvPr id="14" name="TextBox 13">
            <a:extLst>
              <a:ext uri="{FF2B5EF4-FFF2-40B4-BE49-F238E27FC236}">
                <a16:creationId xmlns:a16="http://schemas.microsoft.com/office/drawing/2014/main" id="{88909507-E7FA-E07E-AF07-140773A89EBE}"/>
              </a:ext>
            </a:extLst>
          </p:cNvPr>
          <p:cNvSpPr txBox="1"/>
          <p:nvPr/>
        </p:nvSpPr>
        <p:spPr>
          <a:xfrm>
            <a:off x="535995" y="6390340"/>
            <a:ext cx="5262877" cy="246221"/>
          </a:xfrm>
          <a:prstGeom prst="rect">
            <a:avLst/>
          </a:prstGeom>
          <a:noFill/>
        </p:spPr>
        <p:txBody>
          <a:bodyPr wrap="square" rtlCol="0" anchor="t">
            <a:spAutoFit/>
          </a:bodyPr>
          <a:lstStyle/>
          <a:p>
            <a:r>
              <a:rPr lang="en-US" sz="1000" b="1" dirty="0">
                <a:latin typeface="Verdana" panose="020B0604030504040204" pitchFamily="34" charset="0"/>
                <a:ea typeface="Verdana" panose="020B0604030504040204" pitchFamily="34" charset="0"/>
              </a:rPr>
              <a:t>* Data Analysis Time Period : 1</a:t>
            </a:r>
            <a:r>
              <a:rPr lang="en-US" sz="1000" b="1" baseline="30000" dirty="0">
                <a:latin typeface="Verdana" panose="020B0604030504040204" pitchFamily="34" charset="0"/>
                <a:ea typeface="Verdana" panose="020B0604030504040204" pitchFamily="34" charset="0"/>
              </a:rPr>
              <a:t>st</a:t>
            </a:r>
            <a:r>
              <a:rPr lang="en-US" sz="1000" b="1" dirty="0">
                <a:latin typeface="Verdana" panose="020B0604030504040204" pitchFamily="34" charset="0"/>
                <a:ea typeface="Verdana" panose="020B0604030504040204" pitchFamily="34" charset="0"/>
              </a:rPr>
              <a:t> June 2024 to 25</a:t>
            </a:r>
            <a:r>
              <a:rPr lang="en-US" sz="1000" b="1" baseline="30000" dirty="0">
                <a:latin typeface="Verdana" panose="020B0604030504040204" pitchFamily="34" charset="0"/>
                <a:ea typeface="Verdana" panose="020B0604030504040204" pitchFamily="34" charset="0"/>
              </a:rPr>
              <a:t>th</a:t>
            </a:r>
            <a:r>
              <a:rPr lang="en-US" sz="1000" b="1" dirty="0">
                <a:latin typeface="Verdana" panose="020B0604030504040204" pitchFamily="34" charset="0"/>
                <a:ea typeface="Verdana" panose="020B0604030504040204" pitchFamily="34" charset="0"/>
              </a:rPr>
              <a:t> November 2025</a:t>
            </a:r>
          </a:p>
        </p:txBody>
      </p:sp>
    </p:spTree>
    <p:extLst>
      <p:ext uri="{BB962C8B-B14F-4D97-AF65-F5344CB8AC3E}">
        <p14:creationId xmlns:p14="http://schemas.microsoft.com/office/powerpoint/2010/main" val="2177589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C4A2662-0B29-43D0-0F0A-92150E3196D9}"/>
              </a:ext>
            </a:extLst>
          </p:cNvPr>
          <p:cNvSpPr/>
          <p:nvPr/>
        </p:nvSpPr>
        <p:spPr bwMode="auto">
          <a:xfrm>
            <a:off x="8229600" y="457200"/>
            <a:ext cx="3200400" cy="1066800"/>
          </a:xfrm>
          <a:prstGeom prst="rect">
            <a:avLst/>
          </a:prstGeom>
          <a:solidFill>
            <a:srgbClr val="ED1D24"/>
          </a:solidFill>
          <a:ln w="9525" cap="flat" cmpd="sng" algn="ctr">
            <a:solidFill>
              <a:srgbClr val="ED1D24"/>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900" b="0" i="0" u="none" strike="noStrike" cap="none" normalizeH="0" baseline="0">
              <a:ln>
                <a:noFill/>
              </a:ln>
              <a:solidFill>
                <a:schemeClr val="tx1"/>
              </a:solidFill>
              <a:effectLst/>
              <a:latin typeface="Arial" charset="0"/>
            </a:endParaRPr>
          </a:p>
        </p:txBody>
      </p:sp>
      <p:sp>
        <p:nvSpPr>
          <p:cNvPr id="5" name="Title 4"/>
          <p:cNvSpPr>
            <a:spLocks noGrp="1"/>
          </p:cNvSpPr>
          <p:nvPr>
            <p:ph type="ctrTitle"/>
          </p:nvPr>
        </p:nvSpPr>
        <p:spPr/>
        <p:txBody>
          <a:bodyPr/>
          <a:lstStyle/>
          <a:p>
            <a:r>
              <a:rPr lang="en-US" sz="2000">
                <a:latin typeface="Verdana" panose="020B0604030504040204" pitchFamily="34" charset="0"/>
                <a:ea typeface="Verdana" panose="020B0604030504040204" pitchFamily="34" charset="0"/>
                <a:cs typeface="Verdana" panose="020B0604030504040204" pitchFamily="34" charset="0"/>
              </a:rPr>
              <a:t>RAKBANK</a:t>
            </a:r>
            <a:br>
              <a:rPr lang="en-US" sz="2000">
                <a:latin typeface="Verdana" panose="020B0604030504040204" pitchFamily="34" charset="0"/>
                <a:ea typeface="Verdana" panose="020B0604030504040204" pitchFamily="34" charset="0"/>
                <a:cs typeface="Verdana" panose="020B0604030504040204" pitchFamily="34" charset="0"/>
              </a:rPr>
            </a:br>
            <a:r>
              <a:rPr lang="en-US" sz="2000">
                <a:latin typeface="Verdana" panose="020B0604030504040204" pitchFamily="34" charset="0"/>
                <a:ea typeface="Verdana" panose="020B0604030504040204" pitchFamily="34" charset="0"/>
                <a:cs typeface="Verdana" panose="020B0604030504040204" pitchFamily="34" charset="0"/>
              </a:rPr>
              <a:t>Open &amp; Overdue Management Actions Update</a:t>
            </a:r>
            <a:br>
              <a:rPr lang="en-US" sz="2000" b="0">
                <a:latin typeface="Verdana" panose="020B0604030504040204" pitchFamily="34" charset="0"/>
                <a:ea typeface="Verdana" panose="020B0604030504040204" pitchFamily="34" charset="0"/>
                <a:cs typeface="Verdana" panose="020B0604030504040204" pitchFamily="34" charset="0"/>
              </a:rPr>
            </a:br>
            <a:endParaRPr lang="en-US" sz="2000" b="0">
              <a:latin typeface="Verdana" panose="020B0604030504040204" pitchFamily="34" charset="0"/>
              <a:ea typeface="Verdana" panose="020B0604030504040204" pitchFamily="34" charset="0"/>
              <a:cs typeface="Verdana" panose="020B0604030504040204" pitchFamily="34" charset="0"/>
            </a:endParaRPr>
          </a:p>
        </p:txBody>
      </p:sp>
      <p:pic>
        <p:nvPicPr>
          <p:cNvPr id="3" name="Picture 2">
            <a:extLst>
              <a:ext uri="{FF2B5EF4-FFF2-40B4-BE49-F238E27FC236}">
                <a16:creationId xmlns:a16="http://schemas.microsoft.com/office/drawing/2014/main" id="{477C6B51-359A-01F4-26FF-F53F09CC6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40233" y="457200"/>
            <a:ext cx="3114134" cy="903099"/>
          </a:xfrm>
          <a:prstGeom prst="rect">
            <a:avLst/>
          </a:prstGeom>
        </p:spPr>
      </p:pic>
      <p:sp>
        <p:nvSpPr>
          <p:cNvPr id="6" name="Slide Number Placeholder 5">
            <a:extLst>
              <a:ext uri="{FF2B5EF4-FFF2-40B4-BE49-F238E27FC236}">
                <a16:creationId xmlns:a16="http://schemas.microsoft.com/office/drawing/2014/main" id="{9C364B6D-8618-0D49-0691-1FFF92E17B02}"/>
              </a:ext>
            </a:extLst>
          </p:cNvPr>
          <p:cNvSpPr>
            <a:spLocks noGrp="1"/>
          </p:cNvSpPr>
          <p:nvPr>
            <p:ph type="sldNum" sz="quarter" idx="12"/>
          </p:nvPr>
        </p:nvSpPr>
        <p:spPr/>
        <p:txBody>
          <a:bodyPr/>
          <a:lstStyle/>
          <a:p>
            <a:fld id="{B3CE4FC1-9BFD-4D71-B62C-EB069A42157A}" type="slidenum">
              <a:rPr lang="en-US" smtClean="0">
                <a:solidFill>
                  <a:srgbClr val="FFFFFF"/>
                </a:solidFill>
              </a:rPr>
              <a:pPr/>
              <a:t>11</a:t>
            </a:fld>
            <a:endParaRPr lang="en-US">
              <a:solidFill>
                <a:srgbClr val="FFFFFF"/>
              </a:solidFill>
            </a:endParaRPr>
          </a:p>
        </p:txBody>
      </p:sp>
    </p:spTree>
    <p:extLst>
      <p:ext uri="{BB962C8B-B14F-4D97-AF65-F5344CB8AC3E}">
        <p14:creationId xmlns:p14="http://schemas.microsoft.com/office/powerpoint/2010/main" val="2290426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5FA24A3D-07F1-ED09-5F4F-76901A83E710}"/>
              </a:ext>
            </a:extLst>
          </p:cNvPr>
          <p:cNvPicPr>
            <a:picLocks noChangeAspect="1"/>
          </p:cNvPicPr>
          <p:nvPr/>
        </p:nvPicPr>
        <p:blipFill>
          <a:blip r:embed="rId3"/>
          <a:stretch>
            <a:fillRect/>
          </a:stretch>
        </p:blipFill>
        <p:spPr>
          <a:xfrm>
            <a:off x="348102" y="924918"/>
            <a:ext cx="8251964" cy="5552082"/>
          </a:xfrm>
          <a:prstGeom prst="rect">
            <a:avLst/>
          </a:prstGeom>
        </p:spPr>
      </p:pic>
      <p:sp>
        <p:nvSpPr>
          <p:cNvPr id="10" name="Slide Number Placeholder 1"/>
          <p:cNvSpPr>
            <a:spLocks noGrp="1"/>
          </p:cNvSpPr>
          <p:nvPr>
            <p:ph type="sldNum" sz="quarter" idx="4"/>
          </p:nvPr>
        </p:nvSpPr>
        <p:spPr>
          <a:xfrm>
            <a:off x="11578623" y="6572542"/>
            <a:ext cx="914400" cy="233749"/>
          </a:xfrm>
        </p:spPr>
        <p:txBody>
          <a:bodyPr/>
          <a:lstStyle/>
          <a:p>
            <a:pPr>
              <a:defRPr/>
            </a:pPr>
            <a:fld id="{6516E9BE-843C-4425-80E4-36155279AD5E}" type="slidenum">
              <a:rPr lang="en-US" sz="900" smtClean="0">
                <a:latin typeface="Verdana" panose="020B0604030504040204" pitchFamily="34" charset="0"/>
                <a:ea typeface="Verdana" panose="020B0604030504040204" pitchFamily="34" charset="0"/>
              </a:rPr>
              <a:pPr>
                <a:defRPr/>
              </a:pPr>
              <a:t>12</a:t>
            </a:fld>
            <a:endParaRPr lang="en-US" sz="900">
              <a:latin typeface="Verdana" panose="020B0604030504040204" pitchFamily="34" charset="0"/>
              <a:ea typeface="Verdana" panose="020B0604030504040204" pitchFamily="34" charset="0"/>
            </a:endParaRPr>
          </a:p>
        </p:txBody>
      </p:sp>
      <p:sp>
        <p:nvSpPr>
          <p:cNvPr id="6" name="Title 1">
            <a:extLst>
              <a:ext uri="{FF2B5EF4-FFF2-40B4-BE49-F238E27FC236}">
                <a16:creationId xmlns:a16="http://schemas.microsoft.com/office/drawing/2014/main" id="{70A4EDB2-02FE-A9DE-6208-0B361E73599E}"/>
              </a:ext>
            </a:extLst>
          </p:cNvPr>
          <p:cNvSpPr>
            <a:spLocks noGrp="1"/>
          </p:cNvSpPr>
          <p:nvPr>
            <p:ph type="title"/>
          </p:nvPr>
        </p:nvSpPr>
        <p:spPr>
          <a:xfrm>
            <a:off x="-228600" y="10262"/>
            <a:ext cx="12192000" cy="609826"/>
          </a:xfrm>
        </p:spPr>
        <p:txBody>
          <a:bodyPr anchor="ctr">
            <a:normAutofit fontScale="90000"/>
          </a:bodyPr>
          <a:lstStyle/>
          <a:p>
            <a:r>
              <a:rPr lang="en-US" sz="2000" dirty="0">
                <a:latin typeface="Verdana" panose="020B0604030504040204" pitchFamily="34" charset="0"/>
                <a:ea typeface="Verdana" panose="020B0604030504040204" pitchFamily="34" charset="0"/>
                <a:cs typeface="Verdana" panose="020B0604030504040204" pitchFamily="34" charset="0"/>
              </a:rPr>
              <a:t>    Open Management Actions – Aging Analysis (RAKBANK excl. </a:t>
            </a:r>
            <a:r>
              <a:rPr lang="en-US" sz="2000" dirty="0" err="1">
                <a:latin typeface="Verdana" panose="020B0604030504040204" pitchFamily="34" charset="0"/>
                <a:ea typeface="Verdana" panose="020B0604030504040204" pitchFamily="34" charset="0"/>
                <a:cs typeface="Verdana" panose="020B0604030504040204" pitchFamily="34" charset="0"/>
              </a:rPr>
              <a:t>RAKislamic</a:t>
            </a:r>
            <a:r>
              <a:rPr lang="en-US" sz="2000" dirty="0">
                <a:latin typeface="Verdana" panose="020B0604030504040204" pitchFamily="34" charset="0"/>
                <a:ea typeface="Verdana" panose="020B0604030504040204" pitchFamily="34" charset="0"/>
                <a:cs typeface="Verdana" panose="020B0604030504040204" pitchFamily="34" charset="0"/>
              </a:rPr>
              <a:t> &amp; RAKINSURANCE)	</a:t>
            </a:r>
            <a:endParaRPr lang="en-GB" sz="2000" dirty="0">
              <a:latin typeface="Verdana" panose="020B0604030504040204" pitchFamily="34" charset="0"/>
              <a:ea typeface="Verdana" panose="020B0604030504040204" pitchFamily="34" charset="0"/>
              <a:cs typeface="Verdana" panose="020B0604030504040204" pitchFamily="34" charset="0"/>
            </a:endParaRPr>
          </a:p>
        </p:txBody>
      </p:sp>
      <p:sp>
        <p:nvSpPr>
          <p:cNvPr id="22" name="Rectangle 21">
            <a:extLst>
              <a:ext uri="{FF2B5EF4-FFF2-40B4-BE49-F238E27FC236}">
                <a16:creationId xmlns:a16="http://schemas.microsoft.com/office/drawing/2014/main" id="{31C52608-7145-2E33-8BA5-A6C0D5118DCA}"/>
              </a:ext>
            </a:extLst>
          </p:cNvPr>
          <p:cNvSpPr/>
          <p:nvPr/>
        </p:nvSpPr>
        <p:spPr bwMode="auto">
          <a:xfrm>
            <a:off x="8866104" y="2281508"/>
            <a:ext cx="967352" cy="877725"/>
          </a:xfrm>
          <a:prstGeom prst="rect">
            <a:avLst/>
          </a:prstGeom>
          <a:solidFill>
            <a:srgbClr val="FF0000"/>
          </a:solidFill>
          <a:ln w="9525" cap="flat" cmpd="sng" algn="ctr">
            <a:solidFill>
              <a:schemeClr val="tx2">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0"/>
              </a:spcBef>
              <a:spcAft>
                <a:spcPct val="0"/>
              </a:spcAft>
              <a:buClr>
                <a:schemeClr val="accent6">
                  <a:lumMod val="50000"/>
                </a:schemeClr>
              </a:buClr>
              <a:buSzTx/>
              <a:tabLst/>
            </a:pPr>
            <a:r>
              <a:rPr lang="en-US" sz="1500" b="1" dirty="0">
                <a:solidFill>
                  <a:schemeClr val="bg1"/>
                </a:solidFill>
                <a:latin typeface="Verdana" panose="020B0604030504040204" pitchFamily="34" charset="0"/>
                <a:ea typeface="Verdana" panose="020B0604030504040204" pitchFamily="34" charset="0"/>
              </a:rPr>
              <a:t>93</a:t>
            </a:r>
          </a:p>
        </p:txBody>
      </p:sp>
      <p:sp>
        <p:nvSpPr>
          <p:cNvPr id="24" name="Rectangle 23">
            <a:extLst>
              <a:ext uri="{FF2B5EF4-FFF2-40B4-BE49-F238E27FC236}">
                <a16:creationId xmlns:a16="http://schemas.microsoft.com/office/drawing/2014/main" id="{78B09F9A-3191-BF62-3C3B-26E4415EAA2C}"/>
              </a:ext>
            </a:extLst>
          </p:cNvPr>
          <p:cNvSpPr/>
          <p:nvPr/>
        </p:nvSpPr>
        <p:spPr bwMode="auto">
          <a:xfrm>
            <a:off x="9833456" y="2362712"/>
            <a:ext cx="907505" cy="796522"/>
          </a:xfrm>
          <a:prstGeom prst="rect">
            <a:avLst/>
          </a:prstGeom>
          <a:solidFill>
            <a:srgbClr val="E6B135"/>
          </a:solidFill>
          <a:ln w="9525" cap="flat" cmpd="sng" algn="ctr">
            <a:solidFill>
              <a:srgbClr val="DF9D34"/>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0"/>
              </a:spcBef>
              <a:spcAft>
                <a:spcPct val="0"/>
              </a:spcAft>
              <a:buClr>
                <a:schemeClr val="accent6">
                  <a:lumMod val="50000"/>
                </a:schemeClr>
              </a:buClr>
              <a:buSzTx/>
              <a:tabLst/>
            </a:pPr>
            <a:r>
              <a:rPr lang="en-US" sz="1500" b="1" dirty="0">
                <a:latin typeface="Verdana" panose="020B0604030504040204" pitchFamily="34" charset="0"/>
                <a:ea typeface="Verdana" panose="020B0604030504040204" pitchFamily="34" charset="0"/>
              </a:rPr>
              <a:t>497</a:t>
            </a:r>
          </a:p>
        </p:txBody>
      </p:sp>
      <p:sp>
        <p:nvSpPr>
          <p:cNvPr id="25" name="Rectangle 24">
            <a:extLst>
              <a:ext uri="{FF2B5EF4-FFF2-40B4-BE49-F238E27FC236}">
                <a16:creationId xmlns:a16="http://schemas.microsoft.com/office/drawing/2014/main" id="{3392617E-40BB-C7B6-77E6-A79A0AC4EA33}"/>
              </a:ext>
            </a:extLst>
          </p:cNvPr>
          <p:cNvSpPr/>
          <p:nvPr/>
        </p:nvSpPr>
        <p:spPr bwMode="auto">
          <a:xfrm>
            <a:off x="10740961" y="2488791"/>
            <a:ext cx="845346" cy="670443"/>
          </a:xfrm>
          <a:prstGeom prst="rect">
            <a:avLst/>
          </a:prstGeom>
          <a:solidFill>
            <a:srgbClr val="89D78D"/>
          </a:solidFill>
          <a:ln w="9525" cap="flat" cmpd="sng" algn="ctr">
            <a:solidFill>
              <a:srgbClr val="92D05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00000"/>
              </a:lnSpc>
              <a:spcBef>
                <a:spcPct val="0"/>
              </a:spcBef>
              <a:spcAft>
                <a:spcPct val="0"/>
              </a:spcAft>
              <a:buClr>
                <a:schemeClr val="accent5">
                  <a:lumMod val="50000"/>
                  <a:lumOff val="50000"/>
                </a:schemeClr>
              </a:buClr>
              <a:buSzTx/>
              <a:tabLst/>
            </a:pPr>
            <a:r>
              <a:rPr lang="en-US" sz="1500" b="1" dirty="0">
                <a:latin typeface="Verdana" panose="020B0604030504040204" pitchFamily="34" charset="0"/>
                <a:ea typeface="Verdana" panose="020B0604030504040204" pitchFamily="34" charset="0"/>
              </a:rPr>
              <a:t>200</a:t>
            </a:r>
          </a:p>
        </p:txBody>
      </p:sp>
      <p:cxnSp>
        <p:nvCxnSpPr>
          <p:cNvPr id="33" name="Straight Connector 32">
            <a:extLst>
              <a:ext uri="{FF2B5EF4-FFF2-40B4-BE49-F238E27FC236}">
                <a16:creationId xmlns:a16="http://schemas.microsoft.com/office/drawing/2014/main" id="{6F15E4FA-790A-F9EC-7BF0-34B9FC153D6B}"/>
              </a:ext>
            </a:extLst>
          </p:cNvPr>
          <p:cNvCxnSpPr/>
          <p:nvPr/>
        </p:nvCxnSpPr>
        <p:spPr bwMode="auto">
          <a:xfrm>
            <a:off x="8686800" y="803458"/>
            <a:ext cx="0" cy="5769084"/>
          </a:xfrm>
          <a:prstGeom prst="line">
            <a:avLst/>
          </a:prstGeom>
          <a:solidFill>
            <a:schemeClr val="accent1"/>
          </a:solidFill>
          <a:ln w="9525" cap="flat" cmpd="sng" algn="ctr">
            <a:solidFill>
              <a:schemeClr val="bg1">
                <a:lumMod val="50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Rectangle 4">
            <a:extLst>
              <a:ext uri="{FF2B5EF4-FFF2-40B4-BE49-F238E27FC236}">
                <a16:creationId xmlns:a16="http://schemas.microsoft.com/office/drawing/2014/main" id="{20FA2408-BE60-D965-0D4C-7231815CEFE4}"/>
              </a:ext>
            </a:extLst>
          </p:cNvPr>
          <p:cNvSpPr/>
          <p:nvPr/>
        </p:nvSpPr>
        <p:spPr bwMode="auto">
          <a:xfrm>
            <a:off x="8866104" y="4705641"/>
            <a:ext cx="967352" cy="877725"/>
          </a:xfrm>
          <a:prstGeom prst="rect">
            <a:avLst/>
          </a:prstGeom>
          <a:solidFill>
            <a:srgbClr val="FF0000"/>
          </a:solidFill>
          <a:ln w="9525" cap="flat" cmpd="sng" algn="ctr">
            <a:solidFill>
              <a:schemeClr val="tx2">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50000"/>
              </a:lnSpc>
              <a:spcBef>
                <a:spcPct val="0"/>
              </a:spcBef>
              <a:spcAft>
                <a:spcPct val="0"/>
              </a:spcAft>
              <a:buClr>
                <a:schemeClr val="accent6">
                  <a:lumMod val="50000"/>
                </a:schemeClr>
              </a:buClr>
              <a:buSzTx/>
              <a:tabLst/>
            </a:pPr>
            <a:r>
              <a:rPr lang="en-US" sz="1500" b="1" dirty="0">
                <a:solidFill>
                  <a:schemeClr val="bg1"/>
                </a:solidFill>
                <a:latin typeface="Verdana"/>
                <a:ea typeface="Verdana"/>
                <a:cs typeface="Arial"/>
              </a:rPr>
              <a:t>76</a:t>
            </a:r>
            <a:endParaRPr kumimoji="0" lang="en-US" sz="700" i="0" u="none" strike="noStrike" cap="none" normalizeH="0" baseline="0" dirty="0">
              <a:ln>
                <a:noFill/>
              </a:ln>
              <a:solidFill>
                <a:schemeClr val="bg1"/>
              </a:solidFill>
              <a:effectLst/>
              <a:latin typeface="Verdana" panose="020B0604030504040204" pitchFamily="34" charset="0"/>
              <a:ea typeface="Verdana" panose="020B0604030504040204" pitchFamily="34" charset="0"/>
            </a:endParaRPr>
          </a:p>
        </p:txBody>
      </p:sp>
      <p:sp>
        <p:nvSpPr>
          <p:cNvPr id="7" name="Rectangle 6">
            <a:extLst>
              <a:ext uri="{FF2B5EF4-FFF2-40B4-BE49-F238E27FC236}">
                <a16:creationId xmlns:a16="http://schemas.microsoft.com/office/drawing/2014/main" id="{100AB1AC-9A03-2768-FBA8-FD36E7E4D202}"/>
              </a:ext>
            </a:extLst>
          </p:cNvPr>
          <p:cNvSpPr/>
          <p:nvPr/>
        </p:nvSpPr>
        <p:spPr bwMode="auto">
          <a:xfrm>
            <a:off x="9833456" y="4786844"/>
            <a:ext cx="907505" cy="796522"/>
          </a:xfrm>
          <a:prstGeom prst="rect">
            <a:avLst/>
          </a:prstGeom>
          <a:solidFill>
            <a:srgbClr val="E6B135"/>
          </a:solidFill>
          <a:ln w="9525" cap="flat" cmpd="sng" algn="ctr">
            <a:solidFill>
              <a:srgbClr val="DF9D34"/>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50000"/>
              </a:lnSpc>
              <a:spcBef>
                <a:spcPct val="0"/>
              </a:spcBef>
              <a:spcAft>
                <a:spcPct val="0"/>
              </a:spcAft>
              <a:buClr>
                <a:schemeClr val="accent6">
                  <a:lumMod val="50000"/>
                </a:schemeClr>
              </a:buClr>
              <a:buSzTx/>
              <a:tabLst/>
            </a:pPr>
            <a:r>
              <a:rPr lang="en-US" sz="1500" b="1" dirty="0">
                <a:latin typeface="Verdana"/>
                <a:ea typeface="Verdana"/>
                <a:cs typeface="Arial"/>
              </a:rPr>
              <a:t>534</a:t>
            </a:r>
            <a:endParaRPr kumimoji="0" lang="en-US" sz="700" i="0" u="none" strike="noStrike" cap="none" normalizeH="0" baseline="0" dirty="0">
              <a:ln>
                <a:noFill/>
              </a:ln>
              <a:effectLst/>
              <a:latin typeface="Verdana" panose="020B0604030504040204" pitchFamily="34" charset="0"/>
              <a:ea typeface="Verdana" panose="020B0604030504040204" pitchFamily="34" charset="0"/>
            </a:endParaRPr>
          </a:p>
        </p:txBody>
      </p:sp>
      <p:sp>
        <p:nvSpPr>
          <p:cNvPr id="8" name="Rectangle 7">
            <a:extLst>
              <a:ext uri="{FF2B5EF4-FFF2-40B4-BE49-F238E27FC236}">
                <a16:creationId xmlns:a16="http://schemas.microsoft.com/office/drawing/2014/main" id="{AF3B9106-AD99-FD53-A1A7-4C74D39141EA}"/>
              </a:ext>
            </a:extLst>
          </p:cNvPr>
          <p:cNvSpPr/>
          <p:nvPr/>
        </p:nvSpPr>
        <p:spPr bwMode="auto">
          <a:xfrm>
            <a:off x="10740961" y="4912923"/>
            <a:ext cx="845346" cy="670443"/>
          </a:xfrm>
          <a:prstGeom prst="rect">
            <a:avLst/>
          </a:prstGeom>
          <a:solidFill>
            <a:srgbClr val="89D78D"/>
          </a:solidFill>
          <a:ln w="9525" cap="flat" cmpd="sng" algn="ctr">
            <a:solidFill>
              <a:srgbClr val="92D05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R="0" algn="ctr" defTabSz="914400" rtl="0" eaLnBrk="1" fontAlgn="base" latinLnBrk="0" hangingPunct="1">
              <a:lnSpc>
                <a:spcPct val="150000"/>
              </a:lnSpc>
              <a:spcBef>
                <a:spcPct val="0"/>
              </a:spcBef>
              <a:spcAft>
                <a:spcPct val="0"/>
              </a:spcAft>
              <a:buClr>
                <a:schemeClr val="accent5">
                  <a:lumMod val="50000"/>
                  <a:lumOff val="50000"/>
                </a:schemeClr>
              </a:buClr>
              <a:buSzTx/>
              <a:tabLst/>
            </a:pPr>
            <a:r>
              <a:rPr lang="en-US" sz="1500" b="1" dirty="0">
                <a:latin typeface="Verdana" panose="020B0604030504040204" pitchFamily="34" charset="0"/>
                <a:ea typeface="Verdana" panose="020B0604030504040204" pitchFamily="34" charset="0"/>
              </a:rPr>
              <a:t>188</a:t>
            </a:r>
            <a:endParaRPr kumimoji="0" lang="en-US" sz="700" i="0" u="none" strike="noStrike" cap="none" normalizeH="0" baseline="0" dirty="0">
              <a:ln>
                <a:noFill/>
              </a:ln>
              <a:effectLst/>
              <a:latin typeface="Verdana" panose="020B0604030504040204" pitchFamily="34" charset="0"/>
              <a:ea typeface="Verdana" panose="020B0604030504040204" pitchFamily="34" charset="0"/>
            </a:endParaRPr>
          </a:p>
        </p:txBody>
      </p:sp>
      <p:cxnSp>
        <p:nvCxnSpPr>
          <p:cNvPr id="9" name="Straight Connector 8">
            <a:extLst>
              <a:ext uri="{FF2B5EF4-FFF2-40B4-BE49-F238E27FC236}">
                <a16:creationId xmlns:a16="http://schemas.microsoft.com/office/drawing/2014/main" id="{F1DFBEEC-7032-7CAE-ACBC-68B527D6C0D8}"/>
              </a:ext>
            </a:extLst>
          </p:cNvPr>
          <p:cNvCxnSpPr/>
          <p:nvPr/>
        </p:nvCxnSpPr>
        <p:spPr bwMode="auto">
          <a:xfrm flipH="1" flipV="1">
            <a:off x="8686800" y="3597524"/>
            <a:ext cx="3124200" cy="10199"/>
          </a:xfrm>
          <a:prstGeom prst="line">
            <a:avLst/>
          </a:prstGeom>
          <a:solidFill>
            <a:schemeClr val="accent1"/>
          </a:solidFill>
          <a:ln w="9525" cap="flat" cmpd="sng" algn="ctr">
            <a:solidFill>
              <a:schemeClr val="bg1">
                <a:lumMod val="50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TextBox 36">
            <a:extLst>
              <a:ext uri="{FF2B5EF4-FFF2-40B4-BE49-F238E27FC236}">
                <a16:creationId xmlns:a16="http://schemas.microsoft.com/office/drawing/2014/main" id="{0C0FDD80-EAF5-9B30-328D-7CC75BC6518C}"/>
              </a:ext>
            </a:extLst>
          </p:cNvPr>
          <p:cNvSpPr txBox="1"/>
          <p:nvPr/>
        </p:nvSpPr>
        <p:spPr>
          <a:xfrm>
            <a:off x="6660206" y="5983278"/>
            <a:ext cx="332142" cy="230832"/>
          </a:xfrm>
          <a:prstGeom prst="rect">
            <a:avLst/>
          </a:prstGeom>
          <a:noFill/>
        </p:spPr>
        <p:txBody>
          <a:bodyPr wrap="none" rtlCol="0" anchor="t">
            <a:spAutoFit/>
          </a:bodyPr>
          <a:lstStyle/>
          <a:p>
            <a:r>
              <a:rPr lang="en-US" sz="900">
                <a:solidFill>
                  <a:schemeClr val="bg1"/>
                </a:solidFill>
                <a:latin typeface="Verdana" panose="020B0604030504040204" pitchFamily="34" charset="0"/>
                <a:ea typeface="Verdana" panose="020B0604030504040204" pitchFamily="34" charset="0"/>
              </a:rPr>
              <a:t>12</a:t>
            </a:r>
          </a:p>
        </p:txBody>
      </p:sp>
      <p:sp>
        <p:nvSpPr>
          <p:cNvPr id="4" name="Arrow: Left 3">
            <a:extLst>
              <a:ext uri="{FF2B5EF4-FFF2-40B4-BE49-F238E27FC236}">
                <a16:creationId xmlns:a16="http://schemas.microsoft.com/office/drawing/2014/main" id="{EA4B1C5D-2630-214A-80A0-D10E6472B4FC}"/>
              </a:ext>
            </a:extLst>
          </p:cNvPr>
          <p:cNvSpPr/>
          <p:nvPr/>
        </p:nvSpPr>
        <p:spPr bwMode="auto">
          <a:xfrm>
            <a:off x="8757332" y="1364701"/>
            <a:ext cx="3053668" cy="685800"/>
          </a:xfrm>
          <a:prstGeom prst="leftArrow">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0" tIns="45720" rIns="0" bIns="45720" numCol="1" rtlCol="0" anchor="ctr" anchorCtr="0" compatLnSpc="1">
            <a:prstTxWarp prst="textNoShape">
              <a:avLst/>
            </a:prstTxWarp>
          </a:bodyPr>
          <a:lstStyle/>
          <a:p>
            <a:pPr algn="just"/>
            <a:r>
              <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Management Actions* </a:t>
            </a:r>
            <a:r>
              <a:rPr lang="en-US" sz="900" b="1" dirty="0">
                <a:latin typeface="Verdana" panose="020B0604030504040204" pitchFamily="34" charset="0"/>
                <a:ea typeface="Verdana" panose="020B0604030504040204" pitchFamily="34" charset="0"/>
              </a:rPr>
              <a:t>released</a:t>
            </a:r>
            <a:r>
              <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- 2025 YTD</a:t>
            </a:r>
          </a:p>
        </p:txBody>
      </p:sp>
      <p:sp>
        <p:nvSpPr>
          <p:cNvPr id="13" name="Arrow: Right 12">
            <a:extLst>
              <a:ext uri="{FF2B5EF4-FFF2-40B4-BE49-F238E27FC236}">
                <a16:creationId xmlns:a16="http://schemas.microsoft.com/office/drawing/2014/main" id="{E2C519AD-1987-C180-16A6-58EF9877F3E4}"/>
              </a:ext>
            </a:extLst>
          </p:cNvPr>
          <p:cNvSpPr/>
          <p:nvPr/>
        </p:nvSpPr>
        <p:spPr bwMode="auto">
          <a:xfrm>
            <a:off x="8800514" y="3862343"/>
            <a:ext cx="2901566" cy="685800"/>
          </a:xfrm>
          <a:prstGeom prst="rightArrow">
            <a:avLst/>
          </a:prstGeom>
          <a:solidFill>
            <a:schemeClr val="bg1">
              <a:lumMod val="7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Management Actions* </a:t>
            </a:r>
            <a:r>
              <a:rPr lang="en-US" sz="900" b="1" dirty="0">
                <a:latin typeface="Verdana" panose="020B0604030504040204" pitchFamily="34" charset="0"/>
                <a:ea typeface="Verdana" panose="020B0604030504040204" pitchFamily="34" charset="0"/>
              </a:rPr>
              <a:t>closed</a:t>
            </a:r>
            <a:r>
              <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a:t>
            </a:r>
            <a:r>
              <a:rPr lang="en-US" sz="900" b="1" dirty="0">
                <a:latin typeface="Verdana" panose="020B0604030504040204" pitchFamily="34" charset="0"/>
                <a:ea typeface="Verdana" panose="020B0604030504040204" pitchFamily="34" charset="0"/>
              </a:rPr>
              <a:t>-</a:t>
            </a:r>
            <a:r>
              <a:rPr kumimoji="0" lang="en-US" sz="900" b="1" i="0" u="none" strike="noStrike" cap="none" normalizeH="0" baseline="0" dirty="0">
                <a:ln>
                  <a:noFill/>
                </a:ln>
                <a:solidFill>
                  <a:schemeClr val="tx1"/>
                </a:solidFill>
                <a:effectLst/>
                <a:latin typeface="Verdana" panose="020B0604030504040204" pitchFamily="34" charset="0"/>
                <a:ea typeface="Verdana" panose="020B0604030504040204" pitchFamily="34" charset="0"/>
              </a:rPr>
              <a:t> 2025 YTD</a:t>
            </a:r>
          </a:p>
        </p:txBody>
      </p:sp>
      <p:sp>
        <p:nvSpPr>
          <p:cNvPr id="3" name="TextBox 2">
            <a:extLst>
              <a:ext uri="{FF2B5EF4-FFF2-40B4-BE49-F238E27FC236}">
                <a16:creationId xmlns:a16="http://schemas.microsoft.com/office/drawing/2014/main" id="{12D25B6C-1ED9-8AE8-0AAD-C0EE1F48C04E}"/>
              </a:ext>
            </a:extLst>
          </p:cNvPr>
          <p:cNvSpPr txBox="1"/>
          <p:nvPr/>
        </p:nvSpPr>
        <p:spPr>
          <a:xfrm>
            <a:off x="10666654" y="6318714"/>
            <a:ext cx="1268296" cy="246221"/>
          </a:xfrm>
          <a:prstGeom prst="rect">
            <a:avLst/>
          </a:prstGeom>
          <a:noFill/>
        </p:spPr>
        <p:txBody>
          <a:bodyPr wrap="none" lIns="91440" tIns="45720" rIns="91440" bIns="45720" rtlCol="0" anchor="t">
            <a:spAutoFit/>
          </a:bodyPr>
          <a:lstStyle/>
          <a:p>
            <a:r>
              <a:rPr lang="en-US" sz="1000" dirty="0">
                <a:latin typeface="Calibri"/>
                <a:ea typeface="Calibri"/>
                <a:cs typeface="Arial"/>
              </a:rPr>
              <a:t>Data as of 05-Dec-25</a:t>
            </a:r>
            <a:endParaRPr lang="en-US" sz="1000" dirty="0">
              <a:latin typeface="Calibri" panose="020F0502020204030204" pitchFamily="34" charset="0"/>
            </a:endParaRPr>
          </a:p>
        </p:txBody>
      </p:sp>
      <p:sp>
        <p:nvSpPr>
          <p:cNvPr id="11" name="Action Button: Return 10">
            <a:hlinkClick r:id="rId4" action="ppaction://hlinksldjump" highlightClick="1"/>
            <a:extLst>
              <a:ext uri="{FF2B5EF4-FFF2-40B4-BE49-F238E27FC236}">
                <a16:creationId xmlns:a16="http://schemas.microsoft.com/office/drawing/2014/main" id="{091D88C7-3FDF-8F69-D67F-4EED2BF8D2E1}"/>
              </a:ext>
            </a:extLst>
          </p:cNvPr>
          <p:cNvSpPr/>
          <p:nvPr/>
        </p:nvSpPr>
        <p:spPr bwMode="auto">
          <a:xfrm>
            <a:off x="11702080" y="6620987"/>
            <a:ext cx="211853" cy="152400"/>
          </a:xfrm>
          <a:prstGeom prst="actionButtonReturn">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AE" sz="1900" b="0" i="0" u="none" strike="noStrike" cap="none" normalizeH="0" baseline="0">
              <a:ln>
                <a:noFill/>
              </a:ln>
              <a:solidFill>
                <a:schemeClr val="tx1"/>
              </a:solidFill>
              <a:effectLst/>
              <a:latin typeface="Arial" charset="0"/>
            </a:endParaRPr>
          </a:p>
        </p:txBody>
      </p:sp>
      <p:sp>
        <p:nvSpPr>
          <p:cNvPr id="12" name="TextBox 11">
            <a:extLst>
              <a:ext uri="{FF2B5EF4-FFF2-40B4-BE49-F238E27FC236}">
                <a16:creationId xmlns:a16="http://schemas.microsoft.com/office/drawing/2014/main" id="{DF03E7CF-0F96-B682-4819-ADD54FE27639}"/>
              </a:ext>
            </a:extLst>
          </p:cNvPr>
          <p:cNvSpPr txBox="1"/>
          <p:nvPr/>
        </p:nvSpPr>
        <p:spPr>
          <a:xfrm>
            <a:off x="3368998" y="4205243"/>
            <a:ext cx="397997" cy="200055"/>
          </a:xfrm>
          <a:prstGeom prst="rect">
            <a:avLst/>
          </a:prstGeom>
          <a:solidFill>
            <a:schemeClr val="bg1"/>
          </a:solidFill>
        </p:spPr>
        <p:txBody>
          <a:bodyPr wrap="square" lIns="91440" tIns="45720" rIns="91440" bIns="45720" rtlCol="0" anchor="t">
            <a:spAutoFit/>
          </a:bodyPr>
          <a:lstStyle/>
          <a:p>
            <a:pPr algn="r"/>
            <a:r>
              <a:rPr lang="en-US" sz="700" b="1" dirty="0">
                <a:latin typeface="Verdana"/>
                <a:ea typeface="Verdana"/>
                <a:cs typeface="Arial"/>
              </a:rPr>
              <a:t>RBD</a:t>
            </a:r>
          </a:p>
        </p:txBody>
      </p:sp>
      <p:sp>
        <p:nvSpPr>
          <p:cNvPr id="23" name="TextBox 22">
            <a:extLst>
              <a:ext uri="{FF2B5EF4-FFF2-40B4-BE49-F238E27FC236}">
                <a16:creationId xmlns:a16="http://schemas.microsoft.com/office/drawing/2014/main" id="{9FF1A4BF-330B-89B4-F9BD-A42527BB866C}"/>
              </a:ext>
            </a:extLst>
          </p:cNvPr>
          <p:cNvSpPr txBox="1"/>
          <p:nvPr/>
        </p:nvSpPr>
        <p:spPr>
          <a:xfrm flipH="1">
            <a:off x="563881" y="6020537"/>
            <a:ext cx="45719" cy="276999"/>
          </a:xfrm>
          <a:prstGeom prst="rect">
            <a:avLst/>
          </a:prstGeom>
          <a:noFill/>
        </p:spPr>
        <p:txBody>
          <a:bodyPr wrap="square" rtlCol="0" anchor="t">
            <a:spAutoFit/>
          </a:bodyPr>
          <a:lstStyle/>
          <a:p>
            <a:pPr algn="r"/>
            <a:endParaRPr lang="en-US" sz="1200" b="1">
              <a:solidFill>
                <a:srgbClr val="FF0000"/>
              </a:solidFill>
              <a:latin typeface="Calibri" panose="020F0502020204030204" pitchFamily="34" charset="0"/>
            </a:endParaRPr>
          </a:p>
        </p:txBody>
      </p:sp>
      <p:sp>
        <p:nvSpPr>
          <p:cNvPr id="2" name="Rectangle 1">
            <a:extLst>
              <a:ext uri="{FF2B5EF4-FFF2-40B4-BE49-F238E27FC236}">
                <a16:creationId xmlns:a16="http://schemas.microsoft.com/office/drawing/2014/main" id="{2D28A10B-8FD3-0965-613E-C1265E3059C7}"/>
              </a:ext>
            </a:extLst>
          </p:cNvPr>
          <p:cNvSpPr/>
          <p:nvPr/>
        </p:nvSpPr>
        <p:spPr bwMode="auto">
          <a:xfrm>
            <a:off x="257050" y="803458"/>
            <a:ext cx="11677900" cy="5769084"/>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900" b="0" i="0" u="none" strike="noStrike" cap="none" normalizeH="0" baseline="0">
              <a:ln>
                <a:noFill/>
              </a:ln>
              <a:solidFill>
                <a:schemeClr val="tx1"/>
              </a:solidFill>
              <a:effectLst/>
              <a:latin typeface="Verdana" panose="020B0604030504040204" pitchFamily="34" charset="0"/>
              <a:ea typeface="Verdana" panose="020B0604030504040204" pitchFamily="34" charset="0"/>
            </a:endParaRPr>
          </a:p>
        </p:txBody>
      </p:sp>
      <p:sp>
        <p:nvSpPr>
          <p:cNvPr id="14" name="TextBox 13">
            <a:extLst>
              <a:ext uri="{FF2B5EF4-FFF2-40B4-BE49-F238E27FC236}">
                <a16:creationId xmlns:a16="http://schemas.microsoft.com/office/drawing/2014/main" id="{42BF6B89-0BFE-6DE7-9942-54349C77486C}"/>
              </a:ext>
            </a:extLst>
          </p:cNvPr>
          <p:cNvSpPr txBox="1"/>
          <p:nvPr/>
        </p:nvSpPr>
        <p:spPr>
          <a:xfrm>
            <a:off x="8670598" y="5797152"/>
            <a:ext cx="3264352" cy="415498"/>
          </a:xfrm>
          <a:prstGeom prst="rect">
            <a:avLst/>
          </a:prstGeom>
          <a:noFill/>
          <a:ln>
            <a:solidFill>
              <a:schemeClr val="tx1">
                <a:lumMod val="90000"/>
                <a:lumOff val="10000"/>
              </a:schemeClr>
            </a:solidFill>
          </a:ln>
        </p:spPr>
        <p:txBody>
          <a:bodyPr wrap="square" lIns="91440" tIns="45720" rIns="91440" bIns="45720" rtlCol="0" anchor="t">
            <a:spAutoFit/>
          </a:bodyPr>
          <a:lstStyle/>
          <a:p>
            <a:pPr algn="just"/>
            <a:r>
              <a:rPr lang="en-US" sz="700" dirty="0">
                <a:solidFill>
                  <a:schemeClr val="bg2"/>
                </a:solidFill>
                <a:latin typeface="Verdana" panose="020B0604030504040204" pitchFamily="34" charset="0"/>
                <a:ea typeface="Verdana" panose="020B0604030504040204" pitchFamily="34" charset="0"/>
                <a:cs typeface="Arial"/>
              </a:rPr>
              <a:t>* Actions excludes those related to </a:t>
            </a:r>
            <a:r>
              <a:rPr lang="en-US" sz="700" dirty="0" err="1">
                <a:solidFill>
                  <a:schemeClr val="bg2"/>
                </a:solidFill>
                <a:latin typeface="Verdana" panose="020B0604030504040204" pitchFamily="34" charset="0"/>
                <a:ea typeface="Verdana" panose="020B0604030504040204" pitchFamily="34" charset="0"/>
                <a:cs typeface="Arial"/>
              </a:rPr>
              <a:t>RAKislamic</a:t>
            </a:r>
            <a:r>
              <a:rPr lang="en-US" sz="700" dirty="0">
                <a:solidFill>
                  <a:schemeClr val="bg2"/>
                </a:solidFill>
                <a:latin typeface="Verdana" panose="020B0604030504040204" pitchFamily="34" charset="0"/>
                <a:ea typeface="Verdana" panose="020B0604030504040204" pitchFamily="34" charset="0"/>
                <a:cs typeface="Arial"/>
              </a:rPr>
              <a:t> and RAKINSURANCE divisions, and Audit Reports </a:t>
            </a:r>
            <a:r>
              <a:rPr lang="en-US" sz="700">
                <a:solidFill>
                  <a:schemeClr val="bg2"/>
                </a:solidFill>
                <a:latin typeface="Verdana" panose="020B0604030504040204" pitchFamily="34" charset="0"/>
                <a:ea typeface="Verdana" panose="020B0604030504040204" pitchFamily="34" charset="0"/>
                <a:cs typeface="Arial"/>
              </a:rPr>
              <a:t>recently released including </a:t>
            </a:r>
            <a:r>
              <a:rPr lang="en-US" sz="700" dirty="0">
                <a:solidFill>
                  <a:schemeClr val="bg2"/>
                </a:solidFill>
                <a:latin typeface="Verdana" panose="020B0604030504040204" pitchFamily="34" charset="0"/>
                <a:ea typeface="Verdana" panose="020B0604030504040204" pitchFamily="34" charset="0"/>
                <a:cs typeface="Arial"/>
              </a:rPr>
              <a:t>actions from GIA audits; AFIs and unrated actions are also excluded.</a:t>
            </a:r>
            <a:endParaRPr lang="en-US" sz="700" dirty="0">
              <a:solidFill>
                <a:schemeClr val="bg2"/>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1562787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84716-A0B5-C219-7DC0-98491E70316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2D3DC4C-A6FE-96AE-F30F-1B381AEFB375}"/>
              </a:ext>
            </a:extLst>
          </p:cNvPr>
          <p:cNvSpPr>
            <a:spLocks noGrp="1"/>
          </p:cNvSpPr>
          <p:nvPr>
            <p:ph type="sldNum" sz="quarter" idx="4"/>
          </p:nvPr>
        </p:nvSpPr>
        <p:spPr>
          <a:xfrm>
            <a:off x="11582400" y="6626274"/>
            <a:ext cx="914400" cy="233749"/>
          </a:xfrm>
        </p:spPr>
        <p:txBody>
          <a:bodyPr/>
          <a:lstStyle/>
          <a:p>
            <a:pPr>
              <a:defRPr/>
            </a:pPr>
            <a:fld id="{6516E9BE-843C-4425-80E4-36155279AD5E}" type="slidenum">
              <a:rPr lang="en-GB" noProof="0" smtClean="0"/>
              <a:pPr>
                <a:defRPr/>
              </a:pPr>
              <a:t>13</a:t>
            </a:fld>
            <a:endParaRPr lang="en-GB" noProof="0"/>
          </a:p>
        </p:txBody>
      </p:sp>
      <p:graphicFrame>
        <p:nvGraphicFramePr>
          <p:cNvPr id="7" name="Table 6">
            <a:extLst>
              <a:ext uri="{FF2B5EF4-FFF2-40B4-BE49-F238E27FC236}">
                <a16:creationId xmlns:a16="http://schemas.microsoft.com/office/drawing/2014/main" id="{6B843121-4BE6-9373-8BE4-207E0DFC1E3C}"/>
              </a:ext>
            </a:extLst>
          </p:cNvPr>
          <p:cNvGraphicFramePr>
            <a:graphicFrameLocks noGrp="1"/>
          </p:cNvGraphicFramePr>
          <p:nvPr>
            <p:extLst>
              <p:ext uri="{D42A27DB-BD31-4B8C-83A1-F6EECF244321}">
                <p14:modId xmlns:p14="http://schemas.microsoft.com/office/powerpoint/2010/main" val="3955838742"/>
              </p:ext>
            </p:extLst>
          </p:nvPr>
        </p:nvGraphicFramePr>
        <p:xfrm>
          <a:off x="419098" y="658365"/>
          <a:ext cx="11320273" cy="1789395"/>
        </p:xfrm>
        <a:graphic>
          <a:graphicData uri="http://schemas.openxmlformats.org/drawingml/2006/table">
            <a:tbl>
              <a:tblPr/>
              <a:tblGrid>
                <a:gridCol w="418944">
                  <a:extLst>
                    <a:ext uri="{9D8B030D-6E8A-4147-A177-3AD203B41FA5}">
                      <a16:colId xmlns:a16="http://schemas.microsoft.com/office/drawing/2014/main" val="20000"/>
                    </a:ext>
                  </a:extLst>
                </a:gridCol>
                <a:gridCol w="1786065">
                  <a:extLst>
                    <a:ext uri="{9D8B030D-6E8A-4147-A177-3AD203B41FA5}">
                      <a16:colId xmlns:a16="http://schemas.microsoft.com/office/drawing/2014/main" val="20001"/>
                    </a:ext>
                  </a:extLst>
                </a:gridCol>
                <a:gridCol w="2004503">
                  <a:extLst>
                    <a:ext uri="{9D8B030D-6E8A-4147-A177-3AD203B41FA5}">
                      <a16:colId xmlns:a16="http://schemas.microsoft.com/office/drawing/2014/main" val="20002"/>
                    </a:ext>
                  </a:extLst>
                </a:gridCol>
                <a:gridCol w="3244991">
                  <a:extLst>
                    <a:ext uri="{9D8B030D-6E8A-4147-A177-3AD203B41FA5}">
                      <a16:colId xmlns:a16="http://schemas.microsoft.com/office/drawing/2014/main" val="20003"/>
                    </a:ext>
                  </a:extLst>
                </a:gridCol>
                <a:gridCol w="1849261">
                  <a:extLst>
                    <a:ext uri="{9D8B030D-6E8A-4147-A177-3AD203B41FA5}">
                      <a16:colId xmlns:a16="http://schemas.microsoft.com/office/drawing/2014/main" val="20004"/>
                    </a:ext>
                  </a:extLst>
                </a:gridCol>
                <a:gridCol w="2016509">
                  <a:extLst>
                    <a:ext uri="{9D8B030D-6E8A-4147-A177-3AD203B41FA5}">
                      <a16:colId xmlns:a16="http://schemas.microsoft.com/office/drawing/2014/main" val="20005"/>
                    </a:ext>
                  </a:extLst>
                </a:gridCol>
              </a:tblGrid>
              <a:tr h="426195">
                <a:tc>
                  <a:txBody>
                    <a:bodyPr/>
                    <a:lstStyle/>
                    <a:p>
                      <a:pPr marL="91440" indent="0" algn="ctr" fontAlgn="ctr"/>
                      <a:r>
                        <a:rPr lang="en-US" sz="1000" b="1" i="0" u="none" strike="noStrike">
                          <a:solidFill>
                            <a:srgbClr val="FFFFFF"/>
                          </a:solidFill>
                          <a:effectLst/>
                          <a:latin typeface="Verdana"/>
                          <a:ea typeface="Verdana"/>
                          <a:cs typeface="Verdana" panose="020B0604030504040204" pitchFamily="34" charset="0"/>
                        </a:rPr>
                        <a:t>S#</a:t>
                      </a:r>
                    </a:p>
                  </a:txBody>
                  <a:tcPr marL="5052" marR="5052" marT="505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0170" indent="0" algn="ctr" fontAlgn="ctr"/>
                      <a:r>
                        <a:rPr lang="en-US" sz="1000" b="1" i="0" u="none" strike="noStrike">
                          <a:solidFill>
                            <a:srgbClr val="FFFFFF"/>
                          </a:solidFill>
                          <a:effectLst/>
                          <a:latin typeface="Verdana"/>
                          <a:ea typeface="Verdana"/>
                          <a:cs typeface="Verdana" panose="020B0604030504040204" pitchFamily="34" charset="0"/>
                        </a:rPr>
                        <a:t>Audit Name</a:t>
                      </a:r>
                    </a:p>
                  </a:txBody>
                  <a:tcPr marL="5052" marR="5052" marT="505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indent="58420" algn="ctr" fontAlgn="ctr"/>
                      <a:r>
                        <a:rPr lang="en-US" sz="1000" b="1" i="0" u="none" strike="noStrike">
                          <a:solidFill>
                            <a:srgbClr val="FFFFFF"/>
                          </a:solidFill>
                          <a:effectLst/>
                          <a:latin typeface="Verdana"/>
                          <a:ea typeface="Verdana"/>
                          <a:cs typeface="Verdana" panose="020B0604030504040204" pitchFamily="34" charset="0"/>
                        </a:rPr>
                        <a:t>Issue</a:t>
                      </a:r>
                    </a:p>
                  </a:txBody>
                  <a:tcPr marL="5052" marR="5052" marT="505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lvl="0" indent="58420" algn="ctr" rtl="0" fontAlgn="ctr"/>
                      <a:r>
                        <a:rPr lang="en-US" sz="1000" b="1" i="0" u="none" strike="noStrike">
                          <a:solidFill>
                            <a:srgbClr val="FFFFFF"/>
                          </a:solidFill>
                          <a:effectLst/>
                          <a:latin typeface="Verdana"/>
                          <a:ea typeface="Verdana"/>
                          <a:cs typeface="Verdana" panose="020B0604030504040204" pitchFamily="34" charset="0"/>
                        </a:rPr>
                        <a:t>Management</a:t>
                      </a:r>
                      <a:r>
                        <a:rPr lang="en-US" sz="1000" b="1" i="0" u="none" strike="noStrike" baseline="0">
                          <a:solidFill>
                            <a:srgbClr val="FFFFFF"/>
                          </a:solidFill>
                          <a:effectLst/>
                          <a:latin typeface="Verdana"/>
                          <a:ea typeface="Verdana"/>
                          <a:cs typeface="Verdana" panose="020B0604030504040204" pitchFamily="34" charset="0"/>
                        </a:rPr>
                        <a:t> Action Summary</a:t>
                      </a:r>
                      <a:endParaRPr lang="en-US" sz="1000" b="1" i="0" u="none" strike="noStrike" baseline="30000">
                        <a:solidFill>
                          <a:srgbClr val="FFFFFF"/>
                        </a:solidFill>
                        <a:effectLst/>
                        <a:latin typeface="Verdana"/>
                        <a:ea typeface="Verdana"/>
                        <a:cs typeface="Verdana" panose="020B0604030504040204" pitchFamily="34" charset="0"/>
                      </a:endParaRPr>
                    </a:p>
                  </a:txBody>
                  <a:tcPr marL="0" marT="505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algn="ctr" fontAlgn="ctr"/>
                      <a:r>
                        <a:rPr lang="en-US" sz="1000" b="1" i="0" u="none" strike="noStrike">
                          <a:solidFill>
                            <a:srgbClr val="FFFFFF"/>
                          </a:solidFill>
                          <a:effectLst/>
                          <a:latin typeface="Verdana"/>
                          <a:ea typeface="Verdana"/>
                          <a:cs typeface="Verdana" panose="020B0604030504040204" pitchFamily="34" charset="0"/>
                        </a:rPr>
                        <a:t>Owner &amp; </a:t>
                      </a:r>
                    </a:p>
                    <a:p>
                      <a:pPr marL="91440" algn="ctr" fontAlgn="ctr"/>
                      <a:r>
                        <a:rPr lang="en-US" sz="1000" b="1" i="0" u="none" strike="noStrike">
                          <a:solidFill>
                            <a:srgbClr val="FFFFFF"/>
                          </a:solidFill>
                          <a:effectLst/>
                          <a:latin typeface="Verdana"/>
                          <a:ea typeface="Verdana"/>
                          <a:cs typeface="Verdana" panose="020B0604030504040204" pitchFamily="34" charset="0"/>
                        </a:rPr>
                        <a:t>Last</a:t>
                      </a:r>
                      <a:r>
                        <a:rPr lang="en-US" sz="1000" b="1" i="0" u="none" strike="noStrike" baseline="0">
                          <a:solidFill>
                            <a:srgbClr val="FFFFFF"/>
                          </a:solidFill>
                          <a:effectLst/>
                          <a:latin typeface="Verdana"/>
                          <a:ea typeface="Verdana"/>
                          <a:cs typeface="Verdana" panose="020B0604030504040204" pitchFamily="34" charset="0"/>
                        </a:rPr>
                        <a:t> Agreed Date</a:t>
                      </a:r>
                      <a:endParaRPr lang="en-US" sz="1000" b="1" i="0" u="none" strike="noStrike">
                        <a:solidFill>
                          <a:srgbClr val="FFFFFF"/>
                        </a:solidFill>
                        <a:effectLst/>
                        <a:latin typeface="Verdana"/>
                        <a:ea typeface="Verdana"/>
                        <a:cs typeface="Verdana" panose="020B0604030504040204" pitchFamily="34" charset="0"/>
                      </a:endParaRPr>
                    </a:p>
                  </a:txBody>
                  <a:tcPr marL="5052" marR="5052" marT="505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algn="ctr" defTabSz="685817" rtl="0" eaLnBrk="1" fontAlgn="ctr" latinLnBrk="0" hangingPunct="1"/>
                      <a:r>
                        <a:rPr lang="en-US" sz="1000" b="1" i="0" u="none" strike="noStrike" kern="1200" dirty="0">
                          <a:solidFill>
                            <a:srgbClr val="FFFFFF"/>
                          </a:solidFill>
                          <a:effectLst/>
                          <a:latin typeface="Verdana"/>
                          <a:ea typeface="Verdana"/>
                          <a:cs typeface="+mn-cs"/>
                        </a:rPr>
                        <a:t>Latest Update</a:t>
                      </a:r>
                    </a:p>
                  </a:txBody>
                  <a:tcPr marL="5052" marR="5052" marT="505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1072308">
                <a:tc>
                  <a:txBody>
                    <a:bodyPr/>
                    <a:lstStyle/>
                    <a:p>
                      <a:pPr marL="0" indent="0" algn="ctr" defTabSz="914400" rtl="0" eaLnBrk="1" fontAlgn="ctr" latinLnBrk="0" hangingPunct="1">
                        <a:buFont typeface="+mj-lt"/>
                        <a:buNone/>
                      </a:pPr>
                      <a:r>
                        <a:rPr lang="en-US" sz="1000" b="0" i="0" u="none" strike="noStrike" kern="1200" dirty="0">
                          <a:solidFill>
                            <a:srgbClr val="000000"/>
                          </a:solidFill>
                          <a:effectLst/>
                          <a:latin typeface="Verdana"/>
                          <a:ea typeface="Verdana"/>
                          <a:cs typeface="Verdana" panose="020B0604030504040204" pitchFamily="34" charset="0"/>
                        </a:rPr>
                        <a:t>1</a:t>
                      </a:r>
                    </a:p>
                  </a:txBody>
                  <a:tcPr marL="72000" marR="72000" marT="72000" marB="72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000" b="0" i="0" u="none" strike="noStrike">
                          <a:solidFill>
                            <a:srgbClr val="000000"/>
                          </a:solidFill>
                          <a:effectLst/>
                          <a:latin typeface="Verdana" panose="020B0604030504040204" pitchFamily="34" charset="0"/>
                          <a:ea typeface="Verdana" panose="020B0604030504040204" pitchFamily="34" charset="0"/>
                        </a:rPr>
                        <a:t>Pre-implementation Audit of Middleware and Application Programming Interfaces (APIs)</a:t>
                      </a:r>
                    </a:p>
                    <a:p>
                      <a:pPr algn="l" fontAlgn="b"/>
                      <a:endParaRPr lang="en-US" sz="1000" b="0" i="0" u="none" strike="noStrike">
                        <a:solidFill>
                          <a:srgbClr val="000000"/>
                        </a:solidFill>
                        <a:effectLst/>
                        <a:latin typeface="Verdana" panose="020B0604030504040204" pitchFamily="34" charset="0"/>
                        <a:ea typeface="Verdana" panose="020B0604030504040204" pitchFamily="34" charset="0"/>
                      </a:endParaRPr>
                    </a:p>
                    <a:p>
                      <a:pPr algn="l" fontAlgn="b">
                        <a:spcBef>
                          <a:spcPts val="0"/>
                        </a:spcBef>
                        <a:spcAft>
                          <a:spcPts val="300"/>
                        </a:spcAft>
                      </a:pPr>
                      <a:r>
                        <a:rPr lang="en-US" sz="1000" b="0" i="0" u="none" strike="noStrike">
                          <a:solidFill>
                            <a:srgbClr val="000000"/>
                          </a:solidFill>
                          <a:effectLst/>
                          <a:latin typeface="Verdana" panose="020B0604030504040204" pitchFamily="34" charset="0"/>
                          <a:ea typeface="Verdana" panose="020B0604030504040204" pitchFamily="34" charset="0"/>
                        </a:rPr>
                        <a:t>Report Issue Date:</a:t>
                      </a:r>
                    </a:p>
                    <a:p>
                      <a:pPr algn="l" fontAlgn="b">
                        <a:spcBef>
                          <a:spcPts val="0"/>
                        </a:spcBef>
                        <a:spcAft>
                          <a:spcPts val="300"/>
                        </a:spcAft>
                      </a:pPr>
                      <a:r>
                        <a:rPr lang="en-US" sz="1000" b="0" i="0" u="none" strike="noStrike">
                          <a:solidFill>
                            <a:srgbClr val="000000"/>
                          </a:solidFill>
                          <a:effectLst/>
                          <a:latin typeface="Verdana" panose="020B0604030504040204" pitchFamily="34" charset="0"/>
                          <a:ea typeface="Verdana" panose="020B0604030504040204" pitchFamily="34" charset="0"/>
                        </a:rPr>
                        <a:t>20-Feb-25</a:t>
                      </a:r>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72000" marR="72000" marT="72000" marB="72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685817" rtl="0" eaLnBrk="1" fontAlgn="b"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Verdana"/>
                          <a:ea typeface="Verdana"/>
                          <a:cs typeface="+mn-cs"/>
                        </a:rPr>
                        <a:t>Finding 1 – ARCOS Bypass and Absence of Log Integration</a:t>
                      </a:r>
                    </a:p>
                  </a:txBody>
                  <a:tcPr marL="72000" marR="72000" marT="72000" marB="72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just" defTabSz="685800" rtl="0" eaLnBrk="1" fontAlgn="b" latinLnBrk="0" hangingPunct="1">
                        <a:lnSpc>
                          <a:spcPct val="100000"/>
                        </a:lnSpc>
                        <a:spcBef>
                          <a:spcPts val="0"/>
                        </a:spcBef>
                        <a:spcAft>
                          <a:spcPts val="0"/>
                        </a:spcAft>
                        <a:buClrTx/>
                        <a:buSzTx/>
                        <a:buFontTx/>
                        <a:buNone/>
                        <a:tabLst/>
                        <a:defRPr/>
                      </a:pPr>
                      <a:r>
                        <a:rPr lang="en-US" sz="1000" b="0" i="0" u="none" strike="noStrike" dirty="0">
                          <a:solidFill>
                            <a:srgbClr val="000000"/>
                          </a:solidFill>
                          <a:effectLst/>
                          <a:latin typeface="Verdana"/>
                          <a:ea typeface="Verdana"/>
                        </a:rPr>
                        <a:t>Log retention, extension feasibility and impact are being reviewed in coordination with vendor and internal teams, action plan and remediation timelines will be shared accordingly.</a:t>
                      </a:r>
                    </a:p>
                  </a:txBody>
                  <a:tcPr marL="72000" marR="72000" marT="72000" marB="72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fontAlgn="b"/>
                      <a:r>
                        <a:rPr lang="en-US" sz="1000" b="0" i="0" u="none" strike="noStrike" dirty="0">
                          <a:solidFill>
                            <a:schemeClr val="bg2"/>
                          </a:solidFill>
                          <a:effectLst/>
                          <a:latin typeface="Verdana"/>
                          <a:ea typeface="Verdana"/>
                        </a:rPr>
                        <a:t>Saket Saith;</a:t>
                      </a:r>
                    </a:p>
                    <a:p>
                      <a:pPr algn="ctr" fontAlgn="b"/>
                      <a:r>
                        <a:rPr lang="en-US" sz="1000" b="0" i="0" u="none" strike="noStrike" dirty="0">
                          <a:solidFill>
                            <a:schemeClr val="bg2"/>
                          </a:solidFill>
                          <a:effectLst/>
                          <a:latin typeface="Verdana"/>
                          <a:ea typeface="Verdana"/>
                        </a:rPr>
                        <a:t>Sh. Abdullah A. K. Al Qassemi</a:t>
                      </a:r>
                    </a:p>
                    <a:p>
                      <a:pPr algn="ctr" fontAlgn="b"/>
                      <a:endParaRPr lang="en-US" sz="1000" b="0" i="0" u="none" strike="noStrike" dirty="0">
                        <a:solidFill>
                          <a:schemeClr val="bg2"/>
                        </a:solidFill>
                        <a:effectLst/>
                        <a:latin typeface="Verdana"/>
                        <a:ea typeface="Verdana"/>
                      </a:endParaRPr>
                    </a:p>
                    <a:p>
                      <a:pPr algn="ctr" fontAlgn="b"/>
                      <a:r>
                        <a:rPr lang="en-US" sz="1000" b="0" i="0" u="none" strike="noStrike" dirty="0">
                          <a:solidFill>
                            <a:schemeClr val="bg2"/>
                          </a:solidFill>
                          <a:effectLst/>
                          <a:latin typeface="Verdana" panose="020B0604030504040204" pitchFamily="34" charset="0"/>
                          <a:ea typeface="Verdana" panose="020B0604030504040204" pitchFamily="34" charset="0"/>
                        </a:rPr>
                        <a:t>30-Nov-25</a:t>
                      </a:r>
                    </a:p>
                    <a:p>
                      <a:pPr algn="ctr" fontAlgn="b"/>
                      <a:endParaRPr lang="en-US" sz="1000" b="0" i="0" u="none" strike="noStrike" dirty="0">
                        <a:solidFill>
                          <a:schemeClr val="bg2"/>
                        </a:solidFill>
                        <a:effectLst/>
                        <a:latin typeface="Verdana" panose="020B0604030504040204" pitchFamily="34" charset="0"/>
                        <a:ea typeface="Verdana" panose="020B0604030504040204" pitchFamily="34" charset="0"/>
                      </a:endParaRPr>
                    </a:p>
                    <a:p>
                      <a:pPr algn="ctr" fontAlgn="b"/>
                      <a:r>
                        <a:rPr lang="en-US" sz="1000" b="0" i="0" u="none" strike="noStrike" dirty="0">
                          <a:solidFill>
                            <a:schemeClr val="bg2"/>
                          </a:solidFill>
                          <a:effectLst/>
                          <a:latin typeface="Verdana" panose="020B0604030504040204" pitchFamily="34" charset="0"/>
                          <a:ea typeface="Verdana" panose="020B0604030504040204" pitchFamily="34" charset="0"/>
                        </a:rPr>
                        <a:t>(Original ECD: </a:t>
                      </a:r>
                    </a:p>
                    <a:p>
                      <a:pPr algn="ctr" fontAlgn="b"/>
                      <a:r>
                        <a:rPr lang="en-US" sz="1000" b="0" i="0" u="none" strike="noStrike" dirty="0">
                          <a:solidFill>
                            <a:schemeClr val="bg2"/>
                          </a:solidFill>
                          <a:effectLst/>
                          <a:latin typeface="Verdana" panose="020B0604030504040204" pitchFamily="34" charset="0"/>
                          <a:ea typeface="Verdana" panose="020B0604030504040204" pitchFamily="34" charset="0"/>
                        </a:rPr>
                        <a:t>31-Mar-25)</a:t>
                      </a:r>
                    </a:p>
                  </a:txBody>
                  <a:tcPr marL="72000" marR="72000" marT="72000" marB="72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just">
                        <a:lnSpc>
                          <a:spcPct val="100000"/>
                        </a:lnSpc>
                        <a:spcBef>
                          <a:spcPts val="0"/>
                        </a:spcBef>
                        <a:spcAft>
                          <a:spcPts val="0"/>
                        </a:spcAft>
                        <a:buNone/>
                      </a:pPr>
                      <a:r>
                        <a:rPr lang="en-US" sz="1000" b="0" i="0" u="none" strike="noStrike" kern="1200" dirty="0">
                          <a:solidFill>
                            <a:srgbClr val="000000"/>
                          </a:solidFill>
                          <a:effectLst/>
                          <a:latin typeface="Verdana"/>
                          <a:ea typeface="Verdana"/>
                          <a:cs typeface="+mn-cs"/>
                        </a:rPr>
                        <a:t>Additional requested evidence has been submitted to GIA on 04/12/2025 which will be reviewed.</a:t>
                      </a:r>
                    </a:p>
                  </a:txBody>
                  <a:tcPr marL="72000" marR="72000" marT="72000" marB="72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6482514"/>
                  </a:ext>
                </a:extLst>
              </a:tr>
            </a:tbl>
          </a:graphicData>
        </a:graphic>
      </p:graphicFrame>
      <p:sp>
        <p:nvSpPr>
          <p:cNvPr id="8" name="Title 1">
            <a:extLst>
              <a:ext uri="{FF2B5EF4-FFF2-40B4-BE49-F238E27FC236}">
                <a16:creationId xmlns:a16="http://schemas.microsoft.com/office/drawing/2014/main" id="{1075D841-AF83-0DF2-62D5-D2331D46EAF9}"/>
              </a:ext>
            </a:extLst>
          </p:cNvPr>
          <p:cNvSpPr txBox="1">
            <a:spLocks/>
          </p:cNvSpPr>
          <p:nvPr/>
        </p:nvSpPr>
        <p:spPr>
          <a:xfrm>
            <a:off x="0" y="9006"/>
            <a:ext cx="12192000" cy="645751"/>
          </a:xfrm>
          <a:prstGeom prst="rect">
            <a:avLst/>
          </a:prstGeom>
        </p:spPr>
        <p:txBody>
          <a:bodyPr anchor="ct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2000" b="1" kern="0" dirty="0">
                <a:latin typeface="Verdana" panose="020B0604030504040204" pitchFamily="34" charset="0"/>
                <a:ea typeface="Verdana" panose="020B0604030504040204" pitchFamily="34" charset="0"/>
              </a:rPr>
              <a:t>    </a:t>
            </a:r>
            <a:r>
              <a:rPr lang="en-US" sz="2000" kern="0" dirty="0">
                <a:latin typeface="Verdana" panose="020B0604030504040204" pitchFamily="34" charset="0"/>
                <a:ea typeface="Verdana" panose="020B0604030504040204" pitchFamily="34" charset="0"/>
              </a:rPr>
              <a:t>Management Actions Overdue &lt; 30 days -  </a:t>
            </a:r>
            <a:r>
              <a:rPr lang="en-US" sz="2000" b="1" kern="0" dirty="0">
                <a:latin typeface="Verdana" panose="020B0604030504040204" pitchFamily="34" charset="0"/>
                <a:ea typeface="Verdana" panose="020B0604030504040204" pitchFamily="34" charset="0"/>
              </a:rPr>
              <a:t>HIGH</a:t>
            </a:r>
            <a:r>
              <a:rPr lang="en-US" sz="2000" kern="0" dirty="0">
                <a:latin typeface="Verdana" panose="020B0604030504040204" pitchFamily="34" charset="0"/>
                <a:ea typeface="Verdana" panose="020B0604030504040204" pitchFamily="34" charset="0"/>
              </a:rPr>
              <a:t> Risk (RAKBANK)</a:t>
            </a:r>
            <a:endParaRPr lang="en-GB" sz="2000" kern="0" dirty="0">
              <a:latin typeface="Verdana" panose="020B0604030504040204" pitchFamily="34" charset="0"/>
              <a:ea typeface="Verdana" panose="020B0604030504040204" pitchFamily="34" charset="0"/>
            </a:endParaRPr>
          </a:p>
        </p:txBody>
      </p:sp>
      <p:sp>
        <p:nvSpPr>
          <p:cNvPr id="2" name="Action Button: Return 1">
            <a:hlinkClick r:id="rId3" action="ppaction://hlinksldjump" highlightClick="1"/>
            <a:extLst>
              <a:ext uri="{FF2B5EF4-FFF2-40B4-BE49-F238E27FC236}">
                <a16:creationId xmlns:a16="http://schemas.microsoft.com/office/drawing/2014/main" id="{C17987B0-2C2D-09CB-40F1-1CB868EB6732}"/>
              </a:ext>
            </a:extLst>
          </p:cNvPr>
          <p:cNvSpPr/>
          <p:nvPr/>
        </p:nvSpPr>
        <p:spPr bwMode="auto">
          <a:xfrm>
            <a:off x="11739372" y="6635799"/>
            <a:ext cx="211853" cy="152400"/>
          </a:xfrm>
          <a:prstGeom prst="actionButtonReturn">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AE" sz="19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979784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C60C0-D43D-532A-2C6B-B33118DF92B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804E753-432A-2DA7-FD39-AD8E1DD30227}"/>
              </a:ext>
            </a:extLst>
          </p:cNvPr>
          <p:cNvSpPr>
            <a:spLocks noGrp="1"/>
          </p:cNvSpPr>
          <p:nvPr>
            <p:ph type="sldNum" sz="quarter" idx="4"/>
          </p:nvPr>
        </p:nvSpPr>
        <p:spPr>
          <a:xfrm>
            <a:off x="11582400" y="6626274"/>
            <a:ext cx="914400" cy="233749"/>
          </a:xfrm>
        </p:spPr>
        <p:txBody>
          <a:bodyPr/>
          <a:lstStyle/>
          <a:p>
            <a:pPr>
              <a:defRPr/>
            </a:pPr>
            <a:fld id="{6516E9BE-843C-4425-80E4-36155279AD5E}" type="slidenum">
              <a:rPr lang="en-GB" noProof="0" smtClean="0"/>
              <a:pPr>
                <a:defRPr/>
              </a:pPr>
              <a:t>14</a:t>
            </a:fld>
            <a:endParaRPr lang="en-GB" noProof="0"/>
          </a:p>
        </p:txBody>
      </p:sp>
      <p:graphicFrame>
        <p:nvGraphicFramePr>
          <p:cNvPr id="7" name="Table 6">
            <a:extLst>
              <a:ext uri="{FF2B5EF4-FFF2-40B4-BE49-F238E27FC236}">
                <a16:creationId xmlns:a16="http://schemas.microsoft.com/office/drawing/2014/main" id="{AC825E48-C710-1AC3-A510-45C36AFF44BD}"/>
              </a:ext>
            </a:extLst>
          </p:cNvPr>
          <p:cNvGraphicFramePr>
            <a:graphicFrameLocks noGrp="1"/>
          </p:cNvGraphicFramePr>
          <p:nvPr>
            <p:extLst>
              <p:ext uri="{D42A27DB-BD31-4B8C-83A1-F6EECF244321}">
                <p14:modId xmlns:p14="http://schemas.microsoft.com/office/powerpoint/2010/main" val="1352714546"/>
              </p:ext>
            </p:extLst>
          </p:nvPr>
        </p:nvGraphicFramePr>
        <p:xfrm>
          <a:off x="419100" y="658365"/>
          <a:ext cx="11320269" cy="4607433"/>
        </p:xfrm>
        <a:graphic>
          <a:graphicData uri="http://schemas.openxmlformats.org/drawingml/2006/table">
            <a:tbl>
              <a:tblPr/>
              <a:tblGrid>
                <a:gridCol w="355600">
                  <a:extLst>
                    <a:ext uri="{9D8B030D-6E8A-4147-A177-3AD203B41FA5}">
                      <a16:colId xmlns:a16="http://schemas.microsoft.com/office/drawing/2014/main" val="20000"/>
                    </a:ext>
                  </a:extLst>
                </a:gridCol>
                <a:gridCol w="1516013">
                  <a:extLst>
                    <a:ext uri="{9D8B030D-6E8A-4147-A177-3AD203B41FA5}">
                      <a16:colId xmlns:a16="http://schemas.microsoft.com/office/drawing/2014/main" val="20001"/>
                    </a:ext>
                  </a:extLst>
                </a:gridCol>
                <a:gridCol w="1875934">
                  <a:extLst>
                    <a:ext uri="{9D8B030D-6E8A-4147-A177-3AD203B41FA5}">
                      <a16:colId xmlns:a16="http://schemas.microsoft.com/office/drawing/2014/main" val="20002"/>
                    </a:ext>
                  </a:extLst>
                </a:gridCol>
                <a:gridCol w="2381970">
                  <a:extLst>
                    <a:ext uri="{9D8B030D-6E8A-4147-A177-3AD203B41FA5}">
                      <a16:colId xmlns:a16="http://schemas.microsoft.com/office/drawing/2014/main" val="20003"/>
                    </a:ext>
                  </a:extLst>
                </a:gridCol>
                <a:gridCol w="1767525">
                  <a:extLst>
                    <a:ext uri="{9D8B030D-6E8A-4147-A177-3AD203B41FA5}">
                      <a16:colId xmlns:a16="http://schemas.microsoft.com/office/drawing/2014/main" val="20004"/>
                    </a:ext>
                  </a:extLst>
                </a:gridCol>
                <a:gridCol w="3423227">
                  <a:extLst>
                    <a:ext uri="{9D8B030D-6E8A-4147-A177-3AD203B41FA5}">
                      <a16:colId xmlns:a16="http://schemas.microsoft.com/office/drawing/2014/main" val="20005"/>
                    </a:ext>
                  </a:extLst>
                </a:gridCol>
              </a:tblGrid>
              <a:tr h="426195">
                <a:tc>
                  <a:txBody>
                    <a:bodyPr/>
                    <a:lstStyle/>
                    <a:p>
                      <a:pPr marL="91440" indent="0" algn="ctr" fontAlgn="ctr"/>
                      <a:r>
                        <a:rPr lang="en-US" sz="1000" b="1" i="0" u="none" strike="noStrike">
                          <a:solidFill>
                            <a:srgbClr val="FFFFFF"/>
                          </a:solidFill>
                          <a:effectLst/>
                          <a:latin typeface="Verdana"/>
                          <a:ea typeface="Verdana"/>
                          <a:cs typeface="Verdana" panose="020B0604030504040204" pitchFamily="34" charset="0"/>
                        </a:rPr>
                        <a:t>S#</a:t>
                      </a:r>
                    </a:p>
                  </a:txBody>
                  <a:tcPr marL="5052" marR="5052" marT="505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0170" indent="0" algn="ctr" fontAlgn="ctr"/>
                      <a:r>
                        <a:rPr lang="en-US" sz="1000" b="1" i="0" u="none" strike="noStrike">
                          <a:solidFill>
                            <a:srgbClr val="FFFFFF"/>
                          </a:solidFill>
                          <a:effectLst/>
                          <a:latin typeface="Verdana"/>
                          <a:ea typeface="Verdana"/>
                          <a:cs typeface="Verdana" panose="020B0604030504040204" pitchFamily="34" charset="0"/>
                        </a:rPr>
                        <a:t>Audit Name</a:t>
                      </a:r>
                    </a:p>
                  </a:txBody>
                  <a:tcPr marL="5052" marR="5052" marT="505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indent="58420" algn="ctr" fontAlgn="ctr"/>
                      <a:r>
                        <a:rPr lang="en-US" sz="1000" b="1" i="0" u="none" strike="noStrike">
                          <a:solidFill>
                            <a:srgbClr val="FFFFFF"/>
                          </a:solidFill>
                          <a:effectLst/>
                          <a:latin typeface="Verdana"/>
                          <a:ea typeface="Verdana"/>
                          <a:cs typeface="Verdana" panose="020B0604030504040204" pitchFamily="34" charset="0"/>
                        </a:rPr>
                        <a:t>Issue</a:t>
                      </a:r>
                    </a:p>
                  </a:txBody>
                  <a:tcPr marL="5052" marR="5052" marT="505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lvl="0" indent="58420" algn="ctr" rtl="0" fontAlgn="ctr"/>
                      <a:r>
                        <a:rPr lang="en-US" sz="1000" b="1" i="0" u="none" strike="noStrike">
                          <a:solidFill>
                            <a:srgbClr val="FFFFFF"/>
                          </a:solidFill>
                          <a:effectLst/>
                          <a:latin typeface="Verdana"/>
                          <a:ea typeface="Verdana"/>
                          <a:cs typeface="Verdana" panose="020B0604030504040204" pitchFamily="34" charset="0"/>
                        </a:rPr>
                        <a:t>Management</a:t>
                      </a:r>
                      <a:r>
                        <a:rPr lang="en-US" sz="1000" b="1" i="0" u="none" strike="noStrike" baseline="0">
                          <a:solidFill>
                            <a:srgbClr val="FFFFFF"/>
                          </a:solidFill>
                          <a:effectLst/>
                          <a:latin typeface="Verdana"/>
                          <a:ea typeface="Verdana"/>
                          <a:cs typeface="Verdana" panose="020B0604030504040204" pitchFamily="34" charset="0"/>
                        </a:rPr>
                        <a:t> Action Summary</a:t>
                      </a:r>
                      <a:endParaRPr lang="en-US" sz="1000" b="1" i="0" u="none" strike="noStrike" baseline="30000">
                        <a:solidFill>
                          <a:srgbClr val="FFFFFF"/>
                        </a:solidFill>
                        <a:effectLst/>
                        <a:latin typeface="Verdana"/>
                        <a:ea typeface="Verdana"/>
                        <a:cs typeface="Verdana" panose="020B0604030504040204" pitchFamily="34" charset="0"/>
                      </a:endParaRPr>
                    </a:p>
                  </a:txBody>
                  <a:tcPr marL="0" marT="505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algn="ctr" fontAlgn="ctr"/>
                      <a:r>
                        <a:rPr lang="en-US" sz="1000" b="1" i="0" u="none" strike="noStrike">
                          <a:solidFill>
                            <a:srgbClr val="FFFFFF"/>
                          </a:solidFill>
                          <a:effectLst/>
                          <a:latin typeface="Verdana"/>
                          <a:ea typeface="Verdana"/>
                          <a:cs typeface="Verdana" panose="020B0604030504040204" pitchFamily="34" charset="0"/>
                        </a:rPr>
                        <a:t>Owner &amp; </a:t>
                      </a:r>
                    </a:p>
                    <a:p>
                      <a:pPr marL="91440" algn="ctr" fontAlgn="ctr"/>
                      <a:r>
                        <a:rPr lang="en-US" sz="1000" b="1" i="0" u="none" strike="noStrike">
                          <a:solidFill>
                            <a:srgbClr val="FFFFFF"/>
                          </a:solidFill>
                          <a:effectLst/>
                          <a:latin typeface="Verdana"/>
                          <a:ea typeface="Verdana"/>
                          <a:cs typeface="Verdana" panose="020B0604030504040204" pitchFamily="34" charset="0"/>
                        </a:rPr>
                        <a:t>Last</a:t>
                      </a:r>
                      <a:r>
                        <a:rPr lang="en-US" sz="1000" b="1" i="0" u="none" strike="noStrike" baseline="0">
                          <a:solidFill>
                            <a:srgbClr val="FFFFFF"/>
                          </a:solidFill>
                          <a:effectLst/>
                          <a:latin typeface="Verdana"/>
                          <a:ea typeface="Verdana"/>
                          <a:cs typeface="Verdana" panose="020B0604030504040204" pitchFamily="34" charset="0"/>
                        </a:rPr>
                        <a:t> Agreed Date</a:t>
                      </a:r>
                      <a:endParaRPr lang="en-US" sz="1000" b="1" i="0" u="none" strike="noStrike">
                        <a:solidFill>
                          <a:srgbClr val="FFFFFF"/>
                        </a:solidFill>
                        <a:effectLst/>
                        <a:latin typeface="Verdana"/>
                        <a:ea typeface="Verdana"/>
                        <a:cs typeface="Verdana" panose="020B0604030504040204" pitchFamily="34" charset="0"/>
                      </a:endParaRPr>
                    </a:p>
                  </a:txBody>
                  <a:tcPr marL="5052" marR="5052" marT="505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algn="ctr" defTabSz="685817" rtl="0" eaLnBrk="1" fontAlgn="ctr" latinLnBrk="0" hangingPunct="1"/>
                      <a:r>
                        <a:rPr lang="en-US" sz="1000" b="1" i="0" u="none" strike="noStrike" kern="1200">
                          <a:solidFill>
                            <a:srgbClr val="FFFFFF"/>
                          </a:solidFill>
                          <a:effectLst/>
                          <a:latin typeface="Verdana"/>
                          <a:ea typeface="Verdana"/>
                          <a:cs typeface="+mn-cs"/>
                        </a:rPr>
                        <a:t>Latest Update</a:t>
                      </a:r>
                    </a:p>
                  </a:txBody>
                  <a:tcPr marL="5052" marR="5052" marT="5052"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1981653">
                <a:tc>
                  <a:txBody>
                    <a:bodyPr/>
                    <a:lstStyle/>
                    <a:p>
                      <a:pPr marL="0" indent="0" algn="ctr" defTabSz="914400" rtl="0" eaLnBrk="1" fontAlgn="ctr" latinLnBrk="0" hangingPunct="1">
                        <a:buFont typeface="+mj-lt"/>
                        <a:buNone/>
                      </a:pPr>
                      <a:r>
                        <a:rPr lang="en-US" sz="1000" b="0" i="0" u="none" strike="noStrike" kern="1200">
                          <a:solidFill>
                            <a:srgbClr val="000000"/>
                          </a:solidFill>
                          <a:effectLst/>
                          <a:latin typeface="Verdana"/>
                          <a:ea typeface="Verdana"/>
                          <a:cs typeface="Verdana" panose="020B0604030504040204" pitchFamily="34" charset="0"/>
                        </a:rPr>
                        <a:t>1</a:t>
                      </a:r>
                    </a:p>
                  </a:txBody>
                  <a:tcPr marL="72000" marR="72000" marT="72000" marB="72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b"/>
                      <a:r>
                        <a:rPr lang="en-US" sz="1000" b="0" i="0" u="none" strike="noStrike" dirty="0">
                          <a:solidFill>
                            <a:srgbClr val="000000"/>
                          </a:solidFill>
                          <a:effectLst/>
                          <a:latin typeface="Verdana"/>
                          <a:ea typeface="Verdana"/>
                        </a:rPr>
                        <a:t>NESA Compliance 2020</a:t>
                      </a:r>
                    </a:p>
                    <a:p>
                      <a:pPr algn="l"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p>
                      <a:pPr algn="l" fontAlgn="b">
                        <a:spcAft>
                          <a:spcPts val="300"/>
                        </a:spcAft>
                      </a:pPr>
                      <a:r>
                        <a:rPr kumimoji="0" lang="en-US" sz="1000" b="0" i="0" u="none" strike="noStrike" kern="1200" cap="none" spc="0" normalizeH="0" baseline="0" noProof="0" dirty="0">
                          <a:ln>
                            <a:noFill/>
                          </a:ln>
                          <a:solidFill>
                            <a:srgbClr val="2D2926"/>
                          </a:solidFill>
                          <a:effectLst/>
                          <a:uLnTx/>
                          <a:uFillTx/>
                          <a:latin typeface="Verdana"/>
                          <a:ea typeface="Verdana"/>
                          <a:cs typeface="+mn-cs"/>
                        </a:rPr>
                        <a:t>Report Issue Date:</a:t>
                      </a:r>
                    </a:p>
                    <a:p>
                      <a:pPr algn="l" fontAlgn="b">
                        <a:spcAft>
                          <a:spcPts val="300"/>
                        </a:spcAft>
                      </a:pPr>
                      <a:r>
                        <a:rPr kumimoji="0" lang="en-US" sz="1000" b="0" i="0" u="none" strike="noStrike" kern="1200" cap="none" spc="0" normalizeH="0" baseline="0" noProof="0" dirty="0">
                          <a:ln>
                            <a:noFill/>
                          </a:ln>
                          <a:solidFill>
                            <a:srgbClr val="2D2926"/>
                          </a:solidFill>
                          <a:effectLst/>
                          <a:uLnTx/>
                          <a:uFillTx/>
                          <a:latin typeface="Verdana"/>
                          <a:ea typeface="Verdana"/>
                          <a:cs typeface="+mn-cs"/>
                        </a:rPr>
                        <a:t>20-Apr-21</a:t>
                      </a:r>
                      <a:endParaRPr lang="en-US" sz="1000" b="0" i="0" u="none" strike="noStrike" dirty="0">
                        <a:solidFill>
                          <a:srgbClr val="000000"/>
                        </a:solidFill>
                        <a:effectLst/>
                        <a:latin typeface="Verdana"/>
                        <a:ea typeface="Verdana"/>
                      </a:endParaRPr>
                    </a:p>
                    <a:p>
                      <a:pPr algn="l"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txBody>
                  <a:tcPr marL="72000" marR="72000" marT="72000" marB="72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just" fontAlgn="b"/>
                      <a:r>
                        <a:rPr lang="en-US" sz="1000" b="0" i="0" u="none" strike="noStrike" kern="1200">
                          <a:solidFill>
                            <a:srgbClr val="000000"/>
                          </a:solidFill>
                          <a:effectLst/>
                          <a:latin typeface="Verdana"/>
                          <a:ea typeface="Verdana"/>
                          <a:cs typeface="+mn-cs"/>
                        </a:rPr>
                        <a:t>Open risks and audit findings have been identified which are addressing NESA complaint gaps.</a:t>
                      </a:r>
                    </a:p>
                  </a:txBody>
                  <a:tcPr marL="72000" marR="72000" marT="72000" marB="72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just" fontAlgn="b"/>
                      <a:r>
                        <a:rPr lang="en-US" sz="1000" b="0" i="0" u="none" strike="noStrike">
                          <a:solidFill>
                            <a:srgbClr val="000000"/>
                          </a:solidFill>
                          <a:effectLst/>
                          <a:latin typeface="Verdana"/>
                          <a:ea typeface="Verdana"/>
                        </a:rPr>
                        <a:t>We will review the open risks and initiate exemption if no fix is available.</a:t>
                      </a:r>
                    </a:p>
                  </a:txBody>
                  <a:tcPr marL="72000" marR="72000" marT="72000" marB="72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fontAlgn="b"/>
                      <a:r>
                        <a:rPr lang="sv-SE" sz="1000" b="0" i="0" u="none" strike="noStrike" dirty="0">
                          <a:solidFill>
                            <a:srgbClr val="000000"/>
                          </a:solidFill>
                          <a:effectLst/>
                          <a:latin typeface="Verdana"/>
                          <a:ea typeface="Verdana"/>
                        </a:rPr>
                        <a:t>Saket Saith;</a:t>
                      </a:r>
                    </a:p>
                    <a:p>
                      <a:pPr algn="ctr" fontAlgn="b"/>
                      <a:r>
                        <a:rPr lang="sv-SE" sz="1000" b="0" i="0" u="none" strike="noStrike" dirty="0">
                          <a:solidFill>
                            <a:srgbClr val="000000"/>
                          </a:solidFill>
                          <a:effectLst/>
                          <a:latin typeface="Verdana"/>
                          <a:ea typeface="Verdana"/>
                        </a:rPr>
                        <a:t>Nilesh Haripersad; </a:t>
                      </a:r>
                    </a:p>
                    <a:p>
                      <a:pPr algn="ctr" fontAlgn="b"/>
                      <a:endParaRPr lang="sv-SE" sz="1000" b="0" i="0" u="none" strike="noStrike" dirty="0">
                        <a:solidFill>
                          <a:srgbClr val="000000"/>
                        </a:solidFill>
                        <a:effectLst/>
                        <a:latin typeface="Verdana" panose="020B0604030504040204" pitchFamily="34" charset="0"/>
                        <a:ea typeface="Verdana" panose="020B0604030504040204" pitchFamily="34" charset="0"/>
                      </a:endParaRPr>
                    </a:p>
                    <a:p>
                      <a:pPr algn="ctr" fontAlgn="b"/>
                      <a:r>
                        <a:rPr lang="sv-SE" sz="1000" b="0" i="0" u="none" strike="noStrike" dirty="0">
                          <a:solidFill>
                            <a:srgbClr val="000000"/>
                          </a:solidFill>
                          <a:effectLst/>
                          <a:latin typeface="Verdana"/>
                          <a:ea typeface="Verdana"/>
                        </a:rPr>
                        <a:t>Original : 30-Sep-23</a:t>
                      </a:r>
                    </a:p>
                    <a:p>
                      <a:pPr algn="ctr" fontAlgn="b"/>
                      <a:endParaRPr lang="sv-SE" sz="1000" b="0" i="0" u="none" strike="noStrike" dirty="0">
                        <a:solidFill>
                          <a:srgbClr val="0070C0"/>
                        </a:solidFill>
                        <a:effectLst/>
                        <a:latin typeface="Verdana" panose="020B0604030504040204" pitchFamily="34" charset="0"/>
                        <a:ea typeface="Verdana" panose="020B0604030504040204" pitchFamily="34" charset="0"/>
                      </a:endParaRPr>
                    </a:p>
                    <a:p>
                      <a:pPr algn="ctr" fontAlgn="b"/>
                      <a:r>
                        <a:rPr lang="sv-SE" sz="1000" b="0" i="0" u="none" strike="noStrike" dirty="0">
                          <a:solidFill>
                            <a:srgbClr val="0070C0"/>
                          </a:solidFill>
                          <a:effectLst/>
                          <a:latin typeface="Verdana"/>
                          <a:ea typeface="Verdana"/>
                        </a:rPr>
                        <a:t>Risk Acceptance: 15-Dec-25</a:t>
                      </a:r>
                      <a:endParaRPr lang="en-US" sz="1000" b="0" i="0" u="none" strike="noStrike" dirty="0">
                        <a:solidFill>
                          <a:srgbClr val="0070C0"/>
                        </a:solidFill>
                        <a:effectLst/>
                        <a:latin typeface="Verdana" panose="020B0604030504040204" pitchFamily="34" charset="0"/>
                        <a:ea typeface="Verdana" panose="020B0604030504040204" pitchFamily="34" charset="0"/>
                      </a:endParaRPr>
                    </a:p>
                  </a:txBody>
                  <a:tcPr marL="72000" marR="72000" marT="72000" marB="72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just">
                        <a:lnSpc>
                          <a:spcPct val="100000"/>
                        </a:lnSpc>
                        <a:spcBef>
                          <a:spcPts val="0"/>
                        </a:spcBef>
                        <a:spcAft>
                          <a:spcPts val="0"/>
                        </a:spcAft>
                        <a:buNone/>
                      </a:pPr>
                      <a:r>
                        <a:rPr lang="en-US" sz="1000" b="0" i="0" u="none" strike="noStrike" kern="1200" noProof="0" dirty="0">
                          <a:solidFill>
                            <a:srgbClr val="000000"/>
                          </a:solidFill>
                          <a:effectLst/>
                          <a:latin typeface="Verdana"/>
                          <a:ea typeface="Verdana"/>
                          <a:cs typeface="+mn-cs"/>
                        </a:rPr>
                        <a:t>Funding for the data masking capability has been approved at PEXCO on 26/11/2025. The project will be divided into 2 phases and phase 1 will start from December 2025. In the interim, a Risk Acceptance Form (RAF) has been documented and is currently under review by the CRO. Approval is expected around the second week of December. The initial submission in November 2025 was reviewed, but additional information was requested by Group Operational Risk, which has now been addressed.</a:t>
                      </a:r>
                    </a:p>
                  </a:txBody>
                  <a:tcPr marL="72000" marR="72000" marT="72000" marB="72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6851801"/>
                  </a:ext>
                </a:extLst>
              </a:tr>
              <a:tr h="2199585">
                <a:tc>
                  <a:txBody>
                    <a:bodyPr/>
                    <a:lstStyle/>
                    <a:p>
                      <a:pPr marL="0" indent="0" algn="ctr" defTabSz="914400" rtl="0" eaLnBrk="1" fontAlgn="ctr" latinLnBrk="0" hangingPunct="1">
                        <a:buFont typeface="+mj-lt"/>
                        <a:buNone/>
                      </a:pPr>
                      <a:r>
                        <a:rPr lang="en-US" sz="1000" b="0" i="0" u="none" strike="noStrike" kern="1200">
                          <a:solidFill>
                            <a:srgbClr val="000000"/>
                          </a:solidFill>
                          <a:effectLst/>
                          <a:latin typeface="Verdana"/>
                          <a:ea typeface="Verdana"/>
                          <a:cs typeface="Verdana" panose="020B0604030504040204" pitchFamily="34" charset="0"/>
                        </a:rPr>
                        <a:t>2</a:t>
                      </a:r>
                    </a:p>
                  </a:txBody>
                  <a:tcPr marL="72000" marR="72000" marT="72000" marB="72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r>
                        <a:rPr lang="en-US" sz="1000" b="0" i="0" u="none" strike="noStrike" dirty="0">
                          <a:solidFill>
                            <a:srgbClr val="000000"/>
                          </a:solidFill>
                          <a:effectLst/>
                          <a:latin typeface="Verdana"/>
                          <a:ea typeface="Verdana"/>
                        </a:rPr>
                        <a:t>PCI Data Security Standards 2021</a:t>
                      </a:r>
                    </a:p>
                    <a:p>
                      <a:pPr algn="l"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p>
                      <a:pPr algn="l" fontAlgn="b">
                        <a:spcAft>
                          <a:spcPts val="300"/>
                        </a:spcAft>
                      </a:pPr>
                      <a:r>
                        <a:rPr kumimoji="0" lang="en-US" sz="1000" b="0" i="0" u="none" strike="noStrike" kern="1200" cap="none" spc="0" normalizeH="0" baseline="0" noProof="0" dirty="0">
                          <a:ln>
                            <a:noFill/>
                          </a:ln>
                          <a:solidFill>
                            <a:srgbClr val="2D2926"/>
                          </a:solidFill>
                          <a:effectLst/>
                          <a:uLnTx/>
                          <a:uFillTx/>
                          <a:latin typeface="Verdana"/>
                          <a:ea typeface="Verdana"/>
                          <a:cs typeface="+mn-cs"/>
                        </a:rPr>
                        <a:t>Report Issue Date:</a:t>
                      </a:r>
                    </a:p>
                    <a:p>
                      <a:pPr algn="l" fontAlgn="b">
                        <a:spcAft>
                          <a:spcPts val="300"/>
                        </a:spcAft>
                      </a:pPr>
                      <a:r>
                        <a:rPr kumimoji="0" lang="en-US" sz="1000" b="0" i="0" u="none" strike="noStrike" kern="1200" cap="none" spc="0" normalizeH="0" baseline="0" noProof="0" dirty="0">
                          <a:ln>
                            <a:noFill/>
                          </a:ln>
                          <a:solidFill>
                            <a:srgbClr val="2D2926"/>
                          </a:solidFill>
                          <a:effectLst/>
                          <a:uLnTx/>
                          <a:uFillTx/>
                          <a:latin typeface="Verdana"/>
                          <a:ea typeface="Verdana"/>
                          <a:cs typeface="+mn-cs"/>
                        </a:rPr>
                        <a:t>15-Dec-21</a:t>
                      </a:r>
                      <a:endParaRPr lang="en-US" sz="1000" b="0" i="0" u="none" strike="noStrike" dirty="0">
                        <a:solidFill>
                          <a:srgbClr val="000000"/>
                        </a:solidFill>
                        <a:effectLst/>
                        <a:latin typeface="Verdana"/>
                        <a:ea typeface="Verdana"/>
                      </a:endParaRPr>
                    </a:p>
                  </a:txBody>
                  <a:tcPr marL="72000" marR="72000" marT="72000" marB="72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just" defTabSz="685800" rtl="0" eaLnBrk="1" fontAlgn="b" latinLnBrk="0" hangingPunct="1">
                        <a:lnSpc>
                          <a:spcPct val="100000"/>
                        </a:lnSpc>
                        <a:spcBef>
                          <a:spcPts val="0"/>
                        </a:spcBef>
                        <a:spcAft>
                          <a:spcPts val="0"/>
                        </a:spcAft>
                        <a:buClrTx/>
                        <a:buSzTx/>
                        <a:buFontTx/>
                        <a:buNone/>
                        <a:tabLst/>
                        <a:defRPr/>
                      </a:pPr>
                      <a:r>
                        <a:rPr lang="en-US" sz="1000" b="0" i="0" u="none" strike="noStrike" kern="1200">
                          <a:solidFill>
                            <a:srgbClr val="000000"/>
                          </a:solidFill>
                          <a:effectLst/>
                          <a:latin typeface="Verdana"/>
                          <a:ea typeface="Verdana"/>
                          <a:cs typeface="+mn-cs"/>
                        </a:rPr>
                        <a:t>Missing preventive and monitoring controls for database administrators and application support teams’ access to sensitive card data.</a:t>
                      </a:r>
                    </a:p>
                  </a:txBody>
                  <a:tcPr marL="72000" marR="72000" marT="72000" marB="72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just" defTabSz="685800" rtl="0" eaLnBrk="1" fontAlgn="b" latinLnBrk="0" hangingPunct="1">
                        <a:lnSpc>
                          <a:spcPct val="100000"/>
                        </a:lnSpc>
                        <a:spcBef>
                          <a:spcPts val="0"/>
                        </a:spcBef>
                        <a:spcAft>
                          <a:spcPts val="0"/>
                        </a:spcAft>
                        <a:buClrTx/>
                        <a:buSzTx/>
                        <a:buFontTx/>
                        <a:buNone/>
                        <a:tabLst/>
                        <a:defRPr/>
                      </a:pPr>
                      <a:r>
                        <a:rPr lang="en-US" sz="1000" b="0" i="0" u="none" strike="noStrike" kern="1200" dirty="0">
                          <a:solidFill>
                            <a:srgbClr val="000000"/>
                          </a:solidFill>
                          <a:effectLst/>
                          <a:latin typeface="Verdana"/>
                          <a:ea typeface="Verdana"/>
                          <a:cs typeface="+mn-cs"/>
                        </a:rPr>
                        <a:t>IT will work with Security Operations to configure alerts for sensitive authentication and cardholder data tables using Arcos, Security Incident Event Management, or other approved tools. As a compensating control, d</a:t>
                      </a:r>
                      <a:r>
                        <a:rPr lang="en-US" sz="1000" b="0" i="0" u="none" strike="noStrike" dirty="0">
                          <a:solidFill>
                            <a:srgbClr val="000000"/>
                          </a:solidFill>
                          <a:effectLst/>
                          <a:latin typeface="Verdana"/>
                          <a:ea typeface="Verdana"/>
                        </a:rPr>
                        <a:t>atabase administrators &amp; Application support team access databases through Arcos which maintains video recording of all actions performed. </a:t>
                      </a:r>
                    </a:p>
                  </a:txBody>
                  <a:tcPr marL="72000" marR="72000" marT="72000" marB="72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r>
                        <a:rPr lang="en-US" sz="1000" b="0" i="0" u="none" strike="noStrike" dirty="0">
                          <a:solidFill>
                            <a:srgbClr val="000000"/>
                          </a:solidFill>
                          <a:effectLst/>
                          <a:latin typeface="Verdana"/>
                          <a:ea typeface="Verdana"/>
                        </a:rPr>
                        <a:t>Saket Saith;</a:t>
                      </a:r>
                    </a:p>
                    <a:p>
                      <a:pPr algn="ctr" fontAlgn="b"/>
                      <a:r>
                        <a:rPr lang="en-US" sz="1000" b="0" i="0" u="none" strike="noStrike" dirty="0">
                          <a:solidFill>
                            <a:srgbClr val="000000"/>
                          </a:solidFill>
                          <a:effectLst/>
                          <a:latin typeface="Verdana"/>
                          <a:ea typeface="Verdana"/>
                        </a:rPr>
                        <a:t>Sumat Kumar</a:t>
                      </a:r>
                    </a:p>
                    <a:p>
                      <a:pPr algn="ctr"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p>
                      <a:pPr algn="ctr" fontAlgn="b"/>
                      <a:r>
                        <a:rPr lang="en-US" sz="1000" b="0" i="0" u="none" strike="noStrike" dirty="0">
                          <a:solidFill>
                            <a:srgbClr val="000000"/>
                          </a:solidFill>
                          <a:effectLst/>
                          <a:latin typeface="Verdana"/>
                          <a:ea typeface="Verdana"/>
                        </a:rPr>
                        <a:t>30-Sep-24</a:t>
                      </a:r>
                    </a:p>
                    <a:p>
                      <a:pPr algn="ctr" fontAlgn="b"/>
                      <a:endParaRPr lang="en-US" sz="1000" b="0" i="0" u="none" strike="noStrike" dirty="0">
                        <a:solidFill>
                          <a:srgbClr val="000000"/>
                        </a:solidFill>
                        <a:effectLst/>
                        <a:latin typeface="Verdana" panose="020B0604030504040204" pitchFamily="34" charset="0"/>
                        <a:ea typeface="Verdana" panose="020B0604030504040204" pitchFamily="34" charset="0"/>
                      </a:endParaRPr>
                    </a:p>
                    <a:p>
                      <a:pPr algn="ctr" fontAlgn="b"/>
                      <a:r>
                        <a:rPr lang="en-US" sz="1000" b="0" i="0" u="none" strike="noStrike" dirty="0">
                          <a:solidFill>
                            <a:srgbClr val="0070C0"/>
                          </a:solidFill>
                          <a:effectLst/>
                          <a:latin typeface="Verdana"/>
                          <a:ea typeface="Verdana"/>
                        </a:rPr>
                        <a:t>Revised Date dependent on funding approval  </a:t>
                      </a:r>
                    </a:p>
                  </a:txBody>
                  <a:tcPr marL="72000" marR="72000" marT="72000" marB="72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lvl="0" algn="just">
                        <a:lnSpc>
                          <a:spcPct val="100000"/>
                        </a:lnSpc>
                        <a:spcBef>
                          <a:spcPts val="0"/>
                        </a:spcBef>
                        <a:spcAft>
                          <a:spcPts val="0"/>
                        </a:spcAft>
                        <a:buNone/>
                      </a:pPr>
                      <a:r>
                        <a:rPr lang="en-US" sz="1000" b="0" i="0" u="none" strike="noStrike" kern="1200" noProof="0" dirty="0">
                          <a:solidFill>
                            <a:srgbClr val="000000"/>
                          </a:solidFill>
                          <a:effectLst/>
                          <a:latin typeface="Verdana"/>
                          <a:ea typeface="Verdana"/>
                          <a:cs typeface="+mn-cs"/>
                        </a:rPr>
                        <a:t>The initial funding request (seed capital) for the DAM solution was not submitted to PEXCO on 26/11/2025 as planned, due to the absence of CAPEX under the 2025 budget. The request will be submitted for the January PEXCO meeting, where approval for the 2026 budget may be granted and utilized. Following the approval outcome, a detailed project plan will be developed.</a:t>
                      </a:r>
                    </a:p>
                  </a:txBody>
                  <a:tcPr marL="72000" marR="72000" marT="72000" marB="72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482514"/>
                  </a:ext>
                </a:extLst>
              </a:tr>
            </a:tbl>
          </a:graphicData>
        </a:graphic>
      </p:graphicFrame>
      <p:sp>
        <p:nvSpPr>
          <p:cNvPr id="8" name="Title 1">
            <a:extLst>
              <a:ext uri="{FF2B5EF4-FFF2-40B4-BE49-F238E27FC236}">
                <a16:creationId xmlns:a16="http://schemas.microsoft.com/office/drawing/2014/main" id="{933E90FE-8957-058E-4FBB-460C07198673}"/>
              </a:ext>
            </a:extLst>
          </p:cNvPr>
          <p:cNvSpPr txBox="1">
            <a:spLocks/>
          </p:cNvSpPr>
          <p:nvPr/>
        </p:nvSpPr>
        <p:spPr>
          <a:xfrm>
            <a:off x="0" y="9006"/>
            <a:ext cx="12192000" cy="645751"/>
          </a:xfrm>
          <a:prstGeom prst="rect">
            <a:avLst/>
          </a:prstGeom>
        </p:spPr>
        <p:txBody>
          <a:bodyPr anchor="ct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2000" b="1" kern="0">
                <a:latin typeface="Verdana" panose="020B0604030504040204" pitchFamily="34" charset="0"/>
                <a:ea typeface="Verdana" panose="020B0604030504040204" pitchFamily="34" charset="0"/>
              </a:rPr>
              <a:t>    </a:t>
            </a:r>
            <a:r>
              <a:rPr lang="en-US" sz="2000" kern="0">
                <a:latin typeface="Verdana" panose="020B0604030504040204" pitchFamily="34" charset="0"/>
                <a:ea typeface="Verdana" panose="020B0604030504040204" pitchFamily="34" charset="0"/>
              </a:rPr>
              <a:t>Management Actions Overdue &gt; 90 days -  </a:t>
            </a:r>
            <a:r>
              <a:rPr lang="en-US" sz="2000" b="1" kern="0">
                <a:latin typeface="Verdana" panose="020B0604030504040204" pitchFamily="34" charset="0"/>
                <a:ea typeface="Verdana" panose="020B0604030504040204" pitchFamily="34" charset="0"/>
              </a:rPr>
              <a:t>MEDIUM</a:t>
            </a:r>
            <a:r>
              <a:rPr lang="en-US" sz="2000" kern="0">
                <a:latin typeface="Verdana" panose="020B0604030504040204" pitchFamily="34" charset="0"/>
                <a:ea typeface="Verdana" panose="020B0604030504040204" pitchFamily="34" charset="0"/>
              </a:rPr>
              <a:t> Risk (RAKBANK)</a:t>
            </a:r>
            <a:endParaRPr lang="en-GB" sz="2000" kern="0">
              <a:latin typeface="Verdana" panose="020B0604030504040204" pitchFamily="34" charset="0"/>
              <a:ea typeface="Verdana" panose="020B0604030504040204" pitchFamily="34" charset="0"/>
            </a:endParaRPr>
          </a:p>
        </p:txBody>
      </p:sp>
      <p:sp>
        <p:nvSpPr>
          <p:cNvPr id="2" name="Action Button: Return 1">
            <a:hlinkClick r:id="rId3" action="ppaction://hlinksldjump" highlightClick="1"/>
            <a:extLst>
              <a:ext uri="{FF2B5EF4-FFF2-40B4-BE49-F238E27FC236}">
                <a16:creationId xmlns:a16="http://schemas.microsoft.com/office/drawing/2014/main" id="{D065F70E-0D59-6731-8AD8-FC26CD2E4FE6}"/>
              </a:ext>
            </a:extLst>
          </p:cNvPr>
          <p:cNvSpPr/>
          <p:nvPr/>
        </p:nvSpPr>
        <p:spPr bwMode="auto">
          <a:xfrm>
            <a:off x="11739372" y="6635799"/>
            <a:ext cx="211853" cy="152400"/>
          </a:xfrm>
          <a:prstGeom prst="actionButtonReturn">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AE" sz="19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231104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23C5F-600C-7A2D-E985-D14E4B703AB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8086EB7-228E-7503-CAD4-034F3244ED92}"/>
              </a:ext>
            </a:extLst>
          </p:cNvPr>
          <p:cNvSpPr>
            <a:spLocks noGrp="1"/>
          </p:cNvSpPr>
          <p:nvPr>
            <p:ph type="sldNum" sz="quarter" idx="4"/>
          </p:nvPr>
        </p:nvSpPr>
        <p:spPr>
          <a:xfrm>
            <a:off x="11753850" y="6631508"/>
            <a:ext cx="609600" cy="226492"/>
          </a:xfrm>
        </p:spPr>
        <p:txBody>
          <a:bodyPr/>
          <a:lstStyle/>
          <a:p>
            <a:pPr>
              <a:defRPr/>
            </a:pPr>
            <a:fld id="{6516E9BE-843C-4425-80E4-36155279AD5E}" type="slidenum">
              <a:rPr lang="en-GB" noProof="0" smtClean="0"/>
              <a:pPr>
                <a:defRPr/>
              </a:pPr>
              <a:t>15</a:t>
            </a:fld>
            <a:endParaRPr lang="en-GB" noProof="0"/>
          </a:p>
        </p:txBody>
      </p:sp>
      <p:sp>
        <p:nvSpPr>
          <p:cNvPr id="8" name="Title 1">
            <a:extLst>
              <a:ext uri="{FF2B5EF4-FFF2-40B4-BE49-F238E27FC236}">
                <a16:creationId xmlns:a16="http://schemas.microsoft.com/office/drawing/2014/main" id="{F945D838-880E-B7E6-B13D-D46818F30397}"/>
              </a:ext>
            </a:extLst>
          </p:cNvPr>
          <p:cNvSpPr txBox="1">
            <a:spLocks/>
          </p:cNvSpPr>
          <p:nvPr/>
        </p:nvSpPr>
        <p:spPr>
          <a:xfrm>
            <a:off x="0" y="9006"/>
            <a:ext cx="12192000" cy="645751"/>
          </a:xfrm>
          <a:prstGeom prst="rect">
            <a:avLst/>
          </a:prstGeom>
        </p:spPr>
        <p:txBody>
          <a:bodyPr anchor="ct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2000" b="1" kern="0">
                <a:latin typeface="Verdana" panose="020B0604030504040204" pitchFamily="34" charset="0"/>
                <a:ea typeface="Verdana" panose="020B0604030504040204" pitchFamily="34" charset="0"/>
              </a:rPr>
              <a:t>    </a:t>
            </a:r>
            <a:r>
              <a:rPr lang="en-US" sz="2000" kern="0">
                <a:latin typeface="Verdana" panose="020B0604030504040204" pitchFamily="34" charset="0"/>
                <a:ea typeface="Verdana" panose="020B0604030504040204" pitchFamily="34" charset="0"/>
              </a:rPr>
              <a:t>Summary of Extensions on Management Actions (RAKBANK)</a:t>
            </a:r>
            <a:endParaRPr lang="en-GB" sz="2000" kern="0">
              <a:latin typeface="Verdana" panose="020B0604030504040204" pitchFamily="34" charset="0"/>
              <a:ea typeface="Verdana" panose="020B0604030504040204" pitchFamily="34" charset="0"/>
            </a:endParaRPr>
          </a:p>
        </p:txBody>
      </p:sp>
      <p:graphicFrame>
        <p:nvGraphicFramePr>
          <p:cNvPr id="6" name="Table 5">
            <a:extLst>
              <a:ext uri="{FF2B5EF4-FFF2-40B4-BE49-F238E27FC236}">
                <a16:creationId xmlns:a16="http://schemas.microsoft.com/office/drawing/2014/main" id="{90BC3575-D3F3-8019-BD39-AAD58C090A89}"/>
              </a:ext>
            </a:extLst>
          </p:cNvPr>
          <p:cNvGraphicFramePr>
            <a:graphicFrameLocks noGrp="1"/>
          </p:cNvGraphicFramePr>
          <p:nvPr>
            <p:extLst>
              <p:ext uri="{D42A27DB-BD31-4B8C-83A1-F6EECF244321}">
                <p14:modId xmlns:p14="http://schemas.microsoft.com/office/powerpoint/2010/main" val="2167652952"/>
              </p:ext>
            </p:extLst>
          </p:nvPr>
        </p:nvGraphicFramePr>
        <p:xfrm>
          <a:off x="6641466" y="918478"/>
          <a:ext cx="5059333" cy="2334119"/>
        </p:xfrm>
        <a:graphic>
          <a:graphicData uri="http://schemas.openxmlformats.org/drawingml/2006/table">
            <a:tbl>
              <a:tblPr/>
              <a:tblGrid>
                <a:gridCol w="1560233">
                  <a:extLst>
                    <a:ext uri="{9D8B030D-6E8A-4147-A177-3AD203B41FA5}">
                      <a16:colId xmlns:a16="http://schemas.microsoft.com/office/drawing/2014/main" val="4257675669"/>
                    </a:ext>
                  </a:extLst>
                </a:gridCol>
                <a:gridCol w="1560233">
                  <a:extLst>
                    <a:ext uri="{9D8B030D-6E8A-4147-A177-3AD203B41FA5}">
                      <a16:colId xmlns:a16="http://schemas.microsoft.com/office/drawing/2014/main" val="804865195"/>
                    </a:ext>
                  </a:extLst>
                </a:gridCol>
                <a:gridCol w="999067">
                  <a:extLst>
                    <a:ext uri="{9D8B030D-6E8A-4147-A177-3AD203B41FA5}">
                      <a16:colId xmlns:a16="http://schemas.microsoft.com/office/drawing/2014/main" val="1035986023"/>
                    </a:ext>
                  </a:extLst>
                </a:gridCol>
                <a:gridCol w="939800">
                  <a:extLst>
                    <a:ext uri="{9D8B030D-6E8A-4147-A177-3AD203B41FA5}">
                      <a16:colId xmlns:a16="http://schemas.microsoft.com/office/drawing/2014/main" val="1097960563"/>
                    </a:ext>
                  </a:extLst>
                </a:gridCol>
              </a:tblGrid>
              <a:tr h="293819">
                <a:tc gridSpan="4">
                  <a:txBody>
                    <a:bodyPr/>
                    <a:lstStyle/>
                    <a:p>
                      <a:pPr algn="ctr" fontAlgn="b"/>
                      <a:r>
                        <a:rPr lang="en-US" sz="900" b="1" i="0" u="none" strike="noStrike">
                          <a:solidFill>
                            <a:schemeClr val="bg1"/>
                          </a:solidFill>
                          <a:effectLst/>
                          <a:latin typeface="Verdana" panose="020B0604030504040204" pitchFamily="34" charset="0"/>
                          <a:ea typeface="Verdana" panose="020B0604030504040204" pitchFamily="34" charset="0"/>
                        </a:rPr>
                        <a:t>Summary of Extensions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90000"/>
                        <a:lumOff val="10000"/>
                      </a:schemeClr>
                    </a:solidFill>
                  </a:tcPr>
                </a:tc>
                <a:tc hMerge="1">
                  <a:txBody>
                    <a:bodyPr/>
                    <a:lstStyle/>
                    <a:p>
                      <a:endParaRPr lang="en-AE"/>
                    </a:p>
                  </a:txBody>
                  <a:tcPr/>
                </a:tc>
                <a:tc hMerge="1">
                  <a:txBody>
                    <a:bodyPr/>
                    <a:lstStyle/>
                    <a:p>
                      <a:pPr algn="ctr" fontAlgn="b"/>
                      <a:endParaRPr lang="en-US" sz="1000" b="1" i="0" u="none" strike="noStrike">
                        <a:solidFill>
                          <a:srgbClr val="000000"/>
                        </a:solidFill>
                        <a:effectLst/>
                        <a:latin typeface="Verdana" panose="020B0604030504040204" pitchFamily="34" charset="0"/>
                        <a:ea typeface="Verdana" panose="020B0604030504040204" pitchFamily="34" charset="0"/>
                      </a:endParaRPr>
                    </a:p>
                  </a:txBody>
                  <a:tcPr marL="9525" marR="9525" marT="9525" marB="0" anchor="ctr">
                    <a:lnL w="12700" cap="flat" cmpd="sng" algn="ctr">
                      <a:solidFill>
                        <a:srgbClr val="FCD5B4"/>
                      </a:solidFill>
                      <a:prstDash val="solid"/>
                      <a:round/>
                      <a:headEnd type="none" w="med" len="med"/>
                      <a:tailEnd type="none" w="med" len="med"/>
                    </a:lnL>
                    <a:lnR w="12700" cap="flat" cmpd="sng" algn="ctr">
                      <a:solidFill>
                        <a:srgbClr val="FCD5B4"/>
                      </a:solidFill>
                      <a:prstDash val="solid"/>
                      <a:round/>
                      <a:headEnd type="none" w="med" len="med"/>
                      <a:tailEnd type="none" w="med" len="med"/>
                    </a:lnR>
                    <a:lnT w="12700" cap="flat" cmpd="sng" algn="ctr">
                      <a:solidFill>
                        <a:srgbClr val="FCD5B4"/>
                      </a:solidFill>
                      <a:prstDash val="solid"/>
                      <a:round/>
                      <a:headEnd type="none" w="med" len="med"/>
                      <a:tailEnd type="none" w="med" len="med"/>
                    </a:lnT>
                    <a:lnB w="12700" cap="flat" cmpd="sng" algn="ctr">
                      <a:solidFill>
                        <a:srgbClr val="FCD5B4"/>
                      </a:solidFill>
                      <a:prstDash val="solid"/>
                      <a:round/>
                      <a:headEnd type="none" w="med" len="med"/>
                      <a:tailEnd type="none" w="med" len="med"/>
                    </a:lnB>
                    <a:solidFill>
                      <a:srgbClr val="FABF8F"/>
                    </a:solidFill>
                  </a:tcPr>
                </a:tc>
                <a:tc hMerge="1">
                  <a:txBody>
                    <a:bodyPr/>
                    <a:lstStyle/>
                    <a:p>
                      <a:pPr algn="ctr" fontAlgn="b"/>
                      <a:endParaRPr lang="en-US" sz="1000" b="1" i="0" u="none" strike="noStrike">
                        <a:solidFill>
                          <a:srgbClr val="000000"/>
                        </a:solidFill>
                        <a:effectLst/>
                        <a:latin typeface="Verdana" panose="020B0604030504040204" pitchFamily="34" charset="0"/>
                        <a:ea typeface="Verdana" panose="020B0604030504040204" pitchFamily="34" charset="0"/>
                      </a:endParaRPr>
                    </a:p>
                  </a:txBody>
                  <a:tcPr marL="9525" marR="9525" marT="9525" marB="0" anchor="ctr">
                    <a:lnL w="12700" cap="flat" cmpd="sng" algn="ctr">
                      <a:solidFill>
                        <a:srgbClr val="FCD5B4"/>
                      </a:solidFill>
                      <a:prstDash val="solid"/>
                      <a:round/>
                      <a:headEnd type="none" w="med" len="med"/>
                      <a:tailEnd type="none" w="med" len="med"/>
                    </a:lnL>
                    <a:lnR w="12700" cap="flat" cmpd="sng" algn="ctr">
                      <a:solidFill>
                        <a:srgbClr val="FCD5B4"/>
                      </a:solidFill>
                      <a:prstDash val="solid"/>
                      <a:round/>
                      <a:headEnd type="none" w="med" len="med"/>
                      <a:tailEnd type="none" w="med" len="med"/>
                    </a:lnR>
                    <a:lnT w="12700" cap="flat" cmpd="sng" algn="ctr">
                      <a:solidFill>
                        <a:srgbClr val="FCD5B4"/>
                      </a:solidFill>
                      <a:prstDash val="solid"/>
                      <a:round/>
                      <a:headEnd type="none" w="med" len="med"/>
                      <a:tailEnd type="none" w="med" len="med"/>
                    </a:lnT>
                    <a:lnB w="12700" cap="flat" cmpd="sng" algn="ctr">
                      <a:solidFill>
                        <a:srgbClr val="FCD5B4"/>
                      </a:solidFill>
                      <a:prstDash val="solid"/>
                      <a:round/>
                      <a:headEnd type="none" w="med" len="med"/>
                      <a:tailEnd type="none" w="med" len="med"/>
                    </a:lnB>
                    <a:solidFill>
                      <a:srgbClr val="FABF8F"/>
                    </a:solidFill>
                  </a:tcPr>
                </a:tc>
                <a:extLst>
                  <a:ext uri="{0D108BD9-81ED-4DB2-BD59-A6C34878D82A}">
                    <a16:rowId xmlns:a16="http://schemas.microsoft.com/office/drawing/2014/main" val="2584936408"/>
                  </a:ext>
                </a:extLst>
              </a:tr>
              <a:tr h="292803">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US" sz="900" b="1" i="0" u="none" strike="noStrike" dirty="0">
                          <a:solidFill>
                            <a:srgbClr val="000000"/>
                          </a:solidFill>
                          <a:effectLst/>
                          <a:latin typeface="Verdana" panose="020B0604030504040204" pitchFamily="34" charset="0"/>
                          <a:ea typeface="Verdana" panose="020B0604030504040204" pitchFamily="34" charset="0"/>
                        </a:rPr>
                        <a:t>Audit Name</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10000"/>
                        <a:lumOff val="90000"/>
                      </a:schemeClr>
                    </a:solidFill>
                  </a:tcP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US" sz="900" b="1" i="0" u="none" strike="noStrike" dirty="0">
                          <a:solidFill>
                            <a:srgbClr val="000000"/>
                          </a:solidFill>
                          <a:effectLst/>
                          <a:latin typeface="Verdana" panose="020B0604030504040204" pitchFamily="34" charset="0"/>
                          <a:ea typeface="Verdana" panose="020B0604030504040204" pitchFamily="34" charset="0"/>
                        </a:rPr>
                        <a:t>Finding Name</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10000"/>
                        <a:lumOff val="90000"/>
                      </a:schemeClr>
                    </a:solid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900" b="1" i="0" u="none" strike="noStrike" dirty="0">
                          <a:solidFill>
                            <a:srgbClr val="000000"/>
                          </a:solidFill>
                          <a:effectLst/>
                          <a:latin typeface="Verdana" panose="020B0604030504040204" pitchFamily="34" charset="0"/>
                          <a:ea typeface="Verdana" panose="020B0604030504040204" pitchFamily="34" charset="0"/>
                        </a:rPr>
                        <a:t>Last Extension Date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10000"/>
                        <a:lumOff val="90000"/>
                      </a:schemeClr>
                    </a:solidFill>
                  </a:tcPr>
                </a:tc>
                <a:tc>
                  <a:txBody>
                    <a:bodyPr/>
                    <a:lstStyle/>
                    <a:p>
                      <a:pPr algn="ctr" fontAlgn="b"/>
                      <a:r>
                        <a:rPr lang="en-US" sz="900" b="1" i="0" u="none" strike="noStrike" dirty="0">
                          <a:solidFill>
                            <a:srgbClr val="000000"/>
                          </a:solidFill>
                          <a:effectLst/>
                          <a:latin typeface="Verdana" panose="020B0604030504040204" pitchFamily="34" charset="0"/>
                          <a:ea typeface="Verdana" panose="020B0604030504040204" pitchFamily="34" charset="0"/>
                        </a:rPr>
                        <a:t>Risk Rating</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10000"/>
                        <a:lumOff val="90000"/>
                      </a:schemeClr>
                    </a:solidFill>
                  </a:tcPr>
                </a:tc>
                <a:extLst>
                  <a:ext uri="{0D108BD9-81ED-4DB2-BD59-A6C34878D82A}">
                    <a16:rowId xmlns:a16="http://schemas.microsoft.com/office/drawing/2014/main" val="189344670"/>
                  </a:ext>
                </a:extLst>
              </a:tr>
              <a:tr h="240890">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US" sz="900" i="0" u="none" kern="1200" dirty="0">
                          <a:solidFill>
                            <a:schemeClr val="tx1"/>
                          </a:solidFill>
                          <a:effectLst/>
                          <a:latin typeface="Verdana" panose="020B0604030504040204" pitchFamily="34" charset="0"/>
                          <a:ea typeface="Verdana" panose="020B0604030504040204" pitchFamily="34" charset="0"/>
                          <a:cs typeface="+mn-cs"/>
                        </a:rPr>
                        <a:t>ATM Infrastructure</a:t>
                      </a:r>
                    </a:p>
                  </a:txBody>
                  <a:tcPr marL="857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US" sz="900" b="0" i="1" u="none" strike="noStrike" kern="1200" dirty="0">
                          <a:solidFill>
                            <a:schemeClr val="tx1"/>
                          </a:solidFill>
                          <a:effectLst/>
                          <a:latin typeface="Verdana" panose="020B0604030504040204" pitchFamily="34" charset="0"/>
                          <a:ea typeface="Verdana" panose="020B0604030504040204" pitchFamily="34" charset="0"/>
                          <a:cs typeface="+mn-cs"/>
                        </a:rPr>
                        <a:t>End of life (EOL) and End of support (EOS) hardware/software</a:t>
                      </a:r>
                      <a:endParaRPr lang="en-US" sz="900" i="1" u="none" kern="1200" dirty="0">
                        <a:solidFill>
                          <a:schemeClr val="tx1"/>
                        </a:solidFill>
                        <a:effectLst/>
                        <a:latin typeface="Verdana" panose="020B0604030504040204" pitchFamily="34" charset="0"/>
                        <a:ea typeface="Verdana" panose="020B0604030504040204" pitchFamily="34" charset="0"/>
                        <a:cs typeface="+mn-cs"/>
                      </a:endParaRPr>
                    </a:p>
                  </a:txBody>
                  <a:tcPr marL="857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900" b="0" i="0" u="none" strike="noStrike">
                          <a:solidFill>
                            <a:srgbClr val="000000"/>
                          </a:solidFill>
                          <a:effectLst/>
                          <a:latin typeface="Verdana" panose="020B0604030504040204" pitchFamily="34" charset="0"/>
                          <a:ea typeface="Verdana" panose="020B0604030504040204" pitchFamily="34" charset="0"/>
                        </a:rPr>
                        <a:t>06-Nov-25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fontAlgn="b"/>
                      <a:r>
                        <a:rPr lang="en-US" sz="900" b="1" i="0" u="none" strike="noStrike" dirty="0">
                          <a:solidFill>
                            <a:srgbClr val="FFC000"/>
                          </a:solidFill>
                          <a:effectLst/>
                          <a:latin typeface="Verdana" panose="020B0604030504040204" pitchFamily="34" charset="0"/>
                          <a:ea typeface="Verdana" panose="020B0604030504040204" pitchFamily="34" charset="0"/>
                        </a:rPr>
                        <a:t>Medium</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309082433"/>
                  </a:ext>
                </a:extLst>
              </a:tr>
              <a:tr h="240890">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US" sz="900" i="0" u="none" kern="1200" dirty="0">
                          <a:solidFill>
                            <a:schemeClr val="tx1"/>
                          </a:solidFill>
                          <a:effectLst/>
                          <a:latin typeface="Verdana" panose="020B0604030504040204" pitchFamily="34" charset="0"/>
                          <a:ea typeface="Verdana" panose="020B0604030504040204" pitchFamily="34" charset="0"/>
                          <a:cs typeface="+mn-cs"/>
                        </a:rPr>
                        <a:t>RAK Business Loans</a:t>
                      </a:r>
                    </a:p>
                  </a:txBody>
                  <a:tcPr marL="857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US" sz="900" b="0" i="1" u="none" strike="noStrike" kern="1200" dirty="0">
                          <a:solidFill>
                            <a:schemeClr val="tx1"/>
                          </a:solidFill>
                          <a:effectLst/>
                          <a:latin typeface="Verdana" panose="020B0604030504040204" pitchFamily="34" charset="0"/>
                          <a:ea typeface="Verdana" panose="020B0604030504040204" pitchFamily="34" charset="0"/>
                          <a:cs typeface="+mn-cs"/>
                        </a:rPr>
                        <a:t>Pricing Reporting and monitoring</a:t>
                      </a:r>
                      <a:endParaRPr lang="en-US" sz="900" i="1" u="none" kern="1200" dirty="0">
                        <a:solidFill>
                          <a:schemeClr val="tx1"/>
                        </a:solidFill>
                        <a:effectLst/>
                        <a:latin typeface="Verdana" panose="020B0604030504040204" pitchFamily="34" charset="0"/>
                        <a:ea typeface="Verdana" panose="020B0604030504040204" pitchFamily="34" charset="0"/>
                        <a:cs typeface="+mn-cs"/>
                      </a:endParaRPr>
                    </a:p>
                  </a:txBody>
                  <a:tcPr marL="857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Verdana" panose="020B0604030504040204" pitchFamily="34" charset="0"/>
                          <a:ea typeface="Verdana" panose="020B0604030504040204" pitchFamily="34" charset="0"/>
                        </a:rPr>
                        <a:t>24-Nov-25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b"/>
                      <a:endParaRPr lang="en-US" sz="1000" b="0" i="0" u="none" strike="noStrike">
                        <a:solidFill>
                          <a:srgbClr val="000000"/>
                        </a:solidFill>
                        <a:effectLst/>
                        <a:latin typeface="Verdana" panose="020B0604030504040204" pitchFamily="34" charset="0"/>
                        <a:ea typeface="Verdana" panose="020B0604030504040204" pitchFamily="34" charset="0"/>
                      </a:endParaRPr>
                    </a:p>
                  </a:txBody>
                  <a:tcPr marL="9525" marR="9525" marT="9525" marB="0" anchor="ctr">
                    <a:lnL w="12700" cap="flat" cmpd="sng" algn="ctr">
                      <a:solidFill>
                        <a:srgbClr val="FCD5B4"/>
                      </a:solidFill>
                      <a:prstDash val="solid"/>
                      <a:round/>
                      <a:headEnd type="none" w="med" len="med"/>
                      <a:tailEnd type="none" w="med" len="med"/>
                    </a:lnL>
                    <a:lnR w="12700" cap="flat" cmpd="sng" algn="ctr">
                      <a:solidFill>
                        <a:srgbClr val="FCD5B4"/>
                      </a:solidFill>
                      <a:prstDash val="solid"/>
                      <a:round/>
                      <a:headEnd type="none" w="med" len="med"/>
                      <a:tailEnd type="none" w="med" len="med"/>
                    </a:lnR>
                    <a:lnT>
                      <a:noFill/>
                    </a:lnT>
                    <a:lnB>
                      <a:noFill/>
                    </a:lnB>
                    <a:noFill/>
                  </a:tcPr>
                </a:tc>
                <a:extLst>
                  <a:ext uri="{0D108BD9-81ED-4DB2-BD59-A6C34878D82A}">
                    <a16:rowId xmlns:a16="http://schemas.microsoft.com/office/drawing/2014/main" val="3488647666"/>
                  </a:ext>
                </a:extLst>
              </a:tr>
              <a:tr h="240890">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US" sz="900" i="0" u="none" kern="1200" dirty="0">
                          <a:solidFill>
                            <a:schemeClr val="tx1"/>
                          </a:solidFill>
                          <a:effectLst/>
                          <a:latin typeface="Verdana" panose="020B0604030504040204" pitchFamily="34" charset="0"/>
                          <a:ea typeface="Verdana" panose="020B0604030504040204" pitchFamily="34" charset="0"/>
                          <a:cs typeface="+mn-cs"/>
                        </a:rPr>
                        <a:t>Trade Finance Operation</a:t>
                      </a:r>
                    </a:p>
                  </a:txBody>
                  <a:tcPr marL="857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US" sz="900" i="1" u="none" kern="1200" dirty="0">
                          <a:solidFill>
                            <a:schemeClr val="tx1"/>
                          </a:solidFill>
                          <a:effectLst/>
                          <a:latin typeface="Verdana" panose="020B0604030504040204" pitchFamily="34" charset="0"/>
                          <a:ea typeface="Verdana" panose="020B0604030504040204" pitchFamily="34" charset="0"/>
                          <a:cs typeface="+mn-cs"/>
                        </a:rPr>
                        <a:t>TBML due diligence - Price Variance Checks</a:t>
                      </a:r>
                    </a:p>
                  </a:txBody>
                  <a:tcPr marL="857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b" latinLnBrk="0"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Verdana" panose="020B0604030504040204" pitchFamily="34" charset="0"/>
                          <a:ea typeface="Verdana" panose="020B0604030504040204" pitchFamily="34" charset="0"/>
                        </a:rPr>
                        <a:t>4-Dec-25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fontAlgn="b"/>
                      <a:endParaRPr lang="en-US" sz="900" b="1" i="0" u="none" strike="noStrike" dirty="0">
                        <a:solidFill>
                          <a:srgbClr val="FFC000"/>
                        </a:solidFill>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535235164"/>
                  </a:ext>
                </a:extLst>
              </a:tr>
              <a:tr h="252934">
                <a:tc gridSpan="2">
                  <a:txBody>
                    <a:bodyPr/>
                    <a:lstStyle/>
                    <a:p>
                      <a:pPr algn="l" fontAlgn="b"/>
                      <a:r>
                        <a:rPr lang="en-US" sz="900" b="1" i="0" u="none" strike="noStrike" dirty="0">
                          <a:solidFill>
                            <a:schemeClr val="bg1"/>
                          </a:solidFill>
                          <a:effectLst/>
                          <a:latin typeface="Verdana" panose="020B0604030504040204" pitchFamily="34" charset="0"/>
                          <a:ea typeface="Verdana" panose="020B0604030504040204" pitchFamily="34" charset="0"/>
                        </a:rPr>
                        <a:t>Total Extensions between 16 Oct* to date</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AE"/>
                    </a:p>
                  </a:txBody>
                  <a:tcPr/>
                </a:tc>
                <a:tc>
                  <a:txBody>
                    <a:bodyPr/>
                    <a:lstStyle/>
                    <a:p>
                      <a:pPr algn="ctr" fontAlgn="b"/>
                      <a:r>
                        <a:rPr lang="en-US" sz="900" b="1" i="0" u="none" strike="noStrike" dirty="0">
                          <a:solidFill>
                            <a:schemeClr val="bg1"/>
                          </a:solidFill>
                          <a:effectLst/>
                          <a:latin typeface="Verdana" panose="020B0604030504040204" pitchFamily="34" charset="0"/>
                          <a:ea typeface="Verdana" panose="020B0604030504040204" pitchFamily="34" charset="0"/>
                        </a:rPr>
                        <a:t>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rowSpan="3">
                  <a:txBody>
                    <a:bodyPr/>
                    <a:lstStyle/>
                    <a:p>
                      <a:pPr algn="ctr" fontAlgn="b"/>
                      <a:endParaRPr lang="en-US" sz="900" b="1" i="0" u="none" strike="noStrike">
                        <a:solidFill>
                          <a:schemeClr val="bg1"/>
                        </a:solidFill>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bg2"/>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77705203"/>
                  </a:ext>
                </a:extLst>
              </a:tr>
              <a:tr h="252934">
                <a:tc gridSpan="2">
                  <a:txBody>
                    <a:bodyPr/>
                    <a:lstStyle/>
                    <a:p>
                      <a:pPr marL="0" marR="0" lvl="0" indent="0" algn="l" defTabSz="685817" rtl="0" eaLnBrk="1" fontAlgn="b" latinLnBrk="0" hangingPunct="1">
                        <a:lnSpc>
                          <a:spcPct val="100000"/>
                        </a:lnSpc>
                        <a:spcBef>
                          <a:spcPts val="0"/>
                        </a:spcBef>
                        <a:spcAft>
                          <a:spcPts val="0"/>
                        </a:spcAft>
                        <a:buClrTx/>
                        <a:buSzTx/>
                        <a:buFontTx/>
                        <a:buNone/>
                        <a:tabLst/>
                        <a:defRPr/>
                      </a:pPr>
                      <a:r>
                        <a:rPr lang="en-US" sz="900" b="1" i="0" u="none" strike="noStrike" dirty="0">
                          <a:solidFill>
                            <a:schemeClr val="bg1"/>
                          </a:solidFill>
                          <a:effectLst/>
                          <a:latin typeface="Verdana" panose="020B0604030504040204" pitchFamily="34" charset="0"/>
                          <a:ea typeface="Verdana" panose="020B0604030504040204" pitchFamily="34" charset="0"/>
                        </a:rPr>
                        <a:t>Total Medium Extensions as of 4 Dec 2025</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5000"/>
                        <a:lumOff val="35000"/>
                      </a:schemeClr>
                    </a:solidFill>
                  </a:tcPr>
                </a:tc>
                <a:tc hMerge="1">
                  <a:txBody>
                    <a:bodyPr/>
                    <a:lstStyle/>
                    <a:p>
                      <a:endParaRPr lang="en-AE"/>
                    </a:p>
                  </a:txBody>
                  <a:tcPr/>
                </a:tc>
                <a:tc>
                  <a:txBody>
                    <a:bodyPr/>
                    <a:lstStyle/>
                    <a:p>
                      <a:pPr algn="ctr" fontAlgn="b"/>
                      <a:r>
                        <a:rPr lang="en-US" sz="900" b="1" i="0" u="none" strike="noStrike" dirty="0">
                          <a:solidFill>
                            <a:schemeClr val="bg1"/>
                          </a:solidFill>
                          <a:effectLst/>
                          <a:latin typeface="Verdana" panose="020B0604030504040204" pitchFamily="34" charset="0"/>
                          <a:ea typeface="Verdana" panose="020B0604030504040204" pitchFamily="34" charset="0"/>
                        </a:rPr>
                        <a:t>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65000"/>
                        <a:lumOff val="35000"/>
                      </a:schemeClr>
                    </a:solidFill>
                  </a:tcPr>
                </a:tc>
                <a:tc vMerge="1">
                  <a:txBody>
                    <a:bodyPr/>
                    <a:lstStyle/>
                    <a:p>
                      <a:pPr algn="ctr" fontAlgn="b"/>
                      <a:endParaRPr lang="en-US" sz="900" b="1" i="0" u="none" strike="noStrike">
                        <a:solidFill>
                          <a:schemeClr val="bg1"/>
                        </a:solidFill>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74686238"/>
                  </a:ext>
                </a:extLst>
              </a:tr>
              <a:tr h="252934">
                <a:tc gridSpan="2">
                  <a:txBody>
                    <a:bodyPr/>
                    <a:lstStyle/>
                    <a:p>
                      <a:pPr marL="0" marR="0" lvl="0" indent="0" algn="l" defTabSz="685817" rtl="0" eaLnBrk="1" fontAlgn="b" latinLnBrk="0" hangingPunct="1">
                        <a:lnSpc>
                          <a:spcPct val="100000"/>
                        </a:lnSpc>
                        <a:spcBef>
                          <a:spcPts val="0"/>
                        </a:spcBef>
                        <a:spcAft>
                          <a:spcPts val="0"/>
                        </a:spcAft>
                        <a:buClrTx/>
                        <a:buSzTx/>
                        <a:buFontTx/>
                        <a:buNone/>
                        <a:tabLst/>
                        <a:defRPr/>
                      </a:pPr>
                      <a:r>
                        <a:rPr lang="en-US" sz="900" b="1" i="0" u="none" strike="noStrike" dirty="0">
                          <a:solidFill>
                            <a:schemeClr val="bg1"/>
                          </a:solidFill>
                          <a:effectLst/>
                          <a:latin typeface="Verdana" panose="020B0604030504040204" pitchFamily="34" charset="0"/>
                          <a:ea typeface="Verdana" panose="020B0604030504040204" pitchFamily="34" charset="0"/>
                        </a:rPr>
                        <a:t>Total High Extensions as of 4 Dec 2025</a:t>
                      </a:r>
                    </a:p>
                  </a:txBody>
                  <a:tcPr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hMerge="1">
                  <a:txBody>
                    <a:bodyPr/>
                    <a:lstStyle/>
                    <a:p>
                      <a:endParaRPr lang="en-AE"/>
                    </a:p>
                  </a:txBody>
                  <a:tcPr/>
                </a:tc>
                <a:tc>
                  <a:txBody>
                    <a:bodyPr/>
                    <a:lstStyle/>
                    <a:p>
                      <a:pPr algn="ctr" fontAlgn="b"/>
                      <a:r>
                        <a:rPr lang="en-US" sz="900" b="1" i="0" u="none" strike="noStrike" dirty="0">
                          <a:solidFill>
                            <a:schemeClr val="bg1"/>
                          </a:solidFill>
                          <a:effectLst/>
                          <a:latin typeface="Verdana" panose="020B0604030504040204" pitchFamily="34" charset="0"/>
                          <a:ea typeface="Verdana" panose="020B0604030504040204" pitchFamily="34"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vMerge="1">
                  <a:txBody>
                    <a:bodyPr/>
                    <a:lstStyle/>
                    <a:p>
                      <a:pPr algn="ctr" fontAlgn="b"/>
                      <a:endParaRPr lang="en-US" sz="900" b="1" i="0" u="none" strike="noStrike">
                        <a:solidFill>
                          <a:schemeClr val="bg1"/>
                        </a:solidFill>
                        <a:effectLst/>
                        <a:latin typeface="Verdana" panose="020B0604030504040204" pitchFamily="34" charset="0"/>
                        <a:ea typeface="Verdana" panose="020B060403050404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8359319"/>
                  </a:ext>
                </a:extLst>
              </a:tr>
            </a:tbl>
          </a:graphicData>
        </a:graphic>
      </p:graphicFrame>
      <p:sp>
        <p:nvSpPr>
          <p:cNvPr id="3" name="Rectangle 2">
            <a:extLst>
              <a:ext uri="{FF2B5EF4-FFF2-40B4-BE49-F238E27FC236}">
                <a16:creationId xmlns:a16="http://schemas.microsoft.com/office/drawing/2014/main" id="{97F0B5BF-FC10-7E3E-00BA-6368EB59BA7E}"/>
              </a:ext>
            </a:extLst>
          </p:cNvPr>
          <p:cNvSpPr/>
          <p:nvPr/>
        </p:nvSpPr>
        <p:spPr bwMode="auto">
          <a:xfrm>
            <a:off x="491202" y="918478"/>
            <a:ext cx="5915075" cy="5713029"/>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srgbClr val="2D2926"/>
              </a:solidFill>
              <a:effectLst/>
              <a:uLnTx/>
              <a:uFillTx/>
              <a:latin typeface="Arial" charset="0"/>
              <a:ea typeface="+mn-ea"/>
              <a:cs typeface="Arial" charset="0"/>
            </a:endParaRPr>
          </a:p>
        </p:txBody>
      </p:sp>
      <p:sp>
        <p:nvSpPr>
          <p:cNvPr id="5" name="Shape 10">
            <a:extLst>
              <a:ext uri="{FF2B5EF4-FFF2-40B4-BE49-F238E27FC236}">
                <a16:creationId xmlns:a16="http://schemas.microsoft.com/office/drawing/2014/main" id="{3D86730C-0E4E-5F66-1A6B-D7F575E1CB53}"/>
              </a:ext>
            </a:extLst>
          </p:cNvPr>
          <p:cNvSpPr/>
          <p:nvPr/>
        </p:nvSpPr>
        <p:spPr>
          <a:xfrm>
            <a:off x="1524755" y="2520724"/>
            <a:ext cx="3021205" cy="45719"/>
          </a:xfrm>
          <a:prstGeom prst="roundRect">
            <a:avLst>
              <a:gd name="adj" fmla="val 992"/>
            </a:avLst>
          </a:prstGeom>
          <a:noFill/>
          <a:ln w="7620">
            <a:solidFill>
              <a:srgbClr val="000000">
                <a:alpha val="8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E" sz="1800" b="0" i="0" u="none" strike="noStrike" kern="1200" cap="none" spc="0" normalizeH="0" baseline="0" noProof="0">
              <a:ln>
                <a:noFill/>
              </a:ln>
              <a:solidFill>
                <a:srgbClr val="2D2926"/>
              </a:solidFill>
              <a:effectLst/>
              <a:uLnTx/>
              <a:uFillTx/>
              <a:latin typeface="Calibri"/>
              <a:ea typeface="+mn-ea"/>
              <a:cs typeface="Arial" charset="0"/>
            </a:endParaRPr>
          </a:p>
        </p:txBody>
      </p:sp>
      <p:sp>
        <p:nvSpPr>
          <p:cNvPr id="10" name="Text 3">
            <a:extLst>
              <a:ext uri="{FF2B5EF4-FFF2-40B4-BE49-F238E27FC236}">
                <a16:creationId xmlns:a16="http://schemas.microsoft.com/office/drawing/2014/main" id="{195518A3-F657-5B14-E2A2-2322795800C6}"/>
              </a:ext>
            </a:extLst>
          </p:cNvPr>
          <p:cNvSpPr/>
          <p:nvPr/>
        </p:nvSpPr>
        <p:spPr>
          <a:xfrm>
            <a:off x="616008" y="1027673"/>
            <a:ext cx="1222677" cy="117776"/>
          </a:xfrm>
          <a:prstGeom prst="rect">
            <a:avLst/>
          </a:prstGeom>
          <a:noFill/>
          <a:ln/>
        </p:spPr>
        <p:txBody>
          <a:bodyPr wrap="none" lIns="0" tIns="0" rIns="0" bIns="0" rtlCol="0" anchor="t"/>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en-US" sz="1000" b="1" i="0" u="none" strike="noStrike" kern="1200" cap="none" spc="0" normalizeH="0" baseline="0" noProof="0">
                <a:ln>
                  <a:noFill/>
                </a:ln>
                <a:solidFill>
                  <a:srgbClr val="3B3535"/>
                </a:solidFill>
                <a:effectLst/>
                <a:uLnTx/>
                <a:uFillTx/>
                <a:latin typeface="Verdana" panose="020B0604030504040204" pitchFamily="34" charset="0"/>
                <a:ea typeface="Verdana" panose="020B0604030504040204" pitchFamily="34" charset="0"/>
                <a:cs typeface="Red Hat Text" pitchFamily="34" charset="-120"/>
              </a:rPr>
              <a:t>Process for the Extension of Management Action Due Dates</a:t>
            </a:r>
            <a:endParaRPr kumimoji="0" lang="en-US" sz="10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sp>
        <p:nvSpPr>
          <p:cNvPr id="11" name="Text 4">
            <a:extLst>
              <a:ext uri="{FF2B5EF4-FFF2-40B4-BE49-F238E27FC236}">
                <a16:creationId xmlns:a16="http://schemas.microsoft.com/office/drawing/2014/main" id="{C7AC9E9F-F3FD-EEEA-6A6B-D6C0BECE2D0D}"/>
              </a:ext>
            </a:extLst>
          </p:cNvPr>
          <p:cNvSpPr/>
          <p:nvPr/>
        </p:nvSpPr>
        <p:spPr>
          <a:xfrm>
            <a:off x="844603" y="1243349"/>
            <a:ext cx="5208271" cy="253335"/>
          </a:xfrm>
          <a:prstGeom prst="rect">
            <a:avLst/>
          </a:prstGeom>
          <a:noFill/>
          <a:ln/>
        </p:spPr>
        <p:txBody>
          <a:bodyPr wrap="none" lIns="0" tIns="0" rIns="0" bIns="0" rtlCol="0" anchor="t"/>
          <a:lstStyle/>
          <a:p>
            <a:pPr marL="0" marR="0" lvl="0" indent="0" algn="l" defTabSz="914400" rtl="0" eaLnBrk="1" fontAlgn="auto" latinLnBrk="0" hangingPunct="1">
              <a:lnSpc>
                <a:spcPts val="1000"/>
              </a:lnSpc>
              <a:spcBef>
                <a:spcPts val="0"/>
              </a:spcBef>
              <a:spcAft>
                <a:spcPts val="0"/>
              </a:spcAft>
              <a:buClrTx/>
              <a:buSzTx/>
              <a:buFontTx/>
              <a:buNone/>
              <a:tabLst/>
              <a:defRPr/>
            </a:pPr>
            <a:r>
              <a:rPr kumimoji="0" lang="en-US" sz="1000" b="0" i="0" u="none" strike="noStrike" kern="1200" cap="none" spc="0" normalizeH="0" baseline="0" noProof="0">
                <a:ln>
                  <a:noFill/>
                </a:ln>
                <a:solidFill>
                  <a:srgbClr val="3B3535"/>
                </a:solidFill>
                <a:effectLst/>
                <a:uLnTx/>
                <a:uFillTx/>
                <a:latin typeface="Verdana" panose="020B0604030504040204" pitchFamily="34" charset="0"/>
                <a:ea typeface="Verdana" panose="020B0604030504040204" pitchFamily="34" charset="0"/>
                <a:cs typeface="Roboto Light" pitchFamily="34" charset="-120"/>
              </a:rPr>
              <a:t>Requests for management action due date extensions are subject to an approval </a:t>
            </a:r>
          </a:p>
          <a:p>
            <a:pPr marL="0" marR="0" lvl="0" indent="0" algn="l" defTabSz="914400" rtl="0" eaLnBrk="1" fontAlgn="auto" latinLnBrk="0" hangingPunct="1">
              <a:lnSpc>
                <a:spcPts val="1000"/>
              </a:lnSpc>
              <a:spcBef>
                <a:spcPts val="0"/>
              </a:spcBef>
              <a:spcAft>
                <a:spcPts val="0"/>
              </a:spcAft>
              <a:buClrTx/>
              <a:buSzTx/>
              <a:buFontTx/>
              <a:buNone/>
              <a:tabLst/>
              <a:defRPr/>
            </a:pPr>
            <a:r>
              <a:rPr kumimoji="0" lang="en-US" sz="1000" b="0" i="0" u="none" strike="noStrike" kern="1200" cap="none" spc="0" normalizeH="0" baseline="0" noProof="0">
                <a:ln>
                  <a:noFill/>
                </a:ln>
                <a:solidFill>
                  <a:srgbClr val="3B3535"/>
                </a:solidFill>
                <a:effectLst/>
                <a:uLnTx/>
                <a:uFillTx/>
                <a:latin typeface="Verdana" panose="020B0604030504040204" pitchFamily="34" charset="0"/>
                <a:ea typeface="Verdana" panose="020B0604030504040204" pitchFamily="34" charset="0"/>
                <a:cs typeface="Roboto Light" pitchFamily="34" charset="-120"/>
              </a:rPr>
              <a:t>hierarchy as per the below matrix: </a:t>
            </a:r>
            <a:endParaRPr kumimoji="0" lang="en-US" sz="10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sp>
        <p:nvSpPr>
          <p:cNvPr id="17" name="TextBox 16">
            <a:extLst>
              <a:ext uri="{FF2B5EF4-FFF2-40B4-BE49-F238E27FC236}">
                <a16:creationId xmlns:a16="http://schemas.microsoft.com/office/drawing/2014/main" id="{76BB4B58-124D-7588-EE8A-FD5DD76A327E}"/>
              </a:ext>
            </a:extLst>
          </p:cNvPr>
          <p:cNvSpPr txBox="1"/>
          <p:nvPr/>
        </p:nvSpPr>
        <p:spPr>
          <a:xfrm>
            <a:off x="617610" y="3663057"/>
            <a:ext cx="5788668" cy="2949525"/>
          </a:xfrm>
          <a:prstGeom prst="rect">
            <a:avLst/>
          </a:prstGeom>
          <a:noFill/>
        </p:spPr>
        <p:txBody>
          <a:bodyPr wrap="square">
            <a:spAutoFit/>
          </a:bodyPr>
          <a:lstStyle/>
          <a:p>
            <a:pPr marR="90170">
              <a:spcBef>
                <a:spcPts val="505"/>
              </a:spcBef>
              <a:tabLst>
                <a:tab pos="900430" algn="l"/>
                <a:tab pos="901700" algn="l"/>
              </a:tabLst>
            </a:pPr>
            <a:r>
              <a:rPr lang="en-US" sz="1000" b="1">
                <a:effectLst/>
                <a:latin typeface="Verdana" panose="020B0604030504040204" pitchFamily="34" charset="0"/>
                <a:ea typeface="Verdana" panose="020B0604030504040204" pitchFamily="34" charset="0"/>
                <a:cs typeface="Times New Roman" panose="02020603050405020304" pitchFamily="18" charset="0"/>
              </a:rPr>
              <a:t>Extension Request Submission​</a:t>
            </a:r>
          </a:p>
          <a:p>
            <a:pPr marL="180975" marR="90170" indent="-180975">
              <a:spcBef>
                <a:spcPts val="505"/>
              </a:spcBef>
              <a:buFont typeface="Wingdings" panose="05000000000000000000" pitchFamily="2" charset="2"/>
              <a:buChar char="ü"/>
              <a:tabLst>
                <a:tab pos="900430" algn="l"/>
                <a:tab pos="901700" algn="l"/>
              </a:tabLst>
            </a:pPr>
            <a:r>
              <a:rPr lang="en-US" sz="1000">
                <a:effectLst/>
                <a:latin typeface="Verdana" panose="020B0604030504040204" pitchFamily="34" charset="0"/>
                <a:ea typeface="Verdana" panose="020B0604030504040204" pitchFamily="34" charset="0"/>
                <a:cs typeface="Times New Roman" panose="02020603050405020304" pitchFamily="18" charset="0"/>
              </a:rPr>
              <a:t>Requests must be submitted one month before due dates with valid rationale and hierarchy approval.​</a:t>
            </a:r>
          </a:p>
          <a:p>
            <a:pPr marR="90170">
              <a:spcBef>
                <a:spcPts val="505"/>
              </a:spcBef>
              <a:tabLst>
                <a:tab pos="900430" algn="l"/>
                <a:tab pos="901700" algn="l"/>
              </a:tabLst>
            </a:pPr>
            <a:endParaRPr lang="en-US" sz="800">
              <a:effectLst/>
              <a:latin typeface="Verdana" panose="020B0604030504040204" pitchFamily="34" charset="0"/>
              <a:ea typeface="Verdana" panose="020B0604030504040204" pitchFamily="34" charset="0"/>
              <a:cs typeface="Times New Roman" panose="02020603050405020304" pitchFamily="18" charset="0"/>
            </a:endParaRPr>
          </a:p>
          <a:p>
            <a:pPr marR="90170">
              <a:spcBef>
                <a:spcPts val="505"/>
              </a:spcBef>
              <a:tabLst>
                <a:tab pos="900430" algn="l"/>
                <a:tab pos="901700" algn="l"/>
              </a:tabLst>
            </a:pPr>
            <a:r>
              <a:rPr lang="en-US" sz="1000" b="1">
                <a:effectLst/>
                <a:latin typeface="Verdana" panose="020B0604030504040204" pitchFamily="34" charset="0"/>
                <a:ea typeface="Verdana" panose="020B0604030504040204" pitchFamily="34" charset="0"/>
                <a:cs typeface="Times New Roman" panose="02020603050405020304" pitchFamily="18" charset="0"/>
              </a:rPr>
              <a:t>Approval Authority Based on Risk​</a:t>
            </a:r>
          </a:p>
          <a:p>
            <a:pPr marL="180975" marR="90170" indent="-180975">
              <a:spcBef>
                <a:spcPts val="505"/>
              </a:spcBef>
              <a:buFont typeface="Wingdings" panose="05000000000000000000" pitchFamily="2" charset="2"/>
              <a:buChar char="ü"/>
              <a:tabLst>
                <a:tab pos="900430" algn="l"/>
                <a:tab pos="901700" algn="l"/>
              </a:tabLst>
            </a:pPr>
            <a:r>
              <a:rPr lang="en-US" sz="1000">
                <a:effectLst/>
                <a:latin typeface="Verdana" panose="020B0604030504040204" pitchFamily="34" charset="0"/>
                <a:ea typeface="Verdana" panose="020B0604030504040204" pitchFamily="34" charset="0"/>
                <a:cs typeface="Times New Roman" panose="02020603050405020304" pitchFamily="18" charset="0"/>
              </a:rPr>
              <a:t>High and Medium risk extensions require GCAO approval; Low risk extensions are approved by SMT.​</a:t>
            </a:r>
          </a:p>
          <a:p>
            <a:pPr marL="180975" marR="90170" indent="-180975">
              <a:spcBef>
                <a:spcPts val="505"/>
              </a:spcBef>
              <a:buFont typeface="Wingdings" panose="05000000000000000000" pitchFamily="2" charset="2"/>
              <a:buChar char="ü"/>
              <a:tabLst>
                <a:tab pos="900430" algn="l"/>
                <a:tab pos="901700" algn="l"/>
              </a:tabLst>
            </a:pPr>
            <a:endParaRPr lang="en-US" sz="800">
              <a:effectLst/>
              <a:latin typeface="Verdana" panose="020B0604030504040204" pitchFamily="34" charset="0"/>
              <a:ea typeface="Verdana" panose="020B0604030504040204" pitchFamily="34" charset="0"/>
              <a:cs typeface="Times New Roman" panose="02020603050405020304" pitchFamily="18" charset="0"/>
            </a:endParaRPr>
          </a:p>
          <a:p>
            <a:pPr marR="90170">
              <a:spcBef>
                <a:spcPts val="505"/>
              </a:spcBef>
              <a:tabLst>
                <a:tab pos="900430" algn="l"/>
                <a:tab pos="901700" algn="l"/>
              </a:tabLst>
            </a:pPr>
            <a:r>
              <a:rPr lang="en-US" sz="1000" b="1">
                <a:effectLst/>
                <a:latin typeface="Verdana" panose="020B0604030504040204" pitchFamily="34" charset="0"/>
                <a:ea typeface="Verdana" panose="020B0604030504040204" pitchFamily="34" charset="0"/>
                <a:cs typeface="Times New Roman" panose="02020603050405020304" pitchFamily="18" charset="0"/>
              </a:rPr>
              <a:t>Extension Limits and Documentation​</a:t>
            </a:r>
          </a:p>
          <a:p>
            <a:pPr marL="180975" marR="90170" indent="-180975">
              <a:spcBef>
                <a:spcPts val="505"/>
              </a:spcBef>
              <a:buFont typeface="Wingdings" panose="05000000000000000000" pitchFamily="2" charset="2"/>
              <a:buChar char="ü"/>
              <a:tabLst>
                <a:tab pos="900430" algn="l"/>
                <a:tab pos="901700" algn="l"/>
              </a:tabLst>
            </a:pPr>
            <a:r>
              <a:rPr lang="en-US" sz="1000">
                <a:effectLst/>
                <a:latin typeface="Verdana" panose="020B0604030504040204" pitchFamily="34" charset="0"/>
                <a:ea typeface="Verdana" panose="020B0604030504040204" pitchFamily="34" charset="0"/>
                <a:cs typeface="Times New Roman" panose="02020603050405020304" pitchFamily="18" charset="0"/>
              </a:rPr>
              <a:t>Maximum extension is six months; project-related/IT system dependencies extensions can extend to one year with documented evidence.​</a:t>
            </a:r>
          </a:p>
          <a:p>
            <a:pPr marL="180975" marR="90170" indent="-180975">
              <a:spcBef>
                <a:spcPts val="505"/>
              </a:spcBef>
              <a:buFont typeface="Wingdings" panose="05000000000000000000" pitchFamily="2" charset="2"/>
              <a:buChar char="ü"/>
              <a:tabLst>
                <a:tab pos="900430" algn="l"/>
                <a:tab pos="901700" algn="l"/>
              </a:tabLst>
            </a:pPr>
            <a:endParaRPr lang="en-US" sz="800">
              <a:effectLst/>
              <a:latin typeface="Verdana" panose="020B0604030504040204" pitchFamily="34" charset="0"/>
              <a:ea typeface="Verdana" panose="020B0604030504040204" pitchFamily="34" charset="0"/>
              <a:cs typeface="Times New Roman" panose="02020603050405020304" pitchFamily="18" charset="0"/>
            </a:endParaRPr>
          </a:p>
          <a:p>
            <a:pPr marR="90170">
              <a:spcBef>
                <a:spcPts val="505"/>
              </a:spcBef>
              <a:tabLst>
                <a:tab pos="900430" algn="l"/>
                <a:tab pos="901700" algn="l"/>
              </a:tabLst>
            </a:pPr>
            <a:r>
              <a:rPr lang="en-US" sz="1000" b="1">
                <a:effectLst/>
                <a:latin typeface="Verdana" panose="020B0604030504040204" pitchFamily="34" charset="0"/>
                <a:ea typeface="Verdana" panose="020B0604030504040204" pitchFamily="34" charset="0"/>
                <a:cs typeface="Times New Roman" panose="02020603050405020304" pitchFamily="18" charset="0"/>
              </a:rPr>
              <a:t>Transparency and Restrictions​</a:t>
            </a:r>
          </a:p>
          <a:p>
            <a:pPr marL="180975" marR="90170" indent="-180975">
              <a:spcBef>
                <a:spcPts val="505"/>
              </a:spcBef>
              <a:buFont typeface="Wingdings" panose="05000000000000000000" pitchFamily="2" charset="2"/>
              <a:buChar char="ü"/>
              <a:tabLst>
                <a:tab pos="900430" algn="l"/>
                <a:tab pos="901700" algn="l"/>
              </a:tabLst>
            </a:pPr>
            <a:r>
              <a:rPr lang="en-US" sz="1000">
                <a:latin typeface="Verdana" panose="020B0604030504040204" pitchFamily="34" charset="0"/>
                <a:ea typeface="Verdana" panose="020B0604030504040204" pitchFamily="34" charset="0"/>
                <a:cs typeface="Times New Roman" panose="02020603050405020304" pitchFamily="18" charset="0"/>
              </a:rPr>
              <a:t>Extensions</a:t>
            </a:r>
            <a:r>
              <a:rPr lang="en-US" sz="1000">
                <a:effectLst/>
                <a:latin typeface="Verdana" panose="020B0604030504040204" pitchFamily="34" charset="0"/>
                <a:ea typeface="Verdana" panose="020B0604030504040204" pitchFamily="34" charset="0"/>
                <a:cs typeface="Times New Roman" panose="02020603050405020304" pitchFamily="18" charset="0"/>
              </a:rPr>
              <a:t> marked as 'Open’ actions and summarized monthly; no extensions for Very High risk or regulatory non-compliance.</a:t>
            </a:r>
            <a:endParaRPr lang="en-AE" sz="1000">
              <a:effectLst/>
              <a:latin typeface="Verdana" panose="020B0604030504040204" pitchFamily="34" charset="0"/>
              <a:ea typeface="Verdana" panose="020B0604030504040204" pitchFamily="34" charset="0"/>
              <a:cs typeface="Times New Roman" panose="02020603050405020304" pitchFamily="18" charset="0"/>
            </a:endParaRPr>
          </a:p>
        </p:txBody>
      </p:sp>
      <p:graphicFrame>
        <p:nvGraphicFramePr>
          <p:cNvPr id="18" name="Table 17">
            <a:extLst>
              <a:ext uri="{FF2B5EF4-FFF2-40B4-BE49-F238E27FC236}">
                <a16:creationId xmlns:a16="http://schemas.microsoft.com/office/drawing/2014/main" id="{E7B8DAC3-79E4-CC20-9EBE-323690538B3A}"/>
              </a:ext>
            </a:extLst>
          </p:cNvPr>
          <p:cNvGraphicFramePr>
            <a:graphicFrameLocks noGrp="1"/>
          </p:cNvGraphicFramePr>
          <p:nvPr/>
        </p:nvGraphicFramePr>
        <p:xfrm>
          <a:off x="519668" y="3316571"/>
          <a:ext cx="3095223" cy="243840"/>
        </p:xfrm>
        <a:graphic>
          <a:graphicData uri="http://schemas.openxmlformats.org/drawingml/2006/table">
            <a:tbl>
              <a:tblPr firstRow="1" bandRow="1">
                <a:tableStyleId>{5C22544A-7EE6-4342-B048-85BDC9FD1C3A}</a:tableStyleId>
              </a:tblPr>
              <a:tblGrid>
                <a:gridCol w="3095223">
                  <a:extLst>
                    <a:ext uri="{9D8B030D-6E8A-4147-A177-3AD203B41FA5}">
                      <a16:colId xmlns:a16="http://schemas.microsoft.com/office/drawing/2014/main" val="3756402472"/>
                    </a:ext>
                  </a:extLst>
                </a:gridCol>
              </a:tblGrid>
              <a:tr h="167334">
                <a:tc>
                  <a:txBody>
                    <a:bodyPr/>
                    <a:lstStyle/>
                    <a:p>
                      <a:r>
                        <a:rPr lang="en-US" sz="1000">
                          <a:solidFill>
                            <a:schemeClr val="tx1"/>
                          </a:solidFill>
                          <a:latin typeface="Verdana" panose="020B0604030504040204" pitchFamily="34" charset="0"/>
                          <a:ea typeface="Verdana" panose="020B0604030504040204" pitchFamily="34" charset="0"/>
                        </a:rPr>
                        <a:t>Key Highlights of the Extension Process</a:t>
                      </a:r>
                      <a:endParaRPr lang="en-AE" sz="1000">
                        <a:solidFill>
                          <a:schemeClr val="tx1"/>
                        </a:solidFill>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606687026"/>
                  </a:ext>
                </a:extLst>
              </a:tr>
            </a:tbl>
          </a:graphicData>
        </a:graphic>
      </p:graphicFrame>
      <p:pic>
        <p:nvPicPr>
          <p:cNvPr id="19" name="Picture 18">
            <a:extLst>
              <a:ext uri="{FF2B5EF4-FFF2-40B4-BE49-F238E27FC236}">
                <a16:creationId xmlns:a16="http://schemas.microsoft.com/office/drawing/2014/main" id="{368036EA-97D8-D13B-EEFC-88E50538084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7610" y="1635479"/>
            <a:ext cx="5657684" cy="885245"/>
          </a:xfrm>
          <a:prstGeom prst="rect">
            <a:avLst/>
          </a:prstGeom>
          <a:noFill/>
          <a:ln>
            <a:noFill/>
          </a:ln>
        </p:spPr>
      </p:pic>
      <p:sp>
        <p:nvSpPr>
          <p:cNvPr id="21" name="TextBox 20">
            <a:extLst>
              <a:ext uri="{FF2B5EF4-FFF2-40B4-BE49-F238E27FC236}">
                <a16:creationId xmlns:a16="http://schemas.microsoft.com/office/drawing/2014/main" id="{4BD138AB-7A50-B16A-38E2-DF1EB34908DF}"/>
              </a:ext>
            </a:extLst>
          </p:cNvPr>
          <p:cNvSpPr txBox="1"/>
          <p:nvPr/>
        </p:nvSpPr>
        <p:spPr>
          <a:xfrm>
            <a:off x="73051" y="2666181"/>
            <a:ext cx="6333226" cy="480453"/>
          </a:xfrm>
          <a:prstGeom prst="rect">
            <a:avLst/>
          </a:prstGeom>
          <a:noFill/>
        </p:spPr>
        <p:txBody>
          <a:bodyPr wrap="square" anchor="ctr">
            <a:spAutoFit/>
          </a:bodyPr>
          <a:lstStyle/>
          <a:p>
            <a:pPr marL="457200" indent="-6985" algn="just">
              <a:lnSpc>
                <a:spcPct val="107000"/>
              </a:lnSpc>
              <a:spcAft>
                <a:spcPts val="800"/>
              </a:spcAft>
              <a:buNone/>
            </a:pPr>
            <a:r>
              <a:rPr lang="en-US" sz="800">
                <a:effectLst/>
                <a:latin typeface="Verdana" panose="020B0604030504040204" pitchFamily="34" charset="0"/>
                <a:ea typeface="Calibri" panose="020F0502020204030204" pitchFamily="34" charset="0"/>
                <a:cs typeface="Arial" panose="020B0604020202020204" pitchFamily="34" charset="0"/>
              </a:rPr>
              <a:t>*GCEO: Group Chief Executive Officer          *GMC: respective Group Management Committee member           *GCAO: Group Chief Audit Officer                   *SMT: respective member of GIA Senior Management Team *HOD: respective Head of Department</a:t>
            </a:r>
            <a:endParaRPr lang="en-AE" sz="3200">
              <a:effectLst/>
              <a:latin typeface="Calibri" panose="020F0502020204030204" pitchFamily="34" charset="0"/>
              <a:ea typeface="Calibri" panose="020F0502020204030204" pitchFamily="34" charset="0"/>
              <a:cs typeface="Arial" panose="020B0604020202020204" pitchFamily="34" charset="0"/>
            </a:endParaRPr>
          </a:p>
        </p:txBody>
      </p:sp>
      <p:sp>
        <p:nvSpPr>
          <p:cNvPr id="24" name="Text 4">
            <a:extLst>
              <a:ext uri="{FF2B5EF4-FFF2-40B4-BE49-F238E27FC236}">
                <a16:creationId xmlns:a16="http://schemas.microsoft.com/office/drawing/2014/main" id="{F78FAFB3-CE76-A1FA-B253-0D72B9B0A40E}"/>
              </a:ext>
            </a:extLst>
          </p:cNvPr>
          <p:cNvSpPr/>
          <p:nvPr/>
        </p:nvSpPr>
        <p:spPr>
          <a:xfrm>
            <a:off x="6641466" y="3316571"/>
            <a:ext cx="5208271" cy="145593"/>
          </a:xfrm>
          <a:prstGeom prst="rect">
            <a:avLst/>
          </a:prstGeom>
          <a:noFill/>
          <a:ln/>
        </p:spPr>
        <p:txBody>
          <a:bodyPr wrap="none" lIns="0" tIns="0" rIns="0" bIns="0" rtlCol="0" anchor="t"/>
          <a:lstStyle/>
          <a:p>
            <a:pPr marL="0" marR="0" lvl="0" indent="0" algn="l" defTabSz="914400" rtl="0" eaLnBrk="1" fontAlgn="auto" latinLnBrk="0" hangingPunct="1">
              <a:lnSpc>
                <a:spcPts val="1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B3535"/>
                </a:solidFill>
                <a:effectLst/>
                <a:uLnTx/>
                <a:uFillTx/>
                <a:latin typeface="Verdana" panose="020B0604030504040204" pitchFamily="34" charset="0"/>
                <a:ea typeface="Verdana" panose="020B0604030504040204" pitchFamily="34" charset="0"/>
                <a:cs typeface="Roboto Light" pitchFamily="34" charset="-120"/>
              </a:rPr>
              <a:t>*Last date of reporting of extensions to BAC </a:t>
            </a:r>
            <a:endParaRPr kumimoji="0" lang="en-US" sz="900" b="0" i="0" u="none" strike="noStrike" kern="1200" cap="none" spc="0" normalizeH="0" baseline="0" noProof="0" dirty="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sp>
        <p:nvSpPr>
          <p:cNvPr id="2" name="Action Button: Return 1">
            <a:hlinkClick r:id="rId4" action="ppaction://hlinksldjump" highlightClick="1"/>
            <a:extLst>
              <a:ext uri="{FF2B5EF4-FFF2-40B4-BE49-F238E27FC236}">
                <a16:creationId xmlns:a16="http://schemas.microsoft.com/office/drawing/2014/main" id="{FB4DA5A8-2233-197E-B99C-C68D62B1B0DA}"/>
              </a:ext>
            </a:extLst>
          </p:cNvPr>
          <p:cNvSpPr/>
          <p:nvPr/>
        </p:nvSpPr>
        <p:spPr bwMode="auto">
          <a:xfrm>
            <a:off x="11753850" y="6645624"/>
            <a:ext cx="211853" cy="152400"/>
          </a:xfrm>
          <a:prstGeom prst="actionButtonReturn">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srgbClr val="2D2926"/>
              </a:solidFill>
              <a:effectLst/>
              <a:uLnTx/>
              <a:uFillTx/>
              <a:latin typeface="Arial" charset="0"/>
              <a:ea typeface="+mn-ea"/>
              <a:cs typeface="Arial" charset="0"/>
            </a:endParaRPr>
          </a:p>
        </p:txBody>
      </p:sp>
    </p:spTree>
    <p:extLst>
      <p:ext uri="{BB962C8B-B14F-4D97-AF65-F5344CB8AC3E}">
        <p14:creationId xmlns:p14="http://schemas.microsoft.com/office/powerpoint/2010/main" val="2140758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97B161A-D4A7-4536-1F60-99A8CC561E17}"/>
              </a:ext>
            </a:extLst>
          </p:cNvPr>
          <p:cNvSpPr/>
          <p:nvPr/>
        </p:nvSpPr>
        <p:spPr bwMode="auto">
          <a:xfrm>
            <a:off x="228600" y="724372"/>
            <a:ext cx="11658600" cy="5868932"/>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srgbClr val="2D2926"/>
              </a:solidFill>
              <a:effectLst/>
              <a:uLnTx/>
              <a:uFillTx/>
              <a:latin typeface="Arial" charset="0"/>
              <a:ea typeface="+mn-ea"/>
              <a:cs typeface="Arial" charset="0"/>
            </a:endParaRPr>
          </a:p>
        </p:txBody>
      </p:sp>
      <p:sp>
        <p:nvSpPr>
          <p:cNvPr id="2" name="Slide Number Placeholder 1"/>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20314B1F-90EF-4791-B992-945A908ADE38}" type="slidenum">
              <a:rPr kumimoji="0" lang="en-GB" sz="900" b="1" i="0" u="none" strike="noStrike" kern="1200" cap="none" spc="0" normalizeH="0" baseline="0" noProof="0" smtClean="0">
                <a:ln>
                  <a:noFill/>
                </a:ln>
                <a:solidFill>
                  <a:srgbClr val="000000"/>
                </a:solidFill>
                <a:effectLst/>
                <a:uLnTx/>
                <a:uFillTx/>
                <a:latin typeface="Verdana" panose="020B0604030504040204" pitchFamily="34" charset="0"/>
                <a:ea typeface="Verdana" panose="020B0604030504040204" pitchFamily="34" charset="0"/>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GB" sz="900" b="1"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5" name="TextBox 4">
            <a:extLst>
              <a:ext uri="{FF2B5EF4-FFF2-40B4-BE49-F238E27FC236}">
                <a16:creationId xmlns:a16="http://schemas.microsoft.com/office/drawing/2014/main" id="{D7C8722D-826C-9589-D13E-F1281FBE7714}"/>
              </a:ext>
            </a:extLst>
          </p:cNvPr>
          <p:cNvSpPr txBox="1"/>
          <p:nvPr/>
        </p:nvSpPr>
        <p:spPr>
          <a:xfrm>
            <a:off x="152400" y="143144"/>
            <a:ext cx="10986868" cy="400110"/>
          </a:xfrm>
          <a:prstGeom prst="rect">
            <a:avLst/>
          </a:prstGeom>
          <a:noFill/>
        </p:spPr>
        <p:txBody>
          <a:bodyPr wrap="squar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Arial" charset="0"/>
              </a:rPr>
              <a:t> </a:t>
            </a:r>
            <a:r>
              <a:rPr kumimoji="0" lang="en-US" sz="20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Arial" charset="0"/>
              </a:rPr>
              <a:t>GIA Validations – CBUAE Reviews -</a:t>
            </a:r>
            <a:r>
              <a:rPr kumimoji="0" lang="en-US" sz="16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Arial" charset="0"/>
              </a:rPr>
              <a:t> </a:t>
            </a:r>
            <a:r>
              <a:rPr kumimoji="0" lang="en-US" sz="1200" b="0" i="1"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Arial" charset="0"/>
              </a:rPr>
              <a:t>Update as of  4</a:t>
            </a:r>
            <a:r>
              <a:rPr kumimoji="0" lang="en-US" sz="1200" b="0" i="1" u="none" strike="noStrike" kern="1200" cap="none" spc="0" normalizeH="0" baseline="30000" noProof="0" dirty="0">
                <a:ln>
                  <a:noFill/>
                </a:ln>
                <a:solidFill>
                  <a:srgbClr val="FFFFFF"/>
                </a:solidFill>
                <a:effectLst/>
                <a:uLnTx/>
                <a:uFillTx/>
                <a:latin typeface="Verdana" panose="020B0604030504040204" pitchFamily="34" charset="0"/>
                <a:ea typeface="Verdana" panose="020B0604030504040204" pitchFamily="34" charset="0"/>
                <a:cs typeface="Arial" charset="0"/>
              </a:rPr>
              <a:t>th</a:t>
            </a:r>
            <a:r>
              <a:rPr kumimoji="0" lang="en-US" sz="1200" b="0" i="1"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Arial" charset="0"/>
              </a:rPr>
              <a:t> of </a:t>
            </a:r>
            <a:r>
              <a:rPr lang="en-US" sz="1200" i="1" dirty="0">
                <a:solidFill>
                  <a:srgbClr val="FFFFFF"/>
                </a:solidFill>
                <a:latin typeface="Verdana" panose="020B0604030504040204" pitchFamily="34" charset="0"/>
                <a:ea typeface="Verdana" panose="020B0604030504040204" pitchFamily="34" charset="0"/>
                <a:cs typeface="Arial" charset="0"/>
              </a:rPr>
              <a:t>December</a:t>
            </a:r>
            <a:r>
              <a:rPr kumimoji="0" lang="en-US" sz="1200" b="0" i="1"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Arial" charset="0"/>
              </a:rPr>
              <a:t> 2025</a:t>
            </a:r>
          </a:p>
        </p:txBody>
      </p:sp>
      <p:sp>
        <p:nvSpPr>
          <p:cNvPr id="9" name="TextBox 8">
            <a:extLst>
              <a:ext uri="{FF2B5EF4-FFF2-40B4-BE49-F238E27FC236}">
                <a16:creationId xmlns:a16="http://schemas.microsoft.com/office/drawing/2014/main" id="{CF4D20A3-5DD6-79D7-8851-5E4DFC42F95A}"/>
              </a:ext>
            </a:extLst>
          </p:cNvPr>
          <p:cNvSpPr txBox="1"/>
          <p:nvPr/>
        </p:nvSpPr>
        <p:spPr>
          <a:xfrm>
            <a:off x="414964" y="684268"/>
            <a:ext cx="5452436" cy="276999"/>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CBUAE Action Closure Requirements:</a:t>
            </a:r>
            <a:endParaRPr kumimoji="0" lang="en-AE" sz="1200" b="1"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endParaRPr>
          </a:p>
        </p:txBody>
      </p:sp>
      <p:grpSp>
        <p:nvGrpSpPr>
          <p:cNvPr id="37" name="Shape 24065">
            <a:extLst>
              <a:ext uri="{FF2B5EF4-FFF2-40B4-BE49-F238E27FC236}">
                <a16:creationId xmlns:a16="http://schemas.microsoft.com/office/drawing/2014/main" id="{C0B290E8-98C4-E238-C830-1CAC95E81841}"/>
              </a:ext>
            </a:extLst>
          </p:cNvPr>
          <p:cNvGrpSpPr/>
          <p:nvPr/>
        </p:nvGrpSpPr>
        <p:grpSpPr>
          <a:xfrm>
            <a:off x="11238139" y="2546426"/>
            <a:ext cx="495915" cy="538373"/>
            <a:chOff x="233621" y="4106534"/>
            <a:chExt cx="1845747" cy="2003783"/>
          </a:xfrm>
          <a:solidFill>
            <a:schemeClr val="accent1"/>
          </a:solidFill>
        </p:grpSpPr>
        <p:sp>
          <p:nvSpPr>
            <p:cNvPr id="38" name="Shape 24066">
              <a:extLst>
                <a:ext uri="{FF2B5EF4-FFF2-40B4-BE49-F238E27FC236}">
                  <a16:creationId xmlns:a16="http://schemas.microsoft.com/office/drawing/2014/main" id="{35E3BC8D-D761-A3B6-3E0E-03420BD24C9C}"/>
                </a:ext>
              </a:extLst>
            </p:cNvPr>
            <p:cNvSpPr/>
            <p:nvPr/>
          </p:nvSpPr>
          <p:spPr>
            <a:xfrm>
              <a:off x="891528" y="4106534"/>
              <a:ext cx="1187840" cy="1080270"/>
            </a:xfrm>
            <a:custGeom>
              <a:avLst/>
              <a:gdLst/>
              <a:ahLst/>
              <a:cxnLst/>
              <a:rect l="0" t="0" r="0" b="0"/>
              <a:pathLst>
                <a:path w="1277086" h="1161434" extrusionOk="0">
                  <a:moveTo>
                    <a:pt x="638544" y="1009317"/>
                  </a:moveTo>
                  <a:cubicBezTo>
                    <a:pt x="606535" y="1009317"/>
                    <a:pt x="580588" y="1035265"/>
                    <a:pt x="580588" y="1067273"/>
                  </a:cubicBezTo>
                  <a:cubicBezTo>
                    <a:pt x="580588" y="1099281"/>
                    <a:pt x="606535" y="1125229"/>
                    <a:pt x="638544" y="1125229"/>
                  </a:cubicBezTo>
                  <a:cubicBezTo>
                    <a:pt x="670552" y="1125229"/>
                    <a:pt x="696501" y="1099281"/>
                    <a:pt x="696501" y="1067273"/>
                  </a:cubicBezTo>
                  <a:cubicBezTo>
                    <a:pt x="696501" y="1035265"/>
                    <a:pt x="670552" y="1009317"/>
                    <a:pt x="638544" y="1009317"/>
                  </a:cubicBezTo>
                  <a:close/>
                  <a:moveTo>
                    <a:pt x="156107" y="197900"/>
                  </a:moveTo>
                  <a:lnTo>
                    <a:pt x="156107" y="840499"/>
                  </a:lnTo>
                  <a:lnTo>
                    <a:pt x="1123229" y="840499"/>
                  </a:lnTo>
                  <a:lnTo>
                    <a:pt x="1123229" y="197900"/>
                  </a:lnTo>
                  <a:close/>
                  <a:moveTo>
                    <a:pt x="0" y="0"/>
                  </a:moveTo>
                  <a:lnTo>
                    <a:pt x="1277086" y="0"/>
                  </a:lnTo>
                  <a:lnTo>
                    <a:pt x="1277086" y="197900"/>
                  </a:lnTo>
                  <a:lnTo>
                    <a:pt x="1196461" y="197900"/>
                  </a:lnTo>
                  <a:lnTo>
                    <a:pt x="1196461" y="930286"/>
                  </a:lnTo>
                  <a:lnTo>
                    <a:pt x="662711" y="930286"/>
                  </a:lnTo>
                  <a:lnTo>
                    <a:pt x="662711" y="977988"/>
                  </a:lnTo>
                  <a:cubicBezTo>
                    <a:pt x="703222" y="987177"/>
                    <a:pt x="732706" y="1023782"/>
                    <a:pt x="732706" y="1067273"/>
                  </a:cubicBezTo>
                  <a:cubicBezTo>
                    <a:pt x="732706" y="1119277"/>
                    <a:pt x="690548" y="1161434"/>
                    <a:pt x="638543" y="1161434"/>
                  </a:cubicBezTo>
                  <a:cubicBezTo>
                    <a:pt x="586539" y="1161434"/>
                    <a:pt x="544380" y="1119277"/>
                    <a:pt x="544380" y="1067273"/>
                  </a:cubicBezTo>
                  <a:cubicBezTo>
                    <a:pt x="544380" y="1023782"/>
                    <a:pt x="573866" y="987177"/>
                    <a:pt x="614376" y="977988"/>
                  </a:cubicBezTo>
                  <a:lnTo>
                    <a:pt x="614376" y="930286"/>
                  </a:lnTo>
                  <a:lnTo>
                    <a:pt x="80625" y="930286"/>
                  </a:lnTo>
                  <a:lnTo>
                    <a:pt x="80625" y="857316"/>
                  </a:lnTo>
                  <a:lnTo>
                    <a:pt x="80507" y="857316"/>
                  </a:lnTo>
                  <a:lnTo>
                    <a:pt x="80507" y="197900"/>
                  </a:lnTo>
                  <a:lnTo>
                    <a:pt x="0" y="197900"/>
                  </a:lnTo>
                  <a:close/>
                </a:path>
              </a:pathLst>
            </a:custGeom>
            <a:grp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39" name="Shape 24067">
              <a:extLst>
                <a:ext uri="{FF2B5EF4-FFF2-40B4-BE49-F238E27FC236}">
                  <a16:creationId xmlns:a16="http://schemas.microsoft.com/office/drawing/2014/main" id="{9178D545-5625-ADA8-CC49-1868D2EDEFF2}"/>
                </a:ext>
              </a:extLst>
            </p:cNvPr>
            <p:cNvSpPr/>
            <p:nvPr/>
          </p:nvSpPr>
          <p:spPr>
            <a:xfrm>
              <a:off x="821500" y="4742670"/>
              <a:ext cx="457751" cy="335502"/>
            </a:xfrm>
            <a:custGeom>
              <a:avLst/>
              <a:gdLst/>
              <a:ahLst/>
              <a:cxnLst/>
              <a:rect l="0" t="0" r="0" b="0"/>
              <a:pathLst>
                <a:path w="492143" h="360710" extrusionOk="0">
                  <a:moveTo>
                    <a:pt x="73025" y="36860"/>
                  </a:moveTo>
                  <a:lnTo>
                    <a:pt x="156291" y="138460"/>
                  </a:lnTo>
                  <a:lnTo>
                    <a:pt x="352819" y="0"/>
                  </a:lnTo>
                  <a:lnTo>
                    <a:pt x="492125" y="100360"/>
                  </a:lnTo>
                  <a:cubicBezTo>
                    <a:pt x="494242" y="122585"/>
                    <a:pt x="309033" y="233710"/>
                    <a:pt x="250825" y="294035"/>
                  </a:cubicBezTo>
                  <a:lnTo>
                    <a:pt x="0" y="360710"/>
                  </a:lnTo>
                  <a:lnTo>
                    <a:pt x="73025" y="36860"/>
                  </a:lnTo>
                  <a:close/>
                </a:path>
              </a:pathLst>
            </a:custGeom>
            <a:grp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40" name="Shape 24068">
              <a:extLst>
                <a:ext uri="{FF2B5EF4-FFF2-40B4-BE49-F238E27FC236}">
                  <a16:creationId xmlns:a16="http://schemas.microsoft.com/office/drawing/2014/main" id="{AE1617E0-0E4D-4272-C8C2-809456A09734}"/>
                </a:ext>
              </a:extLst>
            </p:cNvPr>
            <p:cNvSpPr/>
            <p:nvPr/>
          </p:nvSpPr>
          <p:spPr>
            <a:xfrm>
              <a:off x="233621" y="4308441"/>
              <a:ext cx="994356" cy="1801876"/>
            </a:xfrm>
            <a:custGeom>
              <a:avLst/>
              <a:gdLst/>
              <a:ahLst/>
              <a:cxnLst/>
              <a:rect l="0" t="0" r="0" b="0"/>
              <a:pathLst>
                <a:path w="1758162" h="3185972" extrusionOk="0">
                  <a:moveTo>
                    <a:pt x="501628" y="632858"/>
                  </a:moveTo>
                  <a:lnTo>
                    <a:pt x="567368" y="639015"/>
                  </a:lnTo>
                  <a:lnTo>
                    <a:pt x="576017" y="972026"/>
                  </a:lnTo>
                  <a:lnTo>
                    <a:pt x="626343" y="978141"/>
                  </a:lnTo>
                  <a:lnTo>
                    <a:pt x="677482" y="756945"/>
                  </a:lnTo>
                  <a:lnTo>
                    <a:pt x="621007" y="690658"/>
                  </a:lnTo>
                  <a:lnTo>
                    <a:pt x="674125" y="645404"/>
                  </a:lnTo>
                  <a:lnTo>
                    <a:pt x="788802" y="654570"/>
                  </a:lnTo>
                  <a:lnTo>
                    <a:pt x="834055" y="707688"/>
                  </a:lnTo>
                  <a:lnTo>
                    <a:pt x="767766" y="764164"/>
                  </a:lnTo>
                  <a:lnTo>
                    <a:pt x="783562" y="997243"/>
                  </a:lnTo>
                  <a:lnTo>
                    <a:pt x="830810" y="1002984"/>
                  </a:lnTo>
                  <a:lnTo>
                    <a:pt x="914151" y="671756"/>
                  </a:lnTo>
                  <a:cubicBezTo>
                    <a:pt x="941583" y="674413"/>
                    <a:pt x="964594" y="690122"/>
                    <a:pt x="976589" y="712863"/>
                  </a:cubicBezTo>
                  <a:lnTo>
                    <a:pt x="1290021" y="1047028"/>
                  </a:lnTo>
                  <a:lnTo>
                    <a:pt x="1597691" y="832198"/>
                  </a:lnTo>
                  <a:cubicBezTo>
                    <a:pt x="1643898" y="799934"/>
                    <a:pt x="1707514" y="811237"/>
                    <a:pt x="1739777" y="857444"/>
                  </a:cubicBezTo>
                  <a:lnTo>
                    <a:pt x="1739776" y="857443"/>
                  </a:lnTo>
                  <a:cubicBezTo>
                    <a:pt x="1772041" y="903651"/>
                    <a:pt x="1760737" y="967266"/>
                    <a:pt x="1714530" y="999530"/>
                  </a:cubicBezTo>
                  <a:lnTo>
                    <a:pt x="1345489" y="1257214"/>
                  </a:lnTo>
                  <a:lnTo>
                    <a:pt x="1333565" y="1262401"/>
                  </a:lnTo>
                  <a:cubicBezTo>
                    <a:pt x="1332193" y="1263661"/>
                    <a:pt x="1330821" y="1264919"/>
                    <a:pt x="1329450" y="1266178"/>
                  </a:cubicBezTo>
                  <a:cubicBezTo>
                    <a:pt x="1287818" y="1304380"/>
                    <a:pt x="1223101" y="1301600"/>
                    <a:pt x="1184899" y="1259969"/>
                  </a:cubicBezTo>
                  <a:lnTo>
                    <a:pt x="965561" y="1020941"/>
                  </a:lnTo>
                  <a:lnTo>
                    <a:pt x="900277" y="1718049"/>
                  </a:lnTo>
                  <a:lnTo>
                    <a:pt x="1026368" y="3064444"/>
                  </a:lnTo>
                  <a:cubicBezTo>
                    <a:pt x="1031781" y="3122255"/>
                    <a:pt x="989305" y="3173508"/>
                    <a:pt x="931494" y="3178923"/>
                  </a:cubicBezTo>
                  <a:lnTo>
                    <a:pt x="861182" y="3185507"/>
                  </a:lnTo>
                  <a:cubicBezTo>
                    <a:pt x="803371" y="3190921"/>
                    <a:pt x="752117" y="3148446"/>
                    <a:pt x="746703" y="3090634"/>
                  </a:cubicBezTo>
                  <a:lnTo>
                    <a:pt x="651980" y="2079182"/>
                  </a:lnTo>
                  <a:lnTo>
                    <a:pt x="561222" y="2070683"/>
                  </a:lnTo>
                  <a:lnTo>
                    <a:pt x="465894" y="3088597"/>
                  </a:lnTo>
                  <a:cubicBezTo>
                    <a:pt x="460480" y="3146408"/>
                    <a:pt x="409226" y="3188884"/>
                    <a:pt x="351415" y="3183471"/>
                  </a:cubicBezTo>
                  <a:lnTo>
                    <a:pt x="281102" y="3176886"/>
                  </a:lnTo>
                  <a:cubicBezTo>
                    <a:pt x="223291" y="3171471"/>
                    <a:pt x="180816" y="3120218"/>
                    <a:pt x="186229" y="3062407"/>
                  </a:cubicBezTo>
                  <a:lnTo>
                    <a:pt x="338226" y="1439392"/>
                  </a:lnTo>
                  <a:lnTo>
                    <a:pt x="342113" y="1426485"/>
                  </a:lnTo>
                  <a:lnTo>
                    <a:pt x="376909" y="1054939"/>
                  </a:lnTo>
                  <a:lnTo>
                    <a:pt x="267682" y="1173970"/>
                  </a:lnTo>
                  <a:lnTo>
                    <a:pt x="261023" y="1178817"/>
                  </a:lnTo>
                  <a:lnTo>
                    <a:pt x="214695" y="1586670"/>
                  </a:lnTo>
                  <a:cubicBezTo>
                    <a:pt x="208490" y="1641290"/>
                    <a:pt x="159182" y="1680538"/>
                    <a:pt x="104561" y="1674335"/>
                  </a:cubicBezTo>
                  <a:lnTo>
                    <a:pt x="88310" y="1672488"/>
                  </a:lnTo>
                  <a:cubicBezTo>
                    <a:pt x="33690" y="1666284"/>
                    <a:pt x="-5559" y="1616976"/>
                    <a:pt x="645" y="1562355"/>
                  </a:cubicBezTo>
                  <a:lnTo>
                    <a:pt x="53476" y="1097263"/>
                  </a:lnTo>
                  <a:cubicBezTo>
                    <a:pt x="56197" y="1073310"/>
                    <a:pt x="67207" y="1052313"/>
                    <a:pt x="84267" y="1037794"/>
                  </a:cubicBezTo>
                  <a:cubicBezTo>
                    <a:pt x="86369" y="1029831"/>
                    <a:pt x="91138" y="1023238"/>
                    <a:pt x="96752" y="1017120"/>
                  </a:cubicBezTo>
                  <a:lnTo>
                    <a:pt x="402877" y="683514"/>
                  </a:lnTo>
                  <a:lnTo>
                    <a:pt x="429865" y="663873"/>
                  </a:lnTo>
                  <a:cubicBezTo>
                    <a:pt x="445967" y="642231"/>
                    <a:pt x="472787" y="630158"/>
                    <a:pt x="501628" y="632858"/>
                  </a:cubicBezTo>
                  <a:close/>
                  <a:moveTo>
                    <a:pt x="794139" y="0"/>
                  </a:moveTo>
                  <a:cubicBezTo>
                    <a:pt x="956163" y="0"/>
                    <a:pt x="1087509" y="131346"/>
                    <a:pt x="1087509" y="293370"/>
                  </a:cubicBezTo>
                  <a:cubicBezTo>
                    <a:pt x="1087509" y="455394"/>
                    <a:pt x="956163" y="586740"/>
                    <a:pt x="794139" y="586740"/>
                  </a:cubicBezTo>
                  <a:cubicBezTo>
                    <a:pt x="632115" y="586740"/>
                    <a:pt x="500769" y="455394"/>
                    <a:pt x="500769" y="293370"/>
                  </a:cubicBezTo>
                  <a:cubicBezTo>
                    <a:pt x="500769" y="131346"/>
                    <a:pt x="632115" y="0"/>
                    <a:pt x="794139" y="0"/>
                  </a:cubicBezTo>
                  <a:close/>
                </a:path>
              </a:pathLst>
            </a:custGeom>
            <a:grp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grpSp>
      <p:sp>
        <p:nvSpPr>
          <p:cNvPr id="87" name="TextBox 86">
            <a:extLst>
              <a:ext uri="{FF2B5EF4-FFF2-40B4-BE49-F238E27FC236}">
                <a16:creationId xmlns:a16="http://schemas.microsoft.com/office/drawing/2014/main" id="{7A186F0E-590C-6EF5-1E79-DDC705EDC3DB}"/>
              </a:ext>
            </a:extLst>
          </p:cNvPr>
          <p:cNvSpPr txBox="1"/>
          <p:nvPr/>
        </p:nvSpPr>
        <p:spPr>
          <a:xfrm>
            <a:off x="1678726" y="2792614"/>
            <a:ext cx="8730850" cy="200055"/>
          </a:xfrm>
          <a:prstGeom prst="rect">
            <a:avLst/>
          </a:prstGeom>
          <a:noFill/>
        </p:spPr>
        <p:txBody>
          <a:bodyPr wrap="square" rtlCol="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7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 For </a:t>
            </a:r>
            <a:r>
              <a:rPr kumimoji="0" lang="en-US" sz="7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Verdana" panose="020B0604030504040204" pitchFamily="34" charset="0"/>
              </a:rPr>
              <a:t>actions pertaining to Compliance, the review and approval of the completion of validation has been performed by a third party (Ernst &amp; Young) to avoid any conflict of interest.</a:t>
            </a:r>
            <a:endParaRPr kumimoji="0" lang="en-AE" sz="700" b="0" i="0" u="none" strike="noStrike" kern="1200" cap="none" spc="0" normalizeH="0" baseline="0" noProof="0" err="1">
              <a:ln>
                <a:noFill/>
              </a:ln>
              <a:solidFill>
                <a:srgbClr val="2D2926"/>
              </a:solidFill>
              <a:effectLst/>
              <a:uLnTx/>
              <a:uFillTx/>
              <a:latin typeface="Calibri" panose="020F0502020204030204" pitchFamily="34" charset="0"/>
              <a:ea typeface="+mn-ea"/>
              <a:cs typeface="Arial" charset="0"/>
            </a:endParaRPr>
          </a:p>
        </p:txBody>
      </p:sp>
      <p:grpSp>
        <p:nvGrpSpPr>
          <p:cNvPr id="147" name="Group 146">
            <a:extLst>
              <a:ext uri="{FF2B5EF4-FFF2-40B4-BE49-F238E27FC236}">
                <a16:creationId xmlns:a16="http://schemas.microsoft.com/office/drawing/2014/main" id="{E1FA9A41-2BDC-6871-B2CA-F60329D35398}"/>
              </a:ext>
            </a:extLst>
          </p:cNvPr>
          <p:cNvGrpSpPr/>
          <p:nvPr/>
        </p:nvGrpSpPr>
        <p:grpSpPr>
          <a:xfrm>
            <a:off x="1752599" y="1118198"/>
            <a:ext cx="8979221" cy="1855631"/>
            <a:chOff x="1043767" y="1034936"/>
            <a:chExt cx="8979222" cy="1855631"/>
          </a:xfrm>
        </p:grpSpPr>
        <p:grpSp>
          <p:nvGrpSpPr>
            <p:cNvPr id="12" name="Group 11">
              <a:extLst>
                <a:ext uri="{FF2B5EF4-FFF2-40B4-BE49-F238E27FC236}">
                  <a16:creationId xmlns:a16="http://schemas.microsoft.com/office/drawing/2014/main" id="{01C851CA-30C1-E156-64D8-A0C15150740B}"/>
                </a:ext>
              </a:extLst>
            </p:cNvPr>
            <p:cNvGrpSpPr/>
            <p:nvPr/>
          </p:nvGrpSpPr>
          <p:grpSpPr>
            <a:xfrm>
              <a:off x="7803601" y="1055037"/>
              <a:ext cx="2219388" cy="1672171"/>
              <a:chOff x="-1642472" y="3969129"/>
              <a:chExt cx="2063068" cy="1826917"/>
            </a:xfrm>
            <a:solidFill>
              <a:srgbClr val="6F8DB9"/>
            </a:solidFill>
          </p:grpSpPr>
          <p:sp>
            <p:nvSpPr>
              <p:cNvPr id="143" name="Freeform 391">
                <a:extLst>
                  <a:ext uri="{FF2B5EF4-FFF2-40B4-BE49-F238E27FC236}">
                    <a16:creationId xmlns:a16="http://schemas.microsoft.com/office/drawing/2014/main" id="{6B6316FA-C9D4-BEA5-94F2-3727F857DE83}"/>
                  </a:ext>
                </a:extLst>
              </p:cNvPr>
              <p:cNvSpPr>
                <a:spLocks/>
              </p:cNvSpPr>
              <p:nvPr/>
            </p:nvSpPr>
            <p:spPr bwMode="auto">
              <a:xfrm>
                <a:off x="-1642472" y="3969129"/>
                <a:ext cx="2063068" cy="1826917"/>
              </a:xfrm>
              <a:custGeom>
                <a:avLst/>
                <a:gdLst>
                  <a:gd name="T0" fmla="*/ 1386 w 1608"/>
                  <a:gd name="T1" fmla="*/ 101 h 1387"/>
                  <a:gd name="T2" fmla="*/ 1386 w 1608"/>
                  <a:gd name="T3" fmla="*/ 0 h 1387"/>
                  <a:gd name="T4" fmla="*/ 0 w 1608"/>
                  <a:gd name="T5" fmla="*/ 0 h 1387"/>
                  <a:gd name="T6" fmla="*/ 0 w 1608"/>
                  <a:gd name="T7" fmla="*/ 1387 h 1387"/>
                  <a:gd name="T8" fmla="*/ 1386 w 1608"/>
                  <a:gd name="T9" fmla="*/ 1387 h 1387"/>
                  <a:gd name="T10" fmla="*/ 1386 w 1608"/>
                  <a:gd name="T11" fmla="*/ 549 h 1387"/>
                  <a:gd name="T12" fmla="*/ 1608 w 1608"/>
                  <a:gd name="T13" fmla="*/ 326 h 1387"/>
                  <a:gd name="T14" fmla="*/ 1386 w 1608"/>
                  <a:gd name="T15" fmla="*/ 101 h 13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08" h="1387">
                    <a:moveTo>
                      <a:pt x="1386" y="101"/>
                    </a:moveTo>
                    <a:lnTo>
                      <a:pt x="1386" y="0"/>
                    </a:lnTo>
                    <a:lnTo>
                      <a:pt x="0" y="0"/>
                    </a:lnTo>
                    <a:lnTo>
                      <a:pt x="0" y="1387"/>
                    </a:lnTo>
                    <a:lnTo>
                      <a:pt x="1386" y="1387"/>
                    </a:lnTo>
                    <a:lnTo>
                      <a:pt x="1386" y="549"/>
                    </a:lnTo>
                    <a:lnTo>
                      <a:pt x="1608" y="326"/>
                    </a:lnTo>
                    <a:lnTo>
                      <a:pt x="1386" y="101"/>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2D2926"/>
                  </a:solidFill>
                  <a:effectLst/>
                  <a:uLnTx/>
                  <a:uFillTx/>
                  <a:latin typeface="Arial" charset="0"/>
                  <a:ea typeface="+mn-ea"/>
                  <a:cs typeface="Arial" charset="0"/>
                </a:endParaRPr>
              </a:p>
            </p:txBody>
          </p:sp>
          <p:sp>
            <p:nvSpPr>
              <p:cNvPr id="144" name="TextBox 143">
                <a:extLst>
                  <a:ext uri="{FF2B5EF4-FFF2-40B4-BE49-F238E27FC236}">
                    <a16:creationId xmlns:a16="http://schemas.microsoft.com/office/drawing/2014/main" id="{0FAA7518-B5A2-1D64-85A9-79DCD21123CD}"/>
                  </a:ext>
                </a:extLst>
              </p:cNvPr>
              <p:cNvSpPr txBox="1"/>
              <p:nvPr/>
            </p:nvSpPr>
            <p:spPr>
              <a:xfrm>
                <a:off x="-415216" y="3969131"/>
                <a:ext cx="460986" cy="435518"/>
              </a:xfrm>
              <a:prstGeom prst="rect">
                <a:avLst/>
              </a:prstGeom>
              <a:grpFill/>
            </p:spPr>
            <p:txBody>
              <a:bodyPr wrap="square" lIns="0" tIns="0" rIns="0" bIns="0" rtlCol="0" anchor="ctr" anchorCtr="0">
                <a:noAutofit/>
              </a:bodyPr>
              <a:lstStyle/>
              <a:p>
                <a:pPr marL="0" marR="0" lvl="0" indent="0" algn="ctr" defTabSz="887413" rtl="0" eaLnBrk="1" fontAlgn="base" latinLnBrk="0" hangingPunct="1">
                  <a:lnSpc>
                    <a:spcPct val="100000"/>
                  </a:lnSpc>
                  <a:spcBef>
                    <a:spcPts val="200"/>
                  </a:spcBef>
                  <a:spcAft>
                    <a:spcPts val="200"/>
                  </a:spcAft>
                  <a:buClr>
                    <a:srgbClr val="003366"/>
                  </a:buClr>
                  <a:buSzTx/>
                  <a:buFontTx/>
                  <a:buNone/>
                  <a:tabLst/>
                  <a:defRPr/>
                </a:pPr>
                <a:r>
                  <a:rPr kumimoji="0" lang="en-US" sz="2500" b="1" i="0" u="none" strike="noStrike" kern="1200" cap="none" spc="0" normalizeH="0" baseline="0" noProof="0">
                    <a:ln>
                      <a:noFill/>
                    </a:ln>
                    <a:solidFill>
                      <a:srgbClr val="FFFFFF"/>
                    </a:solidFill>
                    <a:effectLst/>
                    <a:uLnTx/>
                    <a:uFillTx/>
                    <a:latin typeface="Arial" charset="0"/>
                    <a:ea typeface="+mn-ea"/>
                    <a:cs typeface="Arial" charset="0"/>
                  </a:rPr>
                  <a:t>05</a:t>
                </a:r>
              </a:p>
            </p:txBody>
          </p:sp>
        </p:grpSp>
        <p:grpSp>
          <p:nvGrpSpPr>
            <p:cNvPr id="13" name="Group 12">
              <a:extLst>
                <a:ext uri="{FF2B5EF4-FFF2-40B4-BE49-F238E27FC236}">
                  <a16:creationId xmlns:a16="http://schemas.microsoft.com/office/drawing/2014/main" id="{96D8E7F4-9A61-E60D-FC69-888680EF5B8D}"/>
                </a:ext>
              </a:extLst>
            </p:cNvPr>
            <p:cNvGrpSpPr/>
            <p:nvPr/>
          </p:nvGrpSpPr>
          <p:grpSpPr>
            <a:xfrm>
              <a:off x="5871606" y="1048160"/>
              <a:ext cx="2653710" cy="1678238"/>
              <a:chOff x="-1313368" y="3961619"/>
              <a:chExt cx="2466799" cy="1833547"/>
            </a:xfrm>
            <a:solidFill>
              <a:srgbClr val="7F7F7F"/>
            </a:solidFill>
          </p:grpSpPr>
          <p:sp>
            <p:nvSpPr>
              <p:cNvPr id="141" name="Freeform 391">
                <a:extLst>
                  <a:ext uri="{FF2B5EF4-FFF2-40B4-BE49-F238E27FC236}">
                    <a16:creationId xmlns:a16="http://schemas.microsoft.com/office/drawing/2014/main" id="{50252BBD-5373-BDC7-E0EB-D565A7FA3372}"/>
                  </a:ext>
                </a:extLst>
              </p:cNvPr>
              <p:cNvSpPr>
                <a:spLocks/>
              </p:cNvSpPr>
              <p:nvPr/>
            </p:nvSpPr>
            <p:spPr bwMode="auto">
              <a:xfrm>
                <a:off x="-1313368" y="3961619"/>
                <a:ext cx="2466799" cy="1833547"/>
              </a:xfrm>
              <a:custGeom>
                <a:avLst/>
                <a:gdLst>
                  <a:gd name="T0" fmla="*/ 1386 w 1608"/>
                  <a:gd name="T1" fmla="*/ 101 h 1387"/>
                  <a:gd name="T2" fmla="*/ 1386 w 1608"/>
                  <a:gd name="T3" fmla="*/ 0 h 1387"/>
                  <a:gd name="T4" fmla="*/ 0 w 1608"/>
                  <a:gd name="T5" fmla="*/ 0 h 1387"/>
                  <a:gd name="T6" fmla="*/ 0 w 1608"/>
                  <a:gd name="T7" fmla="*/ 1387 h 1387"/>
                  <a:gd name="T8" fmla="*/ 1386 w 1608"/>
                  <a:gd name="T9" fmla="*/ 1387 h 1387"/>
                  <a:gd name="T10" fmla="*/ 1386 w 1608"/>
                  <a:gd name="T11" fmla="*/ 549 h 1387"/>
                  <a:gd name="T12" fmla="*/ 1608 w 1608"/>
                  <a:gd name="T13" fmla="*/ 326 h 1387"/>
                  <a:gd name="T14" fmla="*/ 1386 w 1608"/>
                  <a:gd name="T15" fmla="*/ 101 h 13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08" h="1387">
                    <a:moveTo>
                      <a:pt x="1386" y="101"/>
                    </a:moveTo>
                    <a:lnTo>
                      <a:pt x="1386" y="0"/>
                    </a:lnTo>
                    <a:lnTo>
                      <a:pt x="0" y="0"/>
                    </a:lnTo>
                    <a:lnTo>
                      <a:pt x="0" y="1387"/>
                    </a:lnTo>
                    <a:lnTo>
                      <a:pt x="1386" y="1387"/>
                    </a:lnTo>
                    <a:lnTo>
                      <a:pt x="1386" y="549"/>
                    </a:lnTo>
                    <a:lnTo>
                      <a:pt x="1608" y="326"/>
                    </a:lnTo>
                    <a:lnTo>
                      <a:pt x="1386" y="101"/>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2D2926"/>
                  </a:solidFill>
                  <a:effectLst/>
                  <a:uLnTx/>
                  <a:uFillTx/>
                  <a:latin typeface="Arial" charset="0"/>
                  <a:ea typeface="+mn-ea"/>
                  <a:cs typeface="Arial" charset="0"/>
                </a:endParaRPr>
              </a:p>
            </p:txBody>
          </p:sp>
          <p:sp>
            <p:nvSpPr>
              <p:cNvPr id="142" name="TextBox 141">
                <a:extLst>
                  <a:ext uri="{FF2B5EF4-FFF2-40B4-BE49-F238E27FC236}">
                    <a16:creationId xmlns:a16="http://schemas.microsoft.com/office/drawing/2014/main" id="{01C0D092-1859-62C9-E18D-9F044F5221D4}"/>
                  </a:ext>
                </a:extLst>
              </p:cNvPr>
              <p:cNvSpPr txBox="1"/>
              <p:nvPr/>
            </p:nvSpPr>
            <p:spPr>
              <a:xfrm>
                <a:off x="267975" y="3970870"/>
                <a:ext cx="460986" cy="435518"/>
              </a:xfrm>
              <a:prstGeom prst="rect">
                <a:avLst/>
              </a:prstGeom>
              <a:grpFill/>
            </p:spPr>
            <p:txBody>
              <a:bodyPr wrap="square" lIns="0" tIns="0" rIns="0" bIns="0" rtlCol="0" anchor="ctr" anchorCtr="0">
                <a:noAutofit/>
              </a:bodyPr>
              <a:lstStyle/>
              <a:p>
                <a:pPr marL="0" marR="0" lvl="0" indent="0" algn="ctr" defTabSz="887413" rtl="0" eaLnBrk="1" fontAlgn="base" latinLnBrk="0" hangingPunct="1">
                  <a:lnSpc>
                    <a:spcPct val="100000"/>
                  </a:lnSpc>
                  <a:spcBef>
                    <a:spcPts val="200"/>
                  </a:spcBef>
                  <a:spcAft>
                    <a:spcPts val="200"/>
                  </a:spcAft>
                  <a:buClr>
                    <a:srgbClr val="003366"/>
                  </a:buClr>
                  <a:buSzTx/>
                  <a:buFontTx/>
                  <a:buNone/>
                  <a:tabLst/>
                  <a:defRPr/>
                </a:pPr>
                <a:r>
                  <a:rPr kumimoji="0" lang="en-US" sz="2500" b="1" i="0" u="none" strike="noStrike" kern="1200" cap="none" spc="0" normalizeH="0" baseline="0" noProof="0">
                    <a:ln>
                      <a:noFill/>
                    </a:ln>
                    <a:solidFill>
                      <a:srgbClr val="FFFFFF"/>
                    </a:solidFill>
                    <a:effectLst/>
                    <a:uLnTx/>
                    <a:uFillTx/>
                    <a:latin typeface="Arial" charset="0"/>
                    <a:ea typeface="+mn-ea"/>
                    <a:cs typeface="Arial" charset="0"/>
                  </a:rPr>
                  <a:t>04</a:t>
                </a:r>
              </a:p>
            </p:txBody>
          </p:sp>
        </p:grpSp>
        <p:grpSp>
          <p:nvGrpSpPr>
            <p:cNvPr id="14" name="Group 13">
              <a:extLst>
                <a:ext uri="{FF2B5EF4-FFF2-40B4-BE49-F238E27FC236}">
                  <a16:creationId xmlns:a16="http://schemas.microsoft.com/office/drawing/2014/main" id="{8CB5AD80-3C81-596B-6424-71810EB6BDBA}"/>
                </a:ext>
              </a:extLst>
            </p:cNvPr>
            <p:cNvGrpSpPr/>
            <p:nvPr/>
          </p:nvGrpSpPr>
          <p:grpSpPr>
            <a:xfrm>
              <a:off x="4570019" y="1049711"/>
              <a:ext cx="2163583" cy="1676875"/>
              <a:chOff x="-402921" y="3963307"/>
              <a:chExt cx="2011193" cy="1832056"/>
            </a:xfrm>
            <a:solidFill>
              <a:srgbClr val="364D6E"/>
            </a:solidFill>
          </p:grpSpPr>
          <p:sp>
            <p:nvSpPr>
              <p:cNvPr id="139" name="Freeform 391">
                <a:extLst>
                  <a:ext uri="{FF2B5EF4-FFF2-40B4-BE49-F238E27FC236}">
                    <a16:creationId xmlns:a16="http://schemas.microsoft.com/office/drawing/2014/main" id="{28B0843C-1EC9-D7BE-8F02-C1F86DDD31A2}"/>
                  </a:ext>
                </a:extLst>
              </p:cNvPr>
              <p:cNvSpPr>
                <a:spLocks/>
              </p:cNvSpPr>
              <p:nvPr/>
            </p:nvSpPr>
            <p:spPr bwMode="auto">
              <a:xfrm>
                <a:off x="-402921" y="3963307"/>
                <a:ext cx="2011193" cy="1832056"/>
              </a:xfrm>
              <a:custGeom>
                <a:avLst/>
                <a:gdLst>
                  <a:gd name="T0" fmla="*/ 1386 w 1608"/>
                  <a:gd name="T1" fmla="*/ 101 h 1387"/>
                  <a:gd name="T2" fmla="*/ 1386 w 1608"/>
                  <a:gd name="T3" fmla="*/ 0 h 1387"/>
                  <a:gd name="T4" fmla="*/ 0 w 1608"/>
                  <a:gd name="T5" fmla="*/ 0 h 1387"/>
                  <a:gd name="T6" fmla="*/ 0 w 1608"/>
                  <a:gd name="T7" fmla="*/ 1387 h 1387"/>
                  <a:gd name="T8" fmla="*/ 1386 w 1608"/>
                  <a:gd name="T9" fmla="*/ 1387 h 1387"/>
                  <a:gd name="T10" fmla="*/ 1386 w 1608"/>
                  <a:gd name="T11" fmla="*/ 549 h 1387"/>
                  <a:gd name="T12" fmla="*/ 1608 w 1608"/>
                  <a:gd name="T13" fmla="*/ 326 h 1387"/>
                  <a:gd name="T14" fmla="*/ 1386 w 1608"/>
                  <a:gd name="T15" fmla="*/ 101 h 13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08" h="1387">
                    <a:moveTo>
                      <a:pt x="1386" y="101"/>
                    </a:moveTo>
                    <a:lnTo>
                      <a:pt x="1386" y="0"/>
                    </a:lnTo>
                    <a:lnTo>
                      <a:pt x="0" y="0"/>
                    </a:lnTo>
                    <a:lnTo>
                      <a:pt x="0" y="1387"/>
                    </a:lnTo>
                    <a:lnTo>
                      <a:pt x="1386" y="1387"/>
                    </a:lnTo>
                    <a:lnTo>
                      <a:pt x="1386" y="549"/>
                    </a:lnTo>
                    <a:lnTo>
                      <a:pt x="1608" y="326"/>
                    </a:lnTo>
                    <a:lnTo>
                      <a:pt x="1386" y="101"/>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2D2926"/>
                  </a:solidFill>
                  <a:effectLst/>
                  <a:uLnTx/>
                  <a:uFillTx/>
                  <a:latin typeface="Arial" charset="0"/>
                  <a:ea typeface="+mn-ea"/>
                  <a:cs typeface="Arial" charset="0"/>
                </a:endParaRPr>
              </a:p>
            </p:txBody>
          </p:sp>
          <p:sp>
            <p:nvSpPr>
              <p:cNvPr id="140" name="TextBox 139">
                <a:extLst>
                  <a:ext uri="{FF2B5EF4-FFF2-40B4-BE49-F238E27FC236}">
                    <a16:creationId xmlns:a16="http://schemas.microsoft.com/office/drawing/2014/main" id="{7C7F4F81-21B0-0228-8C6E-7C8992B9AFF5}"/>
                  </a:ext>
                </a:extLst>
              </p:cNvPr>
              <p:cNvSpPr txBox="1"/>
              <p:nvPr/>
            </p:nvSpPr>
            <p:spPr>
              <a:xfrm>
                <a:off x="820569" y="4003502"/>
                <a:ext cx="460986" cy="435518"/>
              </a:xfrm>
              <a:prstGeom prst="rect">
                <a:avLst/>
              </a:prstGeom>
              <a:grpFill/>
            </p:spPr>
            <p:txBody>
              <a:bodyPr wrap="square" lIns="0" tIns="0" rIns="0" bIns="0" rtlCol="0" anchor="ctr" anchorCtr="0">
                <a:noAutofit/>
              </a:bodyPr>
              <a:lstStyle/>
              <a:p>
                <a:pPr marL="0" marR="0" lvl="0" indent="0" algn="ctr" defTabSz="887413" rtl="0" eaLnBrk="1" fontAlgn="base" latinLnBrk="0" hangingPunct="1">
                  <a:lnSpc>
                    <a:spcPct val="100000"/>
                  </a:lnSpc>
                  <a:spcBef>
                    <a:spcPts val="200"/>
                  </a:spcBef>
                  <a:spcAft>
                    <a:spcPts val="200"/>
                  </a:spcAft>
                  <a:buClr>
                    <a:srgbClr val="003366"/>
                  </a:buClr>
                  <a:buSzTx/>
                  <a:buFontTx/>
                  <a:buNone/>
                  <a:tabLst/>
                  <a:defRPr/>
                </a:pPr>
                <a:r>
                  <a:rPr kumimoji="0" lang="en-US" sz="2500" b="1" i="0" u="none" strike="noStrike" kern="1200" cap="none" spc="0" normalizeH="0" baseline="0" noProof="0">
                    <a:ln>
                      <a:noFill/>
                    </a:ln>
                    <a:solidFill>
                      <a:srgbClr val="FFFFFF"/>
                    </a:solidFill>
                    <a:effectLst/>
                    <a:uLnTx/>
                    <a:uFillTx/>
                    <a:latin typeface="Arial" charset="0"/>
                    <a:ea typeface="+mn-ea"/>
                    <a:cs typeface="Arial" charset="0"/>
                  </a:rPr>
                  <a:t>03</a:t>
                </a:r>
              </a:p>
            </p:txBody>
          </p:sp>
        </p:grpSp>
        <p:grpSp>
          <p:nvGrpSpPr>
            <p:cNvPr id="15" name="Group 14">
              <a:extLst>
                <a:ext uri="{FF2B5EF4-FFF2-40B4-BE49-F238E27FC236}">
                  <a16:creationId xmlns:a16="http://schemas.microsoft.com/office/drawing/2014/main" id="{452208CF-8A1A-CC0D-B2CF-E107C8A2D61D}"/>
                </a:ext>
              </a:extLst>
            </p:cNvPr>
            <p:cNvGrpSpPr/>
            <p:nvPr/>
          </p:nvGrpSpPr>
          <p:grpSpPr>
            <a:xfrm>
              <a:off x="3053494" y="1037513"/>
              <a:ext cx="1994606" cy="1687625"/>
              <a:chOff x="307727" y="3949990"/>
              <a:chExt cx="1854118" cy="1843804"/>
            </a:xfrm>
            <a:solidFill>
              <a:srgbClr val="FFDDDD"/>
            </a:solidFill>
          </p:grpSpPr>
          <p:sp>
            <p:nvSpPr>
              <p:cNvPr id="137" name="Freeform 391">
                <a:extLst>
                  <a:ext uri="{FF2B5EF4-FFF2-40B4-BE49-F238E27FC236}">
                    <a16:creationId xmlns:a16="http://schemas.microsoft.com/office/drawing/2014/main" id="{E737D342-9C58-6798-B039-BB85F7C1151E}"/>
                  </a:ext>
                </a:extLst>
              </p:cNvPr>
              <p:cNvSpPr>
                <a:spLocks/>
              </p:cNvSpPr>
              <p:nvPr/>
            </p:nvSpPr>
            <p:spPr bwMode="auto">
              <a:xfrm>
                <a:off x="307727" y="3949990"/>
                <a:ext cx="1854118" cy="1843804"/>
              </a:xfrm>
              <a:custGeom>
                <a:avLst/>
                <a:gdLst>
                  <a:gd name="T0" fmla="*/ 1386 w 1608"/>
                  <a:gd name="T1" fmla="*/ 101 h 1387"/>
                  <a:gd name="T2" fmla="*/ 1386 w 1608"/>
                  <a:gd name="T3" fmla="*/ 0 h 1387"/>
                  <a:gd name="T4" fmla="*/ 0 w 1608"/>
                  <a:gd name="T5" fmla="*/ 0 h 1387"/>
                  <a:gd name="T6" fmla="*/ 0 w 1608"/>
                  <a:gd name="T7" fmla="*/ 1387 h 1387"/>
                  <a:gd name="T8" fmla="*/ 1386 w 1608"/>
                  <a:gd name="T9" fmla="*/ 1387 h 1387"/>
                  <a:gd name="T10" fmla="*/ 1386 w 1608"/>
                  <a:gd name="T11" fmla="*/ 549 h 1387"/>
                  <a:gd name="T12" fmla="*/ 1608 w 1608"/>
                  <a:gd name="T13" fmla="*/ 326 h 1387"/>
                  <a:gd name="T14" fmla="*/ 1386 w 1608"/>
                  <a:gd name="T15" fmla="*/ 101 h 13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08" h="1387">
                    <a:moveTo>
                      <a:pt x="1386" y="101"/>
                    </a:moveTo>
                    <a:lnTo>
                      <a:pt x="1386" y="0"/>
                    </a:lnTo>
                    <a:lnTo>
                      <a:pt x="0" y="0"/>
                    </a:lnTo>
                    <a:lnTo>
                      <a:pt x="0" y="1387"/>
                    </a:lnTo>
                    <a:lnTo>
                      <a:pt x="1386" y="1387"/>
                    </a:lnTo>
                    <a:lnTo>
                      <a:pt x="1386" y="549"/>
                    </a:lnTo>
                    <a:lnTo>
                      <a:pt x="1608" y="326"/>
                    </a:lnTo>
                    <a:lnTo>
                      <a:pt x="1386" y="101"/>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2D2926"/>
                  </a:solidFill>
                  <a:effectLst/>
                  <a:uLnTx/>
                  <a:uFillTx/>
                  <a:latin typeface="Arial" charset="0"/>
                  <a:ea typeface="+mn-ea"/>
                  <a:cs typeface="Arial" charset="0"/>
                </a:endParaRPr>
              </a:p>
            </p:txBody>
          </p:sp>
          <p:sp>
            <p:nvSpPr>
              <p:cNvPr id="138" name="TextBox 137">
                <a:extLst>
                  <a:ext uri="{FF2B5EF4-FFF2-40B4-BE49-F238E27FC236}">
                    <a16:creationId xmlns:a16="http://schemas.microsoft.com/office/drawing/2014/main" id="{46670ADC-497A-7899-B68D-4D89119DEE67}"/>
                  </a:ext>
                </a:extLst>
              </p:cNvPr>
              <p:cNvSpPr txBox="1"/>
              <p:nvPr/>
            </p:nvSpPr>
            <p:spPr>
              <a:xfrm>
                <a:off x="1405321" y="3971513"/>
                <a:ext cx="460986" cy="435518"/>
              </a:xfrm>
              <a:prstGeom prst="rect">
                <a:avLst/>
              </a:prstGeom>
              <a:grpFill/>
            </p:spPr>
            <p:txBody>
              <a:bodyPr wrap="square" lIns="0" tIns="0" rIns="0" bIns="0" rtlCol="0" anchor="ctr" anchorCtr="0">
                <a:noAutofit/>
              </a:bodyPr>
              <a:lstStyle/>
              <a:p>
                <a:pPr marL="0" marR="0" lvl="0" indent="0" algn="ctr" defTabSz="887413" rtl="0" eaLnBrk="1" fontAlgn="base" latinLnBrk="0" hangingPunct="1">
                  <a:lnSpc>
                    <a:spcPct val="100000"/>
                  </a:lnSpc>
                  <a:spcBef>
                    <a:spcPts val="200"/>
                  </a:spcBef>
                  <a:spcAft>
                    <a:spcPts val="200"/>
                  </a:spcAft>
                  <a:buClr>
                    <a:srgbClr val="003366"/>
                  </a:buClr>
                  <a:buSzTx/>
                  <a:buFontTx/>
                  <a:buNone/>
                  <a:tabLst/>
                  <a:defRPr/>
                </a:pPr>
                <a:r>
                  <a:rPr kumimoji="0" lang="en-US" sz="2500" b="1" i="0" u="none" strike="noStrike" kern="1200" cap="none" spc="0" normalizeH="0" baseline="0" noProof="0">
                    <a:ln>
                      <a:noFill/>
                    </a:ln>
                    <a:solidFill>
                      <a:srgbClr val="000000"/>
                    </a:solidFill>
                    <a:effectLst/>
                    <a:uLnTx/>
                    <a:uFillTx/>
                    <a:latin typeface="Arial" charset="0"/>
                    <a:ea typeface="+mn-ea"/>
                    <a:cs typeface="Arial" charset="0"/>
                  </a:rPr>
                  <a:t>02</a:t>
                </a:r>
              </a:p>
            </p:txBody>
          </p:sp>
        </p:grpSp>
        <p:grpSp>
          <p:nvGrpSpPr>
            <p:cNvPr id="16" name="Group 15">
              <a:extLst>
                <a:ext uri="{FF2B5EF4-FFF2-40B4-BE49-F238E27FC236}">
                  <a16:creationId xmlns:a16="http://schemas.microsoft.com/office/drawing/2014/main" id="{DBCA223C-D66C-E654-24A2-6AEF52C42CF8}"/>
                </a:ext>
              </a:extLst>
            </p:cNvPr>
            <p:cNvGrpSpPr/>
            <p:nvPr/>
          </p:nvGrpSpPr>
          <p:grpSpPr>
            <a:xfrm>
              <a:off x="1043767" y="1034936"/>
              <a:ext cx="2421472" cy="1664746"/>
              <a:chOff x="559911" y="3947167"/>
              <a:chExt cx="2250918" cy="1818805"/>
            </a:xfrm>
          </p:grpSpPr>
          <p:sp>
            <p:nvSpPr>
              <p:cNvPr id="136" name="TextBox 135">
                <a:extLst>
                  <a:ext uri="{FF2B5EF4-FFF2-40B4-BE49-F238E27FC236}">
                    <a16:creationId xmlns:a16="http://schemas.microsoft.com/office/drawing/2014/main" id="{0BE79E9D-F5A5-E115-C0B1-F1A98B0BF5C2}"/>
                  </a:ext>
                </a:extLst>
              </p:cNvPr>
              <p:cNvSpPr txBox="1"/>
              <p:nvPr/>
            </p:nvSpPr>
            <p:spPr>
              <a:xfrm>
                <a:off x="1980726" y="3985207"/>
                <a:ext cx="460986" cy="435518"/>
              </a:xfrm>
              <a:prstGeom prst="rect">
                <a:avLst/>
              </a:prstGeom>
              <a:noFill/>
            </p:spPr>
            <p:txBody>
              <a:bodyPr wrap="square" lIns="0" tIns="0" rIns="0" bIns="0" rtlCol="0" anchor="ctr" anchorCtr="0">
                <a:noAutofit/>
              </a:bodyPr>
              <a:lstStyle/>
              <a:p>
                <a:pPr marL="0" marR="0" lvl="0" indent="0" algn="ctr" defTabSz="887413" rtl="0" eaLnBrk="1" fontAlgn="base" latinLnBrk="0" hangingPunct="1">
                  <a:lnSpc>
                    <a:spcPct val="100000"/>
                  </a:lnSpc>
                  <a:spcBef>
                    <a:spcPts val="200"/>
                  </a:spcBef>
                  <a:spcAft>
                    <a:spcPts val="200"/>
                  </a:spcAft>
                  <a:buClr>
                    <a:srgbClr val="003366"/>
                  </a:buClr>
                  <a:buSzTx/>
                  <a:buFontTx/>
                  <a:buNone/>
                  <a:tabLst/>
                  <a:defRPr/>
                </a:pPr>
                <a:r>
                  <a:rPr kumimoji="0" lang="en-US" sz="2500" b="1" i="0" u="none" strike="noStrike" kern="1200" cap="none" spc="0" normalizeH="0" baseline="0" noProof="0">
                    <a:ln>
                      <a:noFill/>
                    </a:ln>
                    <a:solidFill>
                      <a:srgbClr val="FFFFFF"/>
                    </a:solidFill>
                    <a:effectLst/>
                    <a:uLnTx/>
                    <a:uFillTx/>
                    <a:latin typeface="Arial" charset="0"/>
                    <a:ea typeface="+mn-ea"/>
                    <a:cs typeface="Arial" charset="0"/>
                  </a:rPr>
                  <a:t>01</a:t>
                </a:r>
              </a:p>
            </p:txBody>
          </p:sp>
          <p:sp>
            <p:nvSpPr>
              <p:cNvPr id="135" name="Freeform 391">
                <a:extLst>
                  <a:ext uri="{FF2B5EF4-FFF2-40B4-BE49-F238E27FC236}">
                    <a16:creationId xmlns:a16="http://schemas.microsoft.com/office/drawing/2014/main" id="{7417298D-FF41-2F9D-DB9D-DADA9919AB7B}"/>
                  </a:ext>
                </a:extLst>
              </p:cNvPr>
              <p:cNvSpPr>
                <a:spLocks/>
              </p:cNvSpPr>
              <p:nvPr/>
            </p:nvSpPr>
            <p:spPr bwMode="auto">
              <a:xfrm>
                <a:off x="559911" y="3947167"/>
                <a:ext cx="2250918" cy="1818805"/>
              </a:xfrm>
              <a:custGeom>
                <a:avLst/>
                <a:gdLst>
                  <a:gd name="T0" fmla="*/ 1386 w 1608"/>
                  <a:gd name="T1" fmla="*/ 101 h 1387"/>
                  <a:gd name="T2" fmla="*/ 1386 w 1608"/>
                  <a:gd name="T3" fmla="*/ 0 h 1387"/>
                  <a:gd name="T4" fmla="*/ 0 w 1608"/>
                  <a:gd name="T5" fmla="*/ 0 h 1387"/>
                  <a:gd name="T6" fmla="*/ 0 w 1608"/>
                  <a:gd name="T7" fmla="*/ 1387 h 1387"/>
                  <a:gd name="T8" fmla="*/ 1386 w 1608"/>
                  <a:gd name="T9" fmla="*/ 1387 h 1387"/>
                  <a:gd name="T10" fmla="*/ 1386 w 1608"/>
                  <a:gd name="T11" fmla="*/ 549 h 1387"/>
                  <a:gd name="T12" fmla="*/ 1608 w 1608"/>
                  <a:gd name="T13" fmla="*/ 326 h 1387"/>
                  <a:gd name="T14" fmla="*/ 1386 w 1608"/>
                  <a:gd name="T15" fmla="*/ 101 h 13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08" h="1387">
                    <a:moveTo>
                      <a:pt x="1386" y="101"/>
                    </a:moveTo>
                    <a:lnTo>
                      <a:pt x="1386" y="0"/>
                    </a:lnTo>
                    <a:lnTo>
                      <a:pt x="0" y="0"/>
                    </a:lnTo>
                    <a:lnTo>
                      <a:pt x="0" y="1387"/>
                    </a:lnTo>
                    <a:lnTo>
                      <a:pt x="1386" y="1387"/>
                    </a:lnTo>
                    <a:lnTo>
                      <a:pt x="1386" y="549"/>
                    </a:lnTo>
                    <a:lnTo>
                      <a:pt x="1608" y="326"/>
                    </a:lnTo>
                    <a:lnTo>
                      <a:pt x="1386" y="101"/>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2D2926"/>
                  </a:solidFill>
                  <a:effectLst/>
                  <a:uLnTx/>
                  <a:uFillTx/>
                  <a:latin typeface="Arial" charset="0"/>
                  <a:ea typeface="+mn-ea"/>
                  <a:cs typeface="Arial" charset="0"/>
                </a:endParaRPr>
              </a:p>
            </p:txBody>
          </p:sp>
        </p:grpSp>
        <p:sp>
          <p:nvSpPr>
            <p:cNvPr id="17" name="TextBox 16">
              <a:extLst>
                <a:ext uri="{FF2B5EF4-FFF2-40B4-BE49-F238E27FC236}">
                  <a16:creationId xmlns:a16="http://schemas.microsoft.com/office/drawing/2014/main" id="{EA19439C-038F-A126-ADCA-80895EAA37F1}"/>
                </a:ext>
              </a:extLst>
            </p:cNvPr>
            <p:cNvSpPr txBox="1"/>
            <p:nvPr/>
          </p:nvSpPr>
          <p:spPr>
            <a:xfrm>
              <a:off x="1164742" y="1203308"/>
              <a:ext cx="1342944" cy="1454244"/>
            </a:xfrm>
            <a:prstGeom prst="rect">
              <a:avLst/>
            </a:prstGeom>
            <a:noFill/>
          </p:spPr>
          <p:txBody>
            <a:bodyPr wrap="square" lIns="0" tIns="0" rIns="0" bIns="0">
              <a:spAutoFit/>
            </a:bodyPr>
            <a:lstStyle/>
            <a:p>
              <a:pPr marL="0" marR="0" lvl="0" indent="0" algn="l" defTabSz="914400" rtl="0" eaLnBrk="1" fontAlgn="base" latinLnBrk="0" hangingPunct="1">
                <a:lnSpc>
                  <a:spcPct val="100000"/>
                </a:lnSpc>
                <a:spcBef>
                  <a:spcPct val="0"/>
                </a:spcBef>
                <a:spcAft>
                  <a:spcPts val="600"/>
                </a:spcAft>
                <a:buClrTx/>
                <a:buSzTx/>
                <a:buFontTx/>
                <a:buNone/>
                <a:tabLst/>
                <a:defRPr/>
              </a:pPr>
              <a:r>
                <a:rPr kumimoji="0" lang="en-US" sz="1050" b="0" i="0" u="none" strike="noStrike" kern="1200" cap="none" spc="0" normalizeH="0" baseline="0" noProof="0">
                  <a:ln>
                    <a:noFill/>
                  </a:ln>
                  <a:solidFill>
                    <a:srgbClr val="FFFFFF"/>
                  </a:solidFill>
                  <a:effectLst>
                    <a:glow>
                      <a:srgbClr val="000000"/>
                    </a:glow>
                  </a:effectLst>
                  <a:uLnTx/>
                  <a:uFillTx/>
                  <a:latin typeface="Arial" charset="0"/>
                  <a:ea typeface="+mn-ea"/>
                  <a:cs typeface="Arial" panose="020B0604020202020204" pitchFamily="34" charset="0"/>
                </a:rPr>
                <a:t>Actions reviewed and agreed by Group Management Committee (GMC) Member; and Compliance and GIA. Progress tracked by Project Management Office (PMO)</a:t>
              </a:r>
            </a:p>
          </p:txBody>
        </p:sp>
        <p:sp>
          <p:nvSpPr>
            <p:cNvPr id="18" name="TextBox 17">
              <a:extLst>
                <a:ext uri="{FF2B5EF4-FFF2-40B4-BE49-F238E27FC236}">
                  <a16:creationId xmlns:a16="http://schemas.microsoft.com/office/drawing/2014/main" id="{B7E65034-8AEF-4C86-CECF-106B27E55140}"/>
                </a:ext>
              </a:extLst>
            </p:cNvPr>
            <p:cNvSpPr txBox="1"/>
            <p:nvPr/>
          </p:nvSpPr>
          <p:spPr>
            <a:xfrm>
              <a:off x="3263263" y="1633589"/>
              <a:ext cx="1281759" cy="969496"/>
            </a:xfrm>
            <a:prstGeom prst="rect">
              <a:avLst/>
            </a:prstGeom>
            <a:noFill/>
          </p:spPr>
          <p:txBody>
            <a:bodyPr wrap="square" lIns="0" tIns="0" rIns="0" bIns="0">
              <a:spAutoFit/>
            </a:bodyPr>
            <a:lstStyle/>
            <a:p>
              <a:pPr marL="0" marR="0" lvl="0" indent="0" algn="l" defTabSz="914400" rtl="0" eaLnBrk="1" fontAlgn="base" latinLnBrk="0" hangingPunct="1">
                <a:lnSpc>
                  <a:spcPct val="100000"/>
                </a:lnSpc>
                <a:spcBef>
                  <a:spcPct val="0"/>
                </a:spcBef>
                <a:spcAft>
                  <a:spcPts val="600"/>
                </a:spcAft>
                <a:buClrTx/>
                <a:buSzTx/>
                <a:buFontTx/>
                <a:buNone/>
                <a:tabLst/>
                <a:defRPr/>
              </a:pPr>
              <a:r>
                <a:rPr kumimoji="0" lang="en-US" sz="1050" b="0" i="0" u="none" strike="noStrike" kern="1200" cap="none" spc="0" normalizeH="0" baseline="0" noProof="0">
                  <a:ln>
                    <a:noFill/>
                  </a:ln>
                  <a:solidFill>
                    <a:srgbClr val="000000"/>
                  </a:solidFill>
                  <a:effectLst>
                    <a:glow>
                      <a:srgbClr val="000000"/>
                    </a:glow>
                  </a:effectLst>
                  <a:uLnTx/>
                  <a:uFillTx/>
                  <a:latin typeface="Arial" charset="0"/>
                  <a:ea typeface="+mn-ea"/>
                  <a:cs typeface="Arial" panose="020B0604020202020204" pitchFamily="34" charset="0"/>
                </a:rPr>
                <a:t>Action completed then approved by GMC member. Owner collates evidence to share with GIA.</a:t>
              </a:r>
            </a:p>
          </p:txBody>
        </p:sp>
        <p:sp>
          <p:nvSpPr>
            <p:cNvPr id="19" name="TextBox 18">
              <a:extLst>
                <a:ext uri="{FF2B5EF4-FFF2-40B4-BE49-F238E27FC236}">
                  <a16:creationId xmlns:a16="http://schemas.microsoft.com/office/drawing/2014/main" id="{5116862B-6CDA-DD1D-0E3A-04FF9234C70A}"/>
                </a:ext>
              </a:extLst>
            </p:cNvPr>
            <p:cNvSpPr txBox="1"/>
            <p:nvPr/>
          </p:nvSpPr>
          <p:spPr>
            <a:xfrm>
              <a:off x="4997441" y="1610706"/>
              <a:ext cx="1276280" cy="807913"/>
            </a:xfrm>
            <a:prstGeom prst="rect">
              <a:avLst/>
            </a:prstGeom>
            <a:noFill/>
          </p:spPr>
          <p:txBody>
            <a:bodyPr wrap="square" lIns="0" tIns="0" rIns="0" bIns="0">
              <a:spAutoFit/>
            </a:bodyPr>
            <a:lstStyle/>
            <a:p>
              <a:pPr marL="0" marR="0" lvl="0" indent="0" algn="l" defTabSz="914400" rtl="0" eaLnBrk="1" fontAlgn="base" latinLnBrk="0" hangingPunct="1">
                <a:lnSpc>
                  <a:spcPct val="100000"/>
                </a:lnSpc>
                <a:spcBef>
                  <a:spcPct val="0"/>
                </a:spcBef>
                <a:spcAft>
                  <a:spcPts val="600"/>
                </a:spcAft>
                <a:buClrTx/>
                <a:buSzTx/>
                <a:buFontTx/>
                <a:buNone/>
                <a:tabLst/>
                <a:defRPr/>
              </a:pPr>
              <a:r>
                <a:rPr kumimoji="0" lang="en-US" sz="1050" b="0" i="0" u="none" strike="noStrike" kern="1200" cap="none" spc="0" normalizeH="0" baseline="0" noProof="0">
                  <a:ln>
                    <a:noFill/>
                  </a:ln>
                  <a:solidFill>
                    <a:srgbClr val="FFFFFF"/>
                  </a:solidFill>
                  <a:effectLst>
                    <a:glow>
                      <a:srgbClr val="000000"/>
                    </a:glow>
                  </a:effectLst>
                  <a:uLnTx/>
                  <a:uFillTx/>
                  <a:latin typeface="Arial" charset="0"/>
                  <a:ea typeface="+mn-ea"/>
                  <a:cs typeface="Arial" panose="020B0604020202020204" pitchFamily="34" charset="0"/>
                </a:rPr>
                <a:t>Validation by GIA </a:t>
              </a:r>
              <a:br>
                <a:rPr kumimoji="0" lang="en-US" sz="1050" b="0" i="0" u="none" strike="noStrike" kern="1200" cap="none" spc="0" normalizeH="0" baseline="0" noProof="0">
                  <a:ln>
                    <a:noFill/>
                  </a:ln>
                  <a:solidFill>
                    <a:srgbClr val="FFFFFF"/>
                  </a:solidFill>
                  <a:effectLst>
                    <a:glow>
                      <a:srgbClr val="000000"/>
                    </a:glow>
                  </a:effectLst>
                  <a:uLnTx/>
                  <a:uFillTx/>
                  <a:latin typeface="Arial" charset="0"/>
                  <a:ea typeface="+mn-ea"/>
                  <a:cs typeface="Arial" panose="020B0604020202020204" pitchFamily="34" charset="0"/>
                </a:rPr>
              </a:br>
              <a:r>
                <a:rPr kumimoji="0" lang="en-US" sz="1050" b="0" i="0" u="none" strike="noStrike" kern="1200" cap="none" spc="0" normalizeH="0" baseline="0" noProof="0">
                  <a:ln>
                    <a:noFill/>
                  </a:ln>
                  <a:solidFill>
                    <a:srgbClr val="FFFFFF"/>
                  </a:solidFill>
                  <a:effectLst>
                    <a:glow>
                      <a:srgbClr val="000000"/>
                    </a:glow>
                  </a:effectLst>
                  <a:uLnTx/>
                  <a:uFillTx/>
                  <a:latin typeface="Arial" charset="0"/>
                  <a:ea typeface="+mn-ea"/>
                  <a:cs typeface="Arial" panose="020B0604020202020204" pitchFamily="34" charset="0"/>
                </a:rPr>
                <a:t>to confirm action completed as agreed, by due date and evidenced. </a:t>
              </a:r>
            </a:p>
          </p:txBody>
        </p:sp>
        <p:sp>
          <p:nvSpPr>
            <p:cNvPr id="20" name="TextBox 19">
              <a:extLst>
                <a:ext uri="{FF2B5EF4-FFF2-40B4-BE49-F238E27FC236}">
                  <a16:creationId xmlns:a16="http://schemas.microsoft.com/office/drawing/2014/main" id="{9CF80806-D545-3252-9A02-278F8CD207A3}"/>
                </a:ext>
              </a:extLst>
            </p:cNvPr>
            <p:cNvSpPr txBox="1"/>
            <p:nvPr/>
          </p:nvSpPr>
          <p:spPr>
            <a:xfrm>
              <a:off x="6702566" y="1695239"/>
              <a:ext cx="1276280" cy="659337"/>
            </a:xfrm>
            <a:prstGeom prst="rect">
              <a:avLst/>
            </a:prstGeom>
            <a:noFill/>
          </p:spPr>
          <p:txBody>
            <a:bodyPr wrap="square" lIns="0" tIns="0" rIns="0" bIns="0">
              <a:spAutoFit/>
            </a:bodyPr>
            <a:lstStyle/>
            <a:p>
              <a:pPr marL="0" marR="0" lvl="0" indent="0" algn="l" defTabSz="914400" rtl="0" eaLnBrk="1" fontAlgn="base" latinLnBrk="0" hangingPunct="1">
                <a:lnSpc>
                  <a:spcPct val="100000"/>
                </a:lnSpc>
                <a:spcBef>
                  <a:spcPct val="0"/>
                </a:spcBef>
                <a:spcAft>
                  <a:spcPts val="600"/>
                </a:spcAft>
                <a:buClrTx/>
                <a:buSzTx/>
                <a:buFontTx/>
                <a:buNone/>
                <a:tabLst/>
                <a:defRPr/>
              </a:pPr>
              <a:r>
                <a:rPr kumimoji="0" lang="en-US" sz="1050" b="0" i="0" u="none" strike="noStrike" kern="1200" cap="none" spc="0" normalizeH="0" baseline="0" noProof="0">
                  <a:ln>
                    <a:noFill/>
                  </a:ln>
                  <a:solidFill>
                    <a:srgbClr val="FFFFFF"/>
                  </a:solidFill>
                  <a:effectLst>
                    <a:glow>
                      <a:srgbClr val="000000"/>
                    </a:glow>
                  </a:effectLst>
                  <a:uLnTx/>
                  <a:uFillTx/>
                  <a:latin typeface="Arial" charset="0"/>
                  <a:ea typeface="+mn-ea"/>
                  <a:cs typeface="Arial" panose="020B0604020202020204" pitchFamily="34" charset="0"/>
                </a:rPr>
                <a:t>Compliance* review </a:t>
              </a:r>
              <a:br>
                <a:rPr kumimoji="0" lang="en-US" sz="1050" b="0" i="0" u="none" strike="noStrike" kern="1200" cap="none" spc="0" normalizeH="0" baseline="0" noProof="0">
                  <a:ln>
                    <a:noFill/>
                  </a:ln>
                  <a:solidFill>
                    <a:srgbClr val="FFFFFF"/>
                  </a:solidFill>
                  <a:effectLst>
                    <a:glow>
                      <a:srgbClr val="000000"/>
                    </a:glow>
                  </a:effectLst>
                  <a:uLnTx/>
                  <a:uFillTx/>
                  <a:latin typeface="Arial" charset="0"/>
                  <a:ea typeface="+mn-ea"/>
                  <a:cs typeface="Arial" panose="020B0604020202020204" pitchFamily="34" charset="0"/>
                </a:rPr>
              </a:br>
              <a:r>
                <a:rPr kumimoji="0" lang="en-US" sz="1050" b="0" i="0" u="none" strike="noStrike" kern="1200" cap="none" spc="0" normalizeH="0" baseline="0" noProof="0">
                  <a:ln>
                    <a:noFill/>
                  </a:ln>
                  <a:solidFill>
                    <a:srgbClr val="FFFFFF"/>
                  </a:solidFill>
                  <a:effectLst>
                    <a:glow>
                      <a:srgbClr val="000000"/>
                    </a:glow>
                  </a:effectLst>
                  <a:uLnTx/>
                  <a:uFillTx/>
                  <a:latin typeface="Arial" charset="0"/>
                  <a:ea typeface="+mn-ea"/>
                  <a:cs typeface="Arial" panose="020B0604020202020204" pitchFamily="34" charset="0"/>
                </a:rPr>
                <a:t>and approve the completion of the validation.</a:t>
              </a:r>
            </a:p>
          </p:txBody>
        </p:sp>
        <p:sp>
          <p:nvSpPr>
            <p:cNvPr id="88" name="TextBox 87">
              <a:extLst>
                <a:ext uri="{FF2B5EF4-FFF2-40B4-BE49-F238E27FC236}">
                  <a16:creationId xmlns:a16="http://schemas.microsoft.com/office/drawing/2014/main" id="{2C3106BD-CCE8-EE9D-C75A-1F8AEB5D028E}"/>
                </a:ext>
              </a:extLst>
            </p:cNvPr>
            <p:cNvSpPr txBox="1"/>
            <p:nvPr/>
          </p:nvSpPr>
          <p:spPr>
            <a:xfrm>
              <a:off x="8333437" y="1725033"/>
              <a:ext cx="1276280" cy="494502"/>
            </a:xfrm>
            <a:prstGeom prst="rect">
              <a:avLst/>
            </a:prstGeom>
            <a:noFill/>
          </p:spPr>
          <p:txBody>
            <a:bodyPr wrap="square" lIns="0" tIns="0" rIns="0" bIns="0">
              <a:spAutoFit/>
            </a:bodyPr>
            <a:lstStyle/>
            <a:p>
              <a:pPr marL="0" marR="0" lvl="0" indent="0" algn="l" defTabSz="914400" rtl="0" eaLnBrk="1" fontAlgn="base" latinLnBrk="0" hangingPunct="1">
                <a:lnSpc>
                  <a:spcPct val="100000"/>
                </a:lnSpc>
                <a:spcBef>
                  <a:spcPct val="0"/>
                </a:spcBef>
                <a:spcAft>
                  <a:spcPts val="600"/>
                </a:spcAft>
                <a:buClrTx/>
                <a:buSzTx/>
                <a:buFontTx/>
                <a:buNone/>
                <a:tabLst/>
                <a:defRPr/>
              </a:pPr>
              <a:r>
                <a:rPr kumimoji="0" lang="en-US" sz="1050" b="0" i="0" u="none" strike="noStrike" kern="1200" cap="none" spc="0" normalizeH="0" baseline="0" noProof="0">
                  <a:ln>
                    <a:noFill/>
                  </a:ln>
                  <a:solidFill>
                    <a:srgbClr val="FFFFFF"/>
                  </a:solidFill>
                  <a:effectLst>
                    <a:glow>
                      <a:srgbClr val="000000"/>
                    </a:glow>
                  </a:effectLst>
                  <a:uLnTx/>
                  <a:uFillTx/>
                  <a:latin typeface="Arial" charset="0"/>
                  <a:ea typeface="+mn-ea"/>
                  <a:cs typeface="Arial" panose="020B0604020202020204" pitchFamily="34" charset="0"/>
                </a:rPr>
                <a:t>Closure and GIA validation presented to BAC. </a:t>
              </a:r>
            </a:p>
          </p:txBody>
        </p:sp>
        <p:sp>
          <p:nvSpPr>
            <p:cNvPr id="89" name="Shape 23600">
              <a:extLst>
                <a:ext uri="{FF2B5EF4-FFF2-40B4-BE49-F238E27FC236}">
                  <a16:creationId xmlns:a16="http://schemas.microsoft.com/office/drawing/2014/main" id="{4AC95212-AE48-703D-F7FC-15702796C4E0}"/>
                </a:ext>
              </a:extLst>
            </p:cNvPr>
            <p:cNvSpPr/>
            <p:nvPr/>
          </p:nvSpPr>
          <p:spPr>
            <a:xfrm>
              <a:off x="4480430" y="2409264"/>
              <a:ext cx="239304" cy="282915"/>
            </a:xfrm>
            <a:custGeom>
              <a:avLst/>
              <a:gdLst/>
              <a:ahLst/>
              <a:cxnLst/>
              <a:rect l="0" t="0" r="0" b="0"/>
              <a:pathLst>
                <a:path w="290" h="399" extrusionOk="0">
                  <a:moveTo>
                    <a:pt x="209" y="189"/>
                  </a:moveTo>
                  <a:cubicBezTo>
                    <a:pt x="209" y="199"/>
                    <a:pt x="201" y="206"/>
                    <a:pt x="191" y="206"/>
                  </a:cubicBezTo>
                  <a:cubicBezTo>
                    <a:pt x="129" y="206"/>
                    <a:pt x="129" y="206"/>
                    <a:pt x="129" y="206"/>
                  </a:cubicBezTo>
                  <a:cubicBezTo>
                    <a:pt x="119" y="190"/>
                    <a:pt x="119" y="190"/>
                    <a:pt x="119" y="190"/>
                  </a:cubicBezTo>
                  <a:cubicBezTo>
                    <a:pt x="119" y="375"/>
                    <a:pt x="119" y="375"/>
                    <a:pt x="119" y="375"/>
                  </a:cubicBezTo>
                  <a:cubicBezTo>
                    <a:pt x="119" y="388"/>
                    <a:pt x="108" y="399"/>
                    <a:pt x="95" y="399"/>
                  </a:cubicBezTo>
                  <a:cubicBezTo>
                    <a:pt x="85" y="399"/>
                    <a:pt x="76" y="392"/>
                    <a:pt x="73" y="383"/>
                  </a:cubicBezTo>
                  <a:cubicBezTo>
                    <a:pt x="69" y="392"/>
                    <a:pt x="60" y="399"/>
                    <a:pt x="50" y="399"/>
                  </a:cubicBezTo>
                  <a:cubicBezTo>
                    <a:pt x="37" y="399"/>
                    <a:pt x="26" y="388"/>
                    <a:pt x="26" y="375"/>
                  </a:cubicBezTo>
                  <a:cubicBezTo>
                    <a:pt x="26" y="252"/>
                    <a:pt x="26" y="252"/>
                    <a:pt x="26" y="252"/>
                  </a:cubicBezTo>
                  <a:cubicBezTo>
                    <a:pt x="24" y="253"/>
                    <a:pt x="21" y="254"/>
                    <a:pt x="18" y="254"/>
                  </a:cubicBezTo>
                  <a:cubicBezTo>
                    <a:pt x="8" y="254"/>
                    <a:pt x="0" y="246"/>
                    <a:pt x="0" y="236"/>
                  </a:cubicBezTo>
                  <a:cubicBezTo>
                    <a:pt x="0" y="132"/>
                    <a:pt x="0" y="132"/>
                    <a:pt x="0" y="132"/>
                  </a:cubicBezTo>
                  <a:cubicBezTo>
                    <a:pt x="0" y="115"/>
                    <a:pt x="32" y="105"/>
                    <a:pt x="73" y="105"/>
                  </a:cubicBezTo>
                  <a:cubicBezTo>
                    <a:pt x="102" y="105"/>
                    <a:pt x="114" y="116"/>
                    <a:pt x="117" y="121"/>
                  </a:cubicBezTo>
                  <a:cubicBezTo>
                    <a:pt x="149" y="171"/>
                    <a:pt x="149" y="171"/>
                    <a:pt x="149" y="171"/>
                  </a:cubicBezTo>
                  <a:cubicBezTo>
                    <a:pt x="191" y="171"/>
                    <a:pt x="191" y="171"/>
                    <a:pt x="191" y="171"/>
                  </a:cubicBezTo>
                  <a:cubicBezTo>
                    <a:pt x="201" y="171"/>
                    <a:pt x="209" y="179"/>
                    <a:pt x="209" y="189"/>
                  </a:cubicBezTo>
                  <a:close/>
                  <a:moveTo>
                    <a:pt x="117" y="44"/>
                  </a:moveTo>
                  <a:cubicBezTo>
                    <a:pt x="117" y="20"/>
                    <a:pt x="97" y="0"/>
                    <a:pt x="73" y="0"/>
                  </a:cubicBezTo>
                  <a:cubicBezTo>
                    <a:pt x="48" y="0"/>
                    <a:pt x="28" y="20"/>
                    <a:pt x="28" y="44"/>
                  </a:cubicBezTo>
                  <a:cubicBezTo>
                    <a:pt x="28" y="69"/>
                    <a:pt x="48" y="88"/>
                    <a:pt x="73" y="88"/>
                  </a:cubicBezTo>
                  <a:cubicBezTo>
                    <a:pt x="97" y="88"/>
                    <a:pt x="117" y="69"/>
                    <a:pt x="117" y="44"/>
                  </a:cubicBezTo>
                  <a:close/>
                  <a:moveTo>
                    <a:pt x="252" y="109"/>
                  </a:moveTo>
                  <a:cubicBezTo>
                    <a:pt x="173" y="109"/>
                    <a:pt x="173" y="109"/>
                    <a:pt x="173" y="109"/>
                  </a:cubicBezTo>
                  <a:cubicBezTo>
                    <a:pt x="173" y="30"/>
                    <a:pt x="173" y="30"/>
                    <a:pt x="173" y="30"/>
                  </a:cubicBezTo>
                  <a:cubicBezTo>
                    <a:pt x="240" y="30"/>
                    <a:pt x="240" y="30"/>
                    <a:pt x="240" y="30"/>
                  </a:cubicBezTo>
                  <a:cubicBezTo>
                    <a:pt x="254" y="16"/>
                    <a:pt x="254" y="16"/>
                    <a:pt x="254" y="16"/>
                  </a:cubicBezTo>
                  <a:cubicBezTo>
                    <a:pt x="159" y="16"/>
                    <a:pt x="159" y="16"/>
                    <a:pt x="159" y="16"/>
                  </a:cubicBezTo>
                  <a:cubicBezTo>
                    <a:pt x="159" y="123"/>
                    <a:pt x="159" y="123"/>
                    <a:pt x="159" y="123"/>
                  </a:cubicBezTo>
                  <a:cubicBezTo>
                    <a:pt x="266" y="123"/>
                    <a:pt x="266" y="123"/>
                    <a:pt x="266" y="123"/>
                  </a:cubicBezTo>
                  <a:cubicBezTo>
                    <a:pt x="266" y="65"/>
                    <a:pt x="266" y="65"/>
                    <a:pt x="266" y="65"/>
                  </a:cubicBezTo>
                  <a:cubicBezTo>
                    <a:pt x="252" y="79"/>
                    <a:pt x="252" y="79"/>
                    <a:pt x="252" y="79"/>
                  </a:cubicBezTo>
                  <a:lnTo>
                    <a:pt x="252" y="109"/>
                  </a:lnTo>
                  <a:close/>
                  <a:moveTo>
                    <a:pt x="199" y="47"/>
                  </a:moveTo>
                  <a:cubicBezTo>
                    <a:pt x="183" y="63"/>
                    <a:pt x="183" y="63"/>
                    <a:pt x="183" y="63"/>
                  </a:cubicBezTo>
                  <a:cubicBezTo>
                    <a:pt x="218" y="98"/>
                    <a:pt x="218" y="98"/>
                    <a:pt x="218" y="98"/>
                  </a:cubicBezTo>
                  <a:cubicBezTo>
                    <a:pt x="290" y="26"/>
                    <a:pt x="290" y="26"/>
                    <a:pt x="290" y="26"/>
                  </a:cubicBezTo>
                  <a:cubicBezTo>
                    <a:pt x="274" y="10"/>
                    <a:pt x="274" y="10"/>
                    <a:pt x="274" y="10"/>
                  </a:cubicBezTo>
                  <a:cubicBezTo>
                    <a:pt x="218" y="66"/>
                    <a:pt x="218" y="66"/>
                    <a:pt x="218" y="66"/>
                  </a:cubicBezTo>
                  <a:lnTo>
                    <a:pt x="199" y="47"/>
                  </a:lnTo>
                  <a:close/>
                </a:path>
              </a:pathLst>
            </a:custGeom>
            <a:solidFill>
              <a:schemeClr val="bg2"/>
            </a:solidFill>
            <a:ln>
              <a:noFill/>
            </a:ln>
          </p:spPr>
          <p:txBody>
            <a:bodyPr spcFirstLastPara="1" wrap="square" lIns="93275" tIns="46625" rIns="93275" bIns="46625" anchor="t"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90" name="Shape 18407">
              <a:extLst>
                <a:ext uri="{FF2B5EF4-FFF2-40B4-BE49-F238E27FC236}">
                  <a16:creationId xmlns:a16="http://schemas.microsoft.com/office/drawing/2014/main" id="{68143490-68D3-79C9-E104-146967BBC184}"/>
                </a:ext>
              </a:extLst>
            </p:cNvPr>
            <p:cNvSpPr/>
            <p:nvPr/>
          </p:nvSpPr>
          <p:spPr>
            <a:xfrm flipH="1">
              <a:off x="9168303" y="2310369"/>
              <a:ext cx="492016" cy="351509"/>
            </a:xfrm>
            <a:custGeom>
              <a:avLst/>
              <a:gdLst/>
              <a:ahLst/>
              <a:cxnLst/>
              <a:rect l="0" t="0" r="0" b="0"/>
              <a:pathLst>
                <a:path w="1047837" h="941642" extrusionOk="0">
                  <a:moveTo>
                    <a:pt x="553439" y="781653"/>
                  </a:moveTo>
                  <a:lnTo>
                    <a:pt x="72705" y="781653"/>
                  </a:lnTo>
                  <a:cubicBezTo>
                    <a:pt x="32551" y="781653"/>
                    <a:pt x="0" y="814204"/>
                    <a:pt x="0" y="854358"/>
                  </a:cubicBezTo>
                  <a:lnTo>
                    <a:pt x="0" y="868937"/>
                  </a:lnTo>
                  <a:cubicBezTo>
                    <a:pt x="0" y="909091"/>
                    <a:pt x="32551" y="941642"/>
                    <a:pt x="72705" y="941642"/>
                  </a:cubicBezTo>
                  <a:lnTo>
                    <a:pt x="553439" y="941642"/>
                  </a:lnTo>
                  <a:cubicBezTo>
                    <a:pt x="593593" y="941642"/>
                    <a:pt x="626144" y="909091"/>
                    <a:pt x="626144" y="868937"/>
                  </a:cubicBezTo>
                  <a:lnTo>
                    <a:pt x="626144" y="854358"/>
                  </a:lnTo>
                  <a:cubicBezTo>
                    <a:pt x="626144" y="814204"/>
                    <a:pt x="593593" y="781653"/>
                    <a:pt x="553439" y="781653"/>
                  </a:cubicBezTo>
                  <a:close/>
                  <a:moveTo>
                    <a:pt x="479553" y="646822"/>
                  </a:moveTo>
                  <a:lnTo>
                    <a:pt x="146591" y="646822"/>
                  </a:lnTo>
                  <a:cubicBezTo>
                    <a:pt x="117620" y="646822"/>
                    <a:pt x="94135" y="670307"/>
                    <a:pt x="94135" y="699278"/>
                  </a:cubicBezTo>
                  <a:lnTo>
                    <a:pt x="94135" y="709795"/>
                  </a:lnTo>
                  <a:cubicBezTo>
                    <a:pt x="94135" y="738766"/>
                    <a:pt x="117620" y="762251"/>
                    <a:pt x="146591" y="762251"/>
                  </a:cubicBezTo>
                  <a:lnTo>
                    <a:pt x="479553" y="762251"/>
                  </a:lnTo>
                  <a:cubicBezTo>
                    <a:pt x="508524" y="762251"/>
                    <a:pt x="532009" y="738766"/>
                    <a:pt x="532009" y="709795"/>
                  </a:cubicBezTo>
                  <a:lnTo>
                    <a:pt x="532009" y="699278"/>
                  </a:lnTo>
                  <a:cubicBezTo>
                    <a:pt x="532009" y="670307"/>
                    <a:pt x="508524" y="646822"/>
                    <a:pt x="479553" y="646822"/>
                  </a:cubicBezTo>
                  <a:close/>
                  <a:moveTo>
                    <a:pt x="509978" y="2"/>
                  </a:moveTo>
                  <a:cubicBezTo>
                    <a:pt x="495250" y="134"/>
                    <a:pt x="480573" y="5885"/>
                    <a:pt x="469437" y="17223"/>
                  </a:cubicBezTo>
                  <a:lnTo>
                    <a:pt x="453306" y="33646"/>
                  </a:lnTo>
                  <a:cubicBezTo>
                    <a:pt x="435588" y="51685"/>
                    <a:pt x="432172" y="78434"/>
                    <a:pt x="443540" y="99526"/>
                  </a:cubicBezTo>
                  <a:lnTo>
                    <a:pt x="376424" y="167859"/>
                  </a:lnTo>
                  <a:cubicBezTo>
                    <a:pt x="355130" y="156873"/>
                    <a:pt x="328447" y="160769"/>
                    <a:pt x="310729" y="178808"/>
                  </a:cubicBezTo>
                  <a:lnTo>
                    <a:pt x="294599" y="195231"/>
                  </a:lnTo>
                  <a:cubicBezTo>
                    <a:pt x="276881" y="213270"/>
                    <a:pt x="273465" y="240019"/>
                    <a:pt x="284832" y="261112"/>
                  </a:cubicBezTo>
                  <a:lnTo>
                    <a:pt x="217717" y="329444"/>
                  </a:lnTo>
                  <a:cubicBezTo>
                    <a:pt x="196423" y="318457"/>
                    <a:pt x="169740" y="322353"/>
                    <a:pt x="152022" y="340393"/>
                  </a:cubicBezTo>
                  <a:lnTo>
                    <a:pt x="135892" y="356816"/>
                  </a:lnTo>
                  <a:cubicBezTo>
                    <a:pt x="113620" y="379492"/>
                    <a:pt x="113947" y="415929"/>
                    <a:pt x="136623" y="438201"/>
                  </a:cubicBezTo>
                  <a:lnTo>
                    <a:pt x="281961" y="580950"/>
                  </a:lnTo>
                  <a:cubicBezTo>
                    <a:pt x="304637" y="603222"/>
                    <a:pt x="341074" y="602895"/>
                    <a:pt x="363346" y="580219"/>
                  </a:cubicBezTo>
                  <a:lnTo>
                    <a:pt x="379476" y="563796"/>
                  </a:lnTo>
                  <a:cubicBezTo>
                    <a:pt x="397194" y="545757"/>
                    <a:pt x="400610" y="519008"/>
                    <a:pt x="389243" y="497916"/>
                  </a:cubicBezTo>
                  <a:lnTo>
                    <a:pt x="456359" y="429583"/>
                  </a:lnTo>
                  <a:cubicBezTo>
                    <a:pt x="473685" y="438523"/>
                    <a:pt x="494582" y="437609"/>
                    <a:pt x="511018" y="426766"/>
                  </a:cubicBezTo>
                  <a:lnTo>
                    <a:pt x="628741" y="563926"/>
                  </a:lnTo>
                  <a:cubicBezTo>
                    <a:pt x="623139" y="582755"/>
                    <a:pt x="628356" y="603711"/>
                    <a:pt x="643370" y="618457"/>
                  </a:cubicBezTo>
                  <a:lnTo>
                    <a:pt x="876995" y="847923"/>
                  </a:lnTo>
                  <a:cubicBezTo>
                    <a:pt x="899671" y="870194"/>
                    <a:pt x="936106" y="869868"/>
                    <a:pt x="958378" y="847193"/>
                  </a:cubicBezTo>
                  <a:lnTo>
                    <a:pt x="935867" y="870112"/>
                  </a:lnTo>
                  <a:cubicBezTo>
                    <a:pt x="926029" y="880129"/>
                    <a:pt x="926174" y="896225"/>
                    <a:pt x="936190" y="906063"/>
                  </a:cubicBezTo>
                  <a:lnTo>
                    <a:pt x="943444" y="913188"/>
                  </a:lnTo>
                  <a:cubicBezTo>
                    <a:pt x="953461" y="923027"/>
                    <a:pt x="969558" y="922882"/>
                    <a:pt x="979396" y="912865"/>
                  </a:cubicBezTo>
                  <a:lnTo>
                    <a:pt x="1040552" y="850601"/>
                  </a:lnTo>
                  <a:cubicBezTo>
                    <a:pt x="1050390" y="840584"/>
                    <a:pt x="1050246" y="824487"/>
                    <a:pt x="1040229" y="814649"/>
                  </a:cubicBezTo>
                  <a:lnTo>
                    <a:pt x="1032975" y="807524"/>
                  </a:lnTo>
                  <a:cubicBezTo>
                    <a:pt x="1022958" y="797686"/>
                    <a:pt x="1006861" y="797830"/>
                    <a:pt x="997023" y="807847"/>
                  </a:cubicBezTo>
                  <a:lnTo>
                    <a:pt x="974513" y="830766"/>
                  </a:lnTo>
                  <a:cubicBezTo>
                    <a:pt x="996784" y="808090"/>
                    <a:pt x="996455" y="771655"/>
                    <a:pt x="973780" y="749383"/>
                  </a:cubicBezTo>
                  <a:lnTo>
                    <a:pt x="740154" y="519918"/>
                  </a:lnTo>
                  <a:cubicBezTo>
                    <a:pt x="725140" y="505171"/>
                    <a:pt x="704094" y="500333"/>
                    <a:pt x="685369" y="506272"/>
                  </a:cubicBezTo>
                  <a:lnTo>
                    <a:pt x="546115" y="391033"/>
                  </a:lnTo>
                  <a:cubicBezTo>
                    <a:pt x="556661" y="374403"/>
                    <a:pt x="557200" y="353494"/>
                    <a:pt x="547950" y="336331"/>
                  </a:cubicBezTo>
                  <a:lnTo>
                    <a:pt x="615066" y="267998"/>
                  </a:lnTo>
                  <a:cubicBezTo>
                    <a:pt x="636359" y="278985"/>
                    <a:pt x="663042" y="275088"/>
                    <a:pt x="680760" y="257049"/>
                  </a:cubicBezTo>
                  <a:lnTo>
                    <a:pt x="696891" y="240626"/>
                  </a:lnTo>
                  <a:cubicBezTo>
                    <a:pt x="719163" y="217950"/>
                    <a:pt x="718836" y="181513"/>
                    <a:pt x="696160" y="159241"/>
                  </a:cubicBezTo>
                  <a:lnTo>
                    <a:pt x="550822" y="16492"/>
                  </a:lnTo>
                  <a:cubicBezTo>
                    <a:pt x="539484" y="5356"/>
                    <a:pt x="524705" y="-131"/>
                    <a:pt x="509978" y="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kumimoji="0" sz="1428" b="0" i="0" u="none" strike="noStrike" kern="1200" cap="none" spc="0" normalizeH="0" baseline="0" noProof="0">
                <a:ln>
                  <a:noFill/>
                </a:ln>
                <a:solidFill>
                  <a:srgbClr val="2D2926"/>
                </a:solidFill>
                <a:effectLst/>
                <a:uLnTx/>
                <a:uFillTx/>
                <a:latin typeface="Calibri"/>
                <a:ea typeface="Calibri"/>
                <a:cs typeface="Calibri"/>
                <a:sym typeface="Calibri"/>
              </a:endParaRPr>
            </a:p>
          </p:txBody>
        </p:sp>
        <p:grpSp>
          <p:nvGrpSpPr>
            <p:cNvPr id="91" name="Shape 25290">
              <a:extLst>
                <a:ext uri="{FF2B5EF4-FFF2-40B4-BE49-F238E27FC236}">
                  <a16:creationId xmlns:a16="http://schemas.microsoft.com/office/drawing/2014/main" id="{A17D0185-1E1F-0337-1627-86F78443ECB7}"/>
                </a:ext>
              </a:extLst>
            </p:cNvPr>
            <p:cNvGrpSpPr/>
            <p:nvPr/>
          </p:nvGrpSpPr>
          <p:grpSpPr>
            <a:xfrm>
              <a:off x="2427684" y="2543569"/>
              <a:ext cx="472114" cy="346998"/>
              <a:chOff x="1728787" y="2563813"/>
              <a:chExt cx="950914" cy="763587"/>
            </a:xfrm>
            <a:solidFill>
              <a:schemeClr val="accent1"/>
            </a:solidFill>
          </p:grpSpPr>
          <p:sp>
            <p:nvSpPr>
              <p:cNvPr id="102" name="Shape 25292">
                <a:extLst>
                  <a:ext uri="{FF2B5EF4-FFF2-40B4-BE49-F238E27FC236}">
                    <a16:creationId xmlns:a16="http://schemas.microsoft.com/office/drawing/2014/main" id="{4259D651-C17E-8F1A-126D-32ECA26F3835}"/>
                  </a:ext>
                </a:extLst>
              </p:cNvPr>
              <p:cNvSpPr/>
              <p:nvPr/>
            </p:nvSpPr>
            <p:spPr>
              <a:xfrm>
                <a:off x="1939925" y="2713038"/>
                <a:ext cx="1588" cy="0"/>
              </a:xfrm>
              <a:custGeom>
                <a:avLst/>
                <a:gdLst/>
                <a:ahLst/>
                <a:cxnLst/>
                <a:rect l="0" t="0" r="0" b="0"/>
                <a:pathLst>
                  <a:path w="6" h="3" extrusionOk="0">
                    <a:moveTo>
                      <a:pt x="6" y="0"/>
                    </a:moveTo>
                    <a:cubicBezTo>
                      <a:pt x="6" y="0"/>
                      <a:pt x="6" y="0"/>
                      <a:pt x="6" y="0"/>
                    </a:cubicBezTo>
                    <a:cubicBezTo>
                      <a:pt x="5" y="0"/>
                      <a:pt x="5" y="0"/>
                      <a:pt x="5" y="0"/>
                    </a:cubicBezTo>
                    <a:cubicBezTo>
                      <a:pt x="4" y="0"/>
                      <a:pt x="2" y="0"/>
                      <a:pt x="0" y="0"/>
                    </a:cubicBezTo>
                    <a:cubicBezTo>
                      <a:pt x="2" y="0"/>
                      <a:pt x="4" y="0"/>
                      <a:pt x="6" y="0"/>
                    </a:cubicBezTo>
                    <a:close/>
                  </a:path>
                </a:pathLst>
              </a:custGeom>
              <a:grpFill/>
              <a:ln>
                <a:noFill/>
              </a:ln>
            </p:spPr>
            <p:txBody>
              <a:bodyPr spcFirstLastPara="1" wrap="square" lIns="93275" tIns="46625" rIns="93275" bIns="46625" anchor="t"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110" name="Shape 25300">
                <a:extLst>
                  <a:ext uri="{FF2B5EF4-FFF2-40B4-BE49-F238E27FC236}">
                    <a16:creationId xmlns:a16="http://schemas.microsoft.com/office/drawing/2014/main" id="{E46FE514-3C16-A042-24F7-201B4DBA0444}"/>
                  </a:ext>
                </a:extLst>
              </p:cNvPr>
              <p:cNvSpPr/>
              <p:nvPr/>
            </p:nvSpPr>
            <p:spPr>
              <a:xfrm>
                <a:off x="1884363" y="2906713"/>
                <a:ext cx="58738" cy="15875"/>
              </a:xfrm>
              <a:custGeom>
                <a:avLst/>
                <a:gdLst/>
                <a:ahLst/>
                <a:cxnLst/>
                <a:rect l="0" t="0" r="0" b="0"/>
                <a:pathLst>
                  <a:path w="121" h="31" extrusionOk="0">
                    <a:moveTo>
                      <a:pt x="0" y="0"/>
                    </a:moveTo>
                    <a:cubicBezTo>
                      <a:pt x="27" y="15"/>
                      <a:pt x="56" y="23"/>
                      <a:pt x="89" y="25"/>
                    </a:cubicBezTo>
                    <a:cubicBezTo>
                      <a:pt x="96" y="25"/>
                      <a:pt x="102" y="27"/>
                      <a:pt x="108" y="31"/>
                    </a:cubicBezTo>
                    <a:cubicBezTo>
                      <a:pt x="121" y="0"/>
                      <a:pt x="121" y="0"/>
                      <a:pt x="121" y="0"/>
                    </a:cubicBezTo>
                    <a:lnTo>
                      <a:pt x="0" y="0"/>
                    </a:lnTo>
                    <a:close/>
                  </a:path>
                </a:pathLst>
              </a:custGeom>
              <a:grpFill/>
              <a:ln>
                <a:noFill/>
              </a:ln>
            </p:spPr>
            <p:txBody>
              <a:bodyPr spcFirstLastPara="1" wrap="square" lIns="93275" tIns="46625" rIns="93275" bIns="46625" anchor="t"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111" name="Shape 25301">
                <a:extLst>
                  <a:ext uri="{FF2B5EF4-FFF2-40B4-BE49-F238E27FC236}">
                    <a16:creationId xmlns:a16="http://schemas.microsoft.com/office/drawing/2014/main" id="{EA617DB1-839A-9FD2-F06C-08869D5D0FF7}"/>
                  </a:ext>
                </a:extLst>
              </p:cNvPr>
              <p:cNvSpPr/>
              <p:nvPr/>
            </p:nvSpPr>
            <p:spPr>
              <a:xfrm>
                <a:off x="1839913" y="2808288"/>
                <a:ext cx="42863" cy="98425"/>
              </a:xfrm>
              <a:custGeom>
                <a:avLst/>
                <a:gdLst/>
                <a:ahLst/>
                <a:cxnLst/>
                <a:rect l="0" t="0" r="0" b="0"/>
                <a:pathLst>
                  <a:path w="89" h="198" extrusionOk="0">
                    <a:moveTo>
                      <a:pt x="89" y="198"/>
                    </a:moveTo>
                    <a:cubicBezTo>
                      <a:pt x="34" y="0"/>
                      <a:pt x="34" y="0"/>
                      <a:pt x="34" y="0"/>
                    </a:cubicBezTo>
                    <a:cubicBezTo>
                      <a:pt x="23" y="5"/>
                      <a:pt x="12" y="8"/>
                      <a:pt x="0" y="9"/>
                    </a:cubicBezTo>
                    <a:cubicBezTo>
                      <a:pt x="6" y="30"/>
                      <a:pt x="6" y="30"/>
                      <a:pt x="6" y="30"/>
                    </a:cubicBezTo>
                    <a:cubicBezTo>
                      <a:pt x="26" y="51"/>
                      <a:pt x="38" y="82"/>
                      <a:pt x="37" y="114"/>
                    </a:cubicBezTo>
                    <a:cubicBezTo>
                      <a:pt x="37" y="123"/>
                      <a:pt x="37" y="132"/>
                      <a:pt x="37" y="142"/>
                    </a:cubicBezTo>
                    <a:cubicBezTo>
                      <a:pt x="42" y="161"/>
                      <a:pt x="42" y="161"/>
                      <a:pt x="42" y="161"/>
                    </a:cubicBezTo>
                    <a:cubicBezTo>
                      <a:pt x="57" y="176"/>
                      <a:pt x="73" y="189"/>
                      <a:pt x="89" y="198"/>
                    </a:cubicBezTo>
                    <a:close/>
                  </a:path>
                </a:pathLst>
              </a:custGeom>
              <a:grpFill/>
              <a:ln>
                <a:noFill/>
              </a:ln>
            </p:spPr>
            <p:txBody>
              <a:bodyPr spcFirstLastPara="1" wrap="square" lIns="93275" tIns="46625" rIns="93275" bIns="46625" anchor="t"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114" name="Shape 25304">
                <a:extLst>
                  <a:ext uri="{FF2B5EF4-FFF2-40B4-BE49-F238E27FC236}">
                    <a16:creationId xmlns:a16="http://schemas.microsoft.com/office/drawing/2014/main" id="{DE303693-B837-6515-63AB-526E193093A6}"/>
                  </a:ext>
                </a:extLst>
              </p:cNvPr>
              <p:cNvSpPr/>
              <p:nvPr/>
            </p:nvSpPr>
            <p:spPr>
              <a:xfrm>
                <a:off x="1728787" y="2881313"/>
                <a:ext cx="160338" cy="168275"/>
              </a:xfrm>
              <a:custGeom>
                <a:avLst/>
                <a:gdLst/>
                <a:ahLst/>
                <a:cxnLst/>
                <a:rect l="0" t="0" r="0" b="0"/>
                <a:pathLst>
                  <a:path w="324" h="342" extrusionOk="0">
                    <a:moveTo>
                      <a:pt x="319" y="302"/>
                    </a:moveTo>
                    <a:cubicBezTo>
                      <a:pt x="122" y="302"/>
                      <a:pt x="122" y="302"/>
                      <a:pt x="122" y="302"/>
                    </a:cubicBezTo>
                    <a:cubicBezTo>
                      <a:pt x="42" y="16"/>
                      <a:pt x="42" y="16"/>
                      <a:pt x="42" y="16"/>
                    </a:cubicBezTo>
                    <a:cubicBezTo>
                      <a:pt x="39" y="6"/>
                      <a:pt x="28" y="0"/>
                      <a:pt x="17" y="2"/>
                    </a:cubicBezTo>
                    <a:cubicBezTo>
                      <a:pt x="7" y="5"/>
                      <a:pt x="0" y="17"/>
                      <a:pt x="3" y="27"/>
                    </a:cubicBezTo>
                    <a:cubicBezTo>
                      <a:pt x="3" y="27"/>
                      <a:pt x="3" y="27"/>
                      <a:pt x="3" y="27"/>
                    </a:cubicBezTo>
                    <a:cubicBezTo>
                      <a:pt x="87" y="327"/>
                      <a:pt x="87" y="327"/>
                      <a:pt x="87" y="327"/>
                    </a:cubicBezTo>
                    <a:cubicBezTo>
                      <a:pt x="90" y="336"/>
                      <a:pt x="98" y="342"/>
                      <a:pt x="107" y="342"/>
                    </a:cubicBezTo>
                    <a:cubicBezTo>
                      <a:pt x="307" y="342"/>
                      <a:pt x="307" y="342"/>
                      <a:pt x="307" y="342"/>
                    </a:cubicBezTo>
                    <a:cubicBezTo>
                      <a:pt x="324" y="303"/>
                      <a:pt x="324" y="303"/>
                      <a:pt x="324" y="303"/>
                    </a:cubicBezTo>
                    <a:cubicBezTo>
                      <a:pt x="322" y="302"/>
                      <a:pt x="321" y="302"/>
                      <a:pt x="319" y="302"/>
                    </a:cubicBezTo>
                    <a:close/>
                  </a:path>
                </a:pathLst>
              </a:custGeom>
              <a:grpFill/>
              <a:ln>
                <a:noFill/>
              </a:ln>
            </p:spPr>
            <p:txBody>
              <a:bodyPr spcFirstLastPara="1" wrap="square" lIns="93275" tIns="46625" rIns="93275" bIns="46625" anchor="t"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115" name="Shape 25305">
                <a:extLst>
                  <a:ext uri="{FF2B5EF4-FFF2-40B4-BE49-F238E27FC236}">
                    <a16:creationId xmlns:a16="http://schemas.microsoft.com/office/drawing/2014/main" id="{19153C4E-2F34-5BA7-155B-425D79629CEF}"/>
                  </a:ext>
                </a:extLst>
              </p:cNvPr>
              <p:cNvSpPr/>
              <p:nvPr/>
            </p:nvSpPr>
            <p:spPr>
              <a:xfrm>
                <a:off x="2519363" y="2881313"/>
                <a:ext cx="160338" cy="168275"/>
              </a:xfrm>
              <a:custGeom>
                <a:avLst/>
                <a:gdLst/>
                <a:ahLst/>
                <a:cxnLst/>
                <a:rect l="0" t="0" r="0" b="0"/>
                <a:pathLst>
                  <a:path w="324" h="342" extrusionOk="0">
                    <a:moveTo>
                      <a:pt x="307" y="2"/>
                    </a:moveTo>
                    <a:cubicBezTo>
                      <a:pt x="296" y="0"/>
                      <a:pt x="285" y="6"/>
                      <a:pt x="282" y="16"/>
                    </a:cubicBezTo>
                    <a:cubicBezTo>
                      <a:pt x="202" y="302"/>
                      <a:pt x="202" y="302"/>
                      <a:pt x="202" y="302"/>
                    </a:cubicBezTo>
                    <a:cubicBezTo>
                      <a:pt x="5" y="302"/>
                      <a:pt x="5" y="302"/>
                      <a:pt x="5" y="302"/>
                    </a:cubicBezTo>
                    <a:cubicBezTo>
                      <a:pt x="3" y="302"/>
                      <a:pt x="2" y="302"/>
                      <a:pt x="0" y="303"/>
                    </a:cubicBezTo>
                    <a:cubicBezTo>
                      <a:pt x="17" y="342"/>
                      <a:pt x="17" y="342"/>
                      <a:pt x="17" y="342"/>
                    </a:cubicBezTo>
                    <a:cubicBezTo>
                      <a:pt x="217" y="342"/>
                      <a:pt x="217" y="342"/>
                      <a:pt x="217" y="342"/>
                    </a:cubicBezTo>
                    <a:cubicBezTo>
                      <a:pt x="226" y="342"/>
                      <a:pt x="234" y="336"/>
                      <a:pt x="237" y="327"/>
                    </a:cubicBezTo>
                    <a:cubicBezTo>
                      <a:pt x="321" y="27"/>
                      <a:pt x="321" y="27"/>
                      <a:pt x="321" y="27"/>
                    </a:cubicBezTo>
                    <a:cubicBezTo>
                      <a:pt x="321" y="27"/>
                      <a:pt x="321" y="27"/>
                      <a:pt x="321" y="27"/>
                    </a:cubicBezTo>
                    <a:cubicBezTo>
                      <a:pt x="324" y="17"/>
                      <a:pt x="317" y="5"/>
                      <a:pt x="307" y="2"/>
                    </a:cubicBezTo>
                    <a:close/>
                  </a:path>
                </a:pathLst>
              </a:custGeom>
              <a:grpFill/>
              <a:ln>
                <a:noFill/>
              </a:ln>
            </p:spPr>
            <p:txBody>
              <a:bodyPr spcFirstLastPara="1" wrap="square" lIns="93275" tIns="46625" rIns="93275" bIns="46625" anchor="t"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116" name="Shape 25306">
                <a:extLst>
                  <a:ext uri="{FF2B5EF4-FFF2-40B4-BE49-F238E27FC236}">
                    <a16:creationId xmlns:a16="http://schemas.microsoft.com/office/drawing/2014/main" id="{B81AFE18-6BBA-D884-519A-563CB3C0B0FD}"/>
                  </a:ext>
                </a:extLst>
              </p:cNvPr>
              <p:cNvSpPr/>
              <p:nvPr/>
            </p:nvSpPr>
            <p:spPr>
              <a:xfrm>
                <a:off x="2359025" y="2563813"/>
                <a:ext cx="68263" cy="68262"/>
              </a:xfrm>
              <a:custGeom>
                <a:avLst/>
                <a:gdLst/>
                <a:ahLst/>
                <a:cxnLst/>
                <a:rect l="0" t="0" r="0" b="0"/>
                <a:pathLst>
                  <a:path w="138" h="137" extrusionOk="0">
                    <a:moveTo>
                      <a:pt x="135" y="74"/>
                    </a:moveTo>
                    <a:cubicBezTo>
                      <a:pt x="138" y="38"/>
                      <a:pt x="111" y="6"/>
                      <a:pt x="75" y="3"/>
                    </a:cubicBezTo>
                    <a:cubicBezTo>
                      <a:pt x="39" y="0"/>
                      <a:pt x="7" y="27"/>
                      <a:pt x="4" y="63"/>
                    </a:cubicBezTo>
                    <a:cubicBezTo>
                      <a:pt x="0" y="99"/>
                      <a:pt x="27" y="131"/>
                      <a:pt x="64" y="134"/>
                    </a:cubicBezTo>
                    <a:cubicBezTo>
                      <a:pt x="100" y="137"/>
                      <a:pt x="132" y="110"/>
                      <a:pt x="135" y="74"/>
                    </a:cubicBezTo>
                    <a:close/>
                  </a:path>
                </a:pathLst>
              </a:custGeom>
              <a:grpFill/>
              <a:ln>
                <a:noFill/>
              </a:ln>
            </p:spPr>
            <p:txBody>
              <a:bodyPr spcFirstLastPara="1" wrap="square" lIns="93275" tIns="46625" rIns="93275" bIns="46625" anchor="t"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117" name="Shape 25307">
                <a:extLst>
                  <a:ext uri="{FF2B5EF4-FFF2-40B4-BE49-F238E27FC236}">
                    <a16:creationId xmlns:a16="http://schemas.microsoft.com/office/drawing/2014/main" id="{EC43A722-8171-DF01-1455-0DD6CE68EC19}"/>
                  </a:ext>
                </a:extLst>
              </p:cNvPr>
              <p:cNvSpPr/>
              <p:nvPr/>
            </p:nvSpPr>
            <p:spPr>
              <a:xfrm>
                <a:off x="2378075" y="2630488"/>
                <a:ext cx="60325" cy="144462"/>
              </a:xfrm>
              <a:custGeom>
                <a:avLst/>
                <a:gdLst/>
                <a:ahLst/>
                <a:cxnLst/>
                <a:rect l="0" t="0" r="0" b="0"/>
                <a:pathLst>
                  <a:path w="121" h="291" extrusionOk="0">
                    <a:moveTo>
                      <a:pt x="1" y="107"/>
                    </a:moveTo>
                    <a:cubicBezTo>
                      <a:pt x="12" y="94"/>
                      <a:pt x="19" y="81"/>
                      <a:pt x="24" y="72"/>
                    </a:cubicBezTo>
                    <a:cubicBezTo>
                      <a:pt x="27" y="67"/>
                      <a:pt x="28" y="63"/>
                      <a:pt x="29" y="60"/>
                    </a:cubicBezTo>
                    <a:cubicBezTo>
                      <a:pt x="30" y="59"/>
                      <a:pt x="30" y="58"/>
                      <a:pt x="30" y="58"/>
                    </a:cubicBezTo>
                    <a:cubicBezTo>
                      <a:pt x="31" y="57"/>
                      <a:pt x="31" y="57"/>
                      <a:pt x="31" y="57"/>
                    </a:cubicBezTo>
                    <a:cubicBezTo>
                      <a:pt x="31" y="57"/>
                      <a:pt x="31" y="57"/>
                      <a:pt x="31" y="57"/>
                    </a:cubicBezTo>
                    <a:cubicBezTo>
                      <a:pt x="35" y="45"/>
                      <a:pt x="46" y="37"/>
                      <a:pt x="59" y="37"/>
                    </a:cubicBezTo>
                    <a:cubicBezTo>
                      <a:pt x="62" y="37"/>
                      <a:pt x="65" y="38"/>
                      <a:pt x="68" y="39"/>
                    </a:cubicBezTo>
                    <a:cubicBezTo>
                      <a:pt x="76" y="42"/>
                      <a:pt x="82" y="47"/>
                      <a:pt x="85" y="54"/>
                    </a:cubicBezTo>
                    <a:cubicBezTo>
                      <a:pt x="88" y="61"/>
                      <a:pt x="89" y="69"/>
                      <a:pt x="86" y="77"/>
                    </a:cubicBezTo>
                    <a:cubicBezTo>
                      <a:pt x="86" y="77"/>
                      <a:pt x="86" y="77"/>
                      <a:pt x="86" y="77"/>
                    </a:cubicBezTo>
                    <a:cubicBezTo>
                      <a:pt x="86" y="77"/>
                      <a:pt x="86" y="77"/>
                      <a:pt x="86" y="77"/>
                    </a:cubicBezTo>
                    <a:cubicBezTo>
                      <a:pt x="83" y="85"/>
                      <a:pt x="71" y="115"/>
                      <a:pt x="44" y="147"/>
                    </a:cubicBezTo>
                    <a:cubicBezTo>
                      <a:pt x="35" y="158"/>
                      <a:pt x="24" y="169"/>
                      <a:pt x="10" y="180"/>
                    </a:cubicBezTo>
                    <a:cubicBezTo>
                      <a:pt x="58" y="291"/>
                      <a:pt x="58" y="291"/>
                      <a:pt x="58" y="291"/>
                    </a:cubicBezTo>
                    <a:cubicBezTo>
                      <a:pt x="71" y="283"/>
                      <a:pt x="82" y="270"/>
                      <a:pt x="89" y="252"/>
                    </a:cubicBezTo>
                    <a:cubicBezTo>
                      <a:pt x="111" y="197"/>
                      <a:pt x="121" y="138"/>
                      <a:pt x="119" y="78"/>
                    </a:cubicBezTo>
                    <a:cubicBezTo>
                      <a:pt x="117" y="31"/>
                      <a:pt x="81" y="0"/>
                      <a:pt x="50" y="9"/>
                    </a:cubicBezTo>
                    <a:cubicBezTo>
                      <a:pt x="18" y="18"/>
                      <a:pt x="0" y="51"/>
                      <a:pt x="1" y="83"/>
                    </a:cubicBezTo>
                    <a:cubicBezTo>
                      <a:pt x="1" y="91"/>
                      <a:pt x="1" y="99"/>
                      <a:pt x="1" y="107"/>
                    </a:cubicBezTo>
                    <a:close/>
                  </a:path>
                </a:pathLst>
              </a:custGeom>
              <a:grpFill/>
              <a:ln>
                <a:noFill/>
              </a:ln>
            </p:spPr>
            <p:txBody>
              <a:bodyPr spcFirstLastPara="1" wrap="square" lIns="93275" tIns="46625" rIns="93275" bIns="46625" anchor="t"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118" name="Shape 25308">
                <a:extLst>
                  <a:ext uri="{FF2B5EF4-FFF2-40B4-BE49-F238E27FC236}">
                    <a16:creationId xmlns:a16="http://schemas.microsoft.com/office/drawing/2014/main" id="{7F499E7D-1BF7-59CB-86A2-05E030F08F64}"/>
                  </a:ext>
                </a:extLst>
              </p:cNvPr>
              <p:cNvSpPr/>
              <p:nvPr/>
            </p:nvSpPr>
            <p:spPr>
              <a:xfrm>
                <a:off x="2416175" y="2700338"/>
                <a:ext cx="49213" cy="106362"/>
              </a:xfrm>
              <a:custGeom>
                <a:avLst/>
                <a:gdLst/>
                <a:ahLst/>
                <a:cxnLst/>
                <a:rect l="0" t="0" r="0" b="0"/>
                <a:pathLst>
                  <a:path w="99" h="214" extrusionOk="0">
                    <a:moveTo>
                      <a:pt x="49" y="199"/>
                    </a:moveTo>
                    <a:cubicBezTo>
                      <a:pt x="99" y="20"/>
                      <a:pt x="99" y="20"/>
                      <a:pt x="99" y="20"/>
                    </a:cubicBezTo>
                    <a:cubicBezTo>
                      <a:pt x="90" y="15"/>
                      <a:pt x="82" y="8"/>
                      <a:pt x="75" y="0"/>
                    </a:cubicBezTo>
                    <a:cubicBezTo>
                      <a:pt x="22" y="186"/>
                      <a:pt x="22" y="186"/>
                      <a:pt x="22" y="186"/>
                    </a:cubicBezTo>
                    <a:cubicBezTo>
                      <a:pt x="0" y="186"/>
                      <a:pt x="0" y="186"/>
                      <a:pt x="0" y="186"/>
                    </a:cubicBezTo>
                    <a:cubicBezTo>
                      <a:pt x="12" y="214"/>
                      <a:pt x="12" y="214"/>
                      <a:pt x="12" y="214"/>
                    </a:cubicBezTo>
                    <a:cubicBezTo>
                      <a:pt x="25" y="211"/>
                      <a:pt x="37" y="206"/>
                      <a:pt x="49" y="199"/>
                    </a:cubicBezTo>
                    <a:close/>
                  </a:path>
                </a:pathLst>
              </a:custGeom>
              <a:grpFill/>
              <a:ln>
                <a:noFill/>
              </a:ln>
            </p:spPr>
            <p:txBody>
              <a:bodyPr spcFirstLastPara="1" wrap="square" lIns="93275" tIns="46625" rIns="93275" bIns="46625" anchor="t"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119" name="Shape 25309">
                <a:extLst>
                  <a:ext uri="{FF2B5EF4-FFF2-40B4-BE49-F238E27FC236}">
                    <a16:creationId xmlns:a16="http://schemas.microsoft.com/office/drawing/2014/main" id="{AB0D16F9-514A-B8DD-DE5D-D00201FE6E31}"/>
                  </a:ext>
                </a:extLst>
              </p:cNvPr>
              <p:cNvSpPr/>
              <p:nvPr/>
            </p:nvSpPr>
            <p:spPr>
              <a:xfrm>
                <a:off x="2444750" y="2632075"/>
                <a:ext cx="82550" cy="82550"/>
              </a:xfrm>
              <a:custGeom>
                <a:avLst/>
                <a:gdLst/>
                <a:ahLst/>
                <a:cxnLst/>
                <a:rect l="0" t="0" r="0" b="0"/>
                <a:pathLst>
                  <a:path w="166" h="165" extrusionOk="0">
                    <a:moveTo>
                      <a:pt x="76" y="162"/>
                    </a:moveTo>
                    <a:cubicBezTo>
                      <a:pt x="120" y="165"/>
                      <a:pt x="158" y="133"/>
                      <a:pt x="162" y="89"/>
                    </a:cubicBezTo>
                    <a:cubicBezTo>
                      <a:pt x="166" y="46"/>
                      <a:pt x="133" y="7"/>
                      <a:pt x="90" y="4"/>
                    </a:cubicBezTo>
                    <a:cubicBezTo>
                      <a:pt x="46" y="0"/>
                      <a:pt x="8" y="33"/>
                      <a:pt x="4" y="76"/>
                    </a:cubicBezTo>
                    <a:cubicBezTo>
                      <a:pt x="0" y="120"/>
                      <a:pt x="33" y="158"/>
                      <a:pt x="76" y="162"/>
                    </a:cubicBezTo>
                    <a:close/>
                  </a:path>
                </a:pathLst>
              </a:custGeom>
              <a:grpFill/>
              <a:ln>
                <a:noFill/>
              </a:ln>
            </p:spPr>
            <p:txBody>
              <a:bodyPr spcFirstLastPara="1" wrap="square" lIns="93275" tIns="46625" rIns="93275" bIns="46625" anchor="t"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122" name="Shape 25312">
                <a:extLst>
                  <a:ext uri="{FF2B5EF4-FFF2-40B4-BE49-F238E27FC236}">
                    <a16:creationId xmlns:a16="http://schemas.microsoft.com/office/drawing/2014/main" id="{3E018459-F5CE-56BE-D932-BC6735B027D5}"/>
                  </a:ext>
                </a:extLst>
              </p:cNvPr>
              <p:cNvSpPr/>
              <p:nvPr/>
            </p:nvSpPr>
            <p:spPr>
              <a:xfrm>
                <a:off x="2465388" y="2906713"/>
                <a:ext cx="60325" cy="15875"/>
              </a:xfrm>
              <a:custGeom>
                <a:avLst/>
                <a:gdLst/>
                <a:ahLst/>
                <a:cxnLst/>
                <a:rect l="0" t="0" r="0" b="0"/>
                <a:pathLst>
                  <a:path w="121" h="31" extrusionOk="0">
                    <a:moveTo>
                      <a:pt x="32" y="25"/>
                    </a:moveTo>
                    <a:cubicBezTo>
                      <a:pt x="65" y="23"/>
                      <a:pt x="94" y="15"/>
                      <a:pt x="121" y="0"/>
                    </a:cubicBezTo>
                    <a:cubicBezTo>
                      <a:pt x="0" y="0"/>
                      <a:pt x="0" y="0"/>
                      <a:pt x="0" y="0"/>
                    </a:cubicBezTo>
                    <a:cubicBezTo>
                      <a:pt x="13" y="31"/>
                      <a:pt x="13" y="31"/>
                      <a:pt x="13" y="31"/>
                    </a:cubicBezTo>
                    <a:cubicBezTo>
                      <a:pt x="19" y="27"/>
                      <a:pt x="25" y="25"/>
                      <a:pt x="32" y="25"/>
                    </a:cubicBezTo>
                    <a:close/>
                  </a:path>
                </a:pathLst>
              </a:custGeom>
              <a:grpFill/>
              <a:ln>
                <a:noFill/>
              </a:ln>
            </p:spPr>
            <p:txBody>
              <a:bodyPr spcFirstLastPara="1" wrap="square" lIns="93275" tIns="46625" rIns="93275" bIns="46625" anchor="t"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123" name="Shape 25313">
                <a:extLst>
                  <a:ext uri="{FF2B5EF4-FFF2-40B4-BE49-F238E27FC236}">
                    <a16:creationId xmlns:a16="http://schemas.microsoft.com/office/drawing/2014/main" id="{7CA29EB9-D74C-D7A0-4BBA-A4E983CBE8E1}"/>
                  </a:ext>
                </a:extLst>
              </p:cNvPr>
              <p:cNvSpPr/>
              <p:nvPr/>
            </p:nvSpPr>
            <p:spPr>
              <a:xfrm>
                <a:off x="2528888" y="2719388"/>
                <a:ext cx="92075" cy="92075"/>
              </a:xfrm>
              <a:custGeom>
                <a:avLst/>
                <a:gdLst/>
                <a:ahLst/>
                <a:cxnLst/>
                <a:rect l="0" t="0" r="0" b="0"/>
                <a:pathLst>
                  <a:path w="187" h="188" extrusionOk="0">
                    <a:moveTo>
                      <a:pt x="4" y="86"/>
                    </a:moveTo>
                    <a:cubicBezTo>
                      <a:pt x="0" y="136"/>
                      <a:pt x="37" y="179"/>
                      <a:pt x="86" y="184"/>
                    </a:cubicBezTo>
                    <a:cubicBezTo>
                      <a:pt x="136" y="188"/>
                      <a:pt x="179" y="151"/>
                      <a:pt x="183" y="101"/>
                    </a:cubicBezTo>
                    <a:cubicBezTo>
                      <a:pt x="187" y="52"/>
                      <a:pt x="151" y="8"/>
                      <a:pt x="101" y="4"/>
                    </a:cubicBezTo>
                    <a:cubicBezTo>
                      <a:pt x="52" y="0"/>
                      <a:pt x="8" y="37"/>
                      <a:pt x="4" y="86"/>
                    </a:cubicBezTo>
                    <a:close/>
                  </a:path>
                </a:pathLst>
              </a:custGeom>
              <a:grpFill/>
              <a:ln>
                <a:noFill/>
              </a:ln>
            </p:spPr>
            <p:txBody>
              <a:bodyPr spcFirstLastPara="1" wrap="square" lIns="93275" tIns="46625" rIns="93275" bIns="46625" anchor="t"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124" name="Shape 25314">
                <a:extLst>
                  <a:ext uri="{FF2B5EF4-FFF2-40B4-BE49-F238E27FC236}">
                    <a16:creationId xmlns:a16="http://schemas.microsoft.com/office/drawing/2014/main" id="{7C2B94C2-A6A3-3DF0-5768-69D3348CDBB0}"/>
                  </a:ext>
                </a:extLst>
              </p:cNvPr>
              <p:cNvSpPr/>
              <p:nvPr/>
            </p:nvSpPr>
            <p:spPr>
              <a:xfrm>
                <a:off x="2489200" y="2809875"/>
                <a:ext cx="147638" cy="203200"/>
              </a:xfrm>
              <a:custGeom>
                <a:avLst/>
                <a:gdLst/>
                <a:ahLst/>
                <a:cxnLst/>
                <a:rect l="0" t="0" r="0" b="0"/>
                <a:pathLst>
                  <a:path w="296" h="411" extrusionOk="0">
                    <a:moveTo>
                      <a:pt x="133" y="113"/>
                    </a:moveTo>
                    <a:cubicBezTo>
                      <a:pt x="133" y="124"/>
                      <a:pt x="133" y="134"/>
                      <a:pt x="133" y="145"/>
                    </a:cubicBezTo>
                    <a:cubicBezTo>
                      <a:pt x="148" y="127"/>
                      <a:pt x="158" y="110"/>
                      <a:pt x="164" y="98"/>
                    </a:cubicBezTo>
                    <a:cubicBezTo>
                      <a:pt x="168" y="91"/>
                      <a:pt x="170" y="86"/>
                      <a:pt x="172" y="82"/>
                    </a:cubicBezTo>
                    <a:cubicBezTo>
                      <a:pt x="172" y="81"/>
                      <a:pt x="173" y="79"/>
                      <a:pt x="173" y="79"/>
                    </a:cubicBezTo>
                    <a:cubicBezTo>
                      <a:pt x="173" y="78"/>
                      <a:pt x="173" y="78"/>
                      <a:pt x="173" y="78"/>
                    </a:cubicBezTo>
                    <a:cubicBezTo>
                      <a:pt x="173" y="77"/>
                      <a:pt x="173" y="77"/>
                      <a:pt x="173" y="77"/>
                    </a:cubicBezTo>
                    <a:cubicBezTo>
                      <a:pt x="179" y="61"/>
                      <a:pt x="194" y="51"/>
                      <a:pt x="211" y="51"/>
                    </a:cubicBezTo>
                    <a:cubicBezTo>
                      <a:pt x="216" y="51"/>
                      <a:pt x="220" y="52"/>
                      <a:pt x="225" y="53"/>
                    </a:cubicBezTo>
                    <a:cubicBezTo>
                      <a:pt x="235" y="57"/>
                      <a:pt x="243" y="64"/>
                      <a:pt x="247" y="74"/>
                    </a:cubicBezTo>
                    <a:cubicBezTo>
                      <a:pt x="252" y="83"/>
                      <a:pt x="252" y="94"/>
                      <a:pt x="249" y="104"/>
                    </a:cubicBezTo>
                    <a:cubicBezTo>
                      <a:pt x="249" y="105"/>
                      <a:pt x="249" y="105"/>
                      <a:pt x="249" y="105"/>
                    </a:cubicBezTo>
                    <a:cubicBezTo>
                      <a:pt x="249" y="105"/>
                      <a:pt x="249" y="105"/>
                      <a:pt x="249" y="105"/>
                    </a:cubicBezTo>
                    <a:cubicBezTo>
                      <a:pt x="244" y="116"/>
                      <a:pt x="228" y="157"/>
                      <a:pt x="192" y="200"/>
                    </a:cubicBezTo>
                    <a:cubicBezTo>
                      <a:pt x="172" y="223"/>
                      <a:pt x="145" y="248"/>
                      <a:pt x="109" y="268"/>
                    </a:cubicBezTo>
                    <a:cubicBezTo>
                      <a:pt x="108" y="274"/>
                      <a:pt x="106" y="279"/>
                      <a:pt x="104" y="284"/>
                    </a:cubicBezTo>
                    <a:cubicBezTo>
                      <a:pt x="100" y="293"/>
                      <a:pt x="98" y="302"/>
                      <a:pt x="97" y="311"/>
                    </a:cubicBezTo>
                    <a:cubicBezTo>
                      <a:pt x="0" y="311"/>
                      <a:pt x="0" y="311"/>
                      <a:pt x="0" y="311"/>
                    </a:cubicBezTo>
                    <a:cubicBezTo>
                      <a:pt x="44" y="411"/>
                      <a:pt x="44" y="411"/>
                      <a:pt x="44" y="411"/>
                    </a:cubicBezTo>
                    <a:cubicBezTo>
                      <a:pt x="169" y="411"/>
                      <a:pt x="169" y="411"/>
                      <a:pt x="169" y="411"/>
                    </a:cubicBezTo>
                    <a:cubicBezTo>
                      <a:pt x="176" y="411"/>
                      <a:pt x="182" y="410"/>
                      <a:pt x="188" y="407"/>
                    </a:cubicBezTo>
                    <a:cubicBezTo>
                      <a:pt x="214" y="399"/>
                      <a:pt x="239" y="377"/>
                      <a:pt x="252" y="343"/>
                    </a:cubicBezTo>
                    <a:cubicBezTo>
                      <a:pt x="282" y="268"/>
                      <a:pt x="296" y="187"/>
                      <a:pt x="293" y="106"/>
                    </a:cubicBezTo>
                    <a:cubicBezTo>
                      <a:pt x="290" y="42"/>
                      <a:pt x="242" y="0"/>
                      <a:pt x="199" y="12"/>
                    </a:cubicBezTo>
                    <a:cubicBezTo>
                      <a:pt x="157" y="24"/>
                      <a:pt x="132" y="69"/>
                      <a:pt x="133" y="113"/>
                    </a:cubicBezTo>
                    <a:close/>
                  </a:path>
                </a:pathLst>
              </a:custGeom>
              <a:grpFill/>
              <a:ln>
                <a:noFill/>
              </a:ln>
            </p:spPr>
            <p:txBody>
              <a:bodyPr spcFirstLastPara="1" wrap="square" lIns="93275" tIns="46625" rIns="93275" bIns="46625" anchor="t"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128" name="Shape 25318">
                <a:extLst>
                  <a:ext uri="{FF2B5EF4-FFF2-40B4-BE49-F238E27FC236}">
                    <a16:creationId xmlns:a16="http://schemas.microsoft.com/office/drawing/2014/main" id="{9E6B4259-A48C-69F7-497B-E104BE7EE4AA}"/>
                  </a:ext>
                </a:extLst>
              </p:cNvPr>
              <p:cNvSpPr/>
              <p:nvPr/>
            </p:nvSpPr>
            <p:spPr>
              <a:xfrm>
                <a:off x="2389188" y="2736850"/>
                <a:ext cx="130175" cy="104775"/>
              </a:xfrm>
              <a:custGeom>
                <a:avLst/>
                <a:gdLst/>
                <a:ahLst/>
                <a:cxnLst/>
                <a:rect l="0" t="0" r="0" b="0"/>
                <a:pathLst>
                  <a:path w="260" h="212" extrusionOk="0">
                    <a:moveTo>
                      <a:pt x="205" y="123"/>
                    </a:moveTo>
                    <a:cubicBezTo>
                      <a:pt x="240" y="82"/>
                      <a:pt x="254" y="44"/>
                      <a:pt x="255" y="42"/>
                    </a:cubicBezTo>
                    <a:cubicBezTo>
                      <a:pt x="255" y="42"/>
                      <a:pt x="255" y="42"/>
                      <a:pt x="255" y="42"/>
                    </a:cubicBezTo>
                    <a:cubicBezTo>
                      <a:pt x="260" y="27"/>
                      <a:pt x="252" y="11"/>
                      <a:pt x="237" y="6"/>
                    </a:cubicBezTo>
                    <a:cubicBezTo>
                      <a:pt x="223" y="0"/>
                      <a:pt x="207" y="8"/>
                      <a:pt x="201" y="23"/>
                    </a:cubicBezTo>
                    <a:cubicBezTo>
                      <a:pt x="201" y="23"/>
                      <a:pt x="201" y="23"/>
                      <a:pt x="201" y="23"/>
                    </a:cubicBezTo>
                    <a:cubicBezTo>
                      <a:pt x="201" y="23"/>
                      <a:pt x="201" y="23"/>
                      <a:pt x="201" y="24"/>
                    </a:cubicBezTo>
                    <a:cubicBezTo>
                      <a:pt x="201" y="24"/>
                      <a:pt x="200" y="26"/>
                      <a:pt x="200" y="27"/>
                    </a:cubicBezTo>
                    <a:cubicBezTo>
                      <a:pt x="198" y="31"/>
                      <a:pt x="196" y="36"/>
                      <a:pt x="193" y="42"/>
                    </a:cubicBezTo>
                    <a:cubicBezTo>
                      <a:pt x="186" y="54"/>
                      <a:pt x="176" y="71"/>
                      <a:pt x="162" y="87"/>
                    </a:cubicBezTo>
                    <a:cubicBezTo>
                      <a:pt x="134" y="120"/>
                      <a:pt x="92" y="152"/>
                      <a:pt x="28" y="155"/>
                    </a:cubicBezTo>
                    <a:cubicBezTo>
                      <a:pt x="12" y="156"/>
                      <a:pt x="0" y="169"/>
                      <a:pt x="1" y="185"/>
                    </a:cubicBezTo>
                    <a:cubicBezTo>
                      <a:pt x="1" y="200"/>
                      <a:pt x="14" y="212"/>
                      <a:pt x="29" y="212"/>
                    </a:cubicBezTo>
                    <a:cubicBezTo>
                      <a:pt x="29" y="212"/>
                      <a:pt x="30" y="212"/>
                      <a:pt x="30" y="212"/>
                    </a:cubicBezTo>
                    <a:cubicBezTo>
                      <a:pt x="114" y="208"/>
                      <a:pt x="171" y="164"/>
                      <a:pt x="205" y="123"/>
                    </a:cubicBezTo>
                    <a:close/>
                  </a:path>
                </a:pathLst>
              </a:custGeom>
              <a:grpFill/>
              <a:ln>
                <a:noFill/>
              </a:ln>
            </p:spPr>
            <p:txBody>
              <a:bodyPr spcFirstLastPara="1" wrap="square" lIns="93275" tIns="46625" rIns="93275" bIns="46625" anchor="t"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129" name="Shape 25319">
                <a:extLst>
                  <a:ext uri="{FF2B5EF4-FFF2-40B4-BE49-F238E27FC236}">
                    <a16:creationId xmlns:a16="http://schemas.microsoft.com/office/drawing/2014/main" id="{FED744E0-1675-E967-EC15-F8D90256E027}"/>
                  </a:ext>
                </a:extLst>
              </p:cNvPr>
              <p:cNvSpPr/>
              <p:nvPr/>
            </p:nvSpPr>
            <p:spPr>
              <a:xfrm>
                <a:off x="2312988" y="2651125"/>
                <a:ext cx="107950" cy="87312"/>
              </a:xfrm>
              <a:custGeom>
                <a:avLst/>
                <a:gdLst/>
                <a:ahLst/>
                <a:cxnLst/>
                <a:rect l="0" t="0" r="0" b="0"/>
                <a:pathLst>
                  <a:path w="217" h="177" extrusionOk="0">
                    <a:moveTo>
                      <a:pt x="23" y="130"/>
                    </a:moveTo>
                    <a:cubicBezTo>
                      <a:pt x="10" y="130"/>
                      <a:pt x="0" y="141"/>
                      <a:pt x="1" y="154"/>
                    </a:cubicBezTo>
                    <a:cubicBezTo>
                      <a:pt x="2" y="167"/>
                      <a:pt x="12" y="177"/>
                      <a:pt x="24" y="177"/>
                    </a:cubicBezTo>
                    <a:cubicBezTo>
                      <a:pt x="25" y="177"/>
                      <a:pt x="25" y="177"/>
                      <a:pt x="26" y="177"/>
                    </a:cubicBezTo>
                    <a:cubicBezTo>
                      <a:pt x="95" y="173"/>
                      <a:pt x="143" y="137"/>
                      <a:pt x="172" y="103"/>
                    </a:cubicBezTo>
                    <a:cubicBezTo>
                      <a:pt x="201" y="69"/>
                      <a:pt x="212" y="36"/>
                      <a:pt x="213" y="35"/>
                    </a:cubicBezTo>
                    <a:cubicBezTo>
                      <a:pt x="213" y="35"/>
                      <a:pt x="213" y="35"/>
                      <a:pt x="213" y="35"/>
                    </a:cubicBezTo>
                    <a:cubicBezTo>
                      <a:pt x="217" y="22"/>
                      <a:pt x="211" y="9"/>
                      <a:pt x="198" y="5"/>
                    </a:cubicBezTo>
                    <a:cubicBezTo>
                      <a:pt x="186" y="0"/>
                      <a:pt x="173" y="7"/>
                      <a:pt x="168" y="19"/>
                    </a:cubicBezTo>
                    <a:cubicBezTo>
                      <a:pt x="168" y="19"/>
                      <a:pt x="168" y="19"/>
                      <a:pt x="168" y="19"/>
                    </a:cubicBezTo>
                    <a:cubicBezTo>
                      <a:pt x="168" y="19"/>
                      <a:pt x="168" y="19"/>
                      <a:pt x="168" y="20"/>
                    </a:cubicBezTo>
                    <a:cubicBezTo>
                      <a:pt x="168" y="20"/>
                      <a:pt x="167" y="21"/>
                      <a:pt x="167" y="23"/>
                    </a:cubicBezTo>
                    <a:cubicBezTo>
                      <a:pt x="166" y="26"/>
                      <a:pt x="164" y="30"/>
                      <a:pt x="161" y="35"/>
                    </a:cubicBezTo>
                    <a:cubicBezTo>
                      <a:pt x="156" y="45"/>
                      <a:pt x="147" y="59"/>
                      <a:pt x="136" y="73"/>
                    </a:cubicBezTo>
                    <a:cubicBezTo>
                      <a:pt x="112" y="100"/>
                      <a:pt x="77" y="127"/>
                      <a:pt x="23" y="130"/>
                    </a:cubicBezTo>
                    <a:close/>
                  </a:path>
                </a:pathLst>
              </a:custGeom>
              <a:grpFill/>
              <a:ln>
                <a:noFill/>
              </a:ln>
            </p:spPr>
            <p:txBody>
              <a:bodyPr spcFirstLastPara="1" wrap="square" lIns="93275" tIns="46625" rIns="93275" bIns="46625" anchor="t"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132" name="Shape 25322">
                <a:extLst>
                  <a:ext uri="{FF2B5EF4-FFF2-40B4-BE49-F238E27FC236}">
                    <a16:creationId xmlns:a16="http://schemas.microsoft.com/office/drawing/2014/main" id="{9F35A3B1-39E4-81FE-E3C2-1D6AD4F23C69}"/>
                  </a:ext>
                </a:extLst>
              </p:cNvPr>
              <p:cNvSpPr/>
              <p:nvPr/>
            </p:nvSpPr>
            <p:spPr>
              <a:xfrm>
                <a:off x="2465388" y="2836863"/>
                <a:ext cx="146050" cy="119062"/>
              </a:xfrm>
              <a:custGeom>
                <a:avLst/>
                <a:gdLst/>
                <a:ahLst/>
                <a:cxnLst/>
                <a:rect l="0" t="0" r="0" b="0"/>
                <a:pathLst>
                  <a:path w="295" h="240" extrusionOk="0">
                    <a:moveTo>
                      <a:pt x="33" y="240"/>
                    </a:moveTo>
                    <a:cubicBezTo>
                      <a:pt x="34" y="240"/>
                      <a:pt x="34" y="240"/>
                      <a:pt x="35" y="240"/>
                    </a:cubicBezTo>
                    <a:cubicBezTo>
                      <a:pt x="129" y="235"/>
                      <a:pt x="195" y="186"/>
                      <a:pt x="234" y="139"/>
                    </a:cubicBezTo>
                    <a:cubicBezTo>
                      <a:pt x="273" y="93"/>
                      <a:pt x="289" y="49"/>
                      <a:pt x="289" y="46"/>
                    </a:cubicBezTo>
                    <a:cubicBezTo>
                      <a:pt x="289" y="46"/>
                      <a:pt x="289" y="46"/>
                      <a:pt x="289" y="46"/>
                    </a:cubicBezTo>
                    <a:cubicBezTo>
                      <a:pt x="295" y="30"/>
                      <a:pt x="287" y="11"/>
                      <a:pt x="270" y="6"/>
                    </a:cubicBezTo>
                    <a:cubicBezTo>
                      <a:pt x="253" y="0"/>
                      <a:pt x="235" y="8"/>
                      <a:pt x="229" y="25"/>
                    </a:cubicBezTo>
                    <a:cubicBezTo>
                      <a:pt x="229" y="25"/>
                      <a:pt x="229" y="25"/>
                      <a:pt x="229" y="25"/>
                    </a:cubicBezTo>
                    <a:cubicBezTo>
                      <a:pt x="229" y="25"/>
                      <a:pt x="229" y="26"/>
                      <a:pt x="229" y="26"/>
                    </a:cubicBezTo>
                    <a:cubicBezTo>
                      <a:pt x="228" y="27"/>
                      <a:pt x="228" y="28"/>
                      <a:pt x="227" y="30"/>
                    </a:cubicBezTo>
                    <a:cubicBezTo>
                      <a:pt x="225" y="34"/>
                      <a:pt x="223" y="40"/>
                      <a:pt x="219" y="47"/>
                    </a:cubicBezTo>
                    <a:cubicBezTo>
                      <a:pt x="212" y="61"/>
                      <a:pt x="201" y="79"/>
                      <a:pt x="185" y="98"/>
                    </a:cubicBezTo>
                    <a:cubicBezTo>
                      <a:pt x="153" y="136"/>
                      <a:pt x="105" y="172"/>
                      <a:pt x="32" y="176"/>
                    </a:cubicBezTo>
                    <a:cubicBezTo>
                      <a:pt x="14" y="177"/>
                      <a:pt x="0" y="192"/>
                      <a:pt x="1" y="209"/>
                    </a:cubicBezTo>
                    <a:cubicBezTo>
                      <a:pt x="2" y="226"/>
                      <a:pt x="16" y="240"/>
                      <a:pt x="33" y="240"/>
                    </a:cubicBezTo>
                    <a:close/>
                  </a:path>
                </a:pathLst>
              </a:custGeom>
              <a:grpFill/>
              <a:ln>
                <a:noFill/>
              </a:ln>
            </p:spPr>
            <p:txBody>
              <a:bodyPr spcFirstLastPara="1" wrap="square" lIns="93275" tIns="46625" rIns="93275" bIns="46625" anchor="t"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133" name="Shape 25323">
                <a:extLst>
                  <a:ext uri="{FF2B5EF4-FFF2-40B4-BE49-F238E27FC236}">
                    <a16:creationId xmlns:a16="http://schemas.microsoft.com/office/drawing/2014/main" id="{D95919E3-3B1D-85D7-7A06-9EB7883EE0D8}"/>
                  </a:ext>
                </a:extLst>
              </p:cNvPr>
              <p:cNvSpPr/>
              <p:nvPr/>
            </p:nvSpPr>
            <p:spPr>
              <a:xfrm>
                <a:off x="1917700" y="3217863"/>
                <a:ext cx="63500" cy="109537"/>
              </a:xfrm>
              <a:prstGeom prst="rect">
                <a:avLst/>
              </a:prstGeom>
              <a:grpFill/>
              <a:ln>
                <a:noFill/>
              </a:ln>
            </p:spPr>
            <p:txBody>
              <a:bodyPr spcFirstLastPara="1" wrap="square" lIns="93275" tIns="46625" rIns="93275" bIns="46625" anchor="t"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134" name="Shape 25324">
                <a:extLst>
                  <a:ext uri="{FF2B5EF4-FFF2-40B4-BE49-F238E27FC236}">
                    <a16:creationId xmlns:a16="http://schemas.microsoft.com/office/drawing/2014/main" id="{BD816B70-DF0C-7B1B-B684-B1D29EA81719}"/>
                  </a:ext>
                </a:extLst>
              </p:cNvPr>
              <p:cNvSpPr/>
              <p:nvPr/>
            </p:nvSpPr>
            <p:spPr>
              <a:xfrm>
                <a:off x="2428875" y="3217863"/>
                <a:ext cx="63500" cy="109537"/>
              </a:xfrm>
              <a:prstGeom prst="rect">
                <a:avLst/>
              </a:prstGeom>
              <a:grpFill/>
              <a:ln>
                <a:noFill/>
              </a:ln>
            </p:spPr>
            <p:txBody>
              <a:bodyPr spcFirstLastPara="1" wrap="square" lIns="93275" tIns="46625" rIns="93275" bIns="46625" anchor="t"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grpSp>
        <p:grpSp>
          <p:nvGrpSpPr>
            <p:cNvPr id="92" name="Shape 25281">
              <a:extLst>
                <a:ext uri="{FF2B5EF4-FFF2-40B4-BE49-F238E27FC236}">
                  <a16:creationId xmlns:a16="http://schemas.microsoft.com/office/drawing/2014/main" id="{7167334A-2015-D817-C61C-C6F1BCA0DF57}"/>
                </a:ext>
              </a:extLst>
            </p:cNvPr>
            <p:cNvGrpSpPr/>
            <p:nvPr/>
          </p:nvGrpSpPr>
          <p:grpSpPr>
            <a:xfrm>
              <a:off x="6039425" y="2383792"/>
              <a:ext cx="2081683" cy="419944"/>
              <a:chOff x="771331" y="3495871"/>
              <a:chExt cx="4935898" cy="1087887"/>
            </a:xfrm>
            <a:solidFill>
              <a:schemeClr val="accent1"/>
            </a:solidFill>
          </p:grpSpPr>
          <p:sp>
            <p:nvSpPr>
              <p:cNvPr id="93" name="Shape 25282">
                <a:extLst>
                  <a:ext uri="{FF2B5EF4-FFF2-40B4-BE49-F238E27FC236}">
                    <a16:creationId xmlns:a16="http://schemas.microsoft.com/office/drawing/2014/main" id="{402F7820-643C-268E-3B3E-D3A0BBF396F2}"/>
                  </a:ext>
                </a:extLst>
              </p:cNvPr>
              <p:cNvSpPr/>
              <p:nvPr/>
            </p:nvSpPr>
            <p:spPr>
              <a:xfrm>
                <a:off x="771331" y="3739150"/>
                <a:ext cx="862145" cy="507732"/>
              </a:xfrm>
              <a:prstGeom prst="roundRect">
                <a:avLst>
                  <a:gd name="adj" fmla="val 12220"/>
                </a:avLst>
              </a:prstGeom>
              <a:grpFill/>
              <a:ln w="9525" cap="flat" cmpd="sng">
                <a:solidFill>
                  <a:srgbClr val="364D6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94" name="Shape 25283">
                <a:extLst>
                  <a:ext uri="{FF2B5EF4-FFF2-40B4-BE49-F238E27FC236}">
                    <a16:creationId xmlns:a16="http://schemas.microsoft.com/office/drawing/2014/main" id="{55C23E06-4FB8-BBA7-E46C-17CFE4EA7445}"/>
                  </a:ext>
                </a:extLst>
              </p:cNvPr>
              <p:cNvSpPr/>
              <p:nvPr/>
            </p:nvSpPr>
            <p:spPr>
              <a:xfrm>
                <a:off x="1323133" y="3795261"/>
                <a:ext cx="306236" cy="247190"/>
              </a:xfrm>
              <a:custGeom>
                <a:avLst/>
                <a:gdLst/>
                <a:ahLst/>
                <a:cxnLst/>
                <a:rect l="0" t="0" r="0" b="0"/>
                <a:pathLst>
                  <a:path w="469107" h="378618" extrusionOk="0">
                    <a:moveTo>
                      <a:pt x="347663" y="0"/>
                    </a:moveTo>
                    <a:lnTo>
                      <a:pt x="469107" y="0"/>
                    </a:lnTo>
                    <a:lnTo>
                      <a:pt x="180975" y="378618"/>
                    </a:lnTo>
                    <a:lnTo>
                      <a:pt x="0" y="157162"/>
                    </a:lnTo>
                    <a:lnTo>
                      <a:pt x="123825" y="157162"/>
                    </a:lnTo>
                    <a:lnTo>
                      <a:pt x="180975" y="235743"/>
                    </a:lnTo>
                    <a:lnTo>
                      <a:pt x="347663" y="0"/>
                    </a:lnTo>
                    <a:close/>
                  </a:path>
                </a:pathLst>
              </a:custGeom>
              <a:solidFill>
                <a:srgbClr val="364D6E"/>
              </a:solid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95" name="Shape 25284">
                <a:extLst>
                  <a:ext uri="{FF2B5EF4-FFF2-40B4-BE49-F238E27FC236}">
                    <a16:creationId xmlns:a16="http://schemas.microsoft.com/office/drawing/2014/main" id="{F8081183-BB33-7C75-FEA1-1961E0C3ECE5}"/>
                  </a:ext>
                </a:extLst>
              </p:cNvPr>
              <p:cNvSpPr/>
              <p:nvPr/>
            </p:nvSpPr>
            <p:spPr>
              <a:xfrm rot="2896027" flipH="1">
                <a:off x="868229" y="3935775"/>
                <a:ext cx="479676" cy="467038"/>
              </a:xfrm>
              <a:custGeom>
                <a:avLst/>
                <a:gdLst/>
                <a:ahLst/>
                <a:cxnLst/>
                <a:rect l="0" t="0" r="0" b="0"/>
                <a:pathLst>
                  <a:path w="489421" h="476551" extrusionOk="0">
                    <a:moveTo>
                      <a:pt x="418121" y="306739"/>
                    </a:moveTo>
                    <a:lnTo>
                      <a:pt x="418121" y="403769"/>
                    </a:lnTo>
                    <a:cubicBezTo>
                      <a:pt x="382299" y="402886"/>
                      <a:pt x="346476" y="402004"/>
                      <a:pt x="310654" y="401121"/>
                    </a:cubicBezTo>
                    <a:lnTo>
                      <a:pt x="308383" y="401997"/>
                    </a:lnTo>
                    <a:lnTo>
                      <a:pt x="416816" y="305275"/>
                    </a:lnTo>
                    <a:close/>
                    <a:moveTo>
                      <a:pt x="475925" y="194660"/>
                    </a:moveTo>
                    <a:lnTo>
                      <a:pt x="385198" y="92948"/>
                    </a:lnTo>
                    <a:cubicBezTo>
                      <a:pt x="371780" y="77905"/>
                      <a:pt x="350597" y="72651"/>
                      <a:pt x="328359" y="77524"/>
                    </a:cubicBezTo>
                    <a:cubicBezTo>
                      <a:pt x="327735" y="76942"/>
                      <a:pt x="327179" y="77015"/>
                      <a:pt x="326621" y="77101"/>
                    </a:cubicBezTo>
                    <a:lnTo>
                      <a:pt x="145552" y="105224"/>
                    </a:lnTo>
                    <a:lnTo>
                      <a:pt x="61681" y="11198"/>
                    </a:lnTo>
                    <a:cubicBezTo>
                      <a:pt x="49055" y="-2957"/>
                      <a:pt x="26908" y="-3808"/>
                      <a:pt x="12215" y="9299"/>
                    </a:cubicBezTo>
                    <a:cubicBezTo>
                      <a:pt x="-2477" y="22405"/>
                      <a:pt x="-4153" y="44504"/>
                      <a:pt x="8474" y="58660"/>
                    </a:cubicBezTo>
                    <a:lnTo>
                      <a:pt x="110179" y="172679"/>
                    </a:lnTo>
                    <a:lnTo>
                      <a:pt x="111330" y="172288"/>
                    </a:lnTo>
                    <a:cubicBezTo>
                      <a:pt x="118554" y="177645"/>
                      <a:pt x="127841" y="180126"/>
                      <a:pt x="137429" y="178637"/>
                    </a:cubicBezTo>
                    <a:lnTo>
                      <a:pt x="242534" y="162312"/>
                    </a:lnTo>
                    <a:lnTo>
                      <a:pt x="150930" y="244023"/>
                    </a:lnTo>
                    <a:lnTo>
                      <a:pt x="296076" y="406743"/>
                    </a:lnTo>
                    <a:lnTo>
                      <a:pt x="355666" y="473549"/>
                    </a:lnTo>
                    <a:lnTo>
                      <a:pt x="439249" y="475607"/>
                    </a:lnTo>
                    <a:lnTo>
                      <a:pt x="445588" y="473162"/>
                    </a:lnTo>
                    <a:lnTo>
                      <a:pt x="453771" y="476551"/>
                    </a:lnTo>
                    <a:cubicBezTo>
                      <a:pt x="473459" y="476551"/>
                      <a:pt x="489421" y="460590"/>
                      <a:pt x="489421" y="440901"/>
                    </a:cubicBezTo>
                    <a:lnTo>
                      <a:pt x="489421" y="238386"/>
                    </a:lnTo>
                    <a:lnTo>
                      <a:pt x="487539" y="233844"/>
                    </a:lnTo>
                    <a:cubicBezTo>
                      <a:pt x="489541" y="219050"/>
                      <a:pt x="485350" y="205226"/>
                      <a:pt x="475925" y="194660"/>
                    </a:cubicBezTo>
                    <a:close/>
                  </a:path>
                </a:pathLst>
              </a:custGeom>
              <a:solidFill>
                <a:srgbClr val="364D6E"/>
              </a:solid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96" name="Shape 25285">
                <a:extLst>
                  <a:ext uri="{FF2B5EF4-FFF2-40B4-BE49-F238E27FC236}">
                    <a16:creationId xmlns:a16="http://schemas.microsoft.com/office/drawing/2014/main" id="{8BF0F612-87C5-FEB2-7317-62A1B8809A82}"/>
                  </a:ext>
                </a:extLst>
              </p:cNvPr>
              <p:cNvSpPr/>
              <p:nvPr/>
            </p:nvSpPr>
            <p:spPr>
              <a:xfrm>
                <a:off x="1112493" y="3793193"/>
                <a:ext cx="154340" cy="154358"/>
              </a:xfrm>
              <a:prstGeom prst="ellipse">
                <a:avLst/>
              </a:prstGeom>
              <a:solidFill>
                <a:srgbClr val="364D6E"/>
              </a:solid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97" name="Shape 25286">
                <a:extLst>
                  <a:ext uri="{FF2B5EF4-FFF2-40B4-BE49-F238E27FC236}">
                    <a16:creationId xmlns:a16="http://schemas.microsoft.com/office/drawing/2014/main" id="{C18DBEB1-BF7D-975C-E954-25CC2753C762}"/>
                  </a:ext>
                </a:extLst>
              </p:cNvPr>
              <p:cNvSpPr/>
              <p:nvPr/>
            </p:nvSpPr>
            <p:spPr>
              <a:xfrm rot="10800000" flipH="1">
                <a:off x="1108069" y="4363023"/>
                <a:ext cx="72075" cy="220735"/>
              </a:xfrm>
              <a:custGeom>
                <a:avLst/>
                <a:gdLst/>
                <a:ahLst/>
                <a:cxnLst/>
                <a:rect l="0" t="0" r="0" b="0"/>
                <a:pathLst>
                  <a:path w="72074" h="220736" extrusionOk="0">
                    <a:moveTo>
                      <a:pt x="0" y="220736"/>
                    </a:moveTo>
                    <a:lnTo>
                      <a:pt x="72074" y="220736"/>
                    </a:lnTo>
                    <a:lnTo>
                      <a:pt x="42093" y="180961"/>
                    </a:lnTo>
                    <a:lnTo>
                      <a:pt x="61891" y="37696"/>
                    </a:lnTo>
                    <a:lnTo>
                      <a:pt x="62033" y="37696"/>
                    </a:lnTo>
                    <a:lnTo>
                      <a:pt x="61914" y="37524"/>
                    </a:lnTo>
                    <a:lnTo>
                      <a:pt x="62034" y="36658"/>
                    </a:lnTo>
                    <a:lnTo>
                      <a:pt x="61317" y="36658"/>
                    </a:lnTo>
                    <a:lnTo>
                      <a:pt x="36037" y="0"/>
                    </a:lnTo>
                    <a:lnTo>
                      <a:pt x="10758" y="36658"/>
                    </a:lnTo>
                    <a:lnTo>
                      <a:pt x="10042" y="36658"/>
                    </a:lnTo>
                    <a:lnTo>
                      <a:pt x="10162" y="37522"/>
                    </a:lnTo>
                    <a:lnTo>
                      <a:pt x="10042" y="37696"/>
                    </a:lnTo>
                    <a:lnTo>
                      <a:pt x="10186" y="37696"/>
                    </a:lnTo>
                    <a:lnTo>
                      <a:pt x="29982" y="180959"/>
                    </a:lnTo>
                    <a:close/>
                  </a:path>
                </a:pathLst>
              </a:custGeom>
              <a:grp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98" name="Shape 25287">
                <a:extLst>
                  <a:ext uri="{FF2B5EF4-FFF2-40B4-BE49-F238E27FC236}">
                    <a16:creationId xmlns:a16="http://schemas.microsoft.com/office/drawing/2014/main" id="{49B7740B-727D-C377-81B4-0F81072A6BAA}"/>
                  </a:ext>
                </a:extLst>
              </p:cNvPr>
              <p:cNvSpPr/>
              <p:nvPr/>
            </p:nvSpPr>
            <p:spPr>
              <a:xfrm>
                <a:off x="5007330" y="3864636"/>
                <a:ext cx="269396" cy="353717"/>
              </a:xfrm>
              <a:custGeom>
                <a:avLst/>
                <a:gdLst/>
                <a:ahLst/>
                <a:cxnLst/>
                <a:rect l="0" t="0" r="0" b="0"/>
                <a:pathLst>
                  <a:path w="274883" h="360903" extrusionOk="0">
                    <a:moveTo>
                      <a:pt x="67225" y="181674"/>
                    </a:moveTo>
                    <a:lnTo>
                      <a:pt x="207659" y="181674"/>
                    </a:lnTo>
                    <a:cubicBezTo>
                      <a:pt x="244786" y="181674"/>
                      <a:pt x="274883" y="222206"/>
                      <a:pt x="274883" y="272204"/>
                    </a:cubicBezTo>
                    <a:lnTo>
                      <a:pt x="274882" y="272204"/>
                    </a:lnTo>
                    <a:lnTo>
                      <a:pt x="274058" y="277700"/>
                    </a:lnTo>
                    <a:cubicBezTo>
                      <a:pt x="274866" y="278333"/>
                      <a:pt x="274882" y="279009"/>
                      <a:pt x="274882" y="279688"/>
                    </a:cubicBezTo>
                    <a:lnTo>
                      <a:pt x="274882" y="360903"/>
                    </a:lnTo>
                    <a:lnTo>
                      <a:pt x="0" y="360903"/>
                    </a:lnTo>
                    <a:lnTo>
                      <a:pt x="0" y="279688"/>
                    </a:lnTo>
                    <a:lnTo>
                      <a:pt x="824" y="277697"/>
                    </a:lnTo>
                    <a:lnTo>
                      <a:pt x="1" y="272204"/>
                    </a:lnTo>
                    <a:cubicBezTo>
                      <a:pt x="1" y="222206"/>
                      <a:pt x="30098" y="181674"/>
                      <a:pt x="67225" y="181674"/>
                    </a:cubicBezTo>
                    <a:close/>
                    <a:moveTo>
                      <a:pt x="137443" y="0"/>
                    </a:moveTo>
                    <a:cubicBezTo>
                      <a:pt x="182252" y="0"/>
                      <a:pt x="218576" y="36326"/>
                      <a:pt x="218576" y="81137"/>
                    </a:cubicBezTo>
                    <a:cubicBezTo>
                      <a:pt x="218576" y="125948"/>
                      <a:pt x="182252" y="162274"/>
                      <a:pt x="137443" y="162274"/>
                    </a:cubicBezTo>
                    <a:cubicBezTo>
                      <a:pt x="92634" y="162274"/>
                      <a:pt x="56310" y="125948"/>
                      <a:pt x="56310" y="81137"/>
                    </a:cubicBezTo>
                    <a:cubicBezTo>
                      <a:pt x="56310" y="36326"/>
                      <a:pt x="92634" y="0"/>
                      <a:pt x="137443" y="0"/>
                    </a:cubicBezTo>
                    <a:close/>
                  </a:path>
                </a:pathLst>
              </a:custGeom>
              <a:grp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99" name="Shape 25288">
                <a:extLst>
                  <a:ext uri="{FF2B5EF4-FFF2-40B4-BE49-F238E27FC236}">
                    <a16:creationId xmlns:a16="http://schemas.microsoft.com/office/drawing/2014/main" id="{9DBE8814-5088-4F5C-7363-2704D3F7E550}"/>
                  </a:ext>
                </a:extLst>
              </p:cNvPr>
              <p:cNvSpPr/>
              <p:nvPr/>
            </p:nvSpPr>
            <p:spPr>
              <a:xfrm>
                <a:off x="5235212" y="3495871"/>
                <a:ext cx="269396" cy="353717"/>
              </a:xfrm>
              <a:custGeom>
                <a:avLst/>
                <a:gdLst/>
                <a:ahLst/>
                <a:cxnLst/>
                <a:rect l="0" t="0" r="0" b="0"/>
                <a:pathLst>
                  <a:path w="274883" h="360903" extrusionOk="0">
                    <a:moveTo>
                      <a:pt x="67225" y="181674"/>
                    </a:moveTo>
                    <a:lnTo>
                      <a:pt x="207659" y="181674"/>
                    </a:lnTo>
                    <a:cubicBezTo>
                      <a:pt x="244786" y="181674"/>
                      <a:pt x="274883" y="222206"/>
                      <a:pt x="274883" y="272204"/>
                    </a:cubicBezTo>
                    <a:lnTo>
                      <a:pt x="274882" y="272204"/>
                    </a:lnTo>
                    <a:lnTo>
                      <a:pt x="274058" y="277700"/>
                    </a:lnTo>
                    <a:cubicBezTo>
                      <a:pt x="274866" y="278333"/>
                      <a:pt x="274882" y="279009"/>
                      <a:pt x="274882" y="279688"/>
                    </a:cubicBezTo>
                    <a:lnTo>
                      <a:pt x="274882" y="360903"/>
                    </a:lnTo>
                    <a:lnTo>
                      <a:pt x="0" y="360903"/>
                    </a:lnTo>
                    <a:lnTo>
                      <a:pt x="0" y="279688"/>
                    </a:lnTo>
                    <a:lnTo>
                      <a:pt x="824" y="277697"/>
                    </a:lnTo>
                    <a:lnTo>
                      <a:pt x="1" y="272204"/>
                    </a:lnTo>
                    <a:cubicBezTo>
                      <a:pt x="1" y="222206"/>
                      <a:pt x="30098" y="181674"/>
                      <a:pt x="67225" y="181674"/>
                    </a:cubicBezTo>
                    <a:close/>
                    <a:moveTo>
                      <a:pt x="137443" y="0"/>
                    </a:moveTo>
                    <a:cubicBezTo>
                      <a:pt x="182252" y="0"/>
                      <a:pt x="218576" y="36326"/>
                      <a:pt x="218576" y="81137"/>
                    </a:cubicBezTo>
                    <a:cubicBezTo>
                      <a:pt x="218576" y="125948"/>
                      <a:pt x="182252" y="162274"/>
                      <a:pt x="137443" y="162274"/>
                    </a:cubicBezTo>
                    <a:cubicBezTo>
                      <a:pt x="92634" y="162274"/>
                      <a:pt x="56310" y="125948"/>
                      <a:pt x="56310" y="81137"/>
                    </a:cubicBezTo>
                    <a:cubicBezTo>
                      <a:pt x="56310" y="36326"/>
                      <a:pt x="92634" y="0"/>
                      <a:pt x="137443" y="0"/>
                    </a:cubicBezTo>
                    <a:close/>
                  </a:path>
                </a:pathLst>
              </a:custGeom>
              <a:grp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sp>
            <p:nvSpPr>
              <p:cNvPr id="100" name="Shape 25289">
                <a:extLst>
                  <a:ext uri="{FF2B5EF4-FFF2-40B4-BE49-F238E27FC236}">
                    <a16:creationId xmlns:a16="http://schemas.microsoft.com/office/drawing/2014/main" id="{DBEAF7A3-38A6-1EA5-05F6-982CD3118DB5}"/>
                  </a:ext>
                </a:extLst>
              </p:cNvPr>
              <p:cNvSpPr/>
              <p:nvPr/>
            </p:nvSpPr>
            <p:spPr>
              <a:xfrm>
                <a:off x="5433729" y="3913530"/>
                <a:ext cx="273500" cy="311905"/>
              </a:xfrm>
              <a:custGeom>
                <a:avLst/>
                <a:gdLst/>
                <a:ahLst/>
                <a:cxnLst/>
                <a:rect l="0" t="0" r="0" b="0"/>
                <a:pathLst>
                  <a:path w="274883" h="360903" extrusionOk="0">
                    <a:moveTo>
                      <a:pt x="67225" y="181674"/>
                    </a:moveTo>
                    <a:lnTo>
                      <a:pt x="207659" y="181674"/>
                    </a:lnTo>
                    <a:cubicBezTo>
                      <a:pt x="244786" y="181674"/>
                      <a:pt x="274883" y="222206"/>
                      <a:pt x="274883" y="272204"/>
                    </a:cubicBezTo>
                    <a:lnTo>
                      <a:pt x="274882" y="272204"/>
                    </a:lnTo>
                    <a:lnTo>
                      <a:pt x="274058" y="277700"/>
                    </a:lnTo>
                    <a:cubicBezTo>
                      <a:pt x="274866" y="278333"/>
                      <a:pt x="274882" y="279009"/>
                      <a:pt x="274882" y="279688"/>
                    </a:cubicBezTo>
                    <a:lnTo>
                      <a:pt x="274882" y="360903"/>
                    </a:lnTo>
                    <a:lnTo>
                      <a:pt x="0" y="360903"/>
                    </a:lnTo>
                    <a:lnTo>
                      <a:pt x="0" y="279688"/>
                    </a:lnTo>
                    <a:lnTo>
                      <a:pt x="824" y="277697"/>
                    </a:lnTo>
                    <a:lnTo>
                      <a:pt x="1" y="272204"/>
                    </a:lnTo>
                    <a:cubicBezTo>
                      <a:pt x="1" y="222206"/>
                      <a:pt x="30098" y="181674"/>
                      <a:pt x="67225" y="181674"/>
                    </a:cubicBezTo>
                    <a:close/>
                    <a:moveTo>
                      <a:pt x="137443" y="0"/>
                    </a:moveTo>
                    <a:cubicBezTo>
                      <a:pt x="182252" y="0"/>
                      <a:pt x="218576" y="36326"/>
                      <a:pt x="218576" y="81137"/>
                    </a:cubicBezTo>
                    <a:cubicBezTo>
                      <a:pt x="218576" y="125948"/>
                      <a:pt x="182252" y="162274"/>
                      <a:pt x="137443" y="162274"/>
                    </a:cubicBezTo>
                    <a:cubicBezTo>
                      <a:pt x="92634" y="162274"/>
                      <a:pt x="56310" y="125948"/>
                      <a:pt x="56310" y="81137"/>
                    </a:cubicBezTo>
                    <a:cubicBezTo>
                      <a:pt x="56310" y="36326"/>
                      <a:pt x="92634" y="0"/>
                      <a:pt x="137443" y="0"/>
                    </a:cubicBezTo>
                    <a:close/>
                  </a:path>
                </a:pathLst>
              </a:custGeom>
              <a:grpFill/>
              <a:ln>
                <a:noFill/>
              </a:ln>
            </p:spPr>
            <p:txBody>
              <a:bodyPr spcFirstLastPara="1" wrap="square" lIns="91425" tIns="45700" rIns="91425" bIns="45700" anchor="ctr" anchorCtr="0">
                <a:noAutofit/>
              </a:bodyPr>
              <a:lstStyle/>
              <a:p>
                <a:pPr marL="0" marR="0" lvl="0" indent="0" algn="ctr" defTabSz="914400" rtl="0" eaLnBrk="1" fontAlgn="base" latinLnBrk="0" hangingPunct="1">
                  <a:lnSpc>
                    <a:spcPct val="100000"/>
                  </a:lnSpc>
                  <a:spcBef>
                    <a:spcPts val="0"/>
                  </a:spcBef>
                  <a:spcAft>
                    <a:spcPts val="0"/>
                  </a:spcAft>
                  <a:buClrTx/>
                  <a:buSzTx/>
                  <a:buFontTx/>
                  <a:buNone/>
                  <a:tabLst/>
                  <a:defRPr/>
                </a:pPr>
                <a:endParaRPr kumimoji="0" sz="1837" b="0" i="0" u="none" strike="noStrike" kern="1200" cap="none" spc="0" normalizeH="0" baseline="0" noProof="0">
                  <a:ln>
                    <a:noFill/>
                  </a:ln>
                  <a:solidFill>
                    <a:srgbClr val="2D2926"/>
                  </a:solidFill>
                  <a:effectLst/>
                  <a:uLnTx/>
                  <a:uFillTx/>
                  <a:latin typeface="Calibri"/>
                  <a:ea typeface="Calibri"/>
                  <a:cs typeface="Calibri"/>
                  <a:sym typeface="Calibri"/>
                </a:endParaRPr>
              </a:p>
            </p:txBody>
          </p:sp>
        </p:grpSp>
      </p:grpSp>
      <p:graphicFrame>
        <p:nvGraphicFramePr>
          <p:cNvPr id="3" name="Table 2">
            <a:extLst>
              <a:ext uri="{FF2B5EF4-FFF2-40B4-BE49-F238E27FC236}">
                <a16:creationId xmlns:a16="http://schemas.microsoft.com/office/drawing/2014/main" id="{E1571DAA-60E7-2345-9971-79FB6C628FD8}"/>
              </a:ext>
            </a:extLst>
          </p:cNvPr>
          <p:cNvGraphicFramePr>
            <a:graphicFrameLocks noGrp="1"/>
          </p:cNvGraphicFramePr>
          <p:nvPr>
            <p:extLst>
              <p:ext uri="{D42A27DB-BD31-4B8C-83A1-F6EECF244321}">
                <p14:modId xmlns:p14="http://schemas.microsoft.com/office/powerpoint/2010/main" val="3850404925"/>
              </p:ext>
            </p:extLst>
          </p:nvPr>
        </p:nvGraphicFramePr>
        <p:xfrm>
          <a:off x="368254" y="3161194"/>
          <a:ext cx="11363826" cy="2243193"/>
        </p:xfrm>
        <a:graphic>
          <a:graphicData uri="http://schemas.openxmlformats.org/drawingml/2006/table">
            <a:tbl>
              <a:tblPr firstRow="1" firstCol="1" bandRow="1"/>
              <a:tblGrid>
                <a:gridCol w="3359315">
                  <a:extLst>
                    <a:ext uri="{9D8B030D-6E8A-4147-A177-3AD203B41FA5}">
                      <a16:colId xmlns:a16="http://schemas.microsoft.com/office/drawing/2014/main" val="3662095478"/>
                    </a:ext>
                  </a:extLst>
                </a:gridCol>
                <a:gridCol w="909283">
                  <a:extLst>
                    <a:ext uri="{9D8B030D-6E8A-4147-A177-3AD203B41FA5}">
                      <a16:colId xmlns:a16="http://schemas.microsoft.com/office/drawing/2014/main" val="1174873369"/>
                    </a:ext>
                  </a:extLst>
                </a:gridCol>
                <a:gridCol w="833509">
                  <a:extLst>
                    <a:ext uri="{9D8B030D-6E8A-4147-A177-3AD203B41FA5}">
                      <a16:colId xmlns:a16="http://schemas.microsoft.com/office/drawing/2014/main" val="913656020"/>
                    </a:ext>
                  </a:extLst>
                </a:gridCol>
                <a:gridCol w="2121659">
                  <a:extLst>
                    <a:ext uri="{9D8B030D-6E8A-4147-A177-3AD203B41FA5}">
                      <a16:colId xmlns:a16="http://schemas.microsoft.com/office/drawing/2014/main" val="609831057"/>
                    </a:ext>
                  </a:extLst>
                </a:gridCol>
                <a:gridCol w="1212378">
                  <a:extLst>
                    <a:ext uri="{9D8B030D-6E8A-4147-A177-3AD203B41FA5}">
                      <a16:colId xmlns:a16="http://schemas.microsoft.com/office/drawing/2014/main" val="2014970668"/>
                    </a:ext>
                  </a:extLst>
                </a:gridCol>
                <a:gridCol w="909283">
                  <a:extLst>
                    <a:ext uri="{9D8B030D-6E8A-4147-A177-3AD203B41FA5}">
                      <a16:colId xmlns:a16="http://schemas.microsoft.com/office/drawing/2014/main" val="2379227604"/>
                    </a:ext>
                  </a:extLst>
                </a:gridCol>
                <a:gridCol w="2018399">
                  <a:extLst>
                    <a:ext uri="{9D8B030D-6E8A-4147-A177-3AD203B41FA5}">
                      <a16:colId xmlns:a16="http://schemas.microsoft.com/office/drawing/2014/main" val="541779581"/>
                    </a:ext>
                  </a:extLst>
                </a:gridCol>
              </a:tblGrid>
              <a:tr h="476904">
                <a:tc>
                  <a:txBody>
                    <a:bodyPr/>
                    <a:lstStyle/>
                    <a:p>
                      <a:pPr algn="ctr" fontAlgn="ctr"/>
                      <a:r>
                        <a:rPr lang="en-AE" sz="1000" b="1" i="0" u="none" strike="noStrike">
                          <a:solidFill>
                            <a:srgbClr val="FFFFFF"/>
                          </a:solidFill>
                          <a:effectLst/>
                          <a:latin typeface="Verdana" panose="020B0604030504040204" pitchFamily="34" charset="0"/>
                          <a:ea typeface="Verdana" panose="020B0604030504040204" pitchFamily="34" charset="0"/>
                        </a:rPr>
                        <a:t>CBUAE Examination</a:t>
                      </a:r>
                    </a:p>
                  </a:txBody>
                  <a:tcPr marT="9525" marB="0" anchor="ctr">
                    <a:lnL w="12700" cap="flat" cmpd="sng" algn="ctr">
                      <a:solidFill>
                        <a:schemeClr val="bg2">
                          <a:lumMod val="50000"/>
                          <a:lumOff val="50000"/>
                        </a:schemeClr>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chemeClr val="bg2">
                          <a:lumMod val="50000"/>
                          <a:lumOff val="50000"/>
                        </a:schemeClr>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005089"/>
                    </a:solidFill>
                  </a:tcPr>
                </a:tc>
                <a:tc>
                  <a:txBody>
                    <a:bodyPr/>
                    <a:lstStyle/>
                    <a:p>
                      <a:pPr algn="ctr" fontAlgn="ctr"/>
                      <a:r>
                        <a:rPr lang="en-US" sz="1000" b="1" i="0" u="none" strike="noStrike">
                          <a:solidFill>
                            <a:srgbClr val="FFFFFF"/>
                          </a:solidFill>
                          <a:effectLst/>
                          <a:latin typeface="Verdana" panose="020B0604030504040204" pitchFamily="34" charset="0"/>
                          <a:ea typeface="Verdana" panose="020B0604030504040204" pitchFamily="34" charset="0"/>
                        </a:rPr>
                        <a:t>#</a:t>
                      </a:r>
                      <a:r>
                        <a:rPr lang="en-AE" sz="1000" b="1" i="0" u="none" strike="noStrike">
                          <a:solidFill>
                            <a:srgbClr val="FFFFFF"/>
                          </a:solidFill>
                          <a:effectLst/>
                          <a:latin typeface="Verdana" panose="020B0604030504040204" pitchFamily="34" charset="0"/>
                          <a:ea typeface="Verdana" panose="020B0604030504040204" pitchFamily="34" charset="0"/>
                        </a:rPr>
                        <a:t>Findings</a:t>
                      </a:r>
                    </a:p>
                  </a:txBody>
                  <a:tcPr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chemeClr val="bg2">
                          <a:lumMod val="50000"/>
                          <a:lumOff val="50000"/>
                        </a:schemeClr>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005089"/>
                    </a:solidFill>
                  </a:tcPr>
                </a:tc>
                <a:tc>
                  <a:txBody>
                    <a:bodyPr/>
                    <a:lstStyle/>
                    <a:p>
                      <a:pPr algn="ctr" fontAlgn="ctr"/>
                      <a:r>
                        <a:rPr lang="en-AE" sz="1000" b="1" i="0" u="none" strike="noStrike">
                          <a:solidFill>
                            <a:srgbClr val="FFFFFF"/>
                          </a:solidFill>
                          <a:effectLst/>
                          <a:latin typeface="Verdana" panose="020B0604030504040204" pitchFamily="34" charset="0"/>
                          <a:ea typeface="Verdana" panose="020B0604030504040204" pitchFamily="34" charset="0"/>
                        </a:rPr>
                        <a:t>#Actions</a:t>
                      </a:r>
                    </a:p>
                  </a:txBody>
                  <a:tcPr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chemeClr val="bg2">
                          <a:lumMod val="50000"/>
                          <a:lumOff val="50000"/>
                        </a:schemeClr>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005089"/>
                    </a:solidFill>
                  </a:tcPr>
                </a:tc>
                <a:tc>
                  <a:txBody>
                    <a:bodyPr/>
                    <a:lstStyle/>
                    <a:p>
                      <a:pPr algn="ctr" fontAlgn="ctr"/>
                      <a:r>
                        <a:rPr lang="en-AE" sz="1000" b="1" i="0" u="none" strike="noStrike">
                          <a:solidFill>
                            <a:srgbClr val="FFFFFF"/>
                          </a:solidFill>
                          <a:effectLst/>
                          <a:latin typeface="Verdana" panose="020B0604030504040204" pitchFamily="34" charset="0"/>
                          <a:ea typeface="Verdana" panose="020B0604030504040204" pitchFamily="34" charset="0"/>
                        </a:rPr>
                        <a:t>Resolved by Action Owner &amp; updated in TeamMate</a:t>
                      </a:r>
                    </a:p>
                  </a:txBody>
                  <a:tcPr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chemeClr val="bg2">
                          <a:lumMod val="50000"/>
                          <a:lumOff val="50000"/>
                        </a:schemeClr>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005089"/>
                    </a:solidFill>
                  </a:tcPr>
                </a:tc>
                <a:tc>
                  <a:txBody>
                    <a:bodyPr/>
                    <a:lstStyle/>
                    <a:p>
                      <a:pPr algn="ctr" fontAlgn="ctr"/>
                      <a:r>
                        <a:rPr lang="en-AE" sz="1000" b="1" i="0" u="none" strike="noStrike">
                          <a:solidFill>
                            <a:srgbClr val="FFFFFF"/>
                          </a:solidFill>
                          <a:effectLst/>
                          <a:latin typeface="Verdana" panose="020B0604030504040204" pitchFamily="34" charset="0"/>
                          <a:ea typeface="Verdana" panose="020B0604030504040204" pitchFamily="34" charset="0"/>
                        </a:rPr>
                        <a:t>Under review by GIA</a:t>
                      </a:r>
                    </a:p>
                  </a:txBody>
                  <a:tcPr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chemeClr val="bg2">
                          <a:lumMod val="50000"/>
                          <a:lumOff val="50000"/>
                        </a:schemeClr>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005089"/>
                    </a:solidFill>
                  </a:tcPr>
                </a:tc>
                <a:tc>
                  <a:txBody>
                    <a:bodyPr/>
                    <a:lstStyle/>
                    <a:p>
                      <a:pPr algn="ctr" fontAlgn="ctr"/>
                      <a:r>
                        <a:rPr lang="en-AE" sz="1000" b="1" i="0" u="none" strike="noStrike">
                          <a:solidFill>
                            <a:srgbClr val="FFFFFF"/>
                          </a:solidFill>
                          <a:effectLst/>
                          <a:latin typeface="Verdana" panose="020B0604030504040204" pitchFamily="34" charset="0"/>
                          <a:ea typeface="Verdana" panose="020B0604030504040204" pitchFamily="34" charset="0"/>
                        </a:rPr>
                        <a:t>Validated by GIA</a:t>
                      </a:r>
                    </a:p>
                  </a:txBody>
                  <a:tcPr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chemeClr val="bg2">
                          <a:lumMod val="50000"/>
                          <a:lumOff val="50000"/>
                        </a:schemeClr>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005089"/>
                    </a:solidFill>
                  </a:tcPr>
                </a:tc>
                <a:tc>
                  <a:txBody>
                    <a:bodyPr/>
                    <a:lstStyle/>
                    <a:p>
                      <a:pPr algn="ctr" fontAlgn="ctr"/>
                      <a:r>
                        <a:rPr lang="en-AE" sz="1000" b="1" i="0" u="none" strike="noStrike">
                          <a:solidFill>
                            <a:srgbClr val="FFFFFF"/>
                          </a:solidFill>
                          <a:effectLst/>
                          <a:latin typeface="Verdana" panose="020B0604030504040204" pitchFamily="34" charset="0"/>
                          <a:ea typeface="Verdana" panose="020B0604030504040204" pitchFamily="34" charset="0"/>
                        </a:rPr>
                        <a:t>Closed post </a:t>
                      </a:r>
                    </a:p>
                    <a:p>
                      <a:pPr algn="ctr" fontAlgn="ctr"/>
                      <a:r>
                        <a:rPr lang="en-AE" sz="1000" b="1" i="0" u="none" strike="noStrike">
                          <a:solidFill>
                            <a:srgbClr val="FFFFFF"/>
                          </a:solidFill>
                          <a:effectLst/>
                          <a:latin typeface="Verdana" panose="020B0604030504040204" pitchFamily="34" charset="0"/>
                          <a:ea typeface="Verdana" panose="020B0604030504040204" pitchFamily="34" charset="0"/>
                        </a:rPr>
                        <a:t>Compliance/ EY Review</a:t>
                      </a:r>
                    </a:p>
                  </a:txBody>
                  <a:tcPr marT="9525" marB="0" anchor="ctr">
                    <a:lnL w="12700" cap="flat" cmpd="sng" algn="ctr">
                      <a:solidFill>
                        <a:srgbClr val="A5A5A5"/>
                      </a:solidFill>
                      <a:prstDash val="solid"/>
                      <a:round/>
                      <a:headEnd type="none" w="med" len="med"/>
                      <a:tailEnd type="none" w="med" len="med"/>
                    </a:lnL>
                    <a:lnR w="12700" cap="flat" cmpd="sng" algn="ctr">
                      <a:solidFill>
                        <a:schemeClr val="bg2">
                          <a:lumMod val="50000"/>
                          <a:lumOff val="50000"/>
                        </a:schemeClr>
                      </a:solidFill>
                      <a:prstDash val="solid"/>
                      <a:round/>
                      <a:headEnd type="none" w="med" len="med"/>
                      <a:tailEnd type="none" w="med" len="med"/>
                    </a:lnR>
                    <a:lnT w="12700" cap="flat" cmpd="sng" algn="ctr">
                      <a:solidFill>
                        <a:schemeClr val="bg2">
                          <a:lumMod val="50000"/>
                          <a:lumOff val="50000"/>
                        </a:schemeClr>
                      </a:solidFill>
                      <a:prstDash val="solid"/>
                      <a:round/>
                      <a:headEnd type="none" w="med" len="med"/>
                      <a:tailEnd type="none" w="med" len="med"/>
                    </a:lnT>
                    <a:lnB w="12700" cap="flat" cmpd="sng" algn="ctr">
                      <a:solidFill>
                        <a:srgbClr val="A5A5A5"/>
                      </a:solidFill>
                      <a:prstDash val="solid"/>
                      <a:round/>
                      <a:headEnd type="none" w="med" len="med"/>
                      <a:tailEnd type="none" w="med" len="med"/>
                    </a:lnB>
                    <a:solidFill>
                      <a:srgbClr val="005089"/>
                    </a:solidFill>
                  </a:tcPr>
                </a:tc>
                <a:extLst>
                  <a:ext uri="{0D108BD9-81ED-4DB2-BD59-A6C34878D82A}">
                    <a16:rowId xmlns:a16="http://schemas.microsoft.com/office/drawing/2014/main" val="500426628"/>
                  </a:ext>
                </a:extLst>
              </a:tr>
              <a:tr h="252327">
                <a:tc>
                  <a:txBody>
                    <a:bodyPr/>
                    <a:lstStyle/>
                    <a:p>
                      <a:pPr algn="l" fontAlgn="ctr"/>
                      <a:r>
                        <a:rPr lang="en-AE" sz="1000" b="0" i="0" u="none" strike="noStrike">
                          <a:solidFill>
                            <a:srgbClr val="000000"/>
                          </a:solidFill>
                          <a:effectLst/>
                          <a:latin typeface="Verdana" panose="020B0604030504040204" pitchFamily="34" charset="0"/>
                          <a:ea typeface="Verdana" panose="020B0604030504040204" pitchFamily="34" charset="0"/>
                        </a:rPr>
                        <a:t>Baseline Examination 2022  </a:t>
                      </a:r>
                    </a:p>
                  </a:txBody>
                  <a:tcPr marL="85725" marR="9525" marT="9525" marB="0" anchor="ctr">
                    <a:lnL w="12700" cap="flat" cmpd="sng" algn="ctr">
                      <a:solidFill>
                        <a:schemeClr val="bg2">
                          <a:lumMod val="50000"/>
                          <a:lumOff val="50000"/>
                        </a:schemeClr>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algn="ctr" fontAlgn="ctr"/>
                      <a:r>
                        <a:rPr lang="en-AE" sz="1000" b="0" i="0" u="none" strike="noStrike">
                          <a:solidFill>
                            <a:srgbClr val="000000"/>
                          </a:solidFill>
                          <a:effectLst/>
                          <a:latin typeface="Verdana" panose="020B0604030504040204" pitchFamily="34" charset="0"/>
                          <a:ea typeface="Verdana" panose="020B0604030504040204" pitchFamily="34" charset="0"/>
                        </a:rPr>
                        <a:t>122</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algn="ctr" fontAlgn="ctr"/>
                      <a:r>
                        <a:rPr lang="en-AE" sz="1000" b="0" i="0" u="none" strike="noStrike">
                          <a:solidFill>
                            <a:srgbClr val="000000"/>
                          </a:solidFill>
                          <a:effectLst/>
                          <a:latin typeface="Verdana" panose="020B0604030504040204" pitchFamily="34" charset="0"/>
                          <a:ea typeface="Verdana" panose="020B0604030504040204" pitchFamily="34" charset="0"/>
                        </a:rPr>
                        <a:t>299</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algn="ctr" fontAlgn="ctr"/>
                      <a:r>
                        <a:rPr lang="en-AE" sz="1000" b="0" i="0" u="none" strike="noStrike">
                          <a:solidFill>
                            <a:srgbClr val="000000"/>
                          </a:solidFill>
                          <a:effectLst/>
                          <a:latin typeface="Verdana" panose="020B0604030504040204" pitchFamily="34" charset="0"/>
                          <a:ea typeface="Verdana" panose="020B0604030504040204" pitchFamily="34" charset="0"/>
                        </a:rPr>
                        <a:t>298</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algn="ctr" fontAlgn="ctr"/>
                      <a:r>
                        <a:rPr lang="en-AE" sz="1000" b="0" i="0" u="none" strike="noStrike">
                          <a:solidFill>
                            <a:srgbClr val="000000"/>
                          </a:solidFill>
                          <a:effectLst/>
                          <a:latin typeface="Verdana" panose="020B0604030504040204" pitchFamily="34" charset="0"/>
                          <a:ea typeface="Verdana" panose="020B0604030504040204" pitchFamily="34" charset="0"/>
                        </a:rPr>
                        <a:t>-</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algn="ctr" fontAlgn="ctr"/>
                      <a:r>
                        <a:rPr lang="en-AE" sz="1000" b="0" i="0" u="none" strike="noStrike">
                          <a:solidFill>
                            <a:srgbClr val="000000"/>
                          </a:solidFill>
                          <a:effectLst/>
                          <a:latin typeface="Verdana" panose="020B0604030504040204" pitchFamily="34" charset="0"/>
                          <a:ea typeface="Verdana" panose="020B0604030504040204" pitchFamily="34" charset="0"/>
                        </a:rPr>
                        <a:t>298</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algn="ctr" fontAlgn="ctr"/>
                      <a:r>
                        <a:rPr lang="en-AE" sz="1000" b="0" i="0" u="none" strike="noStrike">
                          <a:solidFill>
                            <a:srgbClr val="000000"/>
                          </a:solidFill>
                          <a:effectLst/>
                          <a:latin typeface="Verdana" panose="020B0604030504040204" pitchFamily="34" charset="0"/>
                          <a:ea typeface="Verdana" panose="020B0604030504040204" pitchFamily="34" charset="0"/>
                        </a:rPr>
                        <a:t>298</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chemeClr val="bg2">
                          <a:lumMod val="50000"/>
                          <a:lumOff val="50000"/>
                        </a:schemeClr>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extLst>
                  <a:ext uri="{0D108BD9-81ED-4DB2-BD59-A6C34878D82A}">
                    <a16:rowId xmlns:a16="http://schemas.microsoft.com/office/drawing/2014/main" val="3484005795"/>
                  </a:ext>
                </a:extLst>
              </a:tr>
              <a:tr h="252327">
                <a:tc>
                  <a:txBody>
                    <a:bodyPr/>
                    <a:lstStyle/>
                    <a:p>
                      <a:pPr algn="l" fontAlgn="ctr"/>
                      <a:r>
                        <a:rPr lang="en-AE" sz="1000" b="0" i="0" u="none" strike="noStrike">
                          <a:solidFill>
                            <a:srgbClr val="000000"/>
                          </a:solidFill>
                          <a:effectLst/>
                          <a:latin typeface="Verdana" panose="020B0604030504040204" pitchFamily="34" charset="0"/>
                          <a:ea typeface="Verdana" panose="020B0604030504040204" pitchFamily="34" charset="0"/>
                        </a:rPr>
                        <a:t>BRF Thematic Review 2023</a:t>
                      </a:r>
                    </a:p>
                  </a:txBody>
                  <a:tcPr marL="85725" marR="9525" marT="9525" marB="0" anchor="ctr">
                    <a:lnL w="12700" cap="flat" cmpd="sng" algn="ctr">
                      <a:solidFill>
                        <a:schemeClr val="bg2">
                          <a:lumMod val="50000"/>
                          <a:lumOff val="50000"/>
                        </a:schemeClr>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algn="ctr" fontAlgn="ctr"/>
                      <a:r>
                        <a:rPr lang="en-AE" sz="1000" b="0" i="0" u="none" strike="noStrike">
                          <a:solidFill>
                            <a:srgbClr val="000000"/>
                          </a:solidFill>
                          <a:effectLst/>
                          <a:latin typeface="Verdana" panose="020B0604030504040204" pitchFamily="34" charset="0"/>
                          <a:ea typeface="Verdana" panose="020B0604030504040204" pitchFamily="34" charset="0"/>
                        </a:rPr>
                        <a:t>5</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algn="ctr" fontAlgn="ctr"/>
                      <a:r>
                        <a:rPr lang="en-AE" sz="1000" b="0" i="0" u="none" strike="noStrike">
                          <a:solidFill>
                            <a:srgbClr val="000000"/>
                          </a:solidFill>
                          <a:effectLst/>
                          <a:latin typeface="Verdana" panose="020B0604030504040204" pitchFamily="34" charset="0"/>
                          <a:ea typeface="Verdana" panose="020B0604030504040204" pitchFamily="34" charset="0"/>
                        </a:rPr>
                        <a:t>13</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algn="ctr" fontAlgn="ctr"/>
                      <a:r>
                        <a:rPr lang="en-AE" sz="1000" b="0" i="0" u="none" strike="noStrike">
                          <a:solidFill>
                            <a:srgbClr val="000000"/>
                          </a:solidFill>
                          <a:effectLst/>
                          <a:latin typeface="Verdana" panose="020B0604030504040204" pitchFamily="34" charset="0"/>
                          <a:ea typeface="Verdana" panose="020B0604030504040204" pitchFamily="34" charset="0"/>
                        </a:rPr>
                        <a:t>12</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algn="ctr" fontAlgn="ctr"/>
                      <a:r>
                        <a:rPr lang="en-AE" sz="1000" b="0" i="0" u="none" strike="noStrike">
                          <a:solidFill>
                            <a:srgbClr val="000000"/>
                          </a:solidFill>
                          <a:effectLst/>
                          <a:latin typeface="Verdana" panose="020B0604030504040204" pitchFamily="34" charset="0"/>
                          <a:ea typeface="Verdana" panose="020B0604030504040204" pitchFamily="34" charset="0"/>
                        </a:rPr>
                        <a:t>-</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algn="ctr" fontAlgn="ctr"/>
                      <a:r>
                        <a:rPr lang="en-AE" sz="1000" b="0" i="0" u="none" strike="noStrike">
                          <a:solidFill>
                            <a:srgbClr val="000000"/>
                          </a:solidFill>
                          <a:effectLst/>
                          <a:latin typeface="Verdana" panose="020B0604030504040204" pitchFamily="34" charset="0"/>
                          <a:ea typeface="Verdana" panose="020B0604030504040204" pitchFamily="34" charset="0"/>
                        </a:rPr>
                        <a:t>12</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algn="ctr" fontAlgn="ctr"/>
                      <a:r>
                        <a:rPr lang="en-AE" sz="1000" b="0" i="0" u="none" strike="noStrike">
                          <a:solidFill>
                            <a:srgbClr val="000000"/>
                          </a:solidFill>
                          <a:effectLst/>
                          <a:latin typeface="Verdana" panose="020B0604030504040204" pitchFamily="34" charset="0"/>
                          <a:ea typeface="Verdana" panose="020B0604030504040204" pitchFamily="34" charset="0"/>
                        </a:rPr>
                        <a:t>12</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chemeClr val="bg2">
                          <a:lumMod val="50000"/>
                          <a:lumOff val="50000"/>
                        </a:schemeClr>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extLst>
                  <a:ext uri="{0D108BD9-81ED-4DB2-BD59-A6C34878D82A}">
                    <a16:rowId xmlns:a16="http://schemas.microsoft.com/office/drawing/2014/main" val="4267924283"/>
                  </a:ext>
                </a:extLst>
              </a:tr>
              <a:tr h="252327">
                <a:tc>
                  <a:txBody>
                    <a:bodyPr/>
                    <a:lstStyle/>
                    <a:p>
                      <a:pPr algn="l" fontAlgn="ctr"/>
                      <a:r>
                        <a:rPr lang="en-US" sz="1000" b="0" i="0" u="none" strike="noStrike">
                          <a:solidFill>
                            <a:srgbClr val="000000"/>
                          </a:solidFill>
                          <a:effectLst/>
                          <a:latin typeface="Verdana" panose="020B0604030504040204" pitchFamily="34" charset="0"/>
                          <a:ea typeface="Verdana" panose="020B0604030504040204" pitchFamily="34" charset="0"/>
                        </a:rPr>
                        <a:t>Control Functions Limited scope Examination 2025 </a:t>
                      </a:r>
                      <a:endParaRPr lang="en-AE" sz="1000" b="0" i="0" u="none" strike="noStrike">
                        <a:solidFill>
                          <a:srgbClr val="000000"/>
                        </a:solidFill>
                        <a:effectLst/>
                        <a:latin typeface="Verdana" panose="020B0604030504040204" pitchFamily="34" charset="0"/>
                        <a:ea typeface="Verdana" panose="020B0604030504040204" pitchFamily="34" charset="0"/>
                      </a:endParaRPr>
                    </a:p>
                  </a:txBody>
                  <a:tcPr marL="85725" marR="9525" marT="9525" marB="0" anchor="ctr">
                    <a:lnL w="12700" cap="flat" cmpd="sng" algn="ctr">
                      <a:solidFill>
                        <a:schemeClr val="bg2">
                          <a:lumMod val="50000"/>
                          <a:lumOff val="50000"/>
                        </a:schemeClr>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Verdana" panose="020B0604030504040204" pitchFamily="34" charset="0"/>
                          <a:ea typeface="Verdana" panose="020B0604030504040204" pitchFamily="34" charset="0"/>
                        </a:rPr>
                        <a:t>14</a:t>
                      </a:r>
                      <a:endParaRPr lang="en-AE" sz="1000" b="0" i="0" u="none" strike="noStrike">
                        <a:solidFill>
                          <a:srgbClr val="000000"/>
                        </a:solidFill>
                        <a:effectLst/>
                        <a:latin typeface="Verdana" panose="020B0604030504040204" pitchFamily="34" charset="0"/>
                        <a:ea typeface="Verdana" panose="020B0604030504040204" pitchFamily="34" charset="0"/>
                      </a:endParaRP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Verdana" panose="020B0604030504040204" pitchFamily="34" charset="0"/>
                          <a:ea typeface="Verdana" panose="020B0604030504040204" pitchFamily="34" charset="0"/>
                        </a:rPr>
                        <a:t>28</a:t>
                      </a:r>
                      <a:endParaRPr lang="en-AE" sz="1000" b="0" i="0" u="none" strike="noStrike">
                        <a:solidFill>
                          <a:srgbClr val="000000"/>
                        </a:solidFill>
                        <a:effectLst/>
                        <a:latin typeface="Verdana" panose="020B0604030504040204" pitchFamily="34" charset="0"/>
                        <a:ea typeface="Verdana" panose="020B0604030504040204" pitchFamily="34" charset="0"/>
                      </a:endParaRP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0" marR="0" lvl="0" indent="0" algn="ctr" defTabSz="685817" rtl="0" eaLnBrk="1" fontAlgn="ctr" latinLnBrk="0" hangingPunct="1">
                        <a:lnSpc>
                          <a:spcPct val="100000"/>
                        </a:lnSpc>
                        <a:spcBef>
                          <a:spcPts val="0"/>
                        </a:spcBef>
                        <a:spcAft>
                          <a:spcPts val="0"/>
                        </a:spcAft>
                        <a:buClrTx/>
                        <a:buSzTx/>
                        <a:buFontTx/>
                        <a:buNone/>
                        <a:tabLst/>
                        <a:defRPr/>
                      </a:pPr>
                      <a:r>
                        <a:rPr lang="en-AE" sz="1000" b="0" i="0" u="none" strike="noStrike">
                          <a:solidFill>
                            <a:srgbClr val="000000"/>
                          </a:solidFill>
                          <a:effectLst/>
                          <a:latin typeface="Verdana" panose="020B0604030504040204" pitchFamily="34" charset="0"/>
                          <a:ea typeface="Verdana" panose="020B0604030504040204" pitchFamily="34" charset="0"/>
                        </a:rPr>
                        <a:t>-</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0" marR="0" lvl="0" indent="0" algn="ctr" defTabSz="685817" rtl="0" eaLnBrk="1" fontAlgn="ctr" latinLnBrk="0" hangingPunct="1">
                        <a:lnSpc>
                          <a:spcPct val="100000"/>
                        </a:lnSpc>
                        <a:spcBef>
                          <a:spcPts val="0"/>
                        </a:spcBef>
                        <a:spcAft>
                          <a:spcPts val="0"/>
                        </a:spcAft>
                        <a:buClrTx/>
                        <a:buSzTx/>
                        <a:buFontTx/>
                        <a:buNone/>
                        <a:tabLst/>
                        <a:defRPr/>
                      </a:pPr>
                      <a:r>
                        <a:rPr kumimoji="0" lang="en-AE"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0" marR="0" lvl="0" indent="0" algn="ctr" defTabSz="685817" rtl="0" eaLnBrk="1" fontAlgn="ctr" latinLnBrk="0" hangingPunct="1">
                        <a:lnSpc>
                          <a:spcPct val="100000"/>
                        </a:lnSpc>
                        <a:spcBef>
                          <a:spcPts val="0"/>
                        </a:spcBef>
                        <a:spcAft>
                          <a:spcPts val="0"/>
                        </a:spcAft>
                        <a:buClrTx/>
                        <a:buSzTx/>
                        <a:buFontTx/>
                        <a:buNone/>
                        <a:tabLst/>
                        <a:defRPr/>
                      </a:pPr>
                      <a:r>
                        <a:rPr kumimoji="0" lang="en-AE"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0" marR="0" lvl="0" indent="0" algn="ctr" defTabSz="685817" rtl="0" eaLnBrk="1" fontAlgn="ctr" latinLnBrk="0" hangingPunct="1">
                        <a:lnSpc>
                          <a:spcPct val="100000"/>
                        </a:lnSpc>
                        <a:spcBef>
                          <a:spcPts val="0"/>
                        </a:spcBef>
                        <a:spcAft>
                          <a:spcPts val="0"/>
                        </a:spcAft>
                        <a:buClrTx/>
                        <a:buSzTx/>
                        <a:buFontTx/>
                        <a:buNone/>
                        <a:tabLst/>
                        <a:defRPr/>
                      </a:pPr>
                      <a:r>
                        <a:rPr kumimoji="0" lang="en-AE" sz="10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rPr>
                        <a:t>-</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chemeClr val="bg2">
                          <a:lumMod val="50000"/>
                          <a:lumOff val="50000"/>
                        </a:schemeClr>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extLst>
                  <a:ext uri="{0D108BD9-81ED-4DB2-BD59-A6C34878D82A}">
                    <a16:rowId xmlns:a16="http://schemas.microsoft.com/office/drawing/2014/main" val="483393791"/>
                  </a:ext>
                </a:extLst>
              </a:tr>
              <a:tr h="252327">
                <a:tc>
                  <a:txBody>
                    <a:bodyPr/>
                    <a:lstStyle/>
                    <a:p>
                      <a:pPr algn="l" fontAlgn="ctr"/>
                      <a:r>
                        <a:rPr lang="en-US" sz="1000" b="0" i="0" u="none" strike="noStrike">
                          <a:solidFill>
                            <a:srgbClr val="000000"/>
                          </a:solidFill>
                          <a:effectLst/>
                          <a:latin typeface="Verdana" panose="020B0604030504040204" pitchFamily="34" charset="0"/>
                          <a:ea typeface="Verdana" panose="020B0604030504040204" pitchFamily="34" charset="0"/>
                        </a:rPr>
                        <a:t>Market Conduct Limited Scope Examination 2025 </a:t>
                      </a:r>
                      <a:endParaRPr lang="en-AE" sz="1000" b="0" i="0" u="none" strike="noStrike">
                        <a:solidFill>
                          <a:srgbClr val="000000"/>
                        </a:solidFill>
                        <a:effectLst/>
                        <a:latin typeface="Verdana" panose="020B0604030504040204" pitchFamily="34" charset="0"/>
                        <a:ea typeface="Verdana" panose="020B0604030504040204" pitchFamily="34" charset="0"/>
                      </a:endParaRPr>
                    </a:p>
                  </a:txBody>
                  <a:tcPr marL="85725" marR="9525" marT="9525" marB="0" anchor="ctr">
                    <a:lnL w="12700" cap="flat" cmpd="sng" algn="ctr">
                      <a:solidFill>
                        <a:schemeClr val="bg2">
                          <a:lumMod val="50000"/>
                          <a:lumOff val="50000"/>
                        </a:schemeClr>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Verdana" panose="020B0604030504040204" pitchFamily="34" charset="0"/>
                          <a:ea typeface="Verdana" panose="020B0604030504040204" pitchFamily="34" charset="0"/>
                        </a:rPr>
                        <a:t>9</a:t>
                      </a:r>
                      <a:endParaRPr lang="en-AE" sz="1000" b="0" i="0" u="none" strike="noStrike">
                        <a:solidFill>
                          <a:srgbClr val="000000"/>
                        </a:solidFill>
                        <a:effectLst/>
                        <a:latin typeface="Verdana" panose="020B0604030504040204" pitchFamily="34" charset="0"/>
                        <a:ea typeface="Verdana" panose="020B0604030504040204" pitchFamily="34" charset="0"/>
                      </a:endParaRP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Verdana" panose="020B0604030504040204" pitchFamily="34" charset="0"/>
                          <a:ea typeface="Verdana" panose="020B0604030504040204" pitchFamily="34" charset="0"/>
                        </a:rPr>
                        <a:t>54</a:t>
                      </a:r>
                      <a:endParaRPr lang="en-AE" sz="1000" b="0" i="0" u="none" strike="noStrike">
                        <a:solidFill>
                          <a:srgbClr val="000000"/>
                        </a:solidFill>
                        <a:effectLst/>
                        <a:latin typeface="Verdana" panose="020B0604030504040204" pitchFamily="34" charset="0"/>
                        <a:ea typeface="Verdana" panose="020B0604030504040204" pitchFamily="34" charset="0"/>
                      </a:endParaRP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0" marR="0" lvl="0" indent="0" algn="ctr" defTabSz="685817" rtl="0" eaLnBrk="1" fontAlgn="ctr" latinLnBrk="0" hangingPunct="1">
                        <a:lnSpc>
                          <a:spcPct val="100000"/>
                        </a:lnSpc>
                        <a:spcBef>
                          <a:spcPts val="0"/>
                        </a:spcBef>
                        <a:spcAft>
                          <a:spcPts val="0"/>
                        </a:spcAft>
                        <a:buClrTx/>
                        <a:buSzTx/>
                        <a:buFontTx/>
                        <a:buNone/>
                        <a:tabLst/>
                        <a:defRPr/>
                      </a:pPr>
                      <a:r>
                        <a:rPr lang="en-US" sz="1000" b="0" i="0" u="none" strike="noStrike">
                          <a:solidFill>
                            <a:srgbClr val="000000"/>
                          </a:solidFill>
                          <a:effectLst/>
                          <a:latin typeface="Verdana" panose="020B0604030504040204" pitchFamily="34" charset="0"/>
                          <a:ea typeface="Verdana" panose="020B0604030504040204" pitchFamily="34" charset="0"/>
                        </a:rPr>
                        <a:t>3</a:t>
                      </a:r>
                      <a:r>
                        <a:rPr lang="en-AE" sz="1000" b="0" i="0" u="none" strike="noStrike">
                          <a:solidFill>
                            <a:srgbClr val="000000"/>
                          </a:solidFill>
                          <a:effectLst/>
                          <a:latin typeface="Verdana" panose="020B0604030504040204" pitchFamily="34" charset="0"/>
                          <a:ea typeface="Verdana" panose="020B0604030504040204" pitchFamily="34" charset="0"/>
                        </a:rPr>
                        <a:t>0</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0" marR="0" lvl="0" indent="0" algn="ctr" defTabSz="685817"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2"/>
                          </a:solidFill>
                          <a:effectLst/>
                          <a:uLnTx/>
                          <a:uFillTx/>
                          <a:latin typeface="Verdana" panose="020B0604030504040204" pitchFamily="34" charset="0"/>
                          <a:ea typeface="Verdana" panose="020B0604030504040204" pitchFamily="34" charset="0"/>
                          <a:cs typeface="+mn-cs"/>
                        </a:rPr>
                        <a:t>2</a:t>
                      </a:r>
                      <a:endParaRPr kumimoji="0" lang="en-AE" sz="1000" b="0" i="0" u="none" strike="noStrike" kern="1200" cap="none" spc="0" normalizeH="0" baseline="0" noProof="0" dirty="0">
                        <a:ln>
                          <a:noFill/>
                        </a:ln>
                        <a:solidFill>
                          <a:schemeClr val="bg2"/>
                        </a:solidFill>
                        <a:effectLst/>
                        <a:uLnTx/>
                        <a:uFillTx/>
                        <a:latin typeface="Verdana" panose="020B0604030504040204" pitchFamily="34" charset="0"/>
                        <a:ea typeface="Verdana" panose="020B0604030504040204" pitchFamily="34" charset="0"/>
                        <a:cs typeface="+mn-cs"/>
                      </a:endParaRP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0" marR="0" lvl="0" indent="0" algn="ctr" defTabSz="685817"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2"/>
                          </a:solidFill>
                          <a:effectLst/>
                          <a:uLnTx/>
                          <a:uFillTx/>
                          <a:latin typeface="Verdana" panose="020B0604030504040204" pitchFamily="34" charset="0"/>
                          <a:ea typeface="Verdana" panose="020B0604030504040204" pitchFamily="34" charset="0"/>
                          <a:cs typeface="+mn-cs"/>
                        </a:rPr>
                        <a:t>28</a:t>
                      </a:r>
                      <a:endParaRPr kumimoji="0" lang="en-AE" sz="1000" b="0" i="0" u="none" strike="noStrike" kern="1200" cap="none" spc="0" normalizeH="0" baseline="0" noProof="0" dirty="0">
                        <a:ln>
                          <a:noFill/>
                        </a:ln>
                        <a:solidFill>
                          <a:schemeClr val="bg2"/>
                        </a:solidFill>
                        <a:effectLst/>
                        <a:uLnTx/>
                        <a:uFillTx/>
                        <a:latin typeface="Verdana" panose="020B0604030504040204" pitchFamily="34" charset="0"/>
                        <a:ea typeface="Verdana" panose="020B0604030504040204" pitchFamily="34" charset="0"/>
                        <a:cs typeface="+mn-cs"/>
                      </a:endParaRP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0" marR="0" lvl="0" indent="0" algn="ctr" defTabSz="685817"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2"/>
                          </a:solidFill>
                          <a:effectLst/>
                          <a:uLnTx/>
                          <a:uFillTx/>
                          <a:latin typeface="Verdana"/>
                          <a:ea typeface="Verdana"/>
                          <a:cs typeface="+mn-cs"/>
                        </a:rPr>
                        <a:t>28</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chemeClr val="bg2">
                          <a:lumMod val="50000"/>
                          <a:lumOff val="50000"/>
                        </a:schemeClr>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extLst>
                  <a:ext uri="{0D108BD9-81ED-4DB2-BD59-A6C34878D82A}">
                    <a16:rowId xmlns:a16="http://schemas.microsoft.com/office/drawing/2014/main" val="1761468226"/>
                  </a:ext>
                </a:extLst>
              </a:tr>
              <a:tr h="252327">
                <a:tc>
                  <a:txBody>
                    <a:bodyPr/>
                    <a:lstStyle/>
                    <a:p>
                      <a:pPr algn="l" fontAlgn="ctr"/>
                      <a:r>
                        <a:rPr lang="en-AE" sz="1000" b="0" i="0" u="none" strike="noStrike">
                          <a:solidFill>
                            <a:srgbClr val="000000"/>
                          </a:solidFill>
                          <a:effectLst/>
                          <a:latin typeface="Verdana" panose="020B0604030504040204" pitchFamily="34" charset="0"/>
                          <a:ea typeface="Verdana" panose="020B0604030504040204" pitchFamily="34" charset="0"/>
                        </a:rPr>
                        <a:t>Shari’ah Examination 2025</a:t>
                      </a:r>
                    </a:p>
                  </a:txBody>
                  <a:tcPr marL="85725" marR="9525" marT="9525" marB="0" anchor="ctr">
                    <a:lnL w="12700" cap="flat" cmpd="sng" algn="ctr">
                      <a:solidFill>
                        <a:schemeClr val="bg2">
                          <a:lumMod val="50000"/>
                          <a:lumOff val="50000"/>
                        </a:schemeClr>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algn="ctr" fontAlgn="ctr"/>
                      <a:r>
                        <a:rPr lang="en-AE" sz="1000" b="0" i="0" u="none" strike="noStrike">
                          <a:solidFill>
                            <a:srgbClr val="000000"/>
                          </a:solidFill>
                          <a:effectLst/>
                          <a:latin typeface="Verdana" panose="020B0604030504040204" pitchFamily="34" charset="0"/>
                          <a:ea typeface="Verdana" panose="020B0604030504040204" pitchFamily="34" charset="0"/>
                        </a:rPr>
                        <a:t>6</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algn="ctr" fontAlgn="ctr"/>
                      <a:r>
                        <a:rPr lang="en-AE" sz="1000" b="0" i="0" u="none" strike="noStrike">
                          <a:solidFill>
                            <a:srgbClr val="000000"/>
                          </a:solidFill>
                          <a:effectLst/>
                          <a:latin typeface="Verdana" panose="020B0604030504040204" pitchFamily="34" charset="0"/>
                          <a:ea typeface="Verdana" panose="020B0604030504040204" pitchFamily="34" charset="0"/>
                        </a:rPr>
                        <a:t>17</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0" marR="0" lvl="0" indent="0" algn="ctr" defTabSz="685817" rtl="0" eaLnBrk="1" fontAlgn="ctr" latinLnBrk="0" hangingPunct="1">
                        <a:lnSpc>
                          <a:spcPct val="100000"/>
                        </a:lnSpc>
                        <a:spcBef>
                          <a:spcPts val="0"/>
                        </a:spcBef>
                        <a:spcAft>
                          <a:spcPts val="0"/>
                        </a:spcAft>
                        <a:buClrTx/>
                        <a:buSzTx/>
                        <a:buFontTx/>
                        <a:buNone/>
                        <a:tabLst/>
                        <a:defRPr/>
                      </a:pPr>
                      <a:r>
                        <a:rPr lang="en-AE" sz="1000" b="0" i="0" u="none" strike="noStrike">
                          <a:solidFill>
                            <a:srgbClr val="000000"/>
                          </a:solidFill>
                          <a:effectLst/>
                          <a:latin typeface="Verdana" panose="020B0604030504040204" pitchFamily="34" charset="0"/>
                          <a:ea typeface="Verdana" panose="020B0604030504040204" pitchFamily="34" charset="0"/>
                        </a:rPr>
                        <a:t>-</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0" marR="0" lvl="0" indent="0" algn="ctr" defTabSz="685817" rtl="0" eaLnBrk="1" fontAlgn="ctr" latinLnBrk="0" hangingPunct="1">
                        <a:lnSpc>
                          <a:spcPct val="100000"/>
                        </a:lnSpc>
                        <a:spcBef>
                          <a:spcPts val="0"/>
                        </a:spcBef>
                        <a:spcAft>
                          <a:spcPts val="0"/>
                        </a:spcAft>
                        <a:buClrTx/>
                        <a:buSzTx/>
                        <a:buFontTx/>
                        <a:buNone/>
                        <a:tabLst/>
                        <a:defRPr/>
                      </a:pPr>
                      <a:r>
                        <a:rPr kumimoji="0" lang="en-AE" sz="1000" b="0" i="0" u="none" strike="noStrike" kern="1200" cap="none" spc="0" normalizeH="0" baseline="0" noProof="0">
                          <a:ln>
                            <a:noFill/>
                          </a:ln>
                          <a:solidFill>
                            <a:schemeClr val="bg2"/>
                          </a:solidFill>
                          <a:effectLst/>
                          <a:uLnTx/>
                          <a:uFillTx/>
                          <a:latin typeface="Verdana" panose="020B0604030504040204" pitchFamily="34" charset="0"/>
                          <a:ea typeface="Verdana" panose="020B0604030504040204" pitchFamily="34" charset="0"/>
                          <a:cs typeface="+mn-cs"/>
                        </a:rPr>
                        <a:t>-</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0" marR="0" lvl="0" indent="0" algn="ctr" defTabSz="685817" rtl="0" eaLnBrk="1" fontAlgn="ctr" latinLnBrk="0" hangingPunct="1">
                        <a:lnSpc>
                          <a:spcPct val="100000"/>
                        </a:lnSpc>
                        <a:spcBef>
                          <a:spcPts val="0"/>
                        </a:spcBef>
                        <a:spcAft>
                          <a:spcPts val="0"/>
                        </a:spcAft>
                        <a:buClrTx/>
                        <a:buSzTx/>
                        <a:buFontTx/>
                        <a:buNone/>
                        <a:tabLst/>
                        <a:defRPr/>
                      </a:pPr>
                      <a:r>
                        <a:rPr kumimoji="0" lang="en-AE" sz="1000" b="0" i="0" u="none" strike="noStrike" kern="1200" cap="none" spc="0" normalizeH="0" baseline="0" noProof="0">
                          <a:ln>
                            <a:noFill/>
                          </a:ln>
                          <a:solidFill>
                            <a:schemeClr val="bg2"/>
                          </a:solidFill>
                          <a:effectLst/>
                          <a:uLnTx/>
                          <a:uFillTx/>
                          <a:latin typeface="Verdana" panose="020B0604030504040204" pitchFamily="34" charset="0"/>
                          <a:ea typeface="Verdana" panose="020B0604030504040204" pitchFamily="34" charset="0"/>
                          <a:cs typeface="+mn-cs"/>
                        </a:rPr>
                        <a:t>-</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0" marR="0" lvl="0" indent="0" algn="ctr" defTabSz="685817" rtl="0" eaLnBrk="1" fontAlgn="ctr" latinLnBrk="0" hangingPunct="1">
                        <a:lnSpc>
                          <a:spcPct val="100000"/>
                        </a:lnSpc>
                        <a:spcBef>
                          <a:spcPts val="0"/>
                        </a:spcBef>
                        <a:spcAft>
                          <a:spcPts val="0"/>
                        </a:spcAft>
                        <a:buClrTx/>
                        <a:buSzTx/>
                        <a:buFontTx/>
                        <a:buNone/>
                        <a:tabLst/>
                        <a:defRPr/>
                      </a:pPr>
                      <a:r>
                        <a:rPr kumimoji="0" lang="en-AE" sz="1000" b="0" i="0" u="none" strike="noStrike" kern="1200" cap="none" spc="0" normalizeH="0" baseline="0" noProof="0">
                          <a:ln>
                            <a:noFill/>
                          </a:ln>
                          <a:solidFill>
                            <a:schemeClr val="bg2"/>
                          </a:solidFill>
                          <a:effectLst/>
                          <a:uLnTx/>
                          <a:uFillTx/>
                          <a:latin typeface="Verdana" panose="020B0604030504040204" pitchFamily="34" charset="0"/>
                          <a:ea typeface="Verdana" panose="020B0604030504040204" pitchFamily="34" charset="0"/>
                          <a:cs typeface="+mn-cs"/>
                        </a:rPr>
                        <a:t>-</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chemeClr val="bg2">
                          <a:lumMod val="50000"/>
                          <a:lumOff val="50000"/>
                        </a:schemeClr>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extLst>
                  <a:ext uri="{0D108BD9-81ED-4DB2-BD59-A6C34878D82A}">
                    <a16:rowId xmlns:a16="http://schemas.microsoft.com/office/drawing/2014/main" val="4052539209"/>
                  </a:ext>
                </a:extLst>
              </a:tr>
              <a:tr h="252327">
                <a:tc>
                  <a:txBody>
                    <a:bodyPr/>
                    <a:lstStyle/>
                    <a:p>
                      <a:pPr marL="0" marR="0" lvl="0" indent="0" algn="l" defTabSz="685817" rtl="0" eaLnBrk="1" fontAlgn="ctr" latinLnBrk="0" hangingPunct="1">
                        <a:lnSpc>
                          <a:spcPct val="100000"/>
                        </a:lnSpc>
                        <a:spcBef>
                          <a:spcPts val="0"/>
                        </a:spcBef>
                        <a:spcAft>
                          <a:spcPts val="0"/>
                        </a:spcAft>
                        <a:buClrTx/>
                        <a:buSzTx/>
                        <a:buFontTx/>
                        <a:buNone/>
                        <a:tabLst/>
                        <a:defRPr/>
                      </a:pPr>
                      <a:r>
                        <a:rPr lang="en-AE" sz="1000" b="0" i="0" u="none" strike="noStrike">
                          <a:solidFill>
                            <a:srgbClr val="000000"/>
                          </a:solidFill>
                          <a:effectLst/>
                          <a:latin typeface="Verdana" panose="020B0604030504040204" pitchFamily="34" charset="0"/>
                          <a:ea typeface="Verdana" panose="020B0604030504040204" pitchFamily="34" charset="0"/>
                        </a:rPr>
                        <a:t>AML/CFT Follow-up Examination 2025</a:t>
                      </a:r>
                    </a:p>
                  </a:txBody>
                  <a:tcPr marL="85725" marR="9525" marT="9525" marB="0" anchor="ctr">
                    <a:lnL w="12700" cap="flat" cmpd="sng" algn="ctr">
                      <a:solidFill>
                        <a:schemeClr val="bg2">
                          <a:lumMod val="50000"/>
                          <a:lumOff val="50000"/>
                        </a:schemeClr>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Verdana" panose="020B0604030504040204" pitchFamily="34" charset="0"/>
                          <a:ea typeface="Verdana" panose="020B0604030504040204" pitchFamily="34" charset="0"/>
                        </a:rPr>
                        <a:t>23</a:t>
                      </a:r>
                      <a:endParaRPr lang="en-AE" sz="1000" b="0" i="0" u="none" strike="noStrike">
                        <a:solidFill>
                          <a:srgbClr val="000000"/>
                        </a:solidFill>
                        <a:effectLst/>
                        <a:latin typeface="Verdana" panose="020B0604030504040204" pitchFamily="34" charset="0"/>
                        <a:ea typeface="Verdana" panose="020B0604030504040204" pitchFamily="34" charset="0"/>
                      </a:endParaRP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algn="ctr" fontAlgn="ctr"/>
                      <a:r>
                        <a:rPr lang="en-US" sz="1000" b="0" i="0" u="none" strike="noStrike">
                          <a:solidFill>
                            <a:srgbClr val="000000"/>
                          </a:solidFill>
                          <a:effectLst/>
                          <a:latin typeface="Verdana" panose="020B0604030504040204" pitchFamily="34" charset="0"/>
                          <a:ea typeface="Verdana" panose="020B0604030504040204" pitchFamily="34" charset="0"/>
                        </a:rPr>
                        <a:t>55</a:t>
                      </a:r>
                      <a:endParaRPr lang="en-AE" sz="1000" b="0" i="0" u="none" strike="noStrike">
                        <a:solidFill>
                          <a:srgbClr val="000000"/>
                        </a:solidFill>
                        <a:effectLst/>
                        <a:latin typeface="Verdana" panose="020B0604030504040204" pitchFamily="34" charset="0"/>
                        <a:ea typeface="Verdana" panose="020B0604030504040204" pitchFamily="34" charset="0"/>
                      </a:endParaRP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0" marR="0" lvl="0" indent="0" algn="ctr" defTabSz="685817" rtl="0" eaLnBrk="1" fontAlgn="ctr" latinLnBrk="0" hangingPunct="1">
                        <a:lnSpc>
                          <a:spcPct val="100000"/>
                        </a:lnSpc>
                        <a:spcBef>
                          <a:spcPts val="0"/>
                        </a:spcBef>
                        <a:spcAft>
                          <a:spcPts val="0"/>
                        </a:spcAft>
                        <a:buClrTx/>
                        <a:buSzTx/>
                        <a:buFontTx/>
                        <a:buNone/>
                        <a:tabLst/>
                        <a:defRPr/>
                      </a:pPr>
                      <a:r>
                        <a:rPr lang="en-US" sz="1000" b="0" i="0" u="none" strike="noStrike">
                          <a:solidFill>
                            <a:srgbClr val="000000"/>
                          </a:solidFill>
                          <a:effectLst/>
                          <a:latin typeface="Verdana" panose="020B0604030504040204" pitchFamily="34" charset="0"/>
                          <a:ea typeface="Verdana" panose="020B0604030504040204" pitchFamily="34" charset="0"/>
                        </a:rPr>
                        <a:t>-</a:t>
                      </a:r>
                      <a:endParaRPr lang="en-AE" sz="1000" b="0" i="0" u="none" strike="noStrike">
                        <a:solidFill>
                          <a:srgbClr val="000000"/>
                        </a:solidFill>
                        <a:effectLst/>
                        <a:latin typeface="Verdana" panose="020B0604030504040204" pitchFamily="34" charset="0"/>
                        <a:ea typeface="Verdana" panose="020B0604030504040204" pitchFamily="34" charset="0"/>
                      </a:endParaRP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0" marR="0" lvl="0" indent="0" algn="ctr" defTabSz="685817"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2"/>
                          </a:solidFill>
                          <a:effectLst/>
                          <a:uLnTx/>
                          <a:uFillTx/>
                          <a:latin typeface="Verdana" panose="020B0604030504040204" pitchFamily="34" charset="0"/>
                          <a:ea typeface="Verdana" panose="020B0604030504040204" pitchFamily="34" charset="0"/>
                          <a:cs typeface="+mn-cs"/>
                        </a:rPr>
                        <a:t>-</a:t>
                      </a:r>
                      <a:endParaRPr kumimoji="0" lang="en-AE" sz="1000" b="0" i="0" u="none" strike="noStrike" kern="1200" cap="none" spc="0" normalizeH="0" baseline="0" noProof="0" dirty="0">
                        <a:ln>
                          <a:noFill/>
                        </a:ln>
                        <a:solidFill>
                          <a:schemeClr val="bg2"/>
                        </a:solidFill>
                        <a:effectLst/>
                        <a:uLnTx/>
                        <a:uFillTx/>
                        <a:latin typeface="Verdana" panose="020B0604030504040204" pitchFamily="34" charset="0"/>
                        <a:ea typeface="Verdana" panose="020B0604030504040204" pitchFamily="34" charset="0"/>
                        <a:cs typeface="+mn-cs"/>
                      </a:endParaRP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0" marR="0" lvl="0" indent="0" algn="ctr" defTabSz="685817"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2"/>
                          </a:solidFill>
                          <a:effectLst/>
                          <a:uLnTx/>
                          <a:uFillTx/>
                          <a:latin typeface="Verdana" panose="020B0604030504040204" pitchFamily="34" charset="0"/>
                          <a:ea typeface="Verdana" panose="020B0604030504040204" pitchFamily="34" charset="0"/>
                          <a:cs typeface="+mn-cs"/>
                        </a:rPr>
                        <a:t>-</a:t>
                      </a:r>
                      <a:endParaRPr kumimoji="0" lang="en-AE" sz="1000" b="0" i="0" u="none" strike="noStrike" kern="1200" cap="none" spc="0" normalizeH="0" baseline="0" noProof="0" dirty="0">
                        <a:ln>
                          <a:noFill/>
                        </a:ln>
                        <a:solidFill>
                          <a:schemeClr val="bg2"/>
                        </a:solidFill>
                        <a:effectLst/>
                        <a:uLnTx/>
                        <a:uFillTx/>
                        <a:latin typeface="Verdana" panose="020B0604030504040204" pitchFamily="34" charset="0"/>
                        <a:ea typeface="Verdana" panose="020B0604030504040204" pitchFamily="34" charset="0"/>
                        <a:cs typeface="+mn-cs"/>
                      </a:endParaRP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tc>
                  <a:txBody>
                    <a:bodyPr/>
                    <a:lstStyle/>
                    <a:p>
                      <a:pPr marL="0" marR="0" lvl="0" indent="0" algn="ctr" defTabSz="685817" rtl="0" eaLnBrk="1" fontAlgn="ctr"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2"/>
                          </a:solidFill>
                          <a:effectLst/>
                          <a:uLnTx/>
                          <a:uFillTx/>
                          <a:latin typeface="Verdana" panose="020B0604030504040204" pitchFamily="34" charset="0"/>
                          <a:ea typeface="Verdana" panose="020B0604030504040204" pitchFamily="34" charset="0"/>
                          <a:cs typeface="+mn-cs"/>
                        </a:rPr>
                        <a:t>-</a:t>
                      </a:r>
                      <a:endParaRPr kumimoji="0" lang="en-AE" sz="1000" b="0" i="0" u="none" strike="noStrike" kern="1200" cap="none" spc="0" normalizeH="0" baseline="0" noProof="0">
                        <a:ln>
                          <a:noFill/>
                        </a:ln>
                        <a:solidFill>
                          <a:schemeClr val="bg2"/>
                        </a:solidFill>
                        <a:effectLst/>
                        <a:uLnTx/>
                        <a:uFillTx/>
                        <a:latin typeface="Verdana" panose="020B0604030504040204" pitchFamily="34" charset="0"/>
                        <a:ea typeface="Verdana" panose="020B0604030504040204" pitchFamily="34" charset="0"/>
                        <a:cs typeface="+mn-cs"/>
                      </a:endParaRPr>
                    </a:p>
                  </a:txBody>
                  <a:tcPr marL="9525" marR="9525" marT="9525" marB="0" anchor="ctr">
                    <a:lnL w="12700" cap="flat" cmpd="sng" algn="ctr">
                      <a:solidFill>
                        <a:srgbClr val="A5A5A5"/>
                      </a:solidFill>
                      <a:prstDash val="solid"/>
                      <a:round/>
                      <a:headEnd type="none" w="med" len="med"/>
                      <a:tailEnd type="none" w="med" len="med"/>
                    </a:lnL>
                    <a:lnR w="12700" cap="flat" cmpd="sng" algn="ctr">
                      <a:solidFill>
                        <a:schemeClr val="bg2">
                          <a:lumMod val="50000"/>
                          <a:lumOff val="50000"/>
                        </a:schemeClr>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A5A5A5"/>
                      </a:solidFill>
                      <a:prstDash val="solid"/>
                      <a:round/>
                      <a:headEnd type="none" w="med" len="med"/>
                      <a:tailEnd type="none" w="med" len="med"/>
                    </a:lnB>
                    <a:noFill/>
                  </a:tcPr>
                </a:tc>
                <a:extLst>
                  <a:ext uri="{0D108BD9-81ED-4DB2-BD59-A6C34878D82A}">
                    <a16:rowId xmlns:a16="http://schemas.microsoft.com/office/drawing/2014/main" val="2105352394"/>
                  </a:ext>
                </a:extLst>
              </a:tr>
              <a:tr h="252327">
                <a:tc>
                  <a:txBody>
                    <a:bodyPr/>
                    <a:lstStyle/>
                    <a:p>
                      <a:pPr algn="l" fontAlgn="ctr"/>
                      <a:r>
                        <a:rPr lang="en-AE" sz="1000" b="1" i="0" u="none" strike="noStrike">
                          <a:solidFill>
                            <a:srgbClr val="000000"/>
                          </a:solidFill>
                          <a:effectLst/>
                          <a:latin typeface="Verdana" panose="020B0604030504040204" pitchFamily="34" charset="0"/>
                          <a:ea typeface="Verdana" panose="020B0604030504040204" pitchFamily="34" charset="0"/>
                        </a:rPr>
                        <a:t>Total</a:t>
                      </a:r>
                    </a:p>
                  </a:txBody>
                  <a:tcPr marL="85725" marR="9525" marT="9525" marB="0" anchor="ctr">
                    <a:lnL w="12700" cap="flat" cmpd="sng" algn="ctr">
                      <a:solidFill>
                        <a:schemeClr val="bg2">
                          <a:lumMod val="50000"/>
                          <a:lumOff val="50000"/>
                        </a:schemeClr>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chemeClr val="bg2">
                          <a:lumMod val="50000"/>
                          <a:lumOff val="50000"/>
                        </a:schemeClr>
                      </a:solidFill>
                      <a:prstDash val="solid"/>
                      <a:round/>
                      <a:headEnd type="none" w="med" len="med"/>
                      <a:tailEnd type="none" w="med" len="med"/>
                    </a:lnB>
                    <a:solidFill>
                      <a:srgbClr val="CBD5E8"/>
                    </a:solidFill>
                  </a:tcPr>
                </a:tc>
                <a:tc>
                  <a:txBody>
                    <a:bodyPr/>
                    <a:lstStyle/>
                    <a:p>
                      <a:pPr algn="ctr" fontAlgn="ctr"/>
                      <a:r>
                        <a:rPr lang="en-US" sz="1000" b="1" i="0" u="none" strike="noStrike">
                          <a:solidFill>
                            <a:srgbClr val="000000"/>
                          </a:solidFill>
                          <a:effectLst/>
                          <a:latin typeface="Verdana" panose="020B0604030504040204" pitchFamily="34" charset="0"/>
                          <a:ea typeface="Verdana" panose="020B0604030504040204" pitchFamily="34" charset="0"/>
                        </a:rPr>
                        <a:t>1</a:t>
                      </a:r>
                      <a:r>
                        <a:rPr lang="en-AE" sz="1000" b="1" i="0" u="none" strike="noStrike">
                          <a:solidFill>
                            <a:srgbClr val="000000"/>
                          </a:solidFill>
                          <a:effectLst/>
                          <a:latin typeface="Verdana" panose="020B0604030504040204" pitchFamily="34" charset="0"/>
                          <a:ea typeface="Verdana" panose="020B0604030504040204" pitchFamily="34" charset="0"/>
                        </a:rPr>
                        <a:t>79</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chemeClr val="bg2">
                          <a:lumMod val="50000"/>
                          <a:lumOff val="50000"/>
                        </a:schemeClr>
                      </a:solidFill>
                      <a:prstDash val="solid"/>
                      <a:round/>
                      <a:headEnd type="none" w="med" len="med"/>
                      <a:tailEnd type="none" w="med" len="med"/>
                    </a:lnB>
                    <a:solidFill>
                      <a:srgbClr val="CBD5E8"/>
                    </a:solidFill>
                  </a:tcPr>
                </a:tc>
                <a:tc>
                  <a:txBody>
                    <a:bodyPr/>
                    <a:lstStyle/>
                    <a:p>
                      <a:pPr algn="ctr" fontAlgn="ctr"/>
                      <a:r>
                        <a:rPr lang="en-US" sz="1000" b="1" i="0" u="none" strike="noStrike">
                          <a:solidFill>
                            <a:srgbClr val="000000"/>
                          </a:solidFill>
                          <a:effectLst/>
                          <a:latin typeface="Verdana" panose="020B0604030504040204" pitchFamily="34" charset="0"/>
                          <a:ea typeface="Verdana" panose="020B0604030504040204" pitchFamily="34" charset="0"/>
                        </a:rPr>
                        <a:t>4</a:t>
                      </a:r>
                      <a:r>
                        <a:rPr lang="en-AE" sz="1000" b="1" i="0" u="none" strike="noStrike">
                          <a:solidFill>
                            <a:srgbClr val="000000"/>
                          </a:solidFill>
                          <a:effectLst/>
                          <a:latin typeface="Verdana" panose="020B0604030504040204" pitchFamily="34" charset="0"/>
                          <a:ea typeface="Verdana" panose="020B0604030504040204" pitchFamily="34" charset="0"/>
                        </a:rPr>
                        <a:t>66</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chemeClr val="bg2">
                          <a:lumMod val="50000"/>
                          <a:lumOff val="50000"/>
                        </a:schemeClr>
                      </a:solidFill>
                      <a:prstDash val="solid"/>
                      <a:round/>
                      <a:headEnd type="none" w="med" len="med"/>
                      <a:tailEnd type="none" w="med" len="med"/>
                    </a:lnB>
                    <a:solidFill>
                      <a:srgbClr val="CBD5E8"/>
                    </a:solidFill>
                  </a:tcPr>
                </a:tc>
                <a:tc>
                  <a:txBody>
                    <a:bodyPr/>
                    <a:lstStyle/>
                    <a:p>
                      <a:pPr algn="ctr" fontAlgn="ctr"/>
                      <a:r>
                        <a:rPr lang="en-US" sz="1000" b="1" i="0" u="none" strike="noStrike">
                          <a:solidFill>
                            <a:srgbClr val="000000"/>
                          </a:solidFill>
                          <a:effectLst/>
                          <a:latin typeface="Verdana" panose="020B0604030504040204" pitchFamily="34" charset="0"/>
                          <a:ea typeface="Verdana" panose="020B0604030504040204" pitchFamily="34" charset="0"/>
                        </a:rPr>
                        <a:t>340</a:t>
                      </a:r>
                      <a:endParaRPr lang="en-AE" sz="1000" b="1" i="0" u="none" strike="noStrike">
                        <a:solidFill>
                          <a:srgbClr val="000000"/>
                        </a:solidFill>
                        <a:effectLst/>
                        <a:latin typeface="Verdana" panose="020B0604030504040204" pitchFamily="34" charset="0"/>
                        <a:ea typeface="Verdana" panose="020B0604030504040204" pitchFamily="34" charset="0"/>
                      </a:endParaRP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chemeClr val="bg2">
                          <a:lumMod val="50000"/>
                          <a:lumOff val="50000"/>
                        </a:schemeClr>
                      </a:solidFill>
                      <a:prstDash val="solid"/>
                      <a:round/>
                      <a:headEnd type="none" w="med" len="med"/>
                      <a:tailEnd type="none" w="med" len="med"/>
                    </a:lnB>
                    <a:solidFill>
                      <a:srgbClr val="CBD5E8"/>
                    </a:solidFill>
                  </a:tcPr>
                </a:tc>
                <a:tc>
                  <a:txBody>
                    <a:bodyPr/>
                    <a:lstStyle/>
                    <a:p>
                      <a:pPr algn="ctr" fontAlgn="ctr"/>
                      <a:r>
                        <a:rPr lang="en-US" sz="1000" b="1" i="0" u="none" strike="noStrike" dirty="0">
                          <a:solidFill>
                            <a:schemeClr val="bg2"/>
                          </a:solidFill>
                          <a:effectLst/>
                          <a:latin typeface="Verdana" panose="020B0604030504040204" pitchFamily="34" charset="0"/>
                          <a:ea typeface="Verdana" panose="020B0604030504040204" pitchFamily="34" charset="0"/>
                        </a:rPr>
                        <a:t>2</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chemeClr val="bg2">
                          <a:lumMod val="50000"/>
                          <a:lumOff val="50000"/>
                        </a:schemeClr>
                      </a:solidFill>
                      <a:prstDash val="solid"/>
                      <a:round/>
                      <a:headEnd type="none" w="med" len="med"/>
                      <a:tailEnd type="none" w="med" len="med"/>
                    </a:lnB>
                    <a:solidFill>
                      <a:srgbClr val="CBD5E8"/>
                    </a:solidFill>
                  </a:tcPr>
                </a:tc>
                <a:tc>
                  <a:txBody>
                    <a:bodyPr/>
                    <a:lstStyle/>
                    <a:p>
                      <a:pPr algn="ctr" fontAlgn="ctr"/>
                      <a:r>
                        <a:rPr lang="en-US" sz="1000" b="1" i="0" u="none" strike="noStrike" dirty="0">
                          <a:solidFill>
                            <a:schemeClr val="bg2"/>
                          </a:solidFill>
                          <a:effectLst/>
                          <a:latin typeface="Verdana" panose="020B0604030504040204" pitchFamily="34" charset="0"/>
                          <a:ea typeface="Verdana" panose="020B0604030504040204" pitchFamily="34" charset="0"/>
                        </a:rPr>
                        <a:t>3</a:t>
                      </a:r>
                      <a:r>
                        <a:rPr lang="en-AE" sz="1000" b="1" i="0" u="none" strike="noStrike" dirty="0">
                          <a:solidFill>
                            <a:schemeClr val="bg2"/>
                          </a:solidFill>
                          <a:effectLst/>
                          <a:latin typeface="Verdana" panose="020B0604030504040204" pitchFamily="34" charset="0"/>
                          <a:ea typeface="Verdana" panose="020B0604030504040204" pitchFamily="34" charset="0"/>
                        </a:rPr>
                        <a:t>38</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chemeClr val="bg2">
                          <a:lumMod val="50000"/>
                          <a:lumOff val="50000"/>
                        </a:schemeClr>
                      </a:solidFill>
                      <a:prstDash val="solid"/>
                      <a:round/>
                      <a:headEnd type="none" w="med" len="med"/>
                      <a:tailEnd type="none" w="med" len="med"/>
                    </a:lnB>
                    <a:solidFill>
                      <a:srgbClr val="CBD5E8"/>
                    </a:solidFill>
                  </a:tcPr>
                </a:tc>
                <a:tc>
                  <a:txBody>
                    <a:bodyPr/>
                    <a:lstStyle/>
                    <a:p>
                      <a:pPr algn="ctr" fontAlgn="ctr"/>
                      <a:r>
                        <a:rPr lang="en-US" sz="1000" b="1" i="0" u="none" strike="noStrike" dirty="0">
                          <a:solidFill>
                            <a:schemeClr val="bg2"/>
                          </a:solidFill>
                          <a:effectLst/>
                          <a:latin typeface="Verdana" panose="020B0604030504040204" pitchFamily="34" charset="0"/>
                          <a:ea typeface="Verdana" panose="020B0604030504040204" pitchFamily="34" charset="0"/>
                        </a:rPr>
                        <a:t>3</a:t>
                      </a:r>
                      <a:r>
                        <a:rPr lang="en-AE" sz="1000" b="1" i="0" u="none" strike="noStrike" dirty="0">
                          <a:solidFill>
                            <a:schemeClr val="bg2"/>
                          </a:solidFill>
                          <a:effectLst/>
                          <a:latin typeface="Verdana" panose="020B0604030504040204" pitchFamily="34" charset="0"/>
                          <a:ea typeface="Verdana" panose="020B0604030504040204" pitchFamily="34" charset="0"/>
                        </a:rPr>
                        <a:t>38</a:t>
                      </a:r>
                    </a:p>
                  </a:txBody>
                  <a:tcPr marL="9525" marR="9525" marT="9525" marB="0" anchor="ctr">
                    <a:lnL w="12700" cap="flat" cmpd="sng" algn="ctr">
                      <a:solidFill>
                        <a:srgbClr val="A5A5A5"/>
                      </a:solidFill>
                      <a:prstDash val="solid"/>
                      <a:round/>
                      <a:headEnd type="none" w="med" len="med"/>
                      <a:tailEnd type="none" w="med" len="med"/>
                    </a:lnL>
                    <a:lnR w="12700" cap="flat" cmpd="sng" algn="ctr">
                      <a:solidFill>
                        <a:schemeClr val="bg2">
                          <a:lumMod val="50000"/>
                          <a:lumOff val="50000"/>
                        </a:schemeClr>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chemeClr val="bg2">
                          <a:lumMod val="50000"/>
                          <a:lumOff val="50000"/>
                        </a:schemeClr>
                      </a:solidFill>
                      <a:prstDash val="solid"/>
                      <a:round/>
                      <a:headEnd type="none" w="med" len="med"/>
                      <a:tailEnd type="none" w="med" len="med"/>
                    </a:lnB>
                    <a:solidFill>
                      <a:srgbClr val="CBD5E8"/>
                    </a:solidFill>
                  </a:tcPr>
                </a:tc>
                <a:extLst>
                  <a:ext uri="{0D108BD9-81ED-4DB2-BD59-A6C34878D82A}">
                    <a16:rowId xmlns:a16="http://schemas.microsoft.com/office/drawing/2014/main" val="3415402632"/>
                  </a:ext>
                </a:extLst>
              </a:tr>
            </a:tbl>
          </a:graphicData>
        </a:graphic>
      </p:graphicFrame>
      <p:sp>
        <p:nvSpPr>
          <p:cNvPr id="7" name="Rectangle 6">
            <a:extLst>
              <a:ext uri="{FF2B5EF4-FFF2-40B4-BE49-F238E27FC236}">
                <a16:creationId xmlns:a16="http://schemas.microsoft.com/office/drawing/2014/main" id="{E1713C50-0330-DD53-AE6D-4C09A35D6A5C}"/>
              </a:ext>
            </a:extLst>
          </p:cNvPr>
          <p:cNvSpPr/>
          <p:nvPr/>
        </p:nvSpPr>
        <p:spPr bwMode="auto">
          <a:xfrm>
            <a:off x="2514600" y="6608748"/>
            <a:ext cx="715711" cy="208577"/>
          </a:xfrm>
          <a:prstGeom prst="rect">
            <a:avLst/>
          </a:prstGeom>
          <a:gradFill>
            <a:gsLst>
              <a:gs pos="2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9525" cap="flat" cmpd="sng" algn="ctr">
            <a:gradFill flip="none" rotWithShape="1">
              <a:gsLst>
                <a:gs pos="20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srgbClr val="2D2926"/>
              </a:solidFill>
              <a:effectLst/>
              <a:uLnTx/>
              <a:uFillTx/>
              <a:latin typeface="Arial" charset="0"/>
              <a:ea typeface="+mn-ea"/>
              <a:cs typeface="Arial" charset="0"/>
            </a:endParaRPr>
          </a:p>
        </p:txBody>
      </p:sp>
      <p:sp>
        <p:nvSpPr>
          <p:cNvPr id="8" name="TextBox 7">
            <a:extLst>
              <a:ext uri="{FF2B5EF4-FFF2-40B4-BE49-F238E27FC236}">
                <a16:creationId xmlns:a16="http://schemas.microsoft.com/office/drawing/2014/main" id="{DD1A277A-2D8B-32C0-8B36-08633AF9E4CE}"/>
              </a:ext>
            </a:extLst>
          </p:cNvPr>
          <p:cNvSpPr txBox="1"/>
          <p:nvPr/>
        </p:nvSpPr>
        <p:spPr>
          <a:xfrm>
            <a:off x="366281" y="6324600"/>
            <a:ext cx="11365800" cy="215444"/>
          </a:xfrm>
          <a:prstGeom prst="rect">
            <a:avLst/>
          </a:prstGeom>
          <a:solidFill>
            <a:srgbClr val="CFCFCF"/>
          </a:solidFill>
          <a:ln>
            <a:solidFill>
              <a:schemeClr val="bg2">
                <a:lumMod val="50000"/>
                <a:lumOff val="50000"/>
              </a:schemeClr>
            </a:solidFill>
          </a:ln>
        </p:spPr>
        <p:txBody>
          <a:bodyPr wrap="square" rtlCol="0"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cs typeface="Arial" charset="0"/>
              </a:rPr>
              <a:t>All CBUAE examinations where actions have been completely remediated, validated and closed are not shown in this table </a:t>
            </a:r>
          </a:p>
        </p:txBody>
      </p:sp>
      <p:pic>
        <p:nvPicPr>
          <p:cNvPr id="1026" name="Picture 2" descr="Meeting Silhouette PNG - PNG Mart">
            <a:extLst>
              <a:ext uri="{FF2B5EF4-FFF2-40B4-BE49-F238E27FC236}">
                <a16:creationId xmlns:a16="http://schemas.microsoft.com/office/drawing/2014/main" id="{38B3DBA5-0DAF-EA8B-ECD3-D054A1F67057}"/>
              </a:ext>
            </a:extLst>
          </p:cNvPr>
          <p:cNvPicPr>
            <a:picLocks noChangeAspect="1" noChangeArrowheads="1"/>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3348148" y="2367343"/>
            <a:ext cx="449586" cy="255728"/>
          </a:xfrm>
          <a:prstGeom prst="rect">
            <a:avLst/>
          </a:prstGeom>
          <a:noFill/>
          <a:extLst>
            <a:ext uri="{909E8E84-426E-40DD-AFC4-6F175D3DCCD1}">
              <a14:hiddenFill xmlns:a14="http://schemas.microsoft.com/office/drawing/2010/main">
                <a:solidFill>
                  <a:srgbClr val="FFFFFF"/>
                </a:solidFill>
              </a14:hiddenFill>
            </a:ext>
          </a:extLst>
        </p:spPr>
      </p:pic>
      <p:sp>
        <p:nvSpPr>
          <p:cNvPr id="6" name="Action Button: Return 5">
            <a:hlinkClick r:id="rId4" action="ppaction://hlinksldjump" highlightClick="1"/>
            <a:extLst>
              <a:ext uri="{FF2B5EF4-FFF2-40B4-BE49-F238E27FC236}">
                <a16:creationId xmlns:a16="http://schemas.microsoft.com/office/drawing/2014/main" id="{39A919FB-E214-F29B-2001-D7ED32A1B7B3}"/>
              </a:ext>
            </a:extLst>
          </p:cNvPr>
          <p:cNvSpPr/>
          <p:nvPr/>
        </p:nvSpPr>
        <p:spPr bwMode="auto">
          <a:xfrm>
            <a:off x="11735779" y="6636836"/>
            <a:ext cx="211853" cy="152400"/>
          </a:xfrm>
          <a:prstGeom prst="actionButtonReturn">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srgbClr val="2D2926"/>
              </a:solidFill>
              <a:effectLst/>
              <a:uLnTx/>
              <a:uFillTx/>
              <a:latin typeface="Arial" charset="0"/>
              <a:ea typeface="+mn-ea"/>
              <a:cs typeface="Arial" charset="0"/>
            </a:endParaRPr>
          </a:p>
        </p:txBody>
      </p:sp>
    </p:spTree>
    <p:extLst>
      <p:ext uri="{BB962C8B-B14F-4D97-AF65-F5344CB8AC3E}">
        <p14:creationId xmlns:p14="http://schemas.microsoft.com/office/powerpoint/2010/main" val="3866438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582400" y="6602506"/>
            <a:ext cx="914400" cy="233749"/>
          </a:xfrm>
        </p:spPr>
        <p:txBody>
          <a:bodyPr/>
          <a:lstStyle/>
          <a:p>
            <a:pPr>
              <a:defRPr/>
            </a:pPr>
            <a:fld id="{6516E9BE-843C-4425-80E4-36155279AD5E}" type="slidenum">
              <a:rPr lang="en-GB">
                <a:latin typeface="Calibri"/>
              </a:rPr>
              <a:pPr>
                <a:defRPr/>
              </a:pPr>
              <a:t>17</a:t>
            </a:fld>
            <a:endParaRPr lang="en-GB">
              <a:latin typeface="Calibri"/>
            </a:endParaRPr>
          </a:p>
        </p:txBody>
      </p:sp>
      <p:sp>
        <p:nvSpPr>
          <p:cNvPr id="2" name="Title 1">
            <a:extLst>
              <a:ext uri="{FF2B5EF4-FFF2-40B4-BE49-F238E27FC236}">
                <a16:creationId xmlns:a16="http://schemas.microsoft.com/office/drawing/2014/main" id="{BD5C32DA-40C8-7D60-4B6D-DD02CEC1BC7F}"/>
              </a:ext>
            </a:extLst>
          </p:cNvPr>
          <p:cNvSpPr txBox="1">
            <a:spLocks/>
          </p:cNvSpPr>
          <p:nvPr/>
        </p:nvSpPr>
        <p:spPr>
          <a:xfrm>
            <a:off x="-5316" y="21745"/>
            <a:ext cx="12192000" cy="609826"/>
          </a:xfrm>
          <a:prstGeom prst="rect">
            <a:avLst/>
          </a:prstGeom>
        </p:spPr>
        <p:txBody>
          <a:bodyPr anchor="ctr">
            <a:normAutofit/>
          </a:bodyPr>
          <a:lstStyle>
            <a:lvl1pPr algn="l" rtl="0" eaLnBrk="1" fontAlgn="base" hangingPunct="1">
              <a:spcBef>
                <a:spcPct val="0"/>
              </a:spcBef>
              <a:spcAft>
                <a:spcPct val="0"/>
              </a:spcAft>
              <a:defRPr sz="1200" b="0">
                <a:solidFill>
                  <a:schemeClr val="bg1"/>
                </a:solidFill>
                <a:latin typeface="+mj-lt"/>
                <a:ea typeface="+mj-ea"/>
                <a:cs typeface="+mj-cs"/>
              </a:defRPr>
            </a:lvl1pPr>
            <a:lvl2pPr algn="ctr" rtl="0" eaLnBrk="1" fontAlgn="base" hangingPunct="1">
              <a:spcBef>
                <a:spcPct val="0"/>
              </a:spcBef>
              <a:spcAft>
                <a:spcPct val="0"/>
              </a:spcAft>
              <a:defRPr sz="2400" b="1">
                <a:solidFill>
                  <a:schemeClr val="bg1"/>
                </a:solidFill>
                <a:latin typeface="Verdana" pitchFamily="34" charset="0"/>
                <a:cs typeface="Times New Roman" pitchFamily="18" charset="0"/>
              </a:defRPr>
            </a:lvl2pPr>
            <a:lvl3pPr algn="ctr" rtl="0" eaLnBrk="1" fontAlgn="base" hangingPunct="1">
              <a:spcBef>
                <a:spcPct val="0"/>
              </a:spcBef>
              <a:spcAft>
                <a:spcPct val="0"/>
              </a:spcAft>
              <a:defRPr sz="2400" b="1">
                <a:solidFill>
                  <a:schemeClr val="bg1"/>
                </a:solidFill>
                <a:latin typeface="Verdana" pitchFamily="34" charset="0"/>
                <a:cs typeface="Times New Roman" pitchFamily="18" charset="0"/>
              </a:defRPr>
            </a:lvl3pPr>
            <a:lvl4pPr algn="ctr" rtl="0" eaLnBrk="1" fontAlgn="base" hangingPunct="1">
              <a:spcBef>
                <a:spcPct val="0"/>
              </a:spcBef>
              <a:spcAft>
                <a:spcPct val="0"/>
              </a:spcAft>
              <a:defRPr sz="2400" b="1">
                <a:solidFill>
                  <a:schemeClr val="bg1"/>
                </a:solidFill>
                <a:latin typeface="Verdana" pitchFamily="34" charset="0"/>
                <a:cs typeface="Times New Roman" pitchFamily="18" charset="0"/>
              </a:defRPr>
            </a:lvl4pPr>
            <a:lvl5pPr algn="ctr" rtl="0" eaLnBrk="1" fontAlgn="base" hangingPunct="1">
              <a:spcBef>
                <a:spcPct val="0"/>
              </a:spcBef>
              <a:spcAft>
                <a:spcPct val="0"/>
              </a:spcAft>
              <a:defRPr sz="2400" b="1">
                <a:solidFill>
                  <a:schemeClr val="bg1"/>
                </a:solidFill>
                <a:latin typeface="Verdana" pitchFamily="34" charset="0"/>
                <a:cs typeface="Times New Roman" pitchFamily="18" charset="0"/>
              </a:defRPr>
            </a:lvl5pPr>
            <a:lvl6pPr marL="342900" algn="ctr" rtl="0" eaLnBrk="1" fontAlgn="base" hangingPunct="1">
              <a:spcBef>
                <a:spcPct val="0"/>
              </a:spcBef>
              <a:spcAft>
                <a:spcPct val="0"/>
              </a:spcAft>
              <a:defRPr sz="2400" b="1">
                <a:solidFill>
                  <a:schemeClr val="bg1"/>
                </a:solidFill>
                <a:latin typeface="Verdana" pitchFamily="34" charset="0"/>
                <a:cs typeface="Times New Roman" pitchFamily="18" charset="0"/>
              </a:defRPr>
            </a:lvl6pPr>
            <a:lvl7pPr marL="685800" algn="ctr" rtl="0" eaLnBrk="1" fontAlgn="base" hangingPunct="1">
              <a:spcBef>
                <a:spcPct val="0"/>
              </a:spcBef>
              <a:spcAft>
                <a:spcPct val="0"/>
              </a:spcAft>
              <a:defRPr sz="2400" b="1">
                <a:solidFill>
                  <a:schemeClr val="bg1"/>
                </a:solidFill>
                <a:latin typeface="Verdana" pitchFamily="34" charset="0"/>
                <a:cs typeface="Times New Roman" pitchFamily="18" charset="0"/>
              </a:defRPr>
            </a:lvl7pPr>
            <a:lvl8pPr marL="1028700" algn="ctr" rtl="0" eaLnBrk="1" fontAlgn="base" hangingPunct="1">
              <a:spcBef>
                <a:spcPct val="0"/>
              </a:spcBef>
              <a:spcAft>
                <a:spcPct val="0"/>
              </a:spcAft>
              <a:defRPr sz="2400" b="1">
                <a:solidFill>
                  <a:schemeClr val="bg1"/>
                </a:solidFill>
                <a:latin typeface="Verdana" pitchFamily="34" charset="0"/>
                <a:cs typeface="Times New Roman" pitchFamily="18" charset="0"/>
              </a:defRPr>
            </a:lvl8pPr>
            <a:lvl9pPr marL="1371600" algn="ctr" rtl="0" eaLnBrk="1" fontAlgn="base" hangingPunct="1">
              <a:spcBef>
                <a:spcPct val="0"/>
              </a:spcBef>
              <a:spcAft>
                <a:spcPct val="0"/>
              </a:spcAft>
              <a:defRPr sz="2400" b="1">
                <a:solidFill>
                  <a:schemeClr val="bg1"/>
                </a:solidFill>
                <a:latin typeface="Verdana" pitchFamily="34" charset="0"/>
                <a:cs typeface="Times New Roman" pitchFamily="18" charset="0"/>
              </a:defRPr>
            </a:lvl9pPr>
          </a:lstStyle>
          <a:p>
            <a:r>
              <a:rPr lang="en-US" sz="2000" kern="0">
                <a:latin typeface="Verdana" panose="020B0604030504040204" pitchFamily="34" charset="0"/>
                <a:ea typeface="Verdana" panose="020B0604030504040204" pitchFamily="34" charset="0"/>
                <a:cs typeface="Verdana" panose="020B0604030504040204" pitchFamily="34" charset="0"/>
              </a:rPr>
              <a:t>  Summary: CBUAE Limited Scope Examination : GIA Responses to CBUAE	</a:t>
            </a:r>
            <a:endParaRPr lang="en-GB" sz="2000" kern="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6" name="Table 5">
            <a:extLst>
              <a:ext uri="{FF2B5EF4-FFF2-40B4-BE49-F238E27FC236}">
                <a16:creationId xmlns:a16="http://schemas.microsoft.com/office/drawing/2014/main" id="{0FE0C710-8A57-72C0-378E-786968E4F16B}"/>
              </a:ext>
            </a:extLst>
          </p:cNvPr>
          <p:cNvGraphicFramePr>
            <a:graphicFrameLocks noGrp="1"/>
          </p:cNvGraphicFramePr>
          <p:nvPr>
            <p:extLst>
              <p:ext uri="{D42A27DB-BD31-4B8C-83A1-F6EECF244321}">
                <p14:modId xmlns:p14="http://schemas.microsoft.com/office/powerpoint/2010/main" val="1401293068"/>
              </p:ext>
            </p:extLst>
          </p:nvPr>
        </p:nvGraphicFramePr>
        <p:xfrm>
          <a:off x="281762" y="838200"/>
          <a:ext cx="11628475" cy="5430854"/>
        </p:xfrm>
        <a:graphic>
          <a:graphicData uri="http://schemas.openxmlformats.org/drawingml/2006/table">
            <a:tbl>
              <a:tblPr/>
              <a:tblGrid>
                <a:gridCol w="480238">
                  <a:extLst>
                    <a:ext uri="{9D8B030D-6E8A-4147-A177-3AD203B41FA5}">
                      <a16:colId xmlns:a16="http://schemas.microsoft.com/office/drawing/2014/main" val="20000"/>
                    </a:ext>
                  </a:extLst>
                </a:gridCol>
                <a:gridCol w="2148281">
                  <a:extLst>
                    <a:ext uri="{9D8B030D-6E8A-4147-A177-3AD203B41FA5}">
                      <a16:colId xmlns:a16="http://schemas.microsoft.com/office/drawing/2014/main" val="2238674083"/>
                    </a:ext>
                  </a:extLst>
                </a:gridCol>
                <a:gridCol w="617955">
                  <a:extLst>
                    <a:ext uri="{9D8B030D-6E8A-4147-A177-3AD203B41FA5}">
                      <a16:colId xmlns:a16="http://schemas.microsoft.com/office/drawing/2014/main" val="729251747"/>
                    </a:ext>
                  </a:extLst>
                </a:gridCol>
                <a:gridCol w="1676400">
                  <a:extLst>
                    <a:ext uri="{9D8B030D-6E8A-4147-A177-3AD203B41FA5}">
                      <a16:colId xmlns:a16="http://schemas.microsoft.com/office/drawing/2014/main" val="3809593490"/>
                    </a:ext>
                  </a:extLst>
                </a:gridCol>
                <a:gridCol w="3810000">
                  <a:extLst>
                    <a:ext uri="{9D8B030D-6E8A-4147-A177-3AD203B41FA5}">
                      <a16:colId xmlns:a16="http://schemas.microsoft.com/office/drawing/2014/main" val="20004"/>
                    </a:ext>
                  </a:extLst>
                </a:gridCol>
                <a:gridCol w="2895601">
                  <a:extLst>
                    <a:ext uri="{9D8B030D-6E8A-4147-A177-3AD203B41FA5}">
                      <a16:colId xmlns:a16="http://schemas.microsoft.com/office/drawing/2014/main" val="1850759606"/>
                    </a:ext>
                  </a:extLst>
                </a:gridCol>
              </a:tblGrid>
              <a:tr h="462614">
                <a:tc>
                  <a:txBody>
                    <a:bodyPr/>
                    <a:lstStyle/>
                    <a:p>
                      <a:pPr marL="91440" indent="0" algn="ctr" fontAlgn="ctr"/>
                      <a:r>
                        <a:rPr lang="en-US" sz="80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S#</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sz="800" b="1" i="0" u="none" strike="noStrike" kern="1200" baseline="0">
                          <a:solidFill>
                            <a:srgbClr val="FFFFFF"/>
                          </a:solidFill>
                          <a:effectLst/>
                          <a:latin typeface="Verdana" panose="020B0604030504040204" pitchFamily="34" charset="0"/>
                          <a:ea typeface="Verdana" panose="020B0604030504040204" pitchFamily="34" charset="0"/>
                        </a:rPr>
                        <a:t>Observation (Summary)</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sz="800" b="1" i="0" u="none" strike="noStrike" kern="1200" baseline="0">
                          <a:solidFill>
                            <a:srgbClr val="FFFFFF"/>
                          </a:solidFill>
                          <a:effectLst/>
                          <a:latin typeface="Verdana" panose="020B0604030504040204" pitchFamily="34" charset="0"/>
                          <a:ea typeface="Verdana" panose="020B0604030504040204" pitchFamily="34" charset="0"/>
                        </a:rPr>
                        <a:t>Risk Impact</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sz="800" b="1" i="0" u="none" strike="noStrike" kern="1200" baseline="0">
                          <a:solidFill>
                            <a:srgbClr val="FFFFFF"/>
                          </a:solidFill>
                          <a:effectLst/>
                          <a:latin typeface="Verdana" panose="020B0604030504040204" pitchFamily="34" charset="0"/>
                          <a:ea typeface="Verdana" panose="020B0604030504040204" pitchFamily="34" charset="0"/>
                        </a:rPr>
                        <a:t>Action Required (Summary)</a:t>
                      </a: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lvl="0" indent="58738" algn="ctr" rtl="0" fontAlgn="ctr"/>
                      <a:r>
                        <a:rPr lang="en-US" sz="800" b="1" i="0" u="none" strike="noStrike">
                          <a:solidFill>
                            <a:srgbClr val="FFFFFF"/>
                          </a:solidFill>
                          <a:effectLst/>
                          <a:latin typeface="Verdana" panose="020B0604030504040204" pitchFamily="34" charset="0"/>
                          <a:ea typeface="Verdana" panose="020B0604030504040204" pitchFamily="34" charset="0"/>
                          <a:cs typeface="Verdana" panose="020B0604030504040204" pitchFamily="34" charset="0"/>
                        </a:rPr>
                        <a:t>GIA : Responses to CBUAE</a:t>
                      </a:r>
                      <a:endParaRPr lang="en-US" sz="800" b="1" i="0" u="none" strike="noStrike" baseline="30000">
                        <a:solidFill>
                          <a:srgbClr val="FFFFFF"/>
                        </a:solidFill>
                        <a:effectLst/>
                        <a:latin typeface="Verdana" panose="020B0604030504040204" pitchFamily="34" charset="0"/>
                        <a:ea typeface="Verdana" panose="020B0604030504040204" pitchFamily="34" charset="0"/>
                        <a:cs typeface="Verdana" panose="020B0604030504040204" pitchFamily="34" charset="0"/>
                      </a:endParaRP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marL="91440" marR="0" lvl="0" indent="58738" algn="l" defTabSz="685817" rtl="0" eaLnBrk="1" fontAlgn="ctr" latinLnBrk="0" hangingPunct="1">
                        <a:lnSpc>
                          <a:spcPct val="100000"/>
                        </a:lnSpc>
                        <a:spcBef>
                          <a:spcPts val="0"/>
                        </a:spcBef>
                        <a:spcAft>
                          <a:spcPts val="0"/>
                        </a:spcAft>
                        <a:buClrTx/>
                        <a:buSzTx/>
                        <a:buFontTx/>
                        <a:buNone/>
                        <a:tabLst/>
                        <a:defRPr/>
                      </a:pPr>
                      <a:r>
                        <a:rPr lang="en-US" sz="800" b="1" i="0" u="none" strike="noStrike" kern="1200" baseline="0">
                          <a:solidFill>
                            <a:srgbClr val="FFFFFF"/>
                          </a:solidFill>
                          <a:effectLst/>
                          <a:latin typeface="Verdana" panose="020B0604030504040204" pitchFamily="34" charset="0"/>
                          <a:ea typeface="Verdana" panose="020B0604030504040204" pitchFamily="34" charset="0"/>
                        </a:rPr>
                        <a:t>GIA Comments / Current Status</a:t>
                      </a:r>
                    </a:p>
                    <a:p>
                      <a:pPr marL="91440" lvl="0" indent="58738" algn="ctr" rtl="0" fontAlgn="ctr"/>
                      <a:endParaRPr lang="en-US" sz="800" b="1" i="0" u="none" strike="noStrike" baseline="30000">
                        <a:solidFill>
                          <a:srgbClr val="FFFFFF"/>
                        </a:solidFill>
                        <a:effectLst/>
                        <a:latin typeface="Verdana" panose="020B0604030504040204" pitchFamily="34" charset="0"/>
                        <a:ea typeface="Verdana" panose="020B0604030504040204" pitchFamily="34" charset="0"/>
                        <a:cs typeface="Verdana" panose="020B0604030504040204" pitchFamily="34" charset="0"/>
                      </a:endParaRPr>
                    </a:p>
                  </a:txBody>
                  <a:tcPr marT="91440" marB="9144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717915">
                <a:tc>
                  <a:txBody>
                    <a:bodyPr/>
                    <a:lstStyle/>
                    <a:p>
                      <a:pPr marL="0" indent="0" algn="ctr" defTabSz="914400" rtl="0" eaLnBrk="1" fontAlgn="ctr" latinLnBrk="0" hangingPunct="1">
                        <a:buFont typeface="+mj-lt"/>
                        <a:buNone/>
                      </a:pPr>
                      <a:r>
                        <a:rPr lang="en-US" sz="800" b="0" i="0" u="none" strike="noStrike" kern="1200">
                          <a:solidFill>
                            <a:srgbClr val="000000"/>
                          </a:solidFill>
                          <a:effectLst/>
                          <a:latin typeface="Verdana" panose="020B0604030504040204" pitchFamily="34" charset="0"/>
                          <a:ea typeface="Verdana" panose="020B0604030504040204" pitchFamily="34" charset="0"/>
                          <a:cs typeface="Verdana" panose="020B0604030504040204" pitchFamily="34" charset="0"/>
                        </a:rPr>
                        <a:t>1</a:t>
                      </a:r>
                    </a:p>
                  </a:txBody>
                  <a:tcPr marT="91440" marB="91440">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just"/>
                      <a:r>
                        <a:rPr lang="en-AE" sz="800" kern="100">
                          <a:effectLst/>
                          <a:latin typeface="Verdana" panose="020B0604030504040204" pitchFamily="34" charset="0"/>
                          <a:ea typeface="Verdana" panose="020B0604030504040204" pitchFamily="34" charset="0"/>
                          <a:cs typeface="Aptos" panose="020B0004020202020204" pitchFamily="34" charset="0"/>
                        </a:rPr>
                        <a:t>GIA has 5 vacancies, achieving only 76% of the 2024 audit plan. No formalized training plan; inconsistent training levels among staff. Skills gaps identified in model risk, cyber security, and climate risk.</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just"/>
                      <a:r>
                        <a:rPr lang="en-AE" sz="800" kern="100">
                          <a:effectLst/>
                          <a:latin typeface="Verdana" panose="020B0604030504040204" pitchFamily="34" charset="0"/>
                          <a:ea typeface="Verdana" panose="020B0604030504040204" pitchFamily="34" charset="0"/>
                          <a:cs typeface="Aptos" panose="020B0004020202020204" pitchFamily="34" charset="0"/>
                        </a:rPr>
                        <a:t>Medium</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algn="just"/>
                      <a:r>
                        <a:rPr lang="en-AE" sz="800" kern="100">
                          <a:effectLst/>
                          <a:latin typeface="Verdana" panose="020B0604030504040204" pitchFamily="34" charset="0"/>
                          <a:ea typeface="Verdana" panose="020B0604030504040204" pitchFamily="34" charset="0"/>
                          <a:cs typeface="Aptos" panose="020B0004020202020204" pitchFamily="34" charset="0"/>
                        </a:rPr>
                        <a:t>Allocate adequate resources to complete the audit plan and develop a formal training plan covering skills, grade, and focus area.</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182563" indent="-182563" algn="just" defTabSz="685817" rtl="0" eaLnBrk="1" latinLnBrk="0" hangingPunct="1">
                        <a:buFont typeface="+mj-lt"/>
                        <a:buAutoNum type="romanLcPeriod"/>
                      </a:pPr>
                      <a:r>
                        <a:rPr lang="en-US" sz="800" kern="1200">
                          <a:solidFill>
                            <a:schemeClr val="tx1"/>
                          </a:solidFill>
                          <a:effectLst/>
                          <a:latin typeface="Verdana" panose="020B0604030504040204" pitchFamily="34" charset="0"/>
                          <a:ea typeface="Verdana" panose="020B0604030504040204" pitchFamily="34" charset="0"/>
                          <a:cs typeface="+mn-cs"/>
                        </a:rPr>
                        <a:t>Recruitment is in progress to fill the remaining vacancies; 84% audit plan completion was achieved with remaining work completed in Q1 2025.</a:t>
                      </a:r>
                    </a:p>
                    <a:p>
                      <a:pPr marL="182563" indent="-182563" algn="just" defTabSz="685817" rtl="0" eaLnBrk="1" latinLnBrk="0" hangingPunct="1">
                        <a:buFont typeface="+mj-lt"/>
                        <a:buAutoNum type="romanLcPeriod"/>
                      </a:pPr>
                      <a:r>
                        <a:rPr lang="en-US" sz="800" kern="1200">
                          <a:solidFill>
                            <a:schemeClr val="tx1"/>
                          </a:solidFill>
                          <a:effectLst/>
                          <a:latin typeface="Verdana" panose="020B0604030504040204" pitchFamily="34" charset="0"/>
                          <a:ea typeface="Verdana" panose="020B0604030504040204" pitchFamily="34" charset="0"/>
                          <a:cs typeface="+mn-cs"/>
                        </a:rPr>
                        <a:t>A staff capacity analysis will be performed for the FY 2026 Audit Plan.</a:t>
                      </a:r>
                    </a:p>
                    <a:p>
                      <a:pPr marL="182563" indent="-182563" algn="just" defTabSz="685817" rtl="0" eaLnBrk="1" latinLnBrk="0" hangingPunct="1">
                        <a:buFont typeface="+mj-lt"/>
                        <a:buAutoNum type="romanLcPeriod"/>
                      </a:pPr>
                      <a:r>
                        <a:rPr lang="en-US" sz="800" kern="1200">
                          <a:solidFill>
                            <a:schemeClr val="tx1"/>
                          </a:solidFill>
                          <a:effectLst/>
                          <a:latin typeface="Verdana" panose="020B0604030504040204" pitchFamily="34" charset="0"/>
                          <a:ea typeface="Verdana" panose="020B0604030504040204" pitchFamily="34" charset="0"/>
                          <a:cs typeface="+mn-cs"/>
                        </a:rPr>
                        <a:t>GIA's Training Plan will be enhanced, reflecting skill assessment results and aligned to  the upcoming audit plan. External expertise will continue to be used where needed.</a:t>
                      </a:r>
                    </a:p>
                  </a:txBody>
                  <a:tcPr marL="45720" marR="4572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tc>
                  <a:txBody>
                    <a:bodyPr/>
                    <a:lstStyle/>
                    <a:p>
                      <a:pPr marL="182563" indent="-182563" algn="just" defTabSz="685817" rtl="0" eaLnBrk="1" latinLnBrk="0" hangingPunct="1">
                        <a:buFont typeface="+mj-lt"/>
                        <a:buAutoNum type="romanLcPeriod"/>
                      </a:pPr>
                      <a:r>
                        <a:rPr lang="en-US" sz="800" kern="1200">
                          <a:solidFill>
                            <a:schemeClr val="accent6">
                              <a:lumMod val="75000"/>
                            </a:schemeClr>
                          </a:solidFill>
                          <a:effectLst/>
                          <a:latin typeface="Verdana" panose="020B0604030504040204" pitchFamily="34" charset="0"/>
                          <a:ea typeface="Verdana" panose="020B0604030504040204" pitchFamily="34" charset="0"/>
                          <a:cs typeface="+mn-cs"/>
                        </a:rPr>
                        <a:t>In progress.</a:t>
                      </a:r>
                      <a:r>
                        <a:rPr lang="en-US" sz="800" kern="1200">
                          <a:solidFill>
                            <a:schemeClr val="tx1"/>
                          </a:solidFill>
                          <a:effectLst/>
                          <a:latin typeface="Verdana" panose="020B0604030504040204" pitchFamily="34" charset="0"/>
                          <a:ea typeface="Verdana" panose="020B0604030504040204" pitchFamily="34" charset="0"/>
                          <a:cs typeface="+mn-cs"/>
                        </a:rPr>
                        <a:t> Recruitment for 3 remaining approved vacancies in progress; </a:t>
                      </a:r>
                    </a:p>
                    <a:p>
                      <a:pPr marL="182563" indent="-182563" algn="just" defTabSz="685817" rtl="0" eaLnBrk="1" latinLnBrk="0" hangingPunct="1">
                        <a:buFont typeface="+mj-lt"/>
                        <a:buAutoNum type="romanLcPeriod"/>
                      </a:pPr>
                      <a:r>
                        <a:rPr lang="en-US" sz="800" kern="1200">
                          <a:solidFill>
                            <a:srgbClr val="005089"/>
                          </a:solidFill>
                          <a:effectLst/>
                          <a:latin typeface="Verdana" panose="020B0604030504040204" pitchFamily="34" charset="0"/>
                          <a:ea typeface="Verdana" panose="020B0604030504040204" pitchFamily="34" charset="0"/>
                          <a:cs typeface="+mn-cs"/>
                        </a:rPr>
                        <a:t>Year-End</a:t>
                      </a:r>
                      <a:r>
                        <a:rPr lang="en-US" sz="800" kern="1200">
                          <a:solidFill>
                            <a:schemeClr val="tx1"/>
                          </a:solidFill>
                          <a:effectLst/>
                          <a:latin typeface="Verdana" panose="020B0604030504040204" pitchFamily="34" charset="0"/>
                          <a:ea typeface="Verdana" panose="020B0604030504040204" pitchFamily="34" charset="0"/>
                          <a:cs typeface="+mn-cs"/>
                        </a:rPr>
                        <a:t>. Will be performed as part of FY’26 Annual Audit Plan exercise in Q4’2025</a:t>
                      </a:r>
                    </a:p>
                    <a:p>
                      <a:pPr marL="182563" indent="-182563" algn="just" defTabSz="685817" rtl="0" eaLnBrk="1" latinLnBrk="0" hangingPunct="1">
                        <a:buFont typeface="+mj-lt"/>
                        <a:buAutoNum type="romanLcPeriod"/>
                      </a:pPr>
                      <a:r>
                        <a:rPr lang="en-US" sz="800" kern="1200">
                          <a:solidFill>
                            <a:schemeClr val="accent6">
                              <a:lumMod val="75000"/>
                            </a:schemeClr>
                          </a:solidFill>
                          <a:effectLst/>
                          <a:latin typeface="Verdana" panose="020B0604030504040204" pitchFamily="34" charset="0"/>
                          <a:ea typeface="Verdana" panose="020B0604030504040204" pitchFamily="34" charset="0"/>
                          <a:cs typeface="+mn-cs"/>
                        </a:rPr>
                        <a:t>In progress. </a:t>
                      </a:r>
                      <a:r>
                        <a:rPr lang="en-US" sz="800" kern="1200">
                          <a:solidFill>
                            <a:schemeClr val="tx1"/>
                          </a:solidFill>
                          <a:effectLst/>
                          <a:latin typeface="Verdana" panose="020B0604030504040204" pitchFamily="34" charset="0"/>
                          <a:ea typeface="Verdana" panose="020B0604030504040204" pitchFamily="34" charset="0"/>
                          <a:cs typeface="+mn-cs"/>
                        </a:rPr>
                        <a:t>GIA is liaising with Learning and Development team; Session on Global Internal Audit Standards and Professional Ethics conducted for team. </a:t>
                      </a:r>
                    </a:p>
                  </a:txBody>
                  <a:tcPr marL="45720" marR="45720">
                    <a:lnL w="12700" cap="flat" cmpd="sng" algn="ctr">
                      <a:solidFill>
                        <a:schemeClr val="bg1">
                          <a:lumMod val="6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ysDash"/>
                      <a:round/>
                      <a:headEnd type="none" w="med" len="med"/>
                      <a:tailEnd type="none" w="med" len="med"/>
                    </a:lnB>
                  </a:tcPr>
                </a:tc>
                <a:extLst>
                  <a:ext uri="{0D108BD9-81ED-4DB2-BD59-A6C34878D82A}">
                    <a16:rowId xmlns:a16="http://schemas.microsoft.com/office/drawing/2014/main" val="1875220160"/>
                  </a:ext>
                </a:extLst>
              </a:tr>
              <a:tr h="859140">
                <a:tc>
                  <a:txBody>
                    <a:bodyPr/>
                    <a:lstStyle/>
                    <a:p>
                      <a:pPr marL="0" indent="0" algn="ctr" defTabSz="914400" rtl="0" eaLnBrk="1" fontAlgn="ctr" latinLnBrk="0" hangingPunct="1">
                        <a:buFont typeface="+mj-lt"/>
                        <a:buNone/>
                      </a:pPr>
                      <a:r>
                        <a:rPr lang="en-US" sz="800" b="0" i="0" u="none" strike="noStrike" kern="1200">
                          <a:solidFill>
                            <a:srgbClr val="000000"/>
                          </a:solidFill>
                          <a:effectLst/>
                          <a:latin typeface="Verdana" panose="020B0604030504040204" pitchFamily="34" charset="0"/>
                          <a:ea typeface="Verdana" panose="020B0604030504040204" pitchFamily="34" charset="0"/>
                          <a:cs typeface="Verdana" panose="020B0604030504040204" pitchFamily="34" charset="0"/>
                        </a:rPr>
                        <a:t>2</a:t>
                      </a:r>
                    </a:p>
                  </a:txBody>
                  <a:tcPr marT="91440" marB="91440">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noFill/>
                  </a:tcPr>
                </a:tc>
                <a:tc>
                  <a:txBody>
                    <a:bodyPr/>
                    <a:lstStyle/>
                    <a:p>
                      <a:pPr algn="just"/>
                      <a:r>
                        <a:rPr lang="en-AE" sz="800" kern="100">
                          <a:effectLst/>
                          <a:latin typeface="Verdana" panose="020B0604030504040204" pitchFamily="34" charset="0"/>
                          <a:ea typeface="Verdana" panose="020B0604030504040204" pitchFamily="34" charset="0"/>
                          <a:cs typeface="Aptos" panose="020B0004020202020204" pitchFamily="34" charset="0"/>
                        </a:rPr>
                        <a:t>Risk assessment is not linked to the audit cycle, resulting in critical areas not being audited timely. ICAAP and Risk Management audits lacked report ratings.</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noFill/>
                  </a:tcPr>
                </a:tc>
                <a:tc>
                  <a:txBody>
                    <a:bodyPr/>
                    <a:lstStyle/>
                    <a:p>
                      <a:pPr algn="just"/>
                      <a:r>
                        <a:rPr lang="en-AE" sz="800" kern="100">
                          <a:effectLst/>
                          <a:latin typeface="Verdana" panose="020B0604030504040204" pitchFamily="34" charset="0"/>
                          <a:ea typeface="Verdana" panose="020B0604030504040204" pitchFamily="34" charset="0"/>
                          <a:cs typeface="Aptos" panose="020B0004020202020204" pitchFamily="34" charset="0"/>
                        </a:rPr>
                        <a:t>Medium</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noFill/>
                  </a:tcPr>
                </a:tc>
                <a:tc>
                  <a:txBody>
                    <a:bodyPr/>
                    <a:lstStyle/>
                    <a:p>
                      <a:pPr algn="just"/>
                      <a:r>
                        <a:rPr lang="en-AE" sz="800" kern="100">
                          <a:effectLst/>
                          <a:latin typeface="Verdana" panose="020B0604030504040204" pitchFamily="34" charset="0"/>
                          <a:ea typeface="Verdana" panose="020B0604030504040204" pitchFamily="34" charset="0"/>
                          <a:cs typeface="Aptos" panose="020B0004020202020204" pitchFamily="34" charset="0"/>
                        </a:rPr>
                        <a:t>Link audit risk assessment to audit cycle frequency; rate all critical area audits including ICAAP and Risk Management.</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noFill/>
                  </a:tcPr>
                </a:tc>
                <a:tc>
                  <a:txBody>
                    <a:bodyPr/>
                    <a:lstStyle/>
                    <a:p>
                      <a:pPr marL="182563" indent="-182563" algn="just">
                        <a:buFont typeface="+mj-lt"/>
                        <a:buAutoNum type="romanLcPeriod"/>
                      </a:pPr>
                      <a:r>
                        <a:rPr lang="en-US" sz="800" kern="1200">
                          <a:solidFill>
                            <a:schemeClr val="tx1"/>
                          </a:solidFill>
                          <a:effectLst/>
                          <a:latin typeface="Verdana" panose="020B0604030504040204" pitchFamily="34" charset="0"/>
                          <a:ea typeface="Verdana" panose="020B0604030504040204" pitchFamily="34" charset="0"/>
                          <a:cs typeface="+mn-cs"/>
                        </a:rPr>
                        <a:t>Risk assessment is now clearly linked to the 3-year audit cycle. The 1+2 Audit Plan prioritizes high-risk areas.</a:t>
                      </a:r>
                    </a:p>
                    <a:p>
                      <a:pPr marL="182563" indent="-182563" algn="just">
                        <a:buFont typeface="+mj-lt"/>
                        <a:buAutoNum type="romanLcPeriod"/>
                      </a:pPr>
                      <a:r>
                        <a:rPr lang="en-US" sz="800" kern="1200">
                          <a:solidFill>
                            <a:schemeClr val="tx1"/>
                          </a:solidFill>
                          <a:effectLst/>
                          <a:latin typeface="Verdana" panose="020B0604030504040204" pitchFamily="34" charset="0"/>
                          <a:ea typeface="Verdana" panose="020B0604030504040204" pitchFamily="34" charset="0"/>
                          <a:cs typeface="+mn-cs"/>
                        </a:rPr>
                        <a:t>Starting 2026, formal mapping will evidence this linkage.</a:t>
                      </a:r>
                    </a:p>
                    <a:p>
                      <a:pPr marL="182563" indent="-182563" algn="just">
                        <a:buFont typeface="+mj-lt"/>
                        <a:buAutoNum type="romanLcPeriod"/>
                      </a:pPr>
                      <a:r>
                        <a:rPr lang="en-US" sz="800" kern="1200">
                          <a:solidFill>
                            <a:schemeClr val="tx1"/>
                          </a:solidFill>
                          <a:effectLst/>
                          <a:latin typeface="Verdana" panose="020B0604030504040204" pitchFamily="34" charset="0"/>
                          <a:ea typeface="Verdana" panose="020B0604030504040204" pitchFamily="34" charset="0"/>
                          <a:cs typeface="+mn-cs"/>
                        </a:rPr>
                        <a:t>ICAAP and Regulatory Stress Test will be rated in future plans.</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noFill/>
                  </a:tcPr>
                </a:tc>
                <a:tc>
                  <a:txBody>
                    <a:bodyPr/>
                    <a:lstStyle/>
                    <a:p>
                      <a:pPr marL="177800" indent="-177800" algn="just">
                        <a:buFont typeface="+mj-lt"/>
                        <a:buAutoNum type="romanLcPeriod"/>
                      </a:pPr>
                      <a:r>
                        <a:rPr lang="en-US" sz="800" kern="1200">
                          <a:solidFill>
                            <a:srgbClr val="00B050"/>
                          </a:solidFill>
                          <a:effectLst/>
                          <a:latin typeface="Verdana" panose="020B0604030504040204" pitchFamily="34" charset="0"/>
                          <a:ea typeface="Verdana" panose="020B0604030504040204" pitchFamily="34" charset="0"/>
                          <a:cs typeface="+mn-cs"/>
                        </a:rPr>
                        <a:t>Completed. </a:t>
                      </a:r>
                    </a:p>
                    <a:p>
                      <a:pPr marL="177800" indent="-177800" algn="just">
                        <a:buFont typeface="+mj-lt"/>
                        <a:buAutoNum type="romanLcPeriod"/>
                      </a:pPr>
                      <a:r>
                        <a:rPr lang="en-US" sz="800" kern="1200">
                          <a:solidFill>
                            <a:srgbClr val="00B050"/>
                          </a:solidFill>
                          <a:effectLst/>
                          <a:latin typeface="Verdana" panose="020B0604030504040204" pitchFamily="34" charset="0"/>
                          <a:ea typeface="Verdana" panose="020B0604030504040204" pitchFamily="34" charset="0"/>
                          <a:cs typeface="+mn-cs"/>
                        </a:rPr>
                        <a:t>Completed.</a:t>
                      </a:r>
                      <a:r>
                        <a:rPr lang="en-US" sz="800" kern="1200">
                          <a:solidFill>
                            <a:schemeClr val="accent6">
                              <a:lumMod val="75000"/>
                            </a:schemeClr>
                          </a:solidFill>
                          <a:effectLst/>
                          <a:latin typeface="Verdana" panose="020B0604030504040204" pitchFamily="34" charset="0"/>
                          <a:ea typeface="Verdana" panose="020B0604030504040204" pitchFamily="34" charset="0"/>
                          <a:cs typeface="+mn-cs"/>
                        </a:rPr>
                        <a:t> </a:t>
                      </a:r>
                      <a:r>
                        <a:rPr lang="en-US" sz="800" kern="1200">
                          <a:solidFill>
                            <a:schemeClr val="tx1"/>
                          </a:solidFill>
                          <a:effectLst/>
                          <a:latin typeface="Verdana" panose="020B0604030504040204" pitchFamily="34" charset="0"/>
                          <a:ea typeface="Verdana" panose="020B0604030504040204" pitchFamily="34" charset="0"/>
                          <a:cs typeface="+mn-cs"/>
                        </a:rPr>
                        <a:t>Linkage of the Audit Universe and Plan defined in updated GIA Manual; Sections 7.6.11 and 7.9.1c</a:t>
                      </a:r>
                    </a:p>
                    <a:p>
                      <a:pPr marL="177800" marR="0" lvl="0" indent="-177800" algn="just" defTabSz="685817" rtl="0" eaLnBrk="1" fontAlgn="auto" latinLnBrk="0" hangingPunct="1">
                        <a:lnSpc>
                          <a:spcPct val="100000"/>
                        </a:lnSpc>
                        <a:spcBef>
                          <a:spcPts val="0"/>
                        </a:spcBef>
                        <a:spcAft>
                          <a:spcPts val="0"/>
                        </a:spcAft>
                        <a:buClrTx/>
                        <a:buSzTx/>
                        <a:buFont typeface="+mj-lt"/>
                        <a:buAutoNum type="romanLcPeriod"/>
                        <a:tabLst/>
                        <a:defRPr/>
                      </a:pPr>
                      <a:r>
                        <a:rPr lang="en-US" sz="800" kern="1200">
                          <a:solidFill>
                            <a:srgbClr val="00B050"/>
                          </a:solidFill>
                          <a:effectLst/>
                          <a:latin typeface="Verdana" panose="020B0604030504040204" pitchFamily="34" charset="0"/>
                          <a:ea typeface="Verdana" panose="020B0604030504040204" pitchFamily="34" charset="0"/>
                          <a:cs typeface="+mn-cs"/>
                        </a:rPr>
                        <a:t>Completed. </a:t>
                      </a:r>
                      <a:r>
                        <a:rPr lang="en-US" sz="800" kern="1200">
                          <a:solidFill>
                            <a:schemeClr val="tx1"/>
                          </a:solidFill>
                          <a:effectLst/>
                          <a:latin typeface="Verdana" panose="020B0604030504040204" pitchFamily="34" charset="0"/>
                          <a:ea typeface="Verdana" panose="020B0604030504040204" pitchFamily="34" charset="0"/>
                          <a:cs typeface="+mn-cs"/>
                        </a:rPr>
                        <a:t>Regulatory Stress Test report has now been issued with a rating.  </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noFill/>
                  </a:tcPr>
                </a:tc>
                <a:extLst>
                  <a:ext uri="{0D108BD9-81ED-4DB2-BD59-A6C34878D82A}">
                    <a16:rowId xmlns:a16="http://schemas.microsoft.com/office/drawing/2014/main" val="1138196077"/>
                  </a:ext>
                </a:extLst>
              </a:tr>
              <a:tr h="859140">
                <a:tc>
                  <a:txBody>
                    <a:bodyPr/>
                    <a:lstStyle/>
                    <a:p>
                      <a:pPr marL="0" indent="0" algn="ctr" defTabSz="914400" rtl="0" eaLnBrk="1" fontAlgn="ctr" latinLnBrk="0" hangingPunct="1">
                        <a:buFont typeface="+mj-lt"/>
                        <a:buNone/>
                      </a:pPr>
                      <a:r>
                        <a:rPr lang="en-US" sz="800" b="0" i="0" u="none" strike="noStrike" kern="1200">
                          <a:solidFill>
                            <a:srgbClr val="000000"/>
                          </a:solidFill>
                          <a:effectLst/>
                          <a:latin typeface="Verdana" panose="020B0604030504040204" pitchFamily="34" charset="0"/>
                          <a:ea typeface="Verdana" panose="020B0604030504040204" pitchFamily="34" charset="0"/>
                          <a:cs typeface="Verdana" panose="020B0604030504040204" pitchFamily="34" charset="0"/>
                        </a:rPr>
                        <a:t>3</a:t>
                      </a:r>
                    </a:p>
                  </a:txBody>
                  <a:tcPr marT="91440" marB="91440">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noFill/>
                  </a:tcPr>
                </a:tc>
                <a:tc>
                  <a:txBody>
                    <a:bodyPr/>
                    <a:lstStyle/>
                    <a:p>
                      <a:pPr algn="just"/>
                      <a:r>
                        <a:rPr lang="en-AE" sz="800" kern="100">
                          <a:effectLst/>
                          <a:latin typeface="Verdana" panose="020B0604030504040204" pitchFamily="34" charset="0"/>
                          <a:ea typeface="Verdana" panose="020B0604030504040204" pitchFamily="34" charset="0"/>
                          <a:cs typeface="Aptos" panose="020B0004020202020204" pitchFamily="34" charset="0"/>
                        </a:rPr>
                        <a:t>MI dashboard has limited visibility on extensions. Inconsistencies exist between Teammate and formal audit report ratings, causing data gaps.</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noFill/>
                  </a:tcPr>
                </a:tc>
                <a:tc>
                  <a:txBody>
                    <a:bodyPr/>
                    <a:lstStyle/>
                    <a:p>
                      <a:pPr algn="just"/>
                      <a:r>
                        <a:rPr lang="en-AE" sz="800" kern="100">
                          <a:effectLst/>
                          <a:latin typeface="Verdana" panose="020B0604030504040204" pitchFamily="34" charset="0"/>
                          <a:ea typeface="Verdana" panose="020B0604030504040204" pitchFamily="34" charset="0"/>
                          <a:cs typeface="Aptos" panose="020B0004020202020204" pitchFamily="34" charset="0"/>
                        </a:rPr>
                        <a:t>Medium</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noFill/>
                  </a:tcPr>
                </a:tc>
                <a:tc>
                  <a:txBody>
                    <a:bodyPr/>
                    <a:lstStyle/>
                    <a:p>
                      <a:pPr algn="just"/>
                      <a:r>
                        <a:rPr lang="en-AE" sz="800" kern="100">
                          <a:effectLst/>
                          <a:latin typeface="Verdana" panose="020B0604030504040204" pitchFamily="34" charset="0"/>
                          <a:ea typeface="Verdana" panose="020B0604030504040204" pitchFamily="34" charset="0"/>
                          <a:cs typeface="Aptos" panose="020B0004020202020204" pitchFamily="34" charset="0"/>
                        </a:rPr>
                        <a:t>Enhance MI reporting to align with the extension process and ensure consistency between systems and reports.</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noFill/>
                  </a:tcPr>
                </a:tc>
                <a:tc>
                  <a:txBody>
                    <a:bodyPr/>
                    <a:lstStyle/>
                    <a:p>
                      <a:pPr marL="182563" indent="-182563" algn="just">
                        <a:buFont typeface="+mj-lt"/>
                        <a:buAutoNum type="romanLcPeriod"/>
                      </a:pPr>
                      <a:r>
                        <a:rPr lang="en-US" sz="800" kern="100">
                          <a:effectLst/>
                          <a:latin typeface="Verdana" panose="020B0604030504040204" pitchFamily="34" charset="0"/>
                          <a:ea typeface="Verdana" panose="020B0604030504040204" pitchFamily="34" charset="0"/>
                          <a:cs typeface="Aptos" panose="020B0004020202020204" pitchFamily="34" charset="0"/>
                        </a:rPr>
                        <a:t>The new MI dashboard was launched; inconsistencies are being resolved through data validation.</a:t>
                      </a:r>
                    </a:p>
                    <a:p>
                      <a:pPr marL="182563" indent="-182563" algn="just">
                        <a:buFont typeface="+mj-lt"/>
                        <a:buAutoNum type="romanLcPeriod"/>
                      </a:pPr>
                      <a:r>
                        <a:rPr lang="en-US" sz="800" kern="100">
                          <a:effectLst/>
                          <a:latin typeface="Verdana" panose="020B0604030504040204" pitchFamily="34" charset="0"/>
                          <a:ea typeface="Verdana" panose="020B0604030504040204" pitchFamily="34" charset="0"/>
                          <a:cs typeface="Aptos" panose="020B0004020202020204" pitchFamily="34" charset="0"/>
                        </a:rPr>
                        <a:t>Ratings for critical reviews will be documented and included. Unrated minor reviews will remain as such, with individual findings not rated.</a:t>
                      </a:r>
                    </a:p>
                    <a:p>
                      <a:pPr algn="just"/>
                      <a:endParaRPr lang="en-AE" sz="800" kern="100">
                        <a:effectLst/>
                        <a:latin typeface="Verdana" panose="020B0604030504040204" pitchFamily="34" charset="0"/>
                        <a:ea typeface="Verdana" panose="020B0604030504040204" pitchFamily="34" charset="0"/>
                        <a:cs typeface="Aptos" panose="020B0004020202020204" pitchFamily="34" charset="0"/>
                      </a:endParaRP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noFill/>
                  </a:tcPr>
                </a:tc>
                <a:tc>
                  <a:txBody>
                    <a:bodyPr/>
                    <a:lstStyle/>
                    <a:p>
                      <a:pPr marL="177800" indent="-177800" algn="just">
                        <a:buFont typeface="+mj-lt"/>
                        <a:buAutoNum type="romanLcPeriod"/>
                      </a:pPr>
                      <a:r>
                        <a:rPr lang="en-US" sz="800" kern="1200">
                          <a:solidFill>
                            <a:srgbClr val="00B050"/>
                          </a:solidFill>
                          <a:effectLst/>
                          <a:latin typeface="Verdana" panose="020B0604030504040204" pitchFamily="34" charset="0"/>
                          <a:ea typeface="Verdana" panose="020B0604030504040204" pitchFamily="34" charset="0"/>
                          <a:cs typeface="+mn-cs"/>
                        </a:rPr>
                        <a:t>Completed. </a:t>
                      </a:r>
                      <a:r>
                        <a:rPr lang="en-US" sz="800" kern="1200">
                          <a:solidFill>
                            <a:schemeClr val="tx1"/>
                          </a:solidFill>
                          <a:effectLst/>
                          <a:latin typeface="Verdana" panose="020B0604030504040204" pitchFamily="34" charset="0"/>
                          <a:ea typeface="Verdana" panose="020B0604030504040204" pitchFamily="34" charset="0"/>
                          <a:cs typeface="+mn-cs"/>
                        </a:rPr>
                        <a:t>Inconsistencies have been resolved.</a:t>
                      </a:r>
                    </a:p>
                    <a:p>
                      <a:pPr marL="177800" indent="-177800" algn="just">
                        <a:buFont typeface="+mj-lt"/>
                        <a:buAutoNum type="romanLcPeriod"/>
                      </a:pPr>
                      <a:r>
                        <a:rPr lang="en-US" sz="800" kern="1200">
                          <a:solidFill>
                            <a:srgbClr val="00B050"/>
                          </a:solidFill>
                          <a:effectLst/>
                          <a:latin typeface="Verdana" panose="020B0604030504040204" pitchFamily="34" charset="0"/>
                          <a:ea typeface="Verdana" panose="020B0604030504040204" pitchFamily="34" charset="0"/>
                          <a:cs typeface="+mn-cs"/>
                        </a:rPr>
                        <a:t>Completed.</a:t>
                      </a:r>
                      <a:r>
                        <a:rPr lang="en-US" sz="800" kern="1200">
                          <a:solidFill>
                            <a:schemeClr val="accent6">
                              <a:lumMod val="75000"/>
                            </a:schemeClr>
                          </a:solidFill>
                          <a:effectLst/>
                          <a:latin typeface="Verdana" panose="020B0604030504040204" pitchFamily="34" charset="0"/>
                          <a:ea typeface="Verdana" panose="020B0604030504040204" pitchFamily="34" charset="0"/>
                          <a:cs typeface="+mn-cs"/>
                        </a:rPr>
                        <a:t> </a:t>
                      </a:r>
                      <a:r>
                        <a:rPr lang="en-US" sz="800" kern="1200">
                          <a:solidFill>
                            <a:schemeClr val="tx1"/>
                          </a:solidFill>
                          <a:effectLst/>
                          <a:latin typeface="Verdana" panose="020B0604030504040204" pitchFamily="34" charset="0"/>
                          <a:ea typeface="Verdana" panose="020B0604030504040204" pitchFamily="34" charset="0"/>
                          <a:cs typeface="+mn-cs"/>
                        </a:rPr>
                        <a:t>Ratings methodology for all reports including critical Regulatory Mandated Reviews has been defined in the updated GIA Manual. Additionally, the latest Regulatory Stress Test report has now been issued with a rating. </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noFill/>
                  </a:tcPr>
                </a:tc>
                <a:extLst>
                  <a:ext uri="{0D108BD9-81ED-4DB2-BD59-A6C34878D82A}">
                    <a16:rowId xmlns:a16="http://schemas.microsoft.com/office/drawing/2014/main" val="471097151"/>
                  </a:ext>
                </a:extLst>
              </a:tr>
              <a:tr h="1125200">
                <a:tc>
                  <a:txBody>
                    <a:bodyPr/>
                    <a:lstStyle/>
                    <a:p>
                      <a:pPr marL="0" indent="0" algn="ctr" defTabSz="914400" rtl="0" eaLnBrk="1" fontAlgn="ctr" latinLnBrk="0" hangingPunct="1">
                        <a:buFont typeface="+mj-lt"/>
                        <a:buNone/>
                      </a:pPr>
                      <a:r>
                        <a:rPr lang="en-US" sz="800" b="0" i="0" u="none" strike="noStrike" kern="1200">
                          <a:solidFill>
                            <a:srgbClr val="000000"/>
                          </a:solidFill>
                          <a:effectLst/>
                          <a:latin typeface="Verdana" panose="020B0604030504040204" pitchFamily="34" charset="0"/>
                          <a:ea typeface="Verdana" panose="020B0604030504040204" pitchFamily="34" charset="0"/>
                          <a:cs typeface="Verdana" panose="020B0604030504040204" pitchFamily="34" charset="0"/>
                        </a:rPr>
                        <a:t>4</a:t>
                      </a:r>
                    </a:p>
                  </a:txBody>
                  <a:tcPr marT="91440" marB="91440">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noFill/>
                  </a:tcPr>
                </a:tc>
                <a:tc>
                  <a:txBody>
                    <a:bodyPr/>
                    <a:lstStyle/>
                    <a:p>
                      <a:pPr algn="just"/>
                      <a:r>
                        <a:rPr lang="en-AE" sz="800" kern="100">
                          <a:effectLst/>
                          <a:latin typeface="Verdana" panose="020B0604030504040204" pitchFamily="34" charset="0"/>
                          <a:ea typeface="Verdana" panose="020B0604030504040204" pitchFamily="34" charset="0"/>
                          <a:cs typeface="Aptos" panose="020B0004020202020204" pitchFamily="34" charset="0"/>
                        </a:rPr>
                        <a:t>Follow-up process not formalized in the GIA Manual. Outdated 2022 charter still on the bank's website, despite internal update in 2024.</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noFill/>
                  </a:tcPr>
                </a:tc>
                <a:tc>
                  <a:txBody>
                    <a:bodyPr/>
                    <a:lstStyle/>
                    <a:p>
                      <a:pPr algn="just"/>
                      <a:r>
                        <a:rPr lang="en-AE" sz="800" kern="100">
                          <a:effectLst/>
                          <a:latin typeface="Verdana" panose="020B0604030504040204" pitchFamily="34" charset="0"/>
                          <a:ea typeface="Verdana" panose="020B0604030504040204" pitchFamily="34" charset="0"/>
                          <a:cs typeface="Aptos" panose="020B0004020202020204" pitchFamily="34" charset="0"/>
                        </a:rPr>
                        <a:t>Low</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noFill/>
                  </a:tcPr>
                </a:tc>
                <a:tc>
                  <a:txBody>
                    <a:bodyPr/>
                    <a:lstStyle/>
                    <a:p>
                      <a:pPr algn="just"/>
                      <a:r>
                        <a:rPr lang="en-AE" sz="800" kern="100">
                          <a:effectLst/>
                          <a:latin typeface="Verdana" panose="020B0604030504040204" pitchFamily="34" charset="0"/>
                          <a:ea typeface="Verdana" panose="020B0604030504040204" pitchFamily="34" charset="0"/>
                          <a:cs typeface="Aptos" panose="020B0004020202020204" pitchFamily="34" charset="0"/>
                        </a:rPr>
                        <a:t>Update GIA manual and policies to reflect current practices; publish latest charter on the bank’s website.</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noFill/>
                  </a:tcPr>
                </a:tc>
                <a:tc>
                  <a:txBody>
                    <a:bodyPr/>
                    <a:lstStyle/>
                    <a:p>
                      <a:pPr marL="182563" indent="-182563" algn="just">
                        <a:buFont typeface="+mj-lt"/>
                        <a:buAutoNum type="romanLcPeriod"/>
                      </a:pPr>
                      <a:r>
                        <a:rPr lang="en-US" sz="800" kern="1200">
                          <a:solidFill>
                            <a:schemeClr val="tx1"/>
                          </a:solidFill>
                          <a:effectLst/>
                          <a:latin typeface="Verdana" panose="020B0604030504040204" pitchFamily="34" charset="0"/>
                          <a:ea typeface="Verdana" panose="020B0604030504040204" pitchFamily="34" charset="0"/>
                          <a:cs typeface="+mn-cs"/>
                        </a:rPr>
                        <a:t>The Audit Manual is updated every two years. The next version (August 2025) will incorporate recent changes, including follow-up and tracking.</a:t>
                      </a:r>
                    </a:p>
                    <a:p>
                      <a:pPr marL="182563" indent="-182563" algn="just">
                        <a:buFont typeface="+mj-lt"/>
                        <a:buAutoNum type="romanLcPeriod"/>
                      </a:pPr>
                      <a:r>
                        <a:rPr lang="en-US" sz="800" kern="1200">
                          <a:solidFill>
                            <a:schemeClr val="tx1"/>
                          </a:solidFill>
                          <a:effectLst/>
                          <a:latin typeface="Verdana" panose="020B0604030504040204" pitchFamily="34" charset="0"/>
                          <a:ea typeface="Verdana" panose="020B0604030504040204" pitchFamily="34" charset="0"/>
                          <a:cs typeface="+mn-cs"/>
                        </a:rPr>
                        <a:t>The latest Internal Audit Charter (2024) will be published on the bank’s website to ensure alignment with internal policies.</a:t>
                      </a:r>
                    </a:p>
                    <a:p>
                      <a:pPr marL="182563" indent="-182563" algn="just">
                        <a:buFont typeface="+mj-lt"/>
                        <a:buAutoNum type="romanLcPeriod"/>
                      </a:pPr>
                      <a:r>
                        <a:rPr lang="en-US" sz="800" kern="1200">
                          <a:solidFill>
                            <a:schemeClr val="tx1"/>
                          </a:solidFill>
                          <a:effectLst/>
                          <a:latin typeface="Verdana" panose="020B0604030504040204" pitchFamily="34" charset="0"/>
                          <a:ea typeface="Verdana" panose="020B0604030504040204" pitchFamily="34" charset="0"/>
                          <a:cs typeface="+mn-cs"/>
                        </a:rPr>
                        <a:t>A process has been established to ensure timely updating and publishing of all governance documents.</a:t>
                      </a:r>
                    </a:p>
                    <a:p>
                      <a:pPr algn="just"/>
                      <a:endParaRPr lang="en-AE" sz="800" kern="1200">
                        <a:solidFill>
                          <a:schemeClr val="tx1"/>
                        </a:solidFill>
                        <a:effectLst/>
                        <a:latin typeface="Verdana" panose="020B0604030504040204" pitchFamily="34" charset="0"/>
                        <a:ea typeface="Verdana" panose="020B0604030504040204" pitchFamily="34" charset="0"/>
                        <a:cs typeface="+mn-cs"/>
                      </a:endParaRP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noFill/>
                  </a:tcPr>
                </a:tc>
                <a:tc>
                  <a:txBody>
                    <a:bodyPr/>
                    <a:lstStyle/>
                    <a:p>
                      <a:pPr marL="177800" indent="-177800" algn="just">
                        <a:buFont typeface="+mj-lt"/>
                        <a:buAutoNum type="romanLcPeriod"/>
                      </a:pPr>
                      <a:r>
                        <a:rPr lang="en-US" sz="800" kern="1200">
                          <a:solidFill>
                            <a:srgbClr val="00B050"/>
                          </a:solidFill>
                          <a:effectLst/>
                          <a:latin typeface="Verdana" panose="020B0604030504040204" pitchFamily="34" charset="0"/>
                          <a:ea typeface="Verdana" panose="020B0604030504040204" pitchFamily="34" charset="0"/>
                          <a:cs typeface="+mn-cs"/>
                        </a:rPr>
                        <a:t>Completed.</a:t>
                      </a:r>
                      <a:r>
                        <a:rPr lang="en-US" sz="800" kern="1200">
                          <a:solidFill>
                            <a:schemeClr val="accent6">
                              <a:lumMod val="75000"/>
                            </a:schemeClr>
                          </a:solidFill>
                          <a:effectLst/>
                          <a:latin typeface="Verdana" panose="020B0604030504040204" pitchFamily="34" charset="0"/>
                          <a:ea typeface="Verdana" panose="020B0604030504040204" pitchFamily="34" charset="0"/>
                          <a:cs typeface="+mn-cs"/>
                        </a:rPr>
                        <a:t> </a:t>
                      </a:r>
                      <a:r>
                        <a:rPr lang="en-US" sz="800" kern="1200">
                          <a:solidFill>
                            <a:schemeClr val="tx1"/>
                          </a:solidFill>
                          <a:effectLst/>
                          <a:latin typeface="Verdana" panose="020B0604030504040204" pitchFamily="34" charset="0"/>
                          <a:ea typeface="Verdana" panose="020B0604030504040204" pitchFamily="34" charset="0"/>
                          <a:cs typeface="+mn-cs"/>
                        </a:rPr>
                        <a:t>Audit Manual has been updated to incorporate the recent changes including follow-up on audit issues. </a:t>
                      </a:r>
                    </a:p>
                    <a:p>
                      <a:pPr marL="177800" indent="-177800" algn="just">
                        <a:buFont typeface="+mj-lt"/>
                        <a:buAutoNum type="romanLcPeriod"/>
                      </a:pPr>
                      <a:r>
                        <a:rPr lang="en-US" sz="800" kern="1200">
                          <a:solidFill>
                            <a:srgbClr val="00B050"/>
                          </a:solidFill>
                          <a:effectLst/>
                          <a:latin typeface="Verdana" panose="020B0604030504040204" pitchFamily="34" charset="0"/>
                          <a:ea typeface="Verdana" panose="020B0604030504040204" pitchFamily="34" charset="0"/>
                          <a:cs typeface="+mn-cs"/>
                        </a:rPr>
                        <a:t>Completed. </a:t>
                      </a:r>
                      <a:r>
                        <a:rPr lang="en-US" sz="800" kern="1200">
                          <a:solidFill>
                            <a:schemeClr val="tx1"/>
                          </a:solidFill>
                          <a:effectLst/>
                          <a:latin typeface="Verdana" panose="020B0604030504040204" pitchFamily="34" charset="0"/>
                          <a:ea typeface="Verdana" panose="020B0604030504040204" pitchFamily="34" charset="0"/>
                          <a:cs typeface="+mn-cs"/>
                        </a:rPr>
                        <a:t>Latest GIA Charter is available both on Intranet and Bank’s website. </a:t>
                      </a:r>
                    </a:p>
                    <a:p>
                      <a:pPr marL="177800" indent="-177800" algn="just">
                        <a:buFont typeface="+mj-lt"/>
                        <a:buAutoNum type="romanLcPeriod"/>
                      </a:pPr>
                      <a:r>
                        <a:rPr lang="en-US" sz="800" kern="1200">
                          <a:solidFill>
                            <a:srgbClr val="00B050"/>
                          </a:solidFill>
                          <a:effectLst/>
                          <a:latin typeface="Verdana" panose="020B0604030504040204" pitchFamily="34" charset="0"/>
                          <a:ea typeface="Verdana" panose="020B0604030504040204" pitchFamily="34" charset="0"/>
                          <a:cs typeface="+mn-cs"/>
                        </a:rPr>
                        <a:t>Completed. </a:t>
                      </a:r>
                      <a:r>
                        <a:rPr lang="en-US" sz="800" kern="1200">
                          <a:solidFill>
                            <a:schemeClr val="tx1"/>
                          </a:solidFill>
                          <a:effectLst/>
                          <a:latin typeface="Verdana" panose="020B0604030504040204" pitchFamily="34" charset="0"/>
                          <a:ea typeface="Verdana" panose="020B0604030504040204" pitchFamily="34" charset="0"/>
                          <a:cs typeface="+mn-cs"/>
                        </a:rPr>
                        <a:t>GIA Charter has been updated and submitted to BAC for approval in July 2025; will be updated on intranet and website upon approval.</a:t>
                      </a:r>
                      <a:endParaRPr lang="en-AE" sz="800" kern="1200">
                        <a:solidFill>
                          <a:schemeClr val="tx1"/>
                        </a:solidFill>
                        <a:effectLst/>
                        <a:latin typeface="Verdana" panose="020B0604030504040204" pitchFamily="34" charset="0"/>
                        <a:ea typeface="Verdana" panose="020B0604030504040204" pitchFamily="34" charset="0"/>
                        <a:cs typeface="+mn-cs"/>
                      </a:endParaRP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bg1">
                          <a:lumMod val="65000"/>
                        </a:schemeClr>
                      </a:solidFill>
                      <a:prstDash val="sysDash"/>
                      <a:round/>
                      <a:headEnd type="none" w="med" len="med"/>
                      <a:tailEnd type="none" w="med" len="med"/>
                    </a:lnB>
                    <a:noFill/>
                  </a:tcPr>
                </a:tc>
                <a:extLst>
                  <a:ext uri="{0D108BD9-81ED-4DB2-BD59-A6C34878D82A}">
                    <a16:rowId xmlns:a16="http://schemas.microsoft.com/office/drawing/2014/main" val="3560316638"/>
                  </a:ext>
                </a:extLst>
              </a:tr>
              <a:tr h="726965">
                <a:tc>
                  <a:txBody>
                    <a:bodyPr/>
                    <a:lstStyle/>
                    <a:p>
                      <a:pPr marL="0" indent="0" algn="ctr" defTabSz="914400" rtl="0" eaLnBrk="1" fontAlgn="ctr" latinLnBrk="0" hangingPunct="1">
                        <a:buFont typeface="+mj-lt"/>
                        <a:buNone/>
                      </a:pPr>
                      <a:r>
                        <a:rPr lang="en-US" sz="800" b="0" i="0" u="none" strike="noStrike" kern="1200">
                          <a:solidFill>
                            <a:srgbClr val="000000"/>
                          </a:solidFill>
                          <a:effectLst/>
                          <a:latin typeface="Verdana" panose="020B0604030504040204" pitchFamily="34" charset="0"/>
                          <a:ea typeface="Verdana" panose="020B0604030504040204" pitchFamily="34" charset="0"/>
                          <a:cs typeface="Verdana" panose="020B0604030504040204" pitchFamily="34" charset="0"/>
                        </a:rPr>
                        <a:t>5</a:t>
                      </a:r>
                    </a:p>
                  </a:txBody>
                  <a:tcPr marT="91440" marB="91440">
                    <a:lnL w="12700" cap="flat" cmpd="sng" algn="ctr">
                      <a:solidFill>
                        <a:schemeClr val="tx1"/>
                      </a:solidFill>
                      <a:prstDash val="solid"/>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AE" sz="800" kern="100">
                          <a:effectLst/>
                          <a:latin typeface="Verdana" panose="020B0604030504040204" pitchFamily="34" charset="0"/>
                          <a:ea typeface="Verdana" panose="020B0604030504040204" pitchFamily="34" charset="0"/>
                          <a:cs typeface="Aptos" panose="020B0004020202020204" pitchFamily="34" charset="0"/>
                        </a:rPr>
                        <a:t>No documentation provided to evidence an annual BAC performance assessment of GIA.</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AE" sz="800" kern="100">
                          <a:effectLst/>
                          <a:latin typeface="Verdana" panose="020B0604030504040204" pitchFamily="34" charset="0"/>
                          <a:ea typeface="Verdana" panose="020B0604030504040204" pitchFamily="34" charset="0"/>
                          <a:cs typeface="Aptos" panose="020B0004020202020204" pitchFamily="34" charset="0"/>
                        </a:rPr>
                        <a:t>Low</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AE" sz="800" kern="100">
                          <a:effectLst/>
                          <a:latin typeface="Verdana" panose="020B0604030504040204" pitchFamily="34" charset="0"/>
                          <a:ea typeface="Verdana" panose="020B0604030504040204" pitchFamily="34" charset="0"/>
                          <a:cs typeface="Aptos" panose="020B0004020202020204" pitchFamily="34" charset="0"/>
                        </a:rPr>
                        <a:t>Ensure annual performance evaluation of GIA by the Board or BAC is conducted and documented.</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2563" indent="-182563" algn="just">
                        <a:buFont typeface="+mj-lt"/>
                        <a:buAutoNum type="romanLcPeriod"/>
                      </a:pPr>
                      <a:r>
                        <a:rPr lang="en-US" sz="800" kern="100">
                          <a:effectLst/>
                          <a:latin typeface="Verdana" panose="020B0604030504040204" pitchFamily="34" charset="0"/>
                          <a:ea typeface="Verdana" panose="020B0604030504040204" pitchFamily="34" charset="0"/>
                          <a:cs typeface="Aptos" panose="020B0004020202020204" pitchFamily="34" charset="0"/>
                        </a:rPr>
                        <a:t>A BAC performance survey was completed in early 2025.</a:t>
                      </a:r>
                    </a:p>
                    <a:p>
                      <a:pPr marL="182563" indent="-182563" algn="just">
                        <a:buFont typeface="+mj-lt"/>
                        <a:buAutoNum type="romanLcPeriod"/>
                      </a:pPr>
                      <a:r>
                        <a:rPr lang="en-US" sz="800" kern="100">
                          <a:effectLst/>
                          <a:latin typeface="Verdana" panose="020B0604030504040204" pitchFamily="34" charset="0"/>
                          <a:ea typeface="Verdana" panose="020B0604030504040204" pitchFamily="34" charset="0"/>
                          <a:cs typeface="Aptos" panose="020B0004020202020204" pitchFamily="34" charset="0"/>
                        </a:rPr>
                        <a:t>Going forward, performance evaluation will be formally documented and retained as part of BAC records and minutes.</a:t>
                      </a:r>
                    </a:p>
                    <a:p>
                      <a:pPr algn="just"/>
                      <a:endParaRPr lang="en-AE" sz="800" kern="100">
                        <a:effectLst/>
                        <a:latin typeface="Verdana" panose="020B0604030504040204" pitchFamily="34" charset="0"/>
                        <a:ea typeface="Verdana" panose="020B0604030504040204" pitchFamily="34" charset="0"/>
                        <a:cs typeface="Aptos" panose="020B0004020202020204" pitchFamily="34" charset="0"/>
                      </a:endParaRP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bg1">
                          <a:lumMod val="65000"/>
                        </a:schemeClr>
                      </a:solidFill>
                      <a:prstDash val="sysDash"/>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7800" indent="-177800" algn="just">
                        <a:buFont typeface="+mj-lt"/>
                        <a:buAutoNum type="romanLcPeriod"/>
                      </a:pPr>
                      <a:r>
                        <a:rPr lang="en-US" sz="800" kern="1200">
                          <a:solidFill>
                            <a:srgbClr val="00B050"/>
                          </a:solidFill>
                          <a:effectLst/>
                          <a:latin typeface="Verdana" panose="020B0604030504040204" pitchFamily="34" charset="0"/>
                          <a:ea typeface="Verdana" panose="020B0604030504040204" pitchFamily="34" charset="0"/>
                          <a:cs typeface="+mn-cs"/>
                        </a:rPr>
                        <a:t>Completed. </a:t>
                      </a:r>
                      <a:r>
                        <a:rPr lang="en-US" sz="800" kern="1200">
                          <a:solidFill>
                            <a:schemeClr val="bg2"/>
                          </a:solidFill>
                          <a:effectLst/>
                          <a:latin typeface="Verdana" panose="020B0604030504040204" pitchFamily="34" charset="0"/>
                          <a:ea typeface="Verdana" panose="020B0604030504040204" pitchFamily="34" charset="0"/>
                          <a:cs typeface="+mn-cs"/>
                        </a:rPr>
                        <a:t>Additionally GIA performance survey will be shared with BAC after December meeting.</a:t>
                      </a:r>
                      <a:endParaRPr lang="en-US" sz="800" kern="1200">
                        <a:solidFill>
                          <a:srgbClr val="00B050"/>
                        </a:solidFill>
                        <a:effectLst/>
                        <a:latin typeface="Verdana" panose="020B0604030504040204" pitchFamily="34" charset="0"/>
                        <a:ea typeface="Verdana" panose="020B0604030504040204" pitchFamily="34" charset="0"/>
                        <a:cs typeface="+mn-cs"/>
                      </a:endParaRPr>
                    </a:p>
                    <a:p>
                      <a:pPr marL="182563" indent="-182563" algn="just" defTabSz="685817" rtl="0" eaLnBrk="1" latinLnBrk="0" hangingPunct="1">
                        <a:buFont typeface="+mj-lt"/>
                        <a:buAutoNum type="romanLcPeriod"/>
                      </a:pPr>
                      <a:r>
                        <a:rPr lang="en-US" sz="800" kern="1200">
                          <a:solidFill>
                            <a:srgbClr val="005089"/>
                          </a:solidFill>
                          <a:effectLst/>
                          <a:latin typeface="Verdana" panose="020B0604030504040204" pitchFamily="34" charset="0"/>
                          <a:ea typeface="Verdana" panose="020B0604030504040204" pitchFamily="34" charset="0"/>
                          <a:cs typeface="+mn-cs"/>
                        </a:rPr>
                        <a:t>Year-End</a:t>
                      </a:r>
                      <a:r>
                        <a:rPr lang="en-US" sz="800" kern="1200">
                          <a:solidFill>
                            <a:schemeClr val="tx1"/>
                          </a:solidFill>
                          <a:effectLst/>
                          <a:latin typeface="Verdana" panose="020B0604030504040204" pitchFamily="34" charset="0"/>
                          <a:ea typeface="Verdana" panose="020B0604030504040204" pitchFamily="34" charset="0"/>
                          <a:cs typeface="+mn-cs"/>
                        </a:rPr>
                        <a:t>. Will be performed as part of year end exercise and BAC evaluation of GIA will be formally documented. </a:t>
                      </a:r>
                    </a:p>
                  </a:txBody>
                  <a:tcPr marT="91440" marB="91440">
                    <a:lnL w="12700" cap="flat" cmpd="sng" algn="ctr">
                      <a:solidFill>
                        <a:schemeClr val="bg1">
                          <a:lumMod val="65000"/>
                        </a:schemeClr>
                      </a:solidFill>
                      <a:prstDash val="sysDash"/>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ysDash"/>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5077473"/>
                  </a:ext>
                </a:extLst>
              </a:tr>
            </a:tbl>
          </a:graphicData>
        </a:graphic>
      </p:graphicFrame>
      <p:sp>
        <p:nvSpPr>
          <p:cNvPr id="3" name="Rectangle 2">
            <a:extLst>
              <a:ext uri="{FF2B5EF4-FFF2-40B4-BE49-F238E27FC236}">
                <a16:creationId xmlns:a16="http://schemas.microsoft.com/office/drawing/2014/main" id="{9F3FA437-8421-59D0-B613-F9D66BF0A97C}"/>
              </a:ext>
            </a:extLst>
          </p:cNvPr>
          <p:cNvSpPr/>
          <p:nvPr/>
        </p:nvSpPr>
        <p:spPr bwMode="auto">
          <a:xfrm>
            <a:off x="914400" y="6269054"/>
            <a:ext cx="6162194" cy="228599"/>
          </a:xfrm>
          <a:prstGeom prst="rect">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sz="900">
                <a:solidFill>
                  <a:srgbClr val="00B050"/>
                </a:solidFill>
                <a:latin typeface="Verdana" panose="020B0604030504040204" pitchFamily="34" charset="0"/>
                <a:ea typeface="Verdana" panose="020B0604030504040204" pitchFamily="34" charset="0"/>
              </a:rPr>
              <a:t>      **</a:t>
            </a:r>
            <a:r>
              <a:rPr lang="en-US" sz="900">
                <a:latin typeface="Verdana" panose="020B0604030504040204" pitchFamily="34" charset="0"/>
                <a:ea typeface="Verdana" panose="020B0604030504040204" pitchFamily="34" charset="0"/>
              </a:rPr>
              <a:t>Completed actions will be validated by an independent party in January 2026, followed by confirmation of closure by Compliance. </a:t>
            </a:r>
            <a:endParaRPr kumimoji="0" lang="en-AE" sz="900" b="0" i="0" u="none" strike="noStrike" cap="none" normalizeH="0" baseline="0">
              <a:ln>
                <a:noFill/>
              </a:ln>
              <a:solidFill>
                <a:schemeClr val="tx1"/>
              </a:solidFill>
              <a:effectLst/>
              <a:latin typeface="Verdana" panose="020B0604030504040204" pitchFamily="34" charset="0"/>
              <a:ea typeface="Verdana" panose="020B0604030504040204" pitchFamily="34" charset="0"/>
            </a:endParaRPr>
          </a:p>
        </p:txBody>
      </p:sp>
      <p:sp>
        <p:nvSpPr>
          <p:cNvPr id="5" name="Action Button: Return 4">
            <a:hlinkClick r:id="rId2" action="ppaction://hlinksldjump" highlightClick="1"/>
            <a:extLst>
              <a:ext uri="{FF2B5EF4-FFF2-40B4-BE49-F238E27FC236}">
                <a16:creationId xmlns:a16="http://schemas.microsoft.com/office/drawing/2014/main" id="{7A5D565F-AFA1-45F1-EDFB-E309A8812ECD}"/>
              </a:ext>
            </a:extLst>
          </p:cNvPr>
          <p:cNvSpPr/>
          <p:nvPr/>
        </p:nvSpPr>
        <p:spPr bwMode="auto">
          <a:xfrm>
            <a:off x="11698384" y="6643180"/>
            <a:ext cx="211853" cy="152400"/>
          </a:xfrm>
          <a:prstGeom prst="actionButtonReturn">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AE" sz="19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286666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B5559-CA3B-43FC-6A96-C13CD8D72699}"/>
            </a:ext>
          </a:extLst>
        </p:cNvPr>
        <p:cNvGrpSpPr/>
        <p:nvPr/>
      </p:nvGrpSpPr>
      <p:grpSpPr>
        <a:xfrm>
          <a:off x="0" y="0"/>
          <a:ext cx="0" cy="0"/>
          <a:chOff x="0" y="0"/>
          <a:chExt cx="0" cy="0"/>
        </a:xfrm>
      </p:grpSpPr>
      <p:sp>
        <p:nvSpPr>
          <p:cNvPr id="47" name="Rectangle 46">
            <a:extLst>
              <a:ext uri="{FF2B5EF4-FFF2-40B4-BE49-F238E27FC236}">
                <a16:creationId xmlns:a16="http://schemas.microsoft.com/office/drawing/2014/main" id="{DC47FF28-C5E1-A4DB-EA59-7218F013AD1B}"/>
              </a:ext>
            </a:extLst>
          </p:cNvPr>
          <p:cNvSpPr/>
          <p:nvPr/>
        </p:nvSpPr>
        <p:spPr bwMode="auto">
          <a:xfrm>
            <a:off x="58023" y="683543"/>
            <a:ext cx="12070081" cy="5877341"/>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endParaRPr>
          </a:p>
        </p:txBody>
      </p:sp>
      <p:sp>
        <p:nvSpPr>
          <p:cNvPr id="2" name="Title 1">
            <a:extLst>
              <a:ext uri="{FF2B5EF4-FFF2-40B4-BE49-F238E27FC236}">
                <a16:creationId xmlns:a16="http://schemas.microsoft.com/office/drawing/2014/main" id="{FC7D8A73-9B7F-1F19-8AAA-37179614C991}"/>
              </a:ext>
            </a:extLst>
          </p:cNvPr>
          <p:cNvSpPr>
            <a:spLocks noGrp="1"/>
          </p:cNvSpPr>
          <p:nvPr>
            <p:ph type="title"/>
          </p:nvPr>
        </p:nvSpPr>
        <p:spPr>
          <a:xfrm>
            <a:off x="0" y="4"/>
            <a:ext cx="12192000" cy="631031"/>
          </a:xfrm>
        </p:spPr>
        <p:txBody>
          <a:bodyPr anchor="ctr"/>
          <a:lstStyle/>
          <a:p>
            <a:r>
              <a:rPr lang="en-US" sz="2000">
                <a:latin typeface="Verdana" panose="020B0604030504040204" pitchFamily="34" charset="0"/>
                <a:ea typeface="Verdana" panose="020B0604030504040204" pitchFamily="34" charset="0"/>
                <a:cs typeface="Verdana" panose="020B0604030504040204" pitchFamily="34" charset="0"/>
              </a:rPr>
              <a:t>   Quality Assurance &amp; Improvement Program	               </a:t>
            </a:r>
            <a:endParaRPr lang="en-GB" sz="2000">
              <a:latin typeface="Verdana" panose="020B0604030504040204" pitchFamily="34" charset="0"/>
              <a:ea typeface="Verdana" panose="020B0604030504040204" pitchFamily="34" charset="0"/>
              <a:cs typeface="Verdana" panose="020B0604030504040204" pitchFamily="34" charset="0"/>
            </a:endParaRPr>
          </a:p>
        </p:txBody>
      </p:sp>
      <p:sp>
        <p:nvSpPr>
          <p:cNvPr id="4" name="Slide Number Placeholder 1">
            <a:extLst>
              <a:ext uri="{FF2B5EF4-FFF2-40B4-BE49-F238E27FC236}">
                <a16:creationId xmlns:a16="http://schemas.microsoft.com/office/drawing/2014/main" id="{F2528931-1D1A-BA23-90DE-2C0867A98B44}"/>
              </a:ext>
            </a:extLst>
          </p:cNvPr>
          <p:cNvSpPr txBox="1">
            <a:spLocks/>
          </p:cNvSpPr>
          <p:nvPr/>
        </p:nvSpPr>
        <p:spPr bwMode="auto">
          <a:xfrm>
            <a:off x="11482501" y="6581331"/>
            <a:ext cx="914400" cy="233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6000" tIns="36000" rIns="36000" bIns="36000" numCol="1" anchor="b" anchorCtr="0" compatLnSpc="1">
            <a:prstTxWarp prst="textNoShape">
              <a:avLst/>
            </a:prstTxWarp>
          </a:bodyPr>
          <a:lstStyle>
            <a:defPPr>
              <a:defRPr lang="en-US"/>
            </a:defPPr>
            <a:lvl1pPr algn="ctr" rtl="0" fontAlgn="base">
              <a:spcBef>
                <a:spcPct val="0"/>
              </a:spcBef>
              <a:spcAft>
                <a:spcPct val="0"/>
              </a:spcAft>
              <a:defRPr sz="1200" b="1" kern="1200">
                <a:solidFill>
                  <a:schemeClr val="tx1"/>
                </a:solidFill>
                <a:latin typeface="+mj-lt"/>
                <a:ea typeface="+mn-ea"/>
                <a:cs typeface="+mn-cs"/>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6516E9BE-843C-4425-80E4-36155279AD5E}" type="slidenum">
              <a:rPr lang="en-US" sz="900" smtClean="0">
                <a:solidFill>
                  <a:srgbClr val="2D2926"/>
                </a:solidFill>
                <a:latin typeface="Verdana" panose="020B0604030504040204" pitchFamily="34" charset="0"/>
                <a:ea typeface="Verdana" panose="020B0604030504040204" pitchFamily="34" charset="0"/>
              </a:rPr>
              <a:pPr>
                <a:defRPr/>
              </a:pPr>
              <a:t>18</a:t>
            </a:fld>
            <a:endParaRPr lang="en-US" sz="900">
              <a:solidFill>
                <a:srgbClr val="2D2926"/>
              </a:solidFill>
              <a:latin typeface="Verdana" panose="020B0604030504040204" pitchFamily="34" charset="0"/>
              <a:ea typeface="Verdana" panose="020B0604030504040204" pitchFamily="34" charset="0"/>
            </a:endParaRPr>
          </a:p>
        </p:txBody>
      </p:sp>
      <p:sp>
        <p:nvSpPr>
          <p:cNvPr id="5" name="Action Button: Return 4">
            <a:hlinkClick r:id="rId3" action="ppaction://hlinksldjump" highlightClick="1"/>
            <a:extLst>
              <a:ext uri="{FF2B5EF4-FFF2-40B4-BE49-F238E27FC236}">
                <a16:creationId xmlns:a16="http://schemas.microsoft.com/office/drawing/2014/main" id="{CE1AC94A-5100-6329-A0F8-DEE44BCA73E9}"/>
              </a:ext>
            </a:extLst>
          </p:cNvPr>
          <p:cNvSpPr/>
          <p:nvPr/>
        </p:nvSpPr>
        <p:spPr bwMode="auto">
          <a:xfrm>
            <a:off x="11603766" y="6645539"/>
            <a:ext cx="211853" cy="152400"/>
          </a:xfrm>
          <a:prstGeom prst="actionButtonReturn">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AE" sz="1900" b="0" i="0" u="none" strike="noStrike" kern="1200" cap="none" spc="0" normalizeH="0" baseline="0" noProof="0">
              <a:ln>
                <a:noFill/>
              </a:ln>
              <a:solidFill>
                <a:srgbClr val="2D2926"/>
              </a:solidFill>
              <a:effectLst/>
              <a:uLnTx/>
              <a:uFillTx/>
              <a:latin typeface="Verdana" panose="020B0604030504040204" pitchFamily="34" charset="0"/>
              <a:ea typeface="Verdana" panose="020B0604030504040204" pitchFamily="34" charset="0"/>
            </a:endParaRPr>
          </a:p>
        </p:txBody>
      </p:sp>
      <p:pic>
        <p:nvPicPr>
          <p:cNvPr id="16" name="Image 14" descr="preencoded.png"/>
          <p:cNvPicPr>
            <a:picLocks noChangeAspect="1"/>
          </p:cNvPicPr>
          <p:nvPr/>
        </p:nvPicPr>
        <p:blipFill>
          <a:blip r:embed="rId4"/>
          <a:stretch>
            <a:fillRect/>
          </a:stretch>
        </p:blipFill>
        <p:spPr>
          <a:xfrm>
            <a:off x="9213269" y="2026163"/>
            <a:ext cx="1219200" cy="1219200"/>
          </a:xfrm>
          <a:prstGeom prst="rect">
            <a:avLst/>
          </a:prstGeom>
        </p:spPr>
      </p:pic>
      <p:pic>
        <p:nvPicPr>
          <p:cNvPr id="17" name="Image 15" descr="preencoded.png"/>
          <p:cNvPicPr>
            <a:picLocks noChangeAspect="1"/>
          </p:cNvPicPr>
          <p:nvPr/>
        </p:nvPicPr>
        <p:blipFill>
          <a:blip r:embed="rId5"/>
          <a:stretch>
            <a:fillRect/>
          </a:stretch>
        </p:blipFill>
        <p:spPr>
          <a:xfrm>
            <a:off x="7902748" y="2649478"/>
            <a:ext cx="1097161" cy="19050"/>
          </a:xfrm>
          <a:prstGeom prst="rect">
            <a:avLst/>
          </a:prstGeom>
        </p:spPr>
      </p:pic>
      <p:pic>
        <p:nvPicPr>
          <p:cNvPr id="18" name="Image 16" descr="preencoded.png"/>
          <p:cNvPicPr>
            <a:picLocks noChangeAspect="1"/>
          </p:cNvPicPr>
          <p:nvPr/>
        </p:nvPicPr>
        <p:blipFill>
          <a:blip r:embed="rId6"/>
          <a:stretch>
            <a:fillRect/>
          </a:stretch>
        </p:blipFill>
        <p:spPr>
          <a:xfrm>
            <a:off x="10856372" y="2649478"/>
            <a:ext cx="1097161" cy="19050"/>
          </a:xfrm>
          <a:prstGeom prst="rect">
            <a:avLst/>
          </a:prstGeom>
        </p:spPr>
      </p:pic>
      <p:pic>
        <p:nvPicPr>
          <p:cNvPr id="19" name="Image 17" descr="preencoded.png"/>
          <p:cNvPicPr>
            <a:picLocks noChangeAspect="1"/>
          </p:cNvPicPr>
          <p:nvPr/>
        </p:nvPicPr>
        <p:blipFill>
          <a:blip r:embed="rId7"/>
          <a:stretch>
            <a:fillRect/>
          </a:stretch>
        </p:blipFill>
        <p:spPr>
          <a:xfrm>
            <a:off x="9793997" y="1430278"/>
            <a:ext cx="19050" cy="487561"/>
          </a:xfrm>
          <a:prstGeom prst="rect">
            <a:avLst/>
          </a:prstGeom>
        </p:spPr>
      </p:pic>
      <p:pic>
        <p:nvPicPr>
          <p:cNvPr id="20" name="Image 18" descr="preencoded.png"/>
          <p:cNvPicPr>
            <a:picLocks noChangeAspect="1"/>
          </p:cNvPicPr>
          <p:nvPr/>
        </p:nvPicPr>
        <p:blipFill>
          <a:blip r:embed="rId7"/>
          <a:stretch>
            <a:fillRect/>
          </a:stretch>
        </p:blipFill>
        <p:spPr>
          <a:xfrm>
            <a:off x="9793997" y="3381117"/>
            <a:ext cx="19050" cy="487561"/>
          </a:xfrm>
          <a:prstGeom prst="rect">
            <a:avLst/>
          </a:prstGeom>
        </p:spPr>
      </p:pic>
      <p:sp>
        <p:nvSpPr>
          <p:cNvPr id="40" name="Text 19"/>
          <p:cNvSpPr/>
          <p:nvPr/>
        </p:nvSpPr>
        <p:spPr>
          <a:xfrm>
            <a:off x="9637808" y="2326553"/>
            <a:ext cx="525025" cy="569650"/>
          </a:xfrm>
          <a:prstGeom prst="rect">
            <a:avLst/>
          </a:prstGeom>
          <a:noFill/>
          <a:ln/>
        </p:spPr>
        <p:txBody>
          <a:bodyPr vert="horz" wrap="square" lIns="0" tIns="0" rIns="0" bIns="0" rtlCol="0" anchor="t"/>
          <a:lstStyle/>
          <a:p>
            <a:pPr marL="0" indent="0">
              <a:lnSpc>
                <a:spcPts val="2100"/>
              </a:lnSpc>
              <a:buNone/>
            </a:pPr>
            <a:r>
              <a:rPr lang="en-US" sz="900" b="1">
                <a:solidFill>
                  <a:srgbClr val="FFFFFF"/>
                </a:solidFill>
                <a:latin typeface="Verdana" panose="020B0604030504040204" pitchFamily="34" charset="0"/>
                <a:ea typeface="Verdana" panose="020B0604030504040204" pitchFamily="34" charset="0"/>
                <a:cs typeface="ui-sans-serif" pitchFamily="34" charset="-120"/>
              </a:rPr>
              <a:t>QAIP
2025</a:t>
            </a:r>
            <a:endParaRPr lang="en-US" sz="900">
              <a:latin typeface="Verdana" panose="020B0604030504040204" pitchFamily="34" charset="0"/>
              <a:ea typeface="Verdana" panose="020B0604030504040204" pitchFamily="34" charset="0"/>
            </a:endParaRPr>
          </a:p>
        </p:txBody>
      </p:sp>
      <p:sp>
        <p:nvSpPr>
          <p:cNvPr id="41" name="Text 20"/>
          <p:cNvSpPr/>
          <p:nvPr/>
        </p:nvSpPr>
        <p:spPr>
          <a:xfrm>
            <a:off x="7872149" y="1430278"/>
            <a:ext cx="1645920" cy="266700"/>
          </a:xfrm>
          <a:prstGeom prst="rect">
            <a:avLst/>
          </a:prstGeom>
          <a:noFill/>
          <a:ln/>
        </p:spPr>
        <p:txBody>
          <a:bodyPr vert="horz" wrap="square" lIns="0" tIns="0" rIns="0" bIns="0" rtlCol="0" anchor="t"/>
          <a:lstStyle/>
          <a:p>
            <a:pPr marL="0" indent="0" algn="ctr">
              <a:lnSpc>
                <a:spcPts val="2100"/>
              </a:lnSpc>
              <a:buNone/>
            </a:pPr>
            <a:r>
              <a:rPr lang="en-US" sz="900">
                <a:solidFill>
                  <a:srgbClr val="E60021"/>
                </a:solidFill>
                <a:latin typeface="Verdana" panose="020B0604030504040204" pitchFamily="34" charset="0"/>
                <a:ea typeface="Verdana" panose="020B0604030504040204" pitchFamily="34" charset="0"/>
                <a:cs typeface="ui-sans-serif" pitchFamily="34" charset="-120"/>
              </a:rPr>
              <a:t>Standards</a:t>
            </a:r>
            <a:endParaRPr lang="en-US" sz="900">
              <a:latin typeface="Verdana" panose="020B0604030504040204" pitchFamily="34" charset="0"/>
              <a:ea typeface="Verdana" panose="020B0604030504040204" pitchFamily="34" charset="0"/>
            </a:endParaRPr>
          </a:p>
        </p:txBody>
      </p:sp>
      <p:sp>
        <p:nvSpPr>
          <p:cNvPr id="42" name="Text 21"/>
          <p:cNvSpPr/>
          <p:nvPr/>
        </p:nvSpPr>
        <p:spPr>
          <a:xfrm>
            <a:off x="8009309" y="1735078"/>
            <a:ext cx="1371600" cy="304800"/>
          </a:xfrm>
          <a:prstGeom prst="rect">
            <a:avLst/>
          </a:prstGeom>
          <a:noFill/>
          <a:ln/>
        </p:spPr>
        <p:txBody>
          <a:bodyPr vert="horz" wrap="square" lIns="0" tIns="0" rIns="0" bIns="0" rtlCol="0" anchor="t"/>
          <a:lstStyle/>
          <a:p>
            <a:pPr marL="0" indent="0" algn="ctr">
              <a:lnSpc>
                <a:spcPts val="1200"/>
              </a:lnSpc>
              <a:buNone/>
            </a:pPr>
            <a:r>
              <a:rPr lang="en-US" sz="900">
                <a:solidFill>
                  <a:srgbClr val="374151"/>
                </a:solidFill>
                <a:latin typeface="Verdana" panose="020B0604030504040204" pitchFamily="34" charset="0"/>
                <a:ea typeface="Verdana" panose="020B0604030504040204" pitchFamily="34" charset="0"/>
                <a:cs typeface="ui-sans-serif" pitchFamily="34" charset="-120"/>
              </a:rPr>
              <a:t>Revised GIA Manual; GIAS Alignment</a:t>
            </a:r>
            <a:endParaRPr lang="en-US" sz="900">
              <a:latin typeface="Verdana" panose="020B0604030504040204" pitchFamily="34" charset="0"/>
              <a:ea typeface="Verdana" panose="020B0604030504040204" pitchFamily="34" charset="0"/>
            </a:endParaRPr>
          </a:p>
        </p:txBody>
      </p:sp>
      <p:sp>
        <p:nvSpPr>
          <p:cNvPr id="43" name="Text 22"/>
          <p:cNvSpPr/>
          <p:nvPr/>
        </p:nvSpPr>
        <p:spPr>
          <a:xfrm>
            <a:off x="10063773" y="1430278"/>
            <a:ext cx="1645920" cy="266700"/>
          </a:xfrm>
          <a:prstGeom prst="rect">
            <a:avLst/>
          </a:prstGeom>
          <a:noFill/>
          <a:ln/>
        </p:spPr>
        <p:txBody>
          <a:bodyPr vert="horz" wrap="square" lIns="0" tIns="0" rIns="0" bIns="0" rtlCol="0" anchor="t"/>
          <a:lstStyle/>
          <a:p>
            <a:pPr marL="0" indent="0" algn="ctr">
              <a:lnSpc>
                <a:spcPts val="2100"/>
              </a:lnSpc>
              <a:buNone/>
            </a:pPr>
            <a:r>
              <a:rPr lang="en-US" sz="900">
                <a:solidFill>
                  <a:srgbClr val="E60021"/>
                </a:solidFill>
                <a:latin typeface="Verdana" panose="020B0604030504040204" pitchFamily="34" charset="0"/>
                <a:ea typeface="Verdana" panose="020B0604030504040204" pitchFamily="34" charset="0"/>
                <a:cs typeface="ui-sans-serif" pitchFamily="34" charset="-120"/>
              </a:rPr>
              <a:t>Methodology</a:t>
            </a:r>
            <a:endParaRPr lang="en-US" sz="900">
              <a:latin typeface="Verdana" panose="020B0604030504040204" pitchFamily="34" charset="0"/>
              <a:ea typeface="Verdana" panose="020B0604030504040204" pitchFamily="34" charset="0"/>
            </a:endParaRPr>
          </a:p>
        </p:txBody>
      </p:sp>
      <p:sp>
        <p:nvSpPr>
          <p:cNvPr id="44" name="Text 23"/>
          <p:cNvSpPr/>
          <p:nvPr/>
        </p:nvSpPr>
        <p:spPr>
          <a:xfrm>
            <a:off x="10200933" y="1735078"/>
            <a:ext cx="1371600" cy="304800"/>
          </a:xfrm>
          <a:prstGeom prst="rect">
            <a:avLst/>
          </a:prstGeom>
          <a:noFill/>
          <a:ln/>
        </p:spPr>
        <p:txBody>
          <a:bodyPr vert="horz" wrap="square" lIns="0" tIns="0" rIns="0" bIns="0" rtlCol="0" anchor="t"/>
          <a:lstStyle/>
          <a:p>
            <a:pPr marL="0" indent="0" algn="ctr">
              <a:lnSpc>
                <a:spcPts val="1200"/>
              </a:lnSpc>
              <a:buNone/>
            </a:pPr>
            <a:r>
              <a:rPr lang="en-US" sz="900">
                <a:solidFill>
                  <a:srgbClr val="374151"/>
                </a:solidFill>
                <a:latin typeface="Verdana" panose="020B0604030504040204" pitchFamily="34" charset="0"/>
                <a:ea typeface="Verdana" panose="020B0604030504040204" pitchFamily="34" charset="0"/>
                <a:cs typeface="ui-sans-serif" pitchFamily="34" charset="-120"/>
              </a:rPr>
              <a:t>QA Review &amp; Rating, QA Checkpoints</a:t>
            </a:r>
            <a:endParaRPr lang="en-US" sz="900">
              <a:latin typeface="Verdana" panose="020B0604030504040204" pitchFamily="34" charset="0"/>
              <a:ea typeface="Verdana" panose="020B0604030504040204" pitchFamily="34" charset="0"/>
            </a:endParaRPr>
          </a:p>
        </p:txBody>
      </p:sp>
      <p:sp>
        <p:nvSpPr>
          <p:cNvPr id="45" name="Text 24"/>
          <p:cNvSpPr/>
          <p:nvPr/>
        </p:nvSpPr>
        <p:spPr>
          <a:xfrm>
            <a:off x="7917869" y="3106678"/>
            <a:ext cx="1645920" cy="266700"/>
          </a:xfrm>
          <a:prstGeom prst="rect">
            <a:avLst/>
          </a:prstGeom>
          <a:noFill/>
          <a:ln/>
        </p:spPr>
        <p:txBody>
          <a:bodyPr vert="horz" wrap="square" lIns="0" tIns="0" rIns="0" bIns="0" rtlCol="0" anchor="t"/>
          <a:lstStyle/>
          <a:p>
            <a:pPr marL="0" indent="0" algn="ctr">
              <a:lnSpc>
                <a:spcPts val="2100"/>
              </a:lnSpc>
              <a:buNone/>
            </a:pPr>
            <a:r>
              <a:rPr lang="en-US" sz="900">
                <a:solidFill>
                  <a:srgbClr val="E60021"/>
                </a:solidFill>
                <a:latin typeface="Verdana" panose="020B0604030504040204" pitchFamily="34" charset="0"/>
                <a:ea typeface="Verdana" panose="020B0604030504040204" pitchFamily="34" charset="0"/>
                <a:cs typeface="ui-sans-serif" pitchFamily="34" charset="-120"/>
              </a:rPr>
              <a:t>Governance</a:t>
            </a:r>
            <a:endParaRPr lang="en-US" sz="900">
              <a:latin typeface="Verdana" panose="020B0604030504040204" pitchFamily="34" charset="0"/>
              <a:ea typeface="Verdana" panose="020B0604030504040204" pitchFamily="34" charset="0"/>
            </a:endParaRPr>
          </a:p>
        </p:txBody>
      </p:sp>
      <p:sp>
        <p:nvSpPr>
          <p:cNvPr id="46" name="Text 25"/>
          <p:cNvSpPr/>
          <p:nvPr/>
        </p:nvSpPr>
        <p:spPr>
          <a:xfrm>
            <a:off x="7917869" y="3411478"/>
            <a:ext cx="1645920" cy="152400"/>
          </a:xfrm>
          <a:prstGeom prst="rect">
            <a:avLst/>
          </a:prstGeom>
          <a:noFill/>
          <a:ln/>
        </p:spPr>
        <p:txBody>
          <a:bodyPr vert="horz" wrap="square" lIns="0" tIns="0" rIns="0" bIns="0" rtlCol="0" anchor="t"/>
          <a:lstStyle/>
          <a:p>
            <a:pPr marL="0" indent="0" algn="ctr">
              <a:lnSpc>
                <a:spcPts val="1200"/>
              </a:lnSpc>
              <a:buNone/>
            </a:pPr>
            <a:r>
              <a:rPr lang="en-US" sz="900">
                <a:solidFill>
                  <a:srgbClr val="374151"/>
                </a:solidFill>
                <a:latin typeface="Verdana" panose="020B0604030504040204" pitchFamily="34" charset="0"/>
                <a:ea typeface="Verdana" panose="020B0604030504040204" pitchFamily="34" charset="0"/>
                <a:cs typeface="ui-sans-serif" pitchFamily="34" charset="-120"/>
              </a:rPr>
              <a:t>GIA Strategy FY2025-26</a:t>
            </a:r>
            <a:endParaRPr lang="en-US" sz="900">
              <a:latin typeface="Verdana" panose="020B0604030504040204" pitchFamily="34" charset="0"/>
              <a:ea typeface="Verdana" panose="020B0604030504040204" pitchFamily="34" charset="0"/>
            </a:endParaRPr>
          </a:p>
        </p:txBody>
      </p:sp>
      <p:sp>
        <p:nvSpPr>
          <p:cNvPr id="3" name="Text 26"/>
          <p:cNvSpPr/>
          <p:nvPr/>
        </p:nvSpPr>
        <p:spPr>
          <a:xfrm>
            <a:off x="10109493" y="3106678"/>
            <a:ext cx="1645920" cy="266700"/>
          </a:xfrm>
          <a:prstGeom prst="rect">
            <a:avLst/>
          </a:prstGeom>
          <a:noFill/>
          <a:ln/>
        </p:spPr>
        <p:txBody>
          <a:bodyPr vert="horz" wrap="square" lIns="0" tIns="0" rIns="0" bIns="0" rtlCol="0" anchor="t"/>
          <a:lstStyle/>
          <a:p>
            <a:pPr marL="0" indent="0" algn="ctr">
              <a:lnSpc>
                <a:spcPts val="2100"/>
              </a:lnSpc>
              <a:buNone/>
            </a:pPr>
            <a:r>
              <a:rPr lang="en-US" sz="900">
                <a:solidFill>
                  <a:srgbClr val="E60021"/>
                </a:solidFill>
                <a:latin typeface="Verdana" panose="020B0604030504040204" pitchFamily="34" charset="0"/>
                <a:ea typeface="Verdana" panose="020B0604030504040204" pitchFamily="34" charset="0"/>
              </a:rPr>
              <a:t>Internal Assessments</a:t>
            </a:r>
            <a:endParaRPr lang="en-US" sz="900">
              <a:latin typeface="Verdana" panose="020B0604030504040204" pitchFamily="34" charset="0"/>
              <a:ea typeface="Verdana" panose="020B0604030504040204" pitchFamily="34" charset="0"/>
            </a:endParaRPr>
          </a:p>
        </p:txBody>
      </p:sp>
      <p:sp>
        <p:nvSpPr>
          <p:cNvPr id="48" name="Text 27"/>
          <p:cNvSpPr/>
          <p:nvPr/>
        </p:nvSpPr>
        <p:spPr>
          <a:xfrm>
            <a:off x="10246653" y="3411478"/>
            <a:ext cx="1371600" cy="304800"/>
          </a:xfrm>
          <a:prstGeom prst="rect">
            <a:avLst/>
          </a:prstGeom>
          <a:noFill/>
          <a:ln/>
        </p:spPr>
        <p:txBody>
          <a:bodyPr vert="horz" wrap="square" lIns="0" tIns="0" rIns="0" bIns="0" rtlCol="0" anchor="t"/>
          <a:lstStyle/>
          <a:p>
            <a:pPr marL="0" indent="0" algn="ctr">
              <a:lnSpc>
                <a:spcPts val="1200"/>
              </a:lnSpc>
              <a:buNone/>
            </a:pPr>
            <a:r>
              <a:rPr lang="en-US" sz="900">
                <a:solidFill>
                  <a:srgbClr val="374151"/>
                </a:solidFill>
                <a:latin typeface="Verdana" panose="020B0604030504040204" pitchFamily="34" charset="0"/>
                <a:ea typeface="Verdana" panose="020B0604030504040204" pitchFamily="34" charset="0"/>
                <a:cs typeface="ui-sans-serif" pitchFamily="34" charset="-120"/>
              </a:rPr>
              <a:t>Thematic QA Insights; EQA Readiness</a:t>
            </a:r>
            <a:endParaRPr lang="en-US" sz="900">
              <a:latin typeface="Verdana" panose="020B0604030504040204" pitchFamily="34" charset="0"/>
              <a:ea typeface="Verdana" panose="020B0604030504040204" pitchFamily="34" charset="0"/>
            </a:endParaRPr>
          </a:p>
        </p:txBody>
      </p:sp>
      <p:pic>
        <p:nvPicPr>
          <p:cNvPr id="6" name="Image 4" descr="preencoded.png"/>
          <p:cNvPicPr>
            <a:picLocks noChangeAspect="1"/>
          </p:cNvPicPr>
          <p:nvPr/>
        </p:nvPicPr>
        <p:blipFill>
          <a:blip r:embed="rId8"/>
          <a:stretch>
            <a:fillRect/>
          </a:stretch>
        </p:blipFill>
        <p:spPr>
          <a:xfrm>
            <a:off x="258346" y="1600200"/>
            <a:ext cx="152400" cy="171450"/>
          </a:xfrm>
          <a:prstGeom prst="rect">
            <a:avLst/>
          </a:prstGeom>
        </p:spPr>
      </p:pic>
      <p:sp>
        <p:nvSpPr>
          <p:cNvPr id="9" name="Text 4"/>
          <p:cNvSpPr/>
          <p:nvPr/>
        </p:nvSpPr>
        <p:spPr>
          <a:xfrm>
            <a:off x="509072" y="1524000"/>
            <a:ext cx="5791200" cy="266700"/>
          </a:xfrm>
          <a:prstGeom prst="rect">
            <a:avLst/>
          </a:prstGeom>
          <a:noFill/>
          <a:ln/>
        </p:spPr>
        <p:txBody>
          <a:bodyPr vert="horz" wrap="square" lIns="0" tIns="0" rIns="0" bIns="0" rtlCol="0" anchor="t"/>
          <a:lstStyle/>
          <a:p>
            <a:pPr marL="0" indent="0">
              <a:lnSpc>
                <a:spcPts val="2100"/>
              </a:lnSpc>
              <a:buNone/>
            </a:pPr>
            <a:r>
              <a:rPr lang="en-US" sz="900" b="1">
                <a:solidFill>
                  <a:srgbClr val="E60021"/>
                </a:solidFill>
                <a:latin typeface="Verdana" panose="020B0604030504040204" pitchFamily="34" charset="0"/>
                <a:ea typeface="Verdana" panose="020B0604030504040204" pitchFamily="34" charset="0"/>
                <a:cs typeface="ui-sans-serif" pitchFamily="34" charset="-120"/>
              </a:rPr>
              <a:t>GIA Manual</a:t>
            </a:r>
            <a:endParaRPr lang="en-US" sz="900">
              <a:latin typeface="Verdana" panose="020B0604030504040204" pitchFamily="34" charset="0"/>
              <a:ea typeface="Verdana" panose="020B0604030504040204" pitchFamily="34" charset="0"/>
            </a:endParaRPr>
          </a:p>
        </p:txBody>
      </p:sp>
      <p:sp>
        <p:nvSpPr>
          <p:cNvPr id="10" name="Text 5"/>
          <p:cNvSpPr/>
          <p:nvPr/>
        </p:nvSpPr>
        <p:spPr>
          <a:xfrm>
            <a:off x="490022" y="1829550"/>
            <a:ext cx="6995160" cy="381000"/>
          </a:xfrm>
          <a:prstGeom prst="rect">
            <a:avLst/>
          </a:prstGeom>
          <a:noFill/>
          <a:ln/>
        </p:spPr>
        <p:txBody>
          <a:bodyPr vert="horz" wrap="square" lIns="0" tIns="0" rIns="0" bIns="0" rtlCol="0" anchor="t"/>
          <a:lstStyle/>
          <a:p>
            <a:pPr marL="0" indent="0">
              <a:lnSpc>
                <a:spcPts val="1500"/>
              </a:lnSpc>
              <a:buNone/>
            </a:pPr>
            <a:r>
              <a:rPr lang="en-US" sz="900">
                <a:solidFill>
                  <a:srgbClr val="374151"/>
                </a:solidFill>
                <a:latin typeface="Verdana" panose="020B0604030504040204" pitchFamily="34" charset="0"/>
                <a:ea typeface="Verdana" panose="020B0604030504040204" pitchFamily="34" charset="0"/>
                <a:cs typeface="ui-sans-serif" pitchFamily="34" charset="-120"/>
              </a:rPr>
              <a:t>Revised GIA Manual updated to reflect current audit practices, refreshed methodologies and execution protocols, and fully aligned with the 2025 Global Internal Audit Standards (GIAS) — establishing a consistent baseline across all audit teams.</a:t>
            </a:r>
          </a:p>
        </p:txBody>
      </p:sp>
      <p:pic>
        <p:nvPicPr>
          <p:cNvPr id="11" name="Image 5" descr="preencoded.png"/>
          <p:cNvPicPr>
            <a:picLocks noChangeAspect="1"/>
          </p:cNvPicPr>
          <p:nvPr/>
        </p:nvPicPr>
        <p:blipFill>
          <a:blip r:embed="rId9"/>
          <a:stretch>
            <a:fillRect/>
          </a:stretch>
        </p:blipFill>
        <p:spPr>
          <a:xfrm>
            <a:off x="261422" y="2524125"/>
            <a:ext cx="171450" cy="171450"/>
          </a:xfrm>
          <a:prstGeom prst="rect">
            <a:avLst/>
          </a:prstGeom>
        </p:spPr>
      </p:pic>
      <p:sp>
        <p:nvSpPr>
          <p:cNvPr id="12" name="Text 6"/>
          <p:cNvSpPr/>
          <p:nvPr/>
        </p:nvSpPr>
        <p:spPr>
          <a:xfrm>
            <a:off x="509072" y="2476500"/>
            <a:ext cx="5791200" cy="266700"/>
          </a:xfrm>
          <a:prstGeom prst="rect">
            <a:avLst/>
          </a:prstGeom>
          <a:noFill/>
          <a:ln/>
        </p:spPr>
        <p:txBody>
          <a:bodyPr vert="horz" wrap="square" lIns="0" tIns="0" rIns="0" bIns="0" rtlCol="0" anchor="t"/>
          <a:lstStyle/>
          <a:p>
            <a:pPr marL="0" indent="0">
              <a:lnSpc>
                <a:spcPts val="2100"/>
              </a:lnSpc>
              <a:buNone/>
            </a:pPr>
            <a:r>
              <a:rPr lang="en-US" sz="900" b="1">
                <a:solidFill>
                  <a:srgbClr val="E60021"/>
                </a:solidFill>
                <a:latin typeface="Verdana" panose="020B0604030504040204" pitchFamily="34" charset="0"/>
                <a:ea typeface="Verdana" panose="020B0604030504040204" pitchFamily="34" charset="0"/>
                <a:cs typeface="ui-sans-serif" pitchFamily="34" charset="-120"/>
              </a:rPr>
              <a:t>GIA Strategy 2025-2026</a:t>
            </a:r>
            <a:endParaRPr lang="en-US" sz="900">
              <a:latin typeface="Verdana" panose="020B0604030504040204" pitchFamily="34" charset="0"/>
              <a:ea typeface="Verdana" panose="020B0604030504040204" pitchFamily="34" charset="0"/>
            </a:endParaRPr>
          </a:p>
        </p:txBody>
      </p:sp>
      <p:sp>
        <p:nvSpPr>
          <p:cNvPr id="28" name="Text 7"/>
          <p:cNvSpPr/>
          <p:nvPr/>
        </p:nvSpPr>
        <p:spPr>
          <a:xfrm>
            <a:off x="507167" y="2780382"/>
            <a:ext cx="6949440" cy="190500"/>
          </a:xfrm>
          <a:prstGeom prst="rect">
            <a:avLst/>
          </a:prstGeom>
          <a:noFill/>
          <a:ln/>
        </p:spPr>
        <p:txBody>
          <a:bodyPr vert="horz" wrap="square" lIns="0" tIns="0" rIns="0" bIns="0" rtlCol="0" anchor="t"/>
          <a:lstStyle/>
          <a:p>
            <a:pPr marL="0" indent="0">
              <a:lnSpc>
                <a:spcPts val="1500"/>
              </a:lnSpc>
              <a:buNone/>
            </a:pPr>
            <a:r>
              <a:rPr lang="en-US" sz="900">
                <a:solidFill>
                  <a:srgbClr val="374151"/>
                </a:solidFill>
                <a:latin typeface="Verdana" panose="020B0604030504040204" pitchFamily="34" charset="0"/>
                <a:ea typeface="Verdana" panose="020B0604030504040204" pitchFamily="34" charset="0"/>
                <a:cs typeface="ui-sans-serif" pitchFamily="34" charset="-120"/>
              </a:rPr>
              <a:t>Implemented, reinforcing quality, governance, talent development and digital enablement.</a:t>
            </a:r>
            <a:endParaRPr lang="en-US" sz="900">
              <a:latin typeface="Verdana" panose="020B0604030504040204" pitchFamily="34" charset="0"/>
              <a:ea typeface="Verdana" panose="020B0604030504040204" pitchFamily="34" charset="0"/>
            </a:endParaRPr>
          </a:p>
        </p:txBody>
      </p:sp>
      <p:sp>
        <p:nvSpPr>
          <p:cNvPr id="13" name="Text 1">
            <a:extLst>
              <a:ext uri="{FF2B5EF4-FFF2-40B4-BE49-F238E27FC236}">
                <a16:creationId xmlns:a16="http://schemas.microsoft.com/office/drawing/2014/main" id="{C38DAEE3-A386-CCCB-4EBB-889B80667577}"/>
              </a:ext>
            </a:extLst>
          </p:cNvPr>
          <p:cNvSpPr/>
          <p:nvPr/>
        </p:nvSpPr>
        <p:spPr>
          <a:xfrm>
            <a:off x="149464" y="699483"/>
            <a:ext cx="11887200" cy="450661"/>
          </a:xfrm>
          <a:prstGeom prst="rect">
            <a:avLst/>
          </a:prstGeom>
          <a:solidFill>
            <a:schemeClr val="accent5">
              <a:lumMod val="90000"/>
              <a:lumOff val="10000"/>
            </a:schemeClr>
          </a:solidFill>
          <a:ln/>
        </p:spPr>
        <p:txBody>
          <a:bodyPr wrap="square" lIns="0" tIns="0" rIns="0" bIns="0" rtlCol="0" anchor="t"/>
          <a:lstStyle/>
          <a:p>
            <a:pPr algn="ctr">
              <a:lnSpc>
                <a:spcPts val="1750"/>
              </a:lnSpc>
            </a:pPr>
            <a:r>
              <a:rPr lang="en-US" sz="1100" dirty="0">
                <a:solidFill>
                  <a:schemeClr val="bg1"/>
                </a:solidFill>
                <a:latin typeface="Verdana" panose="020B0604030504040204" pitchFamily="34" charset="0"/>
                <a:ea typeface="Verdana" panose="020B0604030504040204" pitchFamily="34" charset="0"/>
                <a:cs typeface="Roboto Light" pitchFamily="34" charset="-120"/>
              </a:rPr>
              <a:t> GIA has aligned its practices with the 2025 Global Internal Audit Standards, reflecting our commitment to professional excellence &amp; adoption of leading practices.    The revised GIA Manual issued in September 2025, incorporates contemporary audit approaches &amp; enhanced quality standards.</a:t>
            </a:r>
          </a:p>
          <a:p>
            <a:pPr algn="ctr">
              <a:lnSpc>
                <a:spcPts val="1750"/>
              </a:lnSpc>
            </a:pPr>
            <a:endParaRPr lang="en-US" sz="1100" dirty="0">
              <a:solidFill>
                <a:schemeClr val="bg1"/>
              </a:solidFill>
              <a:latin typeface="Verdana" panose="020B0604030504040204" pitchFamily="34" charset="0"/>
              <a:ea typeface="Verdana" panose="020B0604030504040204" pitchFamily="34" charset="0"/>
            </a:endParaRPr>
          </a:p>
        </p:txBody>
      </p:sp>
      <p:pic>
        <p:nvPicPr>
          <p:cNvPr id="14" name="Image 6" descr="preencoded.png"/>
          <p:cNvPicPr>
            <a:picLocks noChangeAspect="1"/>
          </p:cNvPicPr>
          <p:nvPr/>
        </p:nvPicPr>
        <p:blipFill>
          <a:blip r:embed="rId10"/>
          <a:stretch>
            <a:fillRect/>
          </a:stretch>
        </p:blipFill>
        <p:spPr>
          <a:xfrm>
            <a:off x="261422" y="3209925"/>
            <a:ext cx="171450" cy="171450"/>
          </a:xfrm>
          <a:prstGeom prst="rect">
            <a:avLst/>
          </a:prstGeom>
        </p:spPr>
      </p:pic>
      <p:sp>
        <p:nvSpPr>
          <p:cNvPr id="29" name="Text 8"/>
          <p:cNvSpPr/>
          <p:nvPr/>
        </p:nvSpPr>
        <p:spPr>
          <a:xfrm>
            <a:off x="509072" y="3162300"/>
            <a:ext cx="5791200" cy="266700"/>
          </a:xfrm>
          <a:prstGeom prst="rect">
            <a:avLst/>
          </a:prstGeom>
          <a:noFill/>
          <a:ln/>
        </p:spPr>
        <p:txBody>
          <a:bodyPr vert="horz" wrap="square" lIns="0" tIns="0" rIns="0" bIns="0" rtlCol="0" anchor="t"/>
          <a:lstStyle/>
          <a:p>
            <a:pPr marL="0" indent="0">
              <a:lnSpc>
                <a:spcPts val="2100"/>
              </a:lnSpc>
              <a:buNone/>
            </a:pPr>
            <a:r>
              <a:rPr lang="en-US" sz="900" b="1">
                <a:solidFill>
                  <a:srgbClr val="E60021"/>
                </a:solidFill>
                <a:latin typeface="Verdana" panose="020B0604030504040204" pitchFamily="34" charset="0"/>
                <a:ea typeface="Verdana" panose="020B0604030504040204" pitchFamily="34" charset="0"/>
                <a:cs typeface="ui-sans-serif" pitchFamily="34" charset="-120"/>
              </a:rPr>
              <a:t>QA Review Methodology</a:t>
            </a:r>
            <a:endParaRPr lang="en-US" sz="900">
              <a:latin typeface="Verdana" panose="020B0604030504040204" pitchFamily="34" charset="0"/>
              <a:ea typeface="Verdana" panose="020B0604030504040204" pitchFamily="34" charset="0"/>
            </a:endParaRPr>
          </a:p>
        </p:txBody>
      </p:sp>
      <p:sp>
        <p:nvSpPr>
          <p:cNvPr id="30" name="Text 9"/>
          <p:cNvSpPr/>
          <p:nvPr/>
        </p:nvSpPr>
        <p:spPr>
          <a:xfrm>
            <a:off x="507167" y="3468018"/>
            <a:ext cx="7129978" cy="152400"/>
          </a:xfrm>
          <a:prstGeom prst="rect">
            <a:avLst/>
          </a:prstGeom>
          <a:noFill/>
          <a:ln/>
        </p:spPr>
        <p:txBody>
          <a:bodyPr vert="horz" wrap="square" lIns="0" tIns="0" rIns="0" bIns="0" rtlCol="0" anchor="t"/>
          <a:lstStyle/>
          <a:p>
            <a:pPr marL="0" indent="0">
              <a:lnSpc>
                <a:spcPts val="1500"/>
              </a:lnSpc>
              <a:buNone/>
            </a:pPr>
            <a:r>
              <a:rPr lang="en-US" sz="900">
                <a:solidFill>
                  <a:srgbClr val="374151"/>
                </a:solidFill>
                <a:latin typeface="Verdana" panose="020B0604030504040204" pitchFamily="34" charset="0"/>
                <a:ea typeface="Verdana" panose="020B0604030504040204" pitchFamily="34" charset="0"/>
                <a:cs typeface="ui-sans-serif" pitchFamily="34" charset="-120"/>
              </a:rPr>
              <a:t>Rolled out the formal QA Review &amp; Rating Methodology, introducing a structured conformance scale (Conforms / Partially Conforms / Does Not Conform) and embedding enhanced QA checkpoints into planning, fieldwork and reporting.</a:t>
            </a:r>
          </a:p>
        </p:txBody>
      </p:sp>
      <p:pic>
        <p:nvPicPr>
          <p:cNvPr id="32" name="Image 3" descr="preencoded.png"/>
          <p:cNvPicPr>
            <a:picLocks noChangeAspect="1"/>
          </p:cNvPicPr>
          <p:nvPr/>
        </p:nvPicPr>
        <p:blipFill>
          <a:blip r:embed="rId11"/>
          <a:stretch>
            <a:fillRect/>
          </a:stretch>
        </p:blipFill>
        <p:spPr>
          <a:xfrm>
            <a:off x="152400" y="4457700"/>
            <a:ext cx="1981200" cy="1602442"/>
          </a:xfrm>
          <a:prstGeom prst="rect">
            <a:avLst/>
          </a:prstGeom>
        </p:spPr>
      </p:pic>
      <p:pic>
        <p:nvPicPr>
          <p:cNvPr id="33" name="Image 4" descr="preencoded.png"/>
          <p:cNvPicPr>
            <a:picLocks noChangeAspect="1"/>
          </p:cNvPicPr>
          <p:nvPr/>
        </p:nvPicPr>
        <p:blipFill>
          <a:blip r:embed="rId12"/>
          <a:stretch>
            <a:fillRect/>
          </a:stretch>
        </p:blipFill>
        <p:spPr>
          <a:xfrm>
            <a:off x="266700" y="4610100"/>
            <a:ext cx="152400" cy="152400"/>
          </a:xfrm>
          <a:prstGeom prst="rect">
            <a:avLst/>
          </a:prstGeom>
        </p:spPr>
      </p:pic>
      <p:pic>
        <p:nvPicPr>
          <p:cNvPr id="34" name="Image 5" descr="preencoded.png"/>
          <p:cNvPicPr>
            <a:picLocks noChangeAspect="1"/>
          </p:cNvPicPr>
          <p:nvPr/>
        </p:nvPicPr>
        <p:blipFill>
          <a:blip r:embed="rId11"/>
          <a:stretch>
            <a:fillRect/>
          </a:stretch>
        </p:blipFill>
        <p:spPr>
          <a:xfrm>
            <a:off x="2133600" y="4457157"/>
            <a:ext cx="1980000" cy="1630465"/>
          </a:xfrm>
          <a:prstGeom prst="rect">
            <a:avLst/>
          </a:prstGeom>
        </p:spPr>
      </p:pic>
      <p:pic>
        <p:nvPicPr>
          <p:cNvPr id="35" name="Image 6" descr="preencoded.png"/>
          <p:cNvPicPr>
            <a:picLocks noChangeAspect="1"/>
          </p:cNvPicPr>
          <p:nvPr/>
        </p:nvPicPr>
        <p:blipFill>
          <a:blip r:embed="rId13"/>
          <a:stretch>
            <a:fillRect/>
          </a:stretch>
        </p:blipFill>
        <p:spPr>
          <a:xfrm>
            <a:off x="2247900" y="4609556"/>
            <a:ext cx="114300" cy="152400"/>
          </a:xfrm>
          <a:prstGeom prst="rect">
            <a:avLst/>
          </a:prstGeom>
        </p:spPr>
      </p:pic>
      <p:pic>
        <p:nvPicPr>
          <p:cNvPr id="38" name="Image 9" descr="preencoded.png"/>
          <p:cNvPicPr>
            <a:picLocks noChangeAspect="1"/>
          </p:cNvPicPr>
          <p:nvPr/>
        </p:nvPicPr>
        <p:blipFill>
          <a:blip r:embed="rId14"/>
          <a:stretch>
            <a:fillRect/>
          </a:stretch>
        </p:blipFill>
        <p:spPr>
          <a:xfrm>
            <a:off x="8113564" y="4489169"/>
            <a:ext cx="1980000" cy="1570973"/>
          </a:xfrm>
          <a:prstGeom prst="rect">
            <a:avLst/>
          </a:prstGeom>
        </p:spPr>
      </p:pic>
      <p:pic>
        <p:nvPicPr>
          <p:cNvPr id="50" name="Image 10" descr="preencoded.png"/>
          <p:cNvPicPr>
            <a:picLocks noChangeAspect="1"/>
          </p:cNvPicPr>
          <p:nvPr/>
        </p:nvPicPr>
        <p:blipFill>
          <a:blip r:embed="rId15"/>
          <a:stretch>
            <a:fillRect/>
          </a:stretch>
        </p:blipFill>
        <p:spPr>
          <a:xfrm>
            <a:off x="8262859" y="4657494"/>
            <a:ext cx="152400" cy="152400"/>
          </a:xfrm>
          <a:prstGeom prst="rect">
            <a:avLst/>
          </a:prstGeom>
        </p:spPr>
      </p:pic>
      <p:pic>
        <p:nvPicPr>
          <p:cNvPr id="52" name="Image 11" descr="preencoded.png"/>
          <p:cNvPicPr>
            <a:picLocks noChangeAspect="1"/>
          </p:cNvPicPr>
          <p:nvPr/>
        </p:nvPicPr>
        <p:blipFill>
          <a:blip r:embed="rId14"/>
          <a:stretch>
            <a:fillRect/>
          </a:stretch>
        </p:blipFill>
        <p:spPr>
          <a:xfrm>
            <a:off x="4114800" y="4457157"/>
            <a:ext cx="1980000" cy="1630464"/>
          </a:xfrm>
          <a:prstGeom prst="rect">
            <a:avLst/>
          </a:prstGeom>
        </p:spPr>
      </p:pic>
      <p:pic>
        <p:nvPicPr>
          <p:cNvPr id="53" name="Image 12" descr="preencoded.png"/>
          <p:cNvPicPr>
            <a:picLocks noChangeAspect="1"/>
          </p:cNvPicPr>
          <p:nvPr/>
        </p:nvPicPr>
        <p:blipFill>
          <a:blip r:embed="rId16"/>
          <a:stretch>
            <a:fillRect/>
          </a:stretch>
        </p:blipFill>
        <p:spPr>
          <a:xfrm>
            <a:off x="4229100" y="4609557"/>
            <a:ext cx="152400" cy="152400"/>
          </a:xfrm>
          <a:prstGeom prst="rect">
            <a:avLst/>
          </a:prstGeom>
        </p:spPr>
      </p:pic>
      <p:sp>
        <p:nvSpPr>
          <p:cNvPr id="56" name="Text 3"/>
          <p:cNvSpPr/>
          <p:nvPr/>
        </p:nvSpPr>
        <p:spPr>
          <a:xfrm>
            <a:off x="495300" y="4572000"/>
            <a:ext cx="3154680" cy="228600"/>
          </a:xfrm>
          <a:prstGeom prst="rect">
            <a:avLst/>
          </a:prstGeom>
          <a:noFill/>
          <a:ln/>
        </p:spPr>
        <p:txBody>
          <a:bodyPr vert="horz" wrap="square" lIns="0" tIns="0" rIns="0" bIns="0" rtlCol="0" anchor="t"/>
          <a:lstStyle/>
          <a:p>
            <a:pPr marL="0" indent="0">
              <a:lnSpc>
                <a:spcPts val="1800"/>
              </a:lnSpc>
              <a:buNone/>
            </a:pPr>
            <a:r>
              <a:rPr lang="en-US" sz="900" b="1">
                <a:solidFill>
                  <a:srgbClr val="E60021"/>
                </a:solidFill>
                <a:latin typeface="Verdana" panose="020B0604030504040204" pitchFamily="34" charset="0"/>
                <a:ea typeface="Verdana" panose="020B0604030504040204" pitchFamily="34" charset="0"/>
                <a:cs typeface="ui-sans-serif" pitchFamily="34" charset="-120"/>
              </a:rPr>
              <a:t>Planning &amp; Scope</a:t>
            </a:r>
            <a:endParaRPr lang="en-US" sz="900">
              <a:latin typeface="Verdana" panose="020B0604030504040204" pitchFamily="34" charset="0"/>
              <a:ea typeface="Verdana" panose="020B0604030504040204" pitchFamily="34" charset="0"/>
            </a:endParaRPr>
          </a:p>
        </p:txBody>
      </p:sp>
      <p:sp>
        <p:nvSpPr>
          <p:cNvPr id="57" name="Text 4"/>
          <p:cNvSpPr/>
          <p:nvPr/>
        </p:nvSpPr>
        <p:spPr>
          <a:xfrm>
            <a:off x="266700" y="5181600"/>
            <a:ext cx="1638300" cy="304800"/>
          </a:xfrm>
          <a:prstGeom prst="rect">
            <a:avLst/>
          </a:prstGeom>
          <a:noFill/>
          <a:ln/>
        </p:spPr>
        <p:txBody>
          <a:bodyPr vert="horz" wrap="square" lIns="0" tIns="0" rIns="0" bIns="0" rtlCol="0" anchor="t"/>
          <a:lstStyle/>
          <a:p>
            <a:pPr marL="0" indent="0">
              <a:lnSpc>
                <a:spcPts val="1200"/>
              </a:lnSpc>
              <a:buNone/>
            </a:pPr>
            <a:r>
              <a:rPr lang="en-US" sz="900">
                <a:solidFill>
                  <a:srgbClr val="374151"/>
                </a:solidFill>
                <a:latin typeface="Verdana" panose="020B0604030504040204" pitchFamily="34" charset="0"/>
                <a:ea typeface="Verdana" panose="020B0604030504040204" pitchFamily="34" charset="0"/>
                <a:cs typeface="ui-sans-serif" pitchFamily="34" charset="-120"/>
              </a:rPr>
              <a:t>Stronger scope definitions, rationale for exclusions, and improved alignment across audit teams.</a:t>
            </a:r>
            <a:endParaRPr lang="en-US" sz="900">
              <a:latin typeface="Verdana" panose="020B0604030504040204" pitchFamily="34" charset="0"/>
              <a:ea typeface="Verdana" panose="020B0604030504040204" pitchFamily="34" charset="0"/>
            </a:endParaRPr>
          </a:p>
        </p:txBody>
      </p:sp>
      <p:sp>
        <p:nvSpPr>
          <p:cNvPr id="58" name="Text 5"/>
          <p:cNvSpPr/>
          <p:nvPr/>
        </p:nvSpPr>
        <p:spPr>
          <a:xfrm>
            <a:off x="2438400" y="4571456"/>
            <a:ext cx="1675200" cy="209718"/>
          </a:xfrm>
          <a:prstGeom prst="rect">
            <a:avLst/>
          </a:prstGeom>
          <a:noFill/>
          <a:ln/>
        </p:spPr>
        <p:txBody>
          <a:bodyPr vert="horz" wrap="square" lIns="0" tIns="0" rIns="0" bIns="0" rtlCol="0" anchor="t"/>
          <a:lstStyle/>
          <a:p>
            <a:pPr marL="0" indent="0">
              <a:lnSpc>
                <a:spcPts val="1800"/>
              </a:lnSpc>
              <a:buNone/>
            </a:pPr>
            <a:r>
              <a:rPr lang="en-US" sz="900" b="1">
                <a:solidFill>
                  <a:srgbClr val="E60021"/>
                </a:solidFill>
                <a:latin typeface="Verdana" panose="020B0604030504040204" pitchFamily="34" charset="0"/>
                <a:ea typeface="Verdana" panose="020B0604030504040204" pitchFamily="34" charset="0"/>
                <a:cs typeface="ui-sans-serif" pitchFamily="34" charset="-120"/>
              </a:rPr>
              <a:t>Supervision &amp; Documentation</a:t>
            </a:r>
            <a:endParaRPr lang="en-US" sz="900">
              <a:latin typeface="Verdana" panose="020B0604030504040204" pitchFamily="34" charset="0"/>
              <a:ea typeface="Verdana" panose="020B0604030504040204" pitchFamily="34" charset="0"/>
            </a:endParaRPr>
          </a:p>
        </p:txBody>
      </p:sp>
      <p:sp>
        <p:nvSpPr>
          <p:cNvPr id="59" name="Text 6"/>
          <p:cNvSpPr/>
          <p:nvPr/>
        </p:nvSpPr>
        <p:spPr>
          <a:xfrm>
            <a:off x="2247900" y="5181056"/>
            <a:ext cx="1732677" cy="304800"/>
          </a:xfrm>
          <a:prstGeom prst="rect">
            <a:avLst/>
          </a:prstGeom>
          <a:noFill/>
          <a:ln/>
        </p:spPr>
        <p:txBody>
          <a:bodyPr vert="horz" wrap="square" lIns="0" tIns="0" rIns="0" bIns="0" rtlCol="0" anchor="t"/>
          <a:lstStyle/>
          <a:p>
            <a:pPr marL="0" indent="0">
              <a:lnSpc>
                <a:spcPts val="1200"/>
              </a:lnSpc>
              <a:buNone/>
            </a:pPr>
            <a:r>
              <a:rPr lang="en-US" sz="900">
                <a:solidFill>
                  <a:srgbClr val="374151"/>
                </a:solidFill>
                <a:latin typeface="Verdana" panose="020B0604030504040204" pitchFamily="34" charset="0"/>
                <a:ea typeface="Verdana" panose="020B0604030504040204" pitchFamily="34" charset="0"/>
                <a:cs typeface="ui-sans-serif" pitchFamily="34" charset="-120"/>
              </a:rPr>
              <a:t>Enhanced supervisory visibility, workpapers, and clearer audit trails.</a:t>
            </a:r>
            <a:endParaRPr lang="en-US" sz="900">
              <a:latin typeface="Verdana" panose="020B0604030504040204" pitchFamily="34" charset="0"/>
              <a:ea typeface="Verdana" panose="020B0604030504040204" pitchFamily="34" charset="0"/>
            </a:endParaRPr>
          </a:p>
        </p:txBody>
      </p:sp>
      <p:sp>
        <p:nvSpPr>
          <p:cNvPr id="62" name="Text 9"/>
          <p:cNvSpPr/>
          <p:nvPr/>
        </p:nvSpPr>
        <p:spPr>
          <a:xfrm>
            <a:off x="8519469" y="4618851"/>
            <a:ext cx="3154680" cy="228600"/>
          </a:xfrm>
          <a:prstGeom prst="rect">
            <a:avLst/>
          </a:prstGeom>
          <a:noFill/>
          <a:ln/>
        </p:spPr>
        <p:txBody>
          <a:bodyPr vert="horz" wrap="square" lIns="0" tIns="0" rIns="0" bIns="0" rtlCol="0" anchor="t"/>
          <a:lstStyle/>
          <a:p>
            <a:pPr marL="0" indent="0">
              <a:lnSpc>
                <a:spcPts val="1800"/>
              </a:lnSpc>
              <a:buNone/>
            </a:pPr>
            <a:r>
              <a:rPr lang="en-US" sz="900" b="1">
                <a:solidFill>
                  <a:srgbClr val="E60021"/>
                </a:solidFill>
                <a:latin typeface="Verdana" panose="020B0604030504040204" pitchFamily="34" charset="0"/>
                <a:ea typeface="Verdana" panose="020B0604030504040204" pitchFamily="34" charset="0"/>
                <a:cs typeface="ui-sans-serif" pitchFamily="34" charset="-120"/>
              </a:rPr>
              <a:t>Time &amp; Resource</a:t>
            </a:r>
            <a:endParaRPr lang="en-US" sz="900">
              <a:latin typeface="Verdana" panose="020B0604030504040204" pitchFamily="34" charset="0"/>
              <a:ea typeface="Verdana" panose="020B0604030504040204" pitchFamily="34" charset="0"/>
            </a:endParaRPr>
          </a:p>
        </p:txBody>
      </p:sp>
      <p:sp>
        <p:nvSpPr>
          <p:cNvPr id="63" name="Text 10"/>
          <p:cNvSpPr/>
          <p:nvPr/>
        </p:nvSpPr>
        <p:spPr>
          <a:xfrm>
            <a:off x="8254361" y="5155377"/>
            <a:ext cx="1759376" cy="304800"/>
          </a:xfrm>
          <a:prstGeom prst="rect">
            <a:avLst/>
          </a:prstGeom>
          <a:noFill/>
          <a:ln/>
        </p:spPr>
        <p:txBody>
          <a:bodyPr vert="horz" wrap="square" lIns="0" tIns="0" rIns="0" bIns="0" rtlCol="0" anchor="t"/>
          <a:lstStyle/>
          <a:p>
            <a:pPr marL="0" indent="0">
              <a:lnSpc>
                <a:spcPts val="1200"/>
              </a:lnSpc>
              <a:buNone/>
            </a:pPr>
            <a:r>
              <a:rPr lang="en-US" sz="900">
                <a:solidFill>
                  <a:srgbClr val="374151"/>
                </a:solidFill>
                <a:latin typeface="Verdana" panose="020B0604030504040204" pitchFamily="34" charset="0"/>
                <a:ea typeface="Verdana" panose="020B0604030504040204" pitchFamily="34" charset="0"/>
                <a:cs typeface="ui-sans-serif" pitchFamily="34" charset="-120"/>
              </a:rPr>
              <a:t>Improved tracking of budgeted vs. actual man-days &amp; stronger documentation for variances.</a:t>
            </a:r>
            <a:endParaRPr lang="en-US" sz="900">
              <a:latin typeface="Verdana" panose="020B0604030504040204" pitchFamily="34" charset="0"/>
              <a:ea typeface="Verdana" panose="020B0604030504040204" pitchFamily="34" charset="0"/>
            </a:endParaRPr>
          </a:p>
        </p:txBody>
      </p:sp>
      <p:sp>
        <p:nvSpPr>
          <p:cNvPr id="64" name="Text 11"/>
          <p:cNvSpPr/>
          <p:nvPr/>
        </p:nvSpPr>
        <p:spPr>
          <a:xfrm>
            <a:off x="4457700" y="4571457"/>
            <a:ext cx="3154680" cy="228600"/>
          </a:xfrm>
          <a:prstGeom prst="rect">
            <a:avLst/>
          </a:prstGeom>
          <a:noFill/>
          <a:ln/>
        </p:spPr>
        <p:txBody>
          <a:bodyPr vert="horz" wrap="square" lIns="0" tIns="0" rIns="0" bIns="0" rtlCol="0" anchor="t"/>
          <a:lstStyle/>
          <a:p>
            <a:pPr marL="0" indent="0">
              <a:lnSpc>
                <a:spcPts val="1800"/>
              </a:lnSpc>
              <a:buNone/>
            </a:pPr>
            <a:r>
              <a:rPr lang="en-US" sz="900" b="1">
                <a:solidFill>
                  <a:srgbClr val="E60021"/>
                </a:solidFill>
                <a:latin typeface="Verdana" panose="020B0604030504040204" pitchFamily="34" charset="0"/>
                <a:ea typeface="Verdana" panose="020B0604030504040204" pitchFamily="34" charset="0"/>
                <a:cs typeface="ui-sans-serif" pitchFamily="34" charset="-120"/>
              </a:rPr>
              <a:t>Issue Governance</a:t>
            </a:r>
            <a:endParaRPr lang="en-US" sz="900">
              <a:latin typeface="Verdana" panose="020B0604030504040204" pitchFamily="34" charset="0"/>
              <a:ea typeface="Verdana" panose="020B0604030504040204" pitchFamily="34" charset="0"/>
            </a:endParaRPr>
          </a:p>
        </p:txBody>
      </p:sp>
      <p:sp>
        <p:nvSpPr>
          <p:cNvPr id="65" name="Text 12"/>
          <p:cNvSpPr/>
          <p:nvPr/>
        </p:nvSpPr>
        <p:spPr>
          <a:xfrm>
            <a:off x="4229100" y="5164556"/>
            <a:ext cx="1790700" cy="304800"/>
          </a:xfrm>
          <a:prstGeom prst="rect">
            <a:avLst/>
          </a:prstGeom>
          <a:noFill/>
          <a:ln/>
        </p:spPr>
        <p:txBody>
          <a:bodyPr vert="horz" wrap="square" lIns="0" tIns="0" rIns="0" bIns="0" rtlCol="0" anchor="t"/>
          <a:lstStyle/>
          <a:p>
            <a:pPr marL="0" indent="0">
              <a:lnSpc>
                <a:spcPts val="1200"/>
              </a:lnSpc>
              <a:buNone/>
            </a:pPr>
            <a:r>
              <a:rPr lang="en-US" sz="900">
                <a:solidFill>
                  <a:srgbClr val="374151"/>
                </a:solidFill>
                <a:latin typeface="Verdana" panose="020B0604030504040204" pitchFamily="34" charset="0"/>
                <a:ea typeface="Verdana" panose="020B0604030504040204" pitchFamily="34" charset="0"/>
                <a:cs typeface="ui-sans-serif" pitchFamily="34" charset="-120"/>
              </a:rPr>
              <a:t>Greater discipline in issue tracking within TeamMate+ system to support accurate dashboards &amp; timely follow-up.</a:t>
            </a:r>
            <a:endParaRPr lang="en-US" sz="900">
              <a:latin typeface="Verdana" panose="020B0604030504040204" pitchFamily="34" charset="0"/>
              <a:ea typeface="Verdana" panose="020B0604030504040204" pitchFamily="34" charset="0"/>
            </a:endParaRPr>
          </a:p>
        </p:txBody>
      </p:sp>
      <p:sp>
        <p:nvSpPr>
          <p:cNvPr id="68" name="Text 18">
            <a:extLst>
              <a:ext uri="{FF2B5EF4-FFF2-40B4-BE49-F238E27FC236}">
                <a16:creationId xmlns:a16="http://schemas.microsoft.com/office/drawing/2014/main" id="{D97E9B5A-F4F8-F012-9B97-637F4DF33C5B}"/>
              </a:ext>
            </a:extLst>
          </p:cNvPr>
          <p:cNvSpPr/>
          <p:nvPr/>
        </p:nvSpPr>
        <p:spPr>
          <a:xfrm>
            <a:off x="457200" y="6316766"/>
            <a:ext cx="10869018" cy="214908"/>
          </a:xfrm>
          <a:prstGeom prst="rect">
            <a:avLst/>
          </a:prstGeom>
          <a:noFill/>
          <a:ln/>
        </p:spPr>
        <p:txBody>
          <a:bodyPr wrap="none" lIns="0" tIns="0" rIns="0" bIns="0" rtlCol="0" anchor="t"/>
          <a:lstStyle/>
          <a:p>
            <a:pPr>
              <a:lnSpc>
                <a:spcPts val="1667"/>
              </a:lnSpc>
            </a:pPr>
            <a:r>
              <a:rPr lang="en-US" sz="1000" b="1" i="1">
                <a:solidFill>
                  <a:srgbClr val="005089"/>
                </a:solidFill>
                <a:latin typeface="Verdana" panose="020B0604030504040204" pitchFamily="34" charset="0"/>
                <a:ea typeface="Verdana" panose="020B0604030504040204" pitchFamily="34" charset="0"/>
              </a:rPr>
              <a:t>GIA continues to strengthen assurance maturity through standards alignment, methodological consistency and thematic QA insights across the audit lifecycle.</a:t>
            </a:r>
          </a:p>
        </p:txBody>
      </p:sp>
      <p:pic>
        <p:nvPicPr>
          <p:cNvPr id="72" name="Image 7" descr="preencoded.png">
            <a:extLst>
              <a:ext uri="{FF2B5EF4-FFF2-40B4-BE49-F238E27FC236}">
                <a16:creationId xmlns:a16="http://schemas.microsoft.com/office/drawing/2014/main" id="{63A47F28-0EF3-68B7-5F99-209F797B20D0}"/>
              </a:ext>
            </a:extLst>
          </p:cNvPr>
          <p:cNvPicPr>
            <a:picLocks noChangeAspect="1"/>
          </p:cNvPicPr>
          <p:nvPr/>
        </p:nvPicPr>
        <p:blipFill>
          <a:blip r:embed="rId17"/>
          <a:stretch>
            <a:fillRect/>
          </a:stretch>
        </p:blipFill>
        <p:spPr>
          <a:xfrm>
            <a:off x="209550" y="4010025"/>
            <a:ext cx="171450" cy="171450"/>
          </a:xfrm>
          <a:prstGeom prst="rect">
            <a:avLst/>
          </a:prstGeom>
        </p:spPr>
      </p:pic>
      <p:sp>
        <p:nvSpPr>
          <p:cNvPr id="73" name="Text 10">
            <a:extLst>
              <a:ext uri="{FF2B5EF4-FFF2-40B4-BE49-F238E27FC236}">
                <a16:creationId xmlns:a16="http://schemas.microsoft.com/office/drawing/2014/main" id="{CB0BBCBA-AF7B-4AAB-8D63-D79770193CA5}"/>
              </a:ext>
            </a:extLst>
          </p:cNvPr>
          <p:cNvSpPr/>
          <p:nvPr/>
        </p:nvSpPr>
        <p:spPr>
          <a:xfrm>
            <a:off x="457200" y="3962400"/>
            <a:ext cx="5791200" cy="266700"/>
          </a:xfrm>
          <a:prstGeom prst="rect">
            <a:avLst/>
          </a:prstGeom>
          <a:noFill/>
          <a:ln/>
        </p:spPr>
        <p:txBody>
          <a:bodyPr vert="horz" wrap="square" lIns="0" tIns="0" rIns="0" bIns="0" rtlCol="0" anchor="t"/>
          <a:lstStyle/>
          <a:p>
            <a:pPr marL="0" indent="0">
              <a:lnSpc>
                <a:spcPts val="2100"/>
              </a:lnSpc>
              <a:buNone/>
            </a:pPr>
            <a:r>
              <a:rPr lang="en-US" sz="1000" b="1">
                <a:solidFill>
                  <a:schemeClr val="accent5">
                    <a:lumMod val="90000"/>
                    <a:lumOff val="10000"/>
                  </a:schemeClr>
                </a:solidFill>
                <a:latin typeface="Verdana" panose="020B0604030504040204" pitchFamily="34" charset="0"/>
                <a:ea typeface="Verdana" panose="020B0604030504040204" pitchFamily="34" charset="0"/>
                <a:cs typeface="ui-sans-serif" pitchFamily="34" charset="-120"/>
              </a:rPr>
              <a:t>Thematic QA Insights</a:t>
            </a:r>
            <a:endParaRPr lang="en-US" sz="1000">
              <a:solidFill>
                <a:schemeClr val="accent5">
                  <a:lumMod val="90000"/>
                  <a:lumOff val="10000"/>
                </a:schemeClr>
              </a:solidFill>
              <a:latin typeface="Verdana" panose="020B0604030504040204" pitchFamily="34" charset="0"/>
              <a:ea typeface="Verdana" panose="020B0604030504040204" pitchFamily="34" charset="0"/>
            </a:endParaRPr>
          </a:p>
        </p:txBody>
      </p:sp>
      <p:pic>
        <p:nvPicPr>
          <p:cNvPr id="74" name="Image 7" descr="preencoded.png">
            <a:extLst>
              <a:ext uri="{FF2B5EF4-FFF2-40B4-BE49-F238E27FC236}">
                <a16:creationId xmlns:a16="http://schemas.microsoft.com/office/drawing/2014/main" id="{1A440FAA-A509-D8D6-5E66-D8EE1807606C}"/>
              </a:ext>
            </a:extLst>
          </p:cNvPr>
          <p:cNvPicPr>
            <a:picLocks noChangeAspect="1"/>
          </p:cNvPicPr>
          <p:nvPr/>
        </p:nvPicPr>
        <p:blipFill>
          <a:blip r:embed="rId17"/>
          <a:stretch>
            <a:fillRect/>
          </a:stretch>
        </p:blipFill>
        <p:spPr>
          <a:xfrm>
            <a:off x="209550" y="1341562"/>
            <a:ext cx="171450" cy="171450"/>
          </a:xfrm>
          <a:prstGeom prst="rect">
            <a:avLst/>
          </a:prstGeom>
        </p:spPr>
      </p:pic>
      <p:sp>
        <p:nvSpPr>
          <p:cNvPr id="75" name="Text 10">
            <a:extLst>
              <a:ext uri="{FF2B5EF4-FFF2-40B4-BE49-F238E27FC236}">
                <a16:creationId xmlns:a16="http://schemas.microsoft.com/office/drawing/2014/main" id="{1698C169-61F7-983D-673B-26CB92AF0C90}"/>
              </a:ext>
            </a:extLst>
          </p:cNvPr>
          <p:cNvSpPr/>
          <p:nvPr/>
        </p:nvSpPr>
        <p:spPr>
          <a:xfrm>
            <a:off x="457200" y="1293937"/>
            <a:ext cx="5791200" cy="266700"/>
          </a:xfrm>
          <a:prstGeom prst="rect">
            <a:avLst/>
          </a:prstGeom>
          <a:noFill/>
          <a:ln/>
        </p:spPr>
        <p:txBody>
          <a:bodyPr vert="horz" wrap="square" lIns="0" tIns="0" rIns="0" bIns="0" rtlCol="0" anchor="t"/>
          <a:lstStyle/>
          <a:p>
            <a:pPr marL="0" indent="0">
              <a:lnSpc>
                <a:spcPts val="2100"/>
              </a:lnSpc>
              <a:buNone/>
            </a:pPr>
            <a:r>
              <a:rPr lang="en-US" sz="1000" b="1">
                <a:solidFill>
                  <a:schemeClr val="accent5">
                    <a:lumMod val="90000"/>
                    <a:lumOff val="10000"/>
                  </a:schemeClr>
                </a:solidFill>
                <a:latin typeface="Verdana" panose="020B0604030504040204" pitchFamily="34" charset="0"/>
                <a:ea typeface="Verdana" panose="020B0604030504040204" pitchFamily="34" charset="0"/>
                <a:cs typeface="ui-sans-serif" pitchFamily="34" charset="-120"/>
              </a:rPr>
              <a:t>Strengthened Standards, Methodology &amp; Governance</a:t>
            </a:r>
          </a:p>
          <a:p>
            <a:pPr marL="0" indent="0">
              <a:lnSpc>
                <a:spcPts val="2100"/>
              </a:lnSpc>
              <a:buNone/>
            </a:pPr>
            <a:endParaRPr lang="en-US" sz="1350"/>
          </a:p>
        </p:txBody>
      </p:sp>
      <p:pic>
        <p:nvPicPr>
          <p:cNvPr id="76" name="Image 7" descr="preencoded.png"/>
          <p:cNvPicPr>
            <a:picLocks noChangeAspect="1"/>
          </p:cNvPicPr>
          <p:nvPr/>
        </p:nvPicPr>
        <p:blipFill>
          <a:blip r:embed="rId14"/>
          <a:stretch>
            <a:fillRect/>
          </a:stretch>
        </p:blipFill>
        <p:spPr>
          <a:xfrm>
            <a:off x="6098402" y="4484103"/>
            <a:ext cx="1980000" cy="1576039"/>
          </a:xfrm>
          <a:prstGeom prst="rect">
            <a:avLst/>
          </a:prstGeom>
        </p:spPr>
      </p:pic>
      <p:pic>
        <p:nvPicPr>
          <p:cNvPr id="77" name="Image 8" descr="preencoded.png"/>
          <p:cNvPicPr>
            <a:picLocks noChangeAspect="1"/>
          </p:cNvPicPr>
          <p:nvPr/>
        </p:nvPicPr>
        <p:blipFill>
          <a:blip r:embed="rId18"/>
          <a:stretch>
            <a:fillRect/>
          </a:stretch>
        </p:blipFill>
        <p:spPr>
          <a:xfrm>
            <a:off x="6212702" y="4636504"/>
            <a:ext cx="152400" cy="152400"/>
          </a:xfrm>
          <a:prstGeom prst="rect">
            <a:avLst/>
          </a:prstGeom>
        </p:spPr>
      </p:pic>
      <p:sp>
        <p:nvSpPr>
          <p:cNvPr id="78" name="Text 7"/>
          <p:cNvSpPr/>
          <p:nvPr/>
        </p:nvSpPr>
        <p:spPr>
          <a:xfrm>
            <a:off x="6441302" y="4598404"/>
            <a:ext cx="3154680" cy="228600"/>
          </a:xfrm>
          <a:prstGeom prst="rect">
            <a:avLst/>
          </a:prstGeom>
          <a:noFill/>
          <a:ln/>
        </p:spPr>
        <p:txBody>
          <a:bodyPr vert="horz" wrap="square" lIns="0" tIns="0" rIns="0" bIns="0" rtlCol="0" anchor="t"/>
          <a:lstStyle/>
          <a:p>
            <a:pPr marL="0" indent="0">
              <a:lnSpc>
                <a:spcPts val="1800"/>
              </a:lnSpc>
              <a:buNone/>
            </a:pPr>
            <a:r>
              <a:rPr lang="en-US" sz="900" b="1">
                <a:solidFill>
                  <a:srgbClr val="E60021"/>
                </a:solidFill>
                <a:latin typeface="Verdana" panose="020B0604030504040204" pitchFamily="34" charset="0"/>
                <a:ea typeface="Verdana" panose="020B0604030504040204" pitchFamily="34" charset="0"/>
                <a:cs typeface="ui-sans-serif" pitchFamily="34" charset="-120"/>
              </a:rPr>
              <a:t>Ratings &amp; Reporting</a:t>
            </a:r>
            <a:endParaRPr lang="en-US" sz="900">
              <a:latin typeface="Verdana" panose="020B0604030504040204" pitchFamily="34" charset="0"/>
              <a:ea typeface="Verdana" panose="020B0604030504040204" pitchFamily="34" charset="0"/>
            </a:endParaRPr>
          </a:p>
        </p:txBody>
      </p:sp>
      <p:sp>
        <p:nvSpPr>
          <p:cNvPr id="79" name="Text 8"/>
          <p:cNvSpPr/>
          <p:nvPr/>
        </p:nvSpPr>
        <p:spPr>
          <a:xfrm>
            <a:off x="6211496" y="5150854"/>
            <a:ext cx="1791573" cy="304800"/>
          </a:xfrm>
          <a:prstGeom prst="rect">
            <a:avLst/>
          </a:prstGeom>
          <a:noFill/>
          <a:ln/>
        </p:spPr>
        <p:txBody>
          <a:bodyPr vert="horz" wrap="square" lIns="0" tIns="0" rIns="0" bIns="0" rtlCol="0" anchor="t"/>
          <a:lstStyle/>
          <a:p>
            <a:pPr marL="0" indent="0">
              <a:lnSpc>
                <a:spcPts val="1200"/>
              </a:lnSpc>
              <a:buNone/>
            </a:pPr>
            <a:r>
              <a:rPr lang="en-US" sz="900">
                <a:solidFill>
                  <a:srgbClr val="374151"/>
                </a:solidFill>
                <a:latin typeface="Verdana" panose="020B0604030504040204" pitchFamily="34" charset="0"/>
                <a:ea typeface="Verdana" panose="020B0604030504040204" pitchFamily="34" charset="0"/>
                <a:cs typeface="ui-sans-serif" pitchFamily="34" charset="-120"/>
              </a:rPr>
              <a:t>Sharper justification of severity ratings and transparent change-control between draft &amp; final reports.</a:t>
            </a:r>
            <a:endParaRPr lang="en-US" sz="900">
              <a:latin typeface="Verdana" panose="020B0604030504040204" pitchFamily="34" charset="0"/>
              <a:ea typeface="Verdana" panose="020B0604030504040204" pitchFamily="34" charset="0"/>
            </a:endParaRPr>
          </a:p>
        </p:txBody>
      </p:sp>
      <p:sp>
        <p:nvSpPr>
          <p:cNvPr id="81" name="Text 13"/>
          <p:cNvSpPr/>
          <p:nvPr/>
        </p:nvSpPr>
        <p:spPr>
          <a:xfrm>
            <a:off x="10642085" y="4616910"/>
            <a:ext cx="1544805" cy="452550"/>
          </a:xfrm>
          <a:prstGeom prst="rect">
            <a:avLst/>
          </a:prstGeom>
          <a:noFill/>
          <a:ln/>
        </p:spPr>
        <p:txBody>
          <a:bodyPr vert="horz" wrap="square" lIns="0" tIns="0" rIns="0" bIns="0" rtlCol="0" anchor="t"/>
          <a:lstStyle/>
          <a:p>
            <a:pPr marL="0" indent="0">
              <a:lnSpc>
                <a:spcPts val="1800"/>
              </a:lnSpc>
              <a:buNone/>
            </a:pPr>
            <a:r>
              <a:rPr lang="en-US" sz="900" b="1">
                <a:solidFill>
                  <a:srgbClr val="E60021"/>
                </a:solidFill>
                <a:latin typeface="Verdana" panose="020B0604030504040204" pitchFamily="34" charset="0"/>
                <a:ea typeface="Verdana" panose="020B0604030504040204" pitchFamily="34" charset="0"/>
                <a:cs typeface="ui-sans-serif" pitchFamily="34" charset="-120"/>
              </a:rPr>
              <a:t>Continuous Improvement </a:t>
            </a:r>
            <a:endParaRPr lang="en-US" sz="900">
              <a:latin typeface="Verdana" panose="020B0604030504040204" pitchFamily="34" charset="0"/>
              <a:ea typeface="Verdana" panose="020B0604030504040204" pitchFamily="34" charset="0"/>
            </a:endParaRPr>
          </a:p>
        </p:txBody>
      </p:sp>
      <p:sp>
        <p:nvSpPr>
          <p:cNvPr id="82" name="Text 14"/>
          <p:cNvSpPr/>
          <p:nvPr/>
        </p:nvSpPr>
        <p:spPr>
          <a:xfrm>
            <a:off x="10353274" y="5101054"/>
            <a:ext cx="1291560" cy="339413"/>
          </a:xfrm>
          <a:prstGeom prst="rect">
            <a:avLst/>
          </a:prstGeom>
          <a:noFill/>
          <a:ln/>
        </p:spPr>
        <p:txBody>
          <a:bodyPr vert="horz" wrap="square" lIns="0" tIns="0" rIns="0" bIns="0" rtlCol="0" anchor="t"/>
          <a:lstStyle/>
          <a:p>
            <a:pPr marL="0" indent="0">
              <a:lnSpc>
                <a:spcPts val="1200"/>
              </a:lnSpc>
              <a:buNone/>
            </a:pPr>
            <a:r>
              <a:rPr lang="en-US" sz="900">
                <a:solidFill>
                  <a:schemeClr val="accent5">
                    <a:lumMod val="90000"/>
                    <a:lumOff val="10000"/>
                  </a:schemeClr>
                </a:solidFill>
                <a:latin typeface="Verdana" panose="020B0604030504040204" pitchFamily="34" charset="0"/>
                <a:ea typeface="Verdana" panose="020B0604030504040204" pitchFamily="34" charset="0"/>
                <a:cs typeface="ui-sans-serif" pitchFamily="34" charset="-120"/>
              </a:rPr>
              <a:t>QA themes addressed through updated templates, guidance, calibration and QA routines</a:t>
            </a:r>
            <a:endParaRPr lang="en-US" sz="900">
              <a:solidFill>
                <a:schemeClr val="accent5">
                  <a:lumMod val="90000"/>
                  <a:lumOff val="10000"/>
                </a:schemeClr>
              </a:solidFill>
              <a:latin typeface="Verdana" panose="020B0604030504040204" pitchFamily="34" charset="0"/>
              <a:ea typeface="Verdana" panose="020B0604030504040204" pitchFamily="34" charset="0"/>
            </a:endParaRPr>
          </a:p>
        </p:txBody>
      </p:sp>
      <p:sp>
        <p:nvSpPr>
          <p:cNvPr id="83" name="TextBox 82">
            <a:extLst>
              <a:ext uri="{FF2B5EF4-FFF2-40B4-BE49-F238E27FC236}">
                <a16:creationId xmlns:a16="http://schemas.microsoft.com/office/drawing/2014/main" id="{730CBA44-E744-91E4-9DAD-1091868A8FCE}"/>
              </a:ext>
            </a:extLst>
          </p:cNvPr>
          <p:cNvSpPr txBox="1"/>
          <p:nvPr/>
        </p:nvSpPr>
        <p:spPr>
          <a:xfrm>
            <a:off x="10100054" y="4543398"/>
            <a:ext cx="235545" cy="369332"/>
          </a:xfrm>
          <a:prstGeom prst="rect">
            <a:avLst/>
          </a:prstGeom>
          <a:noFill/>
        </p:spPr>
        <p:txBody>
          <a:bodyPr wrap="square">
            <a:spAutoFit/>
          </a:bodyPr>
          <a:lstStyle/>
          <a:p>
            <a:r>
              <a:rPr lang="en-US" sz="1800">
                <a:solidFill>
                  <a:srgbClr val="000000"/>
                </a:solidFill>
                <a:latin typeface="PT Serif" pitchFamily="34" charset="0"/>
                <a:ea typeface="PT Serif" pitchFamily="34" charset="-122"/>
                <a:cs typeface="PT Serif" pitchFamily="34" charset="-120"/>
              </a:rPr>
              <a:t>⭐</a:t>
            </a:r>
            <a:endParaRPr lang="en-AE"/>
          </a:p>
        </p:txBody>
      </p:sp>
      <p:sp>
        <p:nvSpPr>
          <p:cNvPr id="84" name="Text 7">
            <a:extLst>
              <a:ext uri="{FF2B5EF4-FFF2-40B4-BE49-F238E27FC236}">
                <a16:creationId xmlns:a16="http://schemas.microsoft.com/office/drawing/2014/main" id="{A8E0AC23-E663-AF33-59A3-A56DE4F7CD66}"/>
              </a:ext>
            </a:extLst>
          </p:cNvPr>
          <p:cNvSpPr/>
          <p:nvPr/>
        </p:nvSpPr>
        <p:spPr>
          <a:xfrm>
            <a:off x="511413" y="4217403"/>
            <a:ext cx="9261237" cy="266699"/>
          </a:xfrm>
          <a:prstGeom prst="rect">
            <a:avLst/>
          </a:prstGeom>
          <a:noFill/>
          <a:ln/>
        </p:spPr>
        <p:txBody>
          <a:bodyPr vert="horz" wrap="square" lIns="0" tIns="0" rIns="0" bIns="0" rtlCol="0" anchor="t"/>
          <a:lstStyle/>
          <a:p>
            <a:pPr marL="0" indent="0">
              <a:lnSpc>
                <a:spcPts val="1500"/>
              </a:lnSpc>
              <a:buNone/>
            </a:pPr>
            <a:r>
              <a:rPr lang="en-US" sz="900">
                <a:solidFill>
                  <a:srgbClr val="374151"/>
                </a:solidFill>
                <a:latin typeface="Verdana" panose="020B0604030504040204" pitchFamily="34" charset="0"/>
                <a:ea typeface="Verdana" panose="020B0604030504040204" pitchFamily="34" charset="0"/>
                <a:cs typeface="ui-sans-serif" pitchFamily="34" charset="-120"/>
              </a:rPr>
              <a:t>Quality reviews and thematic assessments across all Group Internal Audit verticals identified consistent improvement opportunities:</a:t>
            </a:r>
          </a:p>
        </p:txBody>
      </p:sp>
      <p:pic>
        <p:nvPicPr>
          <p:cNvPr id="85" name="Image 13" descr="preencoded.png"/>
          <p:cNvPicPr>
            <a:picLocks noChangeAspect="1"/>
          </p:cNvPicPr>
          <p:nvPr/>
        </p:nvPicPr>
        <p:blipFill>
          <a:blip r:embed="rId14">
            <a:duotone>
              <a:prstClr val="black"/>
              <a:schemeClr val="accent5">
                <a:lumMod val="10000"/>
                <a:lumOff val="90000"/>
                <a:tint val="45000"/>
                <a:satMod val="400000"/>
              </a:schemeClr>
            </a:duotone>
          </a:blip>
          <a:stretch>
            <a:fillRect/>
          </a:stretch>
        </p:blipFill>
        <p:spPr>
          <a:xfrm rot="16200000">
            <a:off x="5174932" y="-549262"/>
            <a:ext cx="1714059" cy="11726895"/>
          </a:xfrm>
          <a:prstGeom prst="rect">
            <a:avLst/>
          </a:prstGeom>
        </p:spPr>
      </p:pic>
    </p:spTree>
    <p:extLst>
      <p:ext uri="{BB962C8B-B14F-4D97-AF65-F5344CB8AC3E}">
        <p14:creationId xmlns:p14="http://schemas.microsoft.com/office/powerpoint/2010/main" val="19962300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DZM2bqDxQIOBWziIghVoeQ"/>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eme1">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75DC6AC7-544E-4B09-AAC8-02F09D48B55E}" vid="{62EEB129-718C-45FB-9AD5-D257F928597D}"/>
    </a:ext>
  </a:extLst>
</a:theme>
</file>

<file path=ppt/theme/theme2.xml><?xml version="1.0" encoding="utf-8"?>
<a:theme xmlns:a="http://schemas.openxmlformats.org/drawingml/2006/main" name="Group Strategy Template 2019">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lIns="0" tIns="0" rIns="0" bIns="0" rtlCol="0" anchor="t">
        <a:noAutofit/>
      </a:bodyPr>
      <a:lstStyle>
        <a:defPPr>
          <a:buClr>
            <a:srgbClr val="C00000"/>
          </a:buClr>
          <a:defRPr sz="1600" dirty="0"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9" id="{9745A5BC-9F30-47DF-B568-2921C665BFAB}" vid="{E69A3F49-0FDF-4CF2-B309-CD0B30A61F46}"/>
    </a:ext>
  </a:extLst>
</a:theme>
</file>

<file path=ppt/theme/theme3.xml><?xml version="1.0" encoding="utf-8"?>
<a:theme xmlns:a="http://schemas.openxmlformats.org/drawingml/2006/main" name="1_Group Strategy Template 2018">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8" id="{9A5857FB-2629-4894-A457-A1A0029D7F10}" vid="{56B52F06-FAF6-44E4-83BA-166A81BEB7AF}"/>
    </a:ext>
  </a:extLst>
</a:theme>
</file>

<file path=ppt/theme/theme4.xml><?xml version="1.0" encoding="utf-8"?>
<a:theme xmlns:a="http://schemas.openxmlformats.org/drawingml/2006/main" name="2_Group Strategy Template 2018">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8" id="{9A5857FB-2629-4894-A457-A1A0029D7F10}" vid="{56B52F06-FAF6-44E4-83BA-166A81BEB7AF}"/>
    </a:ext>
  </a:extLst>
</a:theme>
</file>

<file path=ppt/theme/theme5.xml><?xml version="1.0" encoding="utf-8"?>
<a:theme xmlns:a="http://schemas.openxmlformats.org/drawingml/2006/main" name="1_Group Strategy Template 2019">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9" id="{9745A5BC-9F30-47DF-B568-2921C665BFAB}" vid="{E69A3F49-0FDF-4CF2-B309-CD0B30A61F46}"/>
    </a:ext>
  </a:extLst>
</a:theme>
</file>

<file path=ppt/theme/theme6.xml><?xml version="1.0" encoding="utf-8"?>
<a:theme xmlns:a="http://schemas.openxmlformats.org/drawingml/2006/main" name="3_Group Strategy Template 2018">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8" id="{9A5857FB-2629-4894-A457-A1A0029D7F10}" vid="{56B52F06-FAF6-44E4-83BA-166A81BEB7AF}"/>
    </a:ext>
  </a:extLst>
</a:theme>
</file>

<file path=ppt/theme/theme7.xml><?xml version="1.0" encoding="utf-8"?>
<a:theme xmlns:a="http://schemas.openxmlformats.org/drawingml/2006/main" name="Theme2023">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2023" id="{DA31EDB5-69CD-4396-A5EC-1242DFEE6836}" vid="{3CA5FAAC-E4F5-43B2-A593-863DD8B586A5}"/>
    </a:ext>
  </a:extLst>
</a:theme>
</file>

<file path=ppt/theme/theme8.xml><?xml version="1.0" encoding="utf-8"?>
<a:theme xmlns:a="http://schemas.openxmlformats.org/drawingml/2006/main" name="4_Group Strategy Template 2018">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8" id="{9A5857FB-2629-4894-A457-A1A0029D7F10}" vid="{56B52F06-FAF6-44E4-83BA-166A81BEB7AF}"/>
    </a:ext>
  </a:extLst>
</a:theme>
</file>

<file path=ppt/theme/theme9.xml><?xml version="1.0" encoding="utf-8"?>
<a:theme xmlns:a="http://schemas.openxmlformats.org/drawingml/2006/main" name="5_Group Strategy Template 2018">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8" id="{9A5857FB-2629-4894-A457-A1A0029D7F10}" vid="{56B52F06-FAF6-44E4-83BA-166A81BEB7AF}"/>
    </a:ext>
  </a:extLst>
</a:theme>
</file>

<file path=ppt/theme/theme10.xml><?xml version="1.0" encoding="utf-8"?>
<a:theme xmlns:a="http://schemas.openxmlformats.org/drawingml/2006/main" name="2_Group Strategy Template 2019">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9" id="{9745A5BC-9F30-47DF-B568-2921C665BFAB}" vid="{E69A3F49-0FDF-4CF2-B309-CD0B30A61F46}"/>
    </a:ext>
  </a:extLst>
</a:theme>
</file>

<file path=ppt/theme/theme11.xml><?xml version="1.0" encoding="utf-8"?>
<a:theme xmlns:a="http://schemas.openxmlformats.org/drawingml/2006/main" name="6_Group Strategy Template 2018">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8" id="{9A5857FB-2629-4894-A457-A1A0029D7F10}" vid="{56B52F06-FAF6-44E4-83BA-166A81BEB7AF}"/>
    </a:ext>
  </a:extLst>
</a:theme>
</file>

<file path=ppt/theme/theme12.xml><?xml version="1.0" encoding="utf-8"?>
<a:theme xmlns:a="http://schemas.openxmlformats.org/drawingml/2006/main" name="1_Theme1">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75DC6AC7-544E-4B09-AAC8-02F09D48B55E}" vid="{62EEB129-718C-45FB-9AD5-D257F928597D}"/>
    </a:ext>
  </a:extLst>
</a:theme>
</file>

<file path=ppt/theme/theme13.xml><?xml version="1.0" encoding="utf-8"?>
<a:theme xmlns:a="http://schemas.openxmlformats.org/drawingml/2006/main" name="Group Strat Template_for circulation 2018">
  <a:themeElements>
    <a:clrScheme name="Custom 2">
      <a:dk1>
        <a:sysClr val="windowText" lastClr="000000"/>
      </a:dk1>
      <a:lt1>
        <a:sysClr val="window" lastClr="FFFFFF"/>
      </a:lt1>
      <a:dk2>
        <a:srgbClr val="323232"/>
      </a:dk2>
      <a:lt2>
        <a:srgbClr val="E5C243"/>
      </a:lt2>
      <a:accent1>
        <a:srgbClr val="800000"/>
      </a:accent1>
      <a:accent2>
        <a:srgbClr val="960000"/>
      </a:accent2>
      <a:accent3>
        <a:srgbClr val="C00000"/>
      </a:accent3>
      <a:accent4>
        <a:srgbClr val="FFBFBF"/>
      </a:accent4>
      <a:accent5>
        <a:srgbClr val="FF7C80"/>
      </a:accent5>
      <a:accent6>
        <a:srgbClr val="777777"/>
      </a:accent6>
      <a:hlink>
        <a:srgbClr val="6B9F25"/>
      </a:hlink>
      <a:folHlink>
        <a:srgbClr val="0070C0"/>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1" id="{AD273B9B-03F4-4210-A24A-CB5459F4E342}" vid="{5299C5F6-3B09-4BCB-8FB1-352DE92DEB48}"/>
    </a:ext>
  </a:extLst>
</a:theme>
</file>

<file path=ppt/theme/theme14.xml><?xml version="1.0" encoding="utf-8"?>
<a:theme xmlns:a="http://schemas.openxmlformats.org/drawingml/2006/main" name="7_Group Strategy Template 2018">
  <a:themeElements>
    <a:clrScheme name="Group Strategy Color Scheme">
      <a:dk1>
        <a:srgbClr val="2D2926"/>
      </a:dk1>
      <a:lt1>
        <a:srgbClr val="FFFFFF"/>
      </a:lt1>
      <a:dk2>
        <a:srgbClr val="C00000"/>
      </a:dk2>
      <a:lt2>
        <a:srgbClr val="000000"/>
      </a:lt2>
      <a:accent1>
        <a:srgbClr val="FFFFFF"/>
      </a:accent1>
      <a:accent2>
        <a:srgbClr val="9D928B"/>
      </a:accent2>
      <a:accent3>
        <a:srgbClr val="AB8A54"/>
      </a:accent3>
      <a:accent4>
        <a:srgbClr val="3F3F3F"/>
      </a:accent4>
      <a:accent5>
        <a:srgbClr val="003860"/>
      </a:accent5>
      <a:accent6>
        <a:srgbClr val="FFD430"/>
      </a:accent6>
      <a:hlink>
        <a:srgbClr val="0000FF"/>
      </a:hlink>
      <a:folHlink>
        <a:srgbClr val="7F7F7F"/>
      </a:folHlink>
    </a:clrScheme>
    <a:fontScheme name="Group Strategy Font Settings">
      <a:majorFont>
        <a:latin typeface="Calibri"/>
        <a:ea typeface=""/>
        <a:cs typeface=""/>
      </a:majorFont>
      <a:minorFont>
        <a:latin typeface="Calibr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altLang="en-US" sz="1900" b="0" i="0" u="none" strike="noStrike" cap="none" normalizeH="0" baseline="0" smtClean="0">
            <a:ln>
              <a:noFill/>
            </a:ln>
            <a:solidFill>
              <a:schemeClr val="tx1"/>
            </a:solidFill>
            <a:effectLst/>
            <a:latin typeface="Arial" charset="0"/>
          </a:defRPr>
        </a:defPPr>
      </a:lstStyle>
    </a:lnDef>
    <a:txDef>
      <a:spPr>
        <a:noFill/>
      </a:spPr>
      <a:bodyPr wrap="square" rtlCol="0" anchor="t">
        <a:spAutoFit/>
      </a:bodyPr>
      <a:lstStyle>
        <a:defPPr>
          <a:defRPr dirty="0" err="1" smtClean="0">
            <a:latin typeface="Calibri" panose="020F0502020204030204" pitchFamily="34" charset="0"/>
          </a:defRPr>
        </a:defPPr>
      </a:lstStyle>
    </a:txDef>
  </a:objectDefaults>
  <a:extraClrSchemeLst>
    <a:extraClrScheme>
      <a:clrScheme name="1_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Group Strategy Template 2018" id="{9A5857FB-2629-4894-A457-A1A0029D7F10}" vid="{56B52F06-FAF6-44E4-83BA-166A81BEB7AF}"/>
    </a:ext>
  </a:ext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XMLData TextToDisplay="%DOCUMENTGUID%">{00000000-0000-0000-0000-000000000000}</XMLData>
</file>

<file path=customXml/item2.xml><?xml version="1.0" encoding="utf-8"?>
<p:properties xmlns:p="http://schemas.microsoft.com/office/2006/metadata/properties" xmlns:xsi="http://www.w3.org/2001/XMLSchema-instance" xmlns:pc="http://schemas.microsoft.com/office/infopath/2007/PartnerControls">
  <documentManagement>
    <_activity xmlns="5f9c0b94-0e4d-4c33-82de-f0012496c1f5" xsi:nil="true"/>
  </documentManagement>
</p:properties>
</file>

<file path=customXml/item3.xml><?xml version="1.0" encoding="utf-8"?>
<XMLData TextToDisplay="%CLASSIFICATIONDATETIME%">03:54 18/07/2021</XMLData>
</file>

<file path=customXml/item4.xml><?xml version="1.0" encoding="utf-8"?>
<XMLData TextToDisplay="RightsWATCHMark">4|RAK-Rakbank All-Highly Confidential|{00000000-0000-0000-0000-000000000000}</XMLData>
</file>

<file path=customXml/item5.xml><?xml version="1.0" encoding="utf-8"?>
<?mso-contentType ?>
<FormTemplates xmlns="http://schemas.microsoft.com/sharepoint/v3/contenttype/forms">
  <Display>DocumentLibraryForm</Display>
  <Edit>DocumentLibraryForm</Edit>
  <New>DocumentLibraryForm</New>
</FormTemplates>
</file>

<file path=customXml/item6.xml><?xml version="1.0" encoding="utf-8"?>
<GTBClassification>
  <attrValue xml:space="preserve">RAKBANK-Highly Confidential</attrValue>
  <customPropName>RAKBANK Classification</customPropName>
  <timestamp>6/10/2022 12:01:09 PM</timestamp>
  <userName>WATANI_RAK\lideepa</userName>
  <computerName>RBDT5710.rakbank.co.ae</computerName>
  <guid>{377e721d-07e7-4b8b-827a-8d3f72f92e66}</guid>
  <hdr>
    <align>center</align>
    <r>
      <fontName>verdana</fontName>
      <fontColor>000000</fontColor>
      <fontSize>10</fontSize>
      <b/>
      <text xml:space="preserve">Classification:</text>
    </r>
    <r>
      <fontName>verdana</fontName>
      <fontColor>000000</fontColor>
      <fontSize>10</fontSize>
      <text xml:space="preserve"> </text>
    </r>
    <r>
      <fontName>verdana</fontName>
      <fontColor>FF0000</fontColor>
      <fontSize>10</fontSize>
      <b/>
      <text xml:space="preserve">RAKBANK-Highly Confidential</text>
    </r>
  </hdr>
</GTBClassification>
</file>

<file path=customXml/item7.xml><?xml version="1.0" encoding="utf-8"?>
<ct:contentTypeSchema xmlns:ct="http://schemas.microsoft.com/office/2006/metadata/contentType" xmlns:ma="http://schemas.microsoft.com/office/2006/metadata/properties/metaAttributes" ct:_="" ma:_="" ma:contentTypeName="Document" ma:contentTypeID="0x0101000D3DD599063B414A848B4EF975C2C987" ma:contentTypeVersion="15" ma:contentTypeDescription="Create a new document." ma:contentTypeScope="" ma:versionID="b95fb7487ddc799ad78d507f4772dab2">
  <xsd:schema xmlns:xsd="http://www.w3.org/2001/XMLSchema" xmlns:xs="http://www.w3.org/2001/XMLSchema" xmlns:p="http://schemas.microsoft.com/office/2006/metadata/properties" xmlns:ns3="5f9c0b94-0e4d-4c33-82de-f0012496c1f5" xmlns:ns4="fbd54e62-b71a-40f5-873d-a350bc99153a" targetNamespace="http://schemas.microsoft.com/office/2006/metadata/properties" ma:root="true" ma:fieldsID="9ea1c62af13b1e2cd1e279eec0854f9a" ns3:_="" ns4:_="">
    <xsd:import namespace="5f9c0b94-0e4d-4c33-82de-f0012496c1f5"/>
    <xsd:import namespace="fbd54e62-b71a-40f5-873d-a350bc99153a"/>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ServiceOCR" minOccurs="0"/>
                <xsd:element ref="ns3:MediaServiceDateTaken" minOccurs="0"/>
                <xsd:element ref="ns3:_activity" minOccurs="0"/>
                <xsd:element ref="ns4:SharedWithUsers" minOccurs="0"/>
                <xsd:element ref="ns4:SharedWithDetails" minOccurs="0"/>
                <xsd:element ref="ns4:SharingHintHash"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9c0b94-0e4d-4c33-82de-f0012496c1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bd54e62-b71a-40f5-873d-a350bc99153a"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131A57E-91B0-44F4-ABA9-72D4EC5FAAD2}">
  <ds:schemaRefs/>
</ds:datastoreItem>
</file>

<file path=customXml/itemProps2.xml><?xml version="1.0" encoding="utf-8"?>
<ds:datastoreItem xmlns:ds="http://schemas.openxmlformats.org/officeDocument/2006/customXml" ds:itemID="{DCAB1933-B3DB-49A4-89CE-5EF75E9EB4E5}">
  <ds:schemaRefs>
    <ds:schemaRef ds:uri="fbd54e62-b71a-40f5-873d-a350bc99153a"/>
    <ds:schemaRef ds:uri="5f9c0b94-0e4d-4c33-82de-f0012496c1f5"/>
    <ds:schemaRef ds:uri="http://purl.org/dc/dcmitype/"/>
    <ds:schemaRef ds:uri="http://purl.org/dc/elements/1.1/"/>
    <ds:schemaRef ds:uri="http://purl.org/dc/terms/"/>
    <ds:schemaRef ds:uri="http://schemas.microsoft.com/office/infopath/2007/PartnerControls"/>
    <ds:schemaRef ds:uri="http://www.w3.org/XML/1998/namespace"/>
    <ds:schemaRef ds:uri="http://schemas.microsoft.com/office/2006/metadata/properties"/>
    <ds:schemaRef ds:uri="http://schemas.microsoft.com/office/2006/documentManagement/types"/>
    <ds:schemaRef ds:uri="http://schemas.openxmlformats.org/package/2006/metadata/core-properties"/>
  </ds:schemaRefs>
</ds:datastoreItem>
</file>

<file path=customXml/itemProps3.xml><?xml version="1.0" encoding="utf-8"?>
<ds:datastoreItem xmlns:ds="http://schemas.openxmlformats.org/officeDocument/2006/customXml" ds:itemID="{2B5AFE45-E976-4E47-B3D3-9613D715E4AF}">
  <ds:schemaRefs/>
</ds:datastoreItem>
</file>

<file path=customXml/itemProps4.xml><?xml version="1.0" encoding="utf-8"?>
<ds:datastoreItem xmlns:ds="http://schemas.openxmlformats.org/officeDocument/2006/customXml" ds:itemID="{8CEAECC4-1B31-4191-8B41-6BE80E7474EF}">
  <ds:schemaRefs/>
</ds:datastoreItem>
</file>

<file path=customXml/itemProps5.xml><?xml version="1.0" encoding="utf-8"?>
<ds:datastoreItem xmlns:ds="http://schemas.openxmlformats.org/officeDocument/2006/customXml" ds:itemID="{9284F659-D363-47BB-9A05-DD842B27DEB4}">
  <ds:schemaRefs>
    <ds:schemaRef ds:uri="http://schemas.microsoft.com/sharepoint/v3/contenttype/forms"/>
  </ds:schemaRefs>
</ds:datastoreItem>
</file>

<file path=customXml/itemProps6.xml><?xml version="1.0" encoding="utf-8"?>
<ds:datastoreItem xmlns:ds="http://schemas.openxmlformats.org/officeDocument/2006/customXml" ds:itemID="{45D45FB5-C097-49BA-A413-538C5F9CA62B}">
  <ds:schemaRefs/>
</ds:datastoreItem>
</file>

<file path=customXml/itemProps7.xml><?xml version="1.0" encoding="utf-8"?>
<ds:datastoreItem xmlns:ds="http://schemas.openxmlformats.org/officeDocument/2006/customXml" ds:itemID="{D48D4023-B089-4D60-BD4A-483A77156743}">
  <ds:schemaRefs>
    <ds:schemaRef ds:uri="5f9c0b94-0e4d-4c33-82de-f0012496c1f5"/>
    <ds:schemaRef ds:uri="fbd54e62-b71a-40f5-873d-a350bc99153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Theme1</Template>
  <TotalTime>695</TotalTime>
  <Words>5892</Words>
  <Application>Microsoft Office PowerPoint</Application>
  <PresentationFormat>Widescreen</PresentationFormat>
  <Paragraphs>772</Paragraphs>
  <Slides>18</Slides>
  <Notes>15</Notes>
  <HiddenSlides>0</HiddenSlides>
  <MMClips>0</MMClips>
  <ScaleCrop>false</ScaleCrop>
  <HeadingPairs>
    <vt:vector size="8" baseType="variant">
      <vt:variant>
        <vt:lpstr>Fonts Used</vt:lpstr>
      </vt:variant>
      <vt:variant>
        <vt:i4>10</vt:i4>
      </vt:variant>
      <vt:variant>
        <vt:lpstr>Theme</vt:lpstr>
      </vt:variant>
      <vt:variant>
        <vt:i4>14</vt:i4>
      </vt:variant>
      <vt:variant>
        <vt:lpstr>Embedded OLE Servers</vt:lpstr>
      </vt:variant>
      <vt:variant>
        <vt:i4>1</vt:i4>
      </vt:variant>
      <vt:variant>
        <vt:lpstr>Slide Titles</vt:lpstr>
      </vt:variant>
      <vt:variant>
        <vt:i4>18</vt:i4>
      </vt:variant>
    </vt:vector>
  </HeadingPairs>
  <TitlesOfParts>
    <vt:vector size="43" baseType="lpstr">
      <vt:lpstr>Aptos</vt:lpstr>
      <vt:lpstr>Arial</vt:lpstr>
      <vt:lpstr>Calibri</vt:lpstr>
      <vt:lpstr>Courier New</vt:lpstr>
      <vt:lpstr>PT Serif</vt:lpstr>
      <vt:lpstr>Symbol</vt:lpstr>
      <vt:lpstr>Times New Roman</vt:lpstr>
      <vt:lpstr>Trebuchet MS</vt:lpstr>
      <vt:lpstr>Verdana</vt:lpstr>
      <vt:lpstr>Wingdings</vt:lpstr>
      <vt:lpstr>Theme1</vt:lpstr>
      <vt:lpstr>Group Strategy Template 2019</vt:lpstr>
      <vt:lpstr>1_Group Strategy Template 2018</vt:lpstr>
      <vt:lpstr>2_Group Strategy Template 2018</vt:lpstr>
      <vt:lpstr>1_Group Strategy Template 2019</vt:lpstr>
      <vt:lpstr>3_Group Strategy Template 2018</vt:lpstr>
      <vt:lpstr>Theme2023</vt:lpstr>
      <vt:lpstr>4_Group Strategy Template 2018</vt:lpstr>
      <vt:lpstr>5_Group Strategy Template 2018</vt:lpstr>
      <vt:lpstr>2_Group Strategy Template 2019</vt:lpstr>
      <vt:lpstr>6_Group Strategy Template 2018</vt:lpstr>
      <vt:lpstr>1_Theme1</vt:lpstr>
      <vt:lpstr>Group Strat Template_for circulation 2018</vt:lpstr>
      <vt:lpstr>7_Group Strategy Template 2018</vt:lpstr>
      <vt:lpstr>think-cell Slide</vt:lpstr>
      <vt:lpstr>PowerPoint Presentation</vt:lpstr>
      <vt:lpstr>    Group Internal Audit Update                  </vt:lpstr>
      <vt:lpstr>   FY 2025 at a Glance                </vt:lpstr>
      <vt:lpstr>    FY 2025 Audit Plan – Status Update  </vt:lpstr>
      <vt:lpstr>PowerPoint Presentation</vt:lpstr>
      <vt:lpstr>PowerPoint Presentation</vt:lpstr>
      <vt:lpstr>PowerPoint Presentation</vt:lpstr>
      <vt:lpstr>PowerPoint Presentation</vt:lpstr>
      <vt:lpstr>📃Daily Report</vt:lpstr>
      <vt:lpstr>📃Daily Report</vt:lpstr>
      <vt:lpstr>RAKBANK Open &amp; Overdue Management Actions Update </vt:lpstr>
      <vt:lpstr>    Open Management Actions – Aging Analysis (RAKBANK excl. RAKislamic &amp; RAKINSURANCE) </vt:lpstr>
      <vt:lpstr>PowerPoint Presentation</vt:lpstr>
      <vt:lpstr>PowerPoint Presentation</vt:lpstr>
      <vt:lpstr>PowerPoint Presentation</vt:lpstr>
      <vt:lpstr>PowerPoint Presentation</vt:lpstr>
      <vt:lpstr>PowerPoint Presentation</vt:lpstr>
      <vt:lpstr>   Quality Assurance &amp; Improvement Program                </vt:lpstr>
    </vt:vector>
  </TitlesOfParts>
  <Company>Relationship marketing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dc:title>
  <dc:creator>Nicola.Thompson@rakbank.ae</dc:creator>
  <cp:lastModifiedBy>Sameer Yusuf Tayeb Chandiwala</cp:lastModifiedBy>
  <cp:revision>44</cp:revision>
  <cp:lastPrinted>2025-12-08T11:47:40Z</cp:lastPrinted>
  <dcterms:created xsi:type="dcterms:W3CDTF">2007-05-09T13:59:27Z</dcterms:created>
  <dcterms:modified xsi:type="dcterms:W3CDTF">2025-12-08T11:47:47Z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RightsWATCHMark">
    <vt:lpwstr>4|RAK-Rakbank All-Highly Confidential|{00000000-0000-0000-0000-000000000000}</vt:lpwstr>
  </property>
  <property fmtid="{D5CDD505-2E9C-101B-9397-08002B2CF9AE}" pid="3" name="RAKBANK Classification">
    <vt:lpwstr>RAKBANK-Highly Confidential</vt:lpwstr>
  </property>
  <property fmtid="{D5CDD505-2E9C-101B-9397-08002B2CF9AE}" pid="4" name="ClassifiedBy">
    <vt:lpwstr>WATANI_RAK\lideepa</vt:lpwstr>
  </property>
  <property fmtid="{D5CDD505-2E9C-101B-9397-08002B2CF9AE}" pid="5" name="ClassificationHost">
    <vt:lpwstr>RBDT5710.rakbank.co.ae</vt:lpwstr>
  </property>
  <property fmtid="{D5CDD505-2E9C-101B-9397-08002B2CF9AE}" pid="6" name="ClassificationDate">
    <vt:lpwstr>6/10/2022 12:01:09 PM</vt:lpwstr>
  </property>
  <property fmtid="{D5CDD505-2E9C-101B-9397-08002B2CF9AE}" pid="7" name="ClassificationGUID">
    <vt:lpwstr>{377e721d-07e7-4b8b-827a-8d3f72f92e66}</vt:lpwstr>
  </property>
  <property fmtid="{D5CDD505-2E9C-101B-9397-08002B2CF9AE}" pid="8" name="ContentTypeId">
    <vt:lpwstr>0x0101000D3DD599063B414A848B4EF975C2C987</vt:lpwstr>
  </property>
  <property fmtid="{D5CDD505-2E9C-101B-9397-08002B2CF9AE}" pid="9" name="MSIP_Label_f4caaae9-1fd3-4a6f-9bb5-0c6a696d7195_Enabled">
    <vt:lpwstr>true</vt:lpwstr>
  </property>
  <property fmtid="{D5CDD505-2E9C-101B-9397-08002B2CF9AE}" pid="10" name="MSIP_Label_f4caaae9-1fd3-4a6f-9bb5-0c6a696d7195_SetDate">
    <vt:lpwstr>2025-04-13T05:48:27Z</vt:lpwstr>
  </property>
  <property fmtid="{D5CDD505-2E9C-101B-9397-08002B2CF9AE}" pid="11" name="MSIP_Label_f4caaae9-1fd3-4a6f-9bb5-0c6a696d7195_Method">
    <vt:lpwstr>Privileged</vt:lpwstr>
  </property>
  <property fmtid="{D5CDD505-2E9C-101B-9397-08002B2CF9AE}" pid="12" name="MSIP_Label_f4caaae9-1fd3-4a6f-9bb5-0c6a696d7195_Name">
    <vt:lpwstr>RAKBANK-Confidential for files</vt:lpwstr>
  </property>
  <property fmtid="{D5CDD505-2E9C-101B-9397-08002B2CF9AE}" pid="13" name="MSIP_Label_f4caaae9-1fd3-4a6f-9bb5-0c6a696d7195_SiteId">
    <vt:lpwstr>fbb70b95-2828-4ce3-90d5-c6e1ff243618</vt:lpwstr>
  </property>
  <property fmtid="{D5CDD505-2E9C-101B-9397-08002B2CF9AE}" pid="14" name="MSIP_Label_f4caaae9-1fd3-4a6f-9bb5-0c6a696d7195_ActionId">
    <vt:lpwstr>e1d1d4a2-bab8-4c03-9a39-00331e157036</vt:lpwstr>
  </property>
  <property fmtid="{D5CDD505-2E9C-101B-9397-08002B2CF9AE}" pid="15" name="MSIP_Label_f4caaae9-1fd3-4a6f-9bb5-0c6a696d7195_ContentBits">
    <vt:lpwstr>2</vt:lpwstr>
  </property>
  <property fmtid="{D5CDD505-2E9C-101B-9397-08002B2CF9AE}" pid="16" name="ClassificationContentMarkingFooterLocations">
    <vt:lpwstr>Theme1:5\Group Strategy Template 2019:5\1_Group Strategy Template 2018:5\2_Group Strategy Template 2018:5\1_Group Strategy Template 2019:5\3_Group Strategy Template 2018:5\Theme2023:5\4_Group Strategy Template 2018:5\5_Group Strategy Template 2018:5\2_Group Strategy Template 2019:5\6_Group Strategy Template 2018:5\1_Theme1:5\Group Strat Template_for circulation 2018:5</vt:lpwstr>
  </property>
  <property fmtid="{D5CDD505-2E9C-101B-9397-08002B2CF9AE}" pid="17" name="ClassificationContentMarkingFooterText">
    <vt:lpwstr>Classification: RAKBANK-Confidential</vt:lpwstr>
  </property>
</Properties>
</file>
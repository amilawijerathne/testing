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customXml/itemProps6.xml" ContentType="application/vnd.openxmlformats-officedocument.customXmlProperties+xml"/>
  <Override PartName="/customXml/itemProps7.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3.xml" ContentType="application/vnd.openxmlformats-officedocument.theme+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theme/theme4.xml" ContentType="application/vnd.openxmlformats-officedocument.theme+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theme/theme5.xml" ContentType="application/vnd.openxmlformats-officedocument.theme+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theme/theme6.xml" ContentType="application/vnd.openxmlformats-officedocument.theme+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theme/theme7.xml" ContentType="application/vnd.openxmlformats-officedocument.theme+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theme/theme8.xml" ContentType="application/vnd.openxmlformats-officedocument.theme+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theme/theme9.xml" ContentType="application/vnd.openxmlformats-officedocument.theme+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theme/theme10.xml" ContentType="application/vnd.openxmlformats-officedocument.theme+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theme/theme11.xml" ContentType="application/vnd.openxmlformats-officedocument.theme+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theme/theme12.xml" ContentType="application/vnd.openxmlformats-officedocument.theme+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theme/theme13.xml" ContentType="application/vnd.openxmlformats-officedocument.theme+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theme/theme14.xml" ContentType="application/vnd.openxmlformats-officedocument.theme+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heme/theme15.xml" ContentType="application/vnd.openxmlformats-officedocument.theme+xml"/>
  <Override PartName="/ppt/theme/theme1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151" r:id="rId8"/>
    <p:sldMasterId id="2147484161" r:id="rId9"/>
    <p:sldMasterId id="2147484175" r:id="rId10"/>
    <p:sldMasterId id="2147484184" r:id="rId11"/>
    <p:sldMasterId id="2147484192" r:id="rId12"/>
    <p:sldMasterId id="2147484205" r:id="rId13"/>
    <p:sldMasterId id="2147484214" r:id="rId14"/>
    <p:sldMasterId id="2147484222" r:id="rId15"/>
    <p:sldMasterId id="2147484231" r:id="rId16"/>
    <p:sldMasterId id="2147484240" r:id="rId17"/>
    <p:sldMasterId id="2147484252" r:id="rId18"/>
    <p:sldMasterId id="2147484262" r:id="rId19"/>
    <p:sldMasterId id="2147484271" r:id="rId20"/>
    <p:sldMasterId id="2147484282" r:id="rId21"/>
  </p:sldMasterIdLst>
  <p:notesMasterIdLst>
    <p:notesMasterId r:id="rId45"/>
  </p:notesMasterIdLst>
  <p:handoutMasterIdLst>
    <p:handoutMasterId r:id="rId46"/>
  </p:handoutMasterIdLst>
  <p:sldIdLst>
    <p:sldId id="424" r:id="rId22"/>
    <p:sldId id="2147482655" r:id="rId23"/>
    <p:sldId id="258" r:id="rId24"/>
    <p:sldId id="257" r:id="rId25"/>
    <p:sldId id="2147482642" r:id="rId26"/>
    <p:sldId id="2147482659" r:id="rId27"/>
    <p:sldId id="2147482665" r:id="rId28"/>
    <p:sldId id="260" r:id="rId29"/>
    <p:sldId id="2147482646" r:id="rId30"/>
    <p:sldId id="2147482623" r:id="rId31"/>
    <p:sldId id="2147482647" r:id="rId32"/>
    <p:sldId id="2147482639" r:id="rId33"/>
    <p:sldId id="2147482640" r:id="rId34"/>
    <p:sldId id="2147482641" r:id="rId35"/>
    <p:sldId id="2147482648" r:id="rId36"/>
    <p:sldId id="2147482649" r:id="rId37"/>
    <p:sldId id="2147482636" r:id="rId38"/>
    <p:sldId id="2147482660" r:id="rId39"/>
    <p:sldId id="2147482658" r:id="rId40"/>
    <p:sldId id="2147482657" r:id="rId41"/>
    <p:sldId id="2147482664" r:id="rId42"/>
    <p:sldId id="2147482663" r:id="rId43"/>
    <p:sldId id="2147482656" r:id="rId44"/>
  </p:sldIdLst>
  <p:sldSz cx="12192000" cy="6858000"/>
  <p:notesSz cx="6797675" cy="9926638"/>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521415D9-36F7-43E2-AB2F-B90AF26B5E84}">
      <p14:sectionLst xmlns:p14="http://schemas.microsoft.com/office/powerpoint/2010/main">
        <p14:section name="GIA BAC Pack - 20 April 2026" id="{557474B0-F53A-48D4-9F43-8B0A9B5260F4}">
          <p14:sldIdLst>
            <p14:sldId id="424"/>
            <p14:sldId id="2147482655"/>
            <p14:sldId id="258"/>
            <p14:sldId id="257"/>
            <p14:sldId id="2147482642"/>
            <p14:sldId id="2147482659"/>
            <p14:sldId id="2147482665"/>
            <p14:sldId id="260"/>
            <p14:sldId id="2147482646"/>
            <p14:sldId id="2147482623"/>
            <p14:sldId id="2147482647"/>
            <p14:sldId id="2147482639"/>
            <p14:sldId id="2147482640"/>
            <p14:sldId id="2147482641"/>
            <p14:sldId id="2147482648"/>
            <p14:sldId id="2147482649"/>
            <p14:sldId id="2147482636"/>
            <p14:sldId id="2147482660"/>
            <p14:sldId id="2147482658"/>
            <p14:sldId id="2147482657"/>
            <p14:sldId id="2147482664"/>
            <p14:sldId id="2147482663"/>
            <p14:sldId id="2147482656"/>
          </p14:sldIdLst>
        </p14:section>
      </p14:sectionLst>
    </p:ext>
    <p:ext uri="{EFAFB233-063F-42B5-8137-9DF3F51BA10A}">
      <p15:sldGuideLst xmlns:p15="http://schemas.microsoft.com/office/powerpoint/2012/main">
        <p15:guide id="1" orient="horz" pos="2112" userDrawn="1">
          <p15:clr>
            <a:srgbClr val="A4A3A4"/>
          </p15:clr>
        </p15:guide>
        <p15:guide id="2" orient="horz" pos="2160" userDrawn="1">
          <p15:clr>
            <a:srgbClr val="A4A3A4"/>
          </p15:clr>
        </p15:guide>
        <p15:guide id="3" orient="horz" pos="1152" userDrawn="1">
          <p15:clr>
            <a:srgbClr val="A4A3A4"/>
          </p15:clr>
        </p15:guide>
        <p15:guide id="4" orient="horz" pos="1632" userDrawn="1">
          <p15:clr>
            <a:srgbClr val="A4A3A4"/>
          </p15:clr>
        </p15:guide>
        <p15:guide id="5" pos="7488" userDrawn="1">
          <p15:clr>
            <a:srgbClr val="A4A3A4"/>
          </p15:clr>
        </p15:guide>
        <p15:guide id="6" pos="192" userDrawn="1">
          <p15:clr>
            <a:srgbClr val="A4A3A4"/>
          </p15:clr>
        </p15:guide>
      </p15:sldGuideLst>
    </p:ext>
    <p:ext uri="{2D200454-40CA-4A62-9FC3-DE9A4176ACB9}">
      <p15:notesGuideLst xmlns:p15="http://schemas.microsoft.com/office/powerpoint/2012/main">
        <p15:guide id="1" orient="horz" pos="3127" userDrawn="1">
          <p15:clr>
            <a:srgbClr val="A4A3A4"/>
          </p15:clr>
        </p15:guide>
        <p15:guide id="2" pos="2141" userDrawn="1">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E266C29-396B-6B8D-233E-AA26C3346A2C}" name="George Samuel George" initials="GS" userId="S::George.Samuel@rakbank.ae::8889df73-5a36-471c-96a9-21c49ac2a5f4" providerId="AD"/>
  <p188:author id="{7B201F55-0452-A4A2-7A28-2D21E235C91F}" name="Sangeetha Abraham" initials="SA" userId="S::Sangeetha.Abraham@rakbank.ae::652685ec-42c3-4c40-ac50-971e0e7c5202" providerId="AD"/>
  <p188:author id="{426ACF5D-A9C9-C2D6-8742-D62684363EBB}" name="Moez Sassi" initials="MS" userId="S::Moez.Sassi@rakbank.ae::fcada67b-5996-48fa-b7c8-6977e7470a7a" providerId="AD"/>
  <p188:author id="{9851EF5F-F1CD-75BD-5047-C272893A3951}" name="Nicola Jane Thompson" initials="NJT" userId="S::Nicola.Thompson@rakbank.ae::45c7a252-a058-45b4-a439-7ccd6fde1f8c" providerId="AD"/>
  <p188:author id="{4A086466-0B81-631F-E049-F9B956B17880}" name="Neil Jarman" initials="NJ" userId="S::Neil.Jarman@rakbank.ae::ff1d8595-40d7-47e7-9b74-01cb31aa504a" providerId="AD"/>
  <p188:author id="{C8C659CC-C268-FC41-8802-91BC1E87DF18}" name="Biju Varughese Skariah" initials="BV" userId="S::Biju.Skariah@rakbank.ae::368b7a8b-66ca-4f44-bc11-60defecf1f51" providerId="AD"/>
  <p188:author id="{2902DCF6-50F7-1C34-C966-20DD7EC140EF}" name="Sameer Yusuf Tayeb Chandiwala" initials="SYTC" userId="S::Sameer.Chandiwala@rakbank.ae::e99563e6-efb0-4985-bb9d-0f28bcccbb5d"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Neil Paul Jarman" initials="NPJ" lastIdx="48" clrIdx="0">
    <p:extLst>
      <p:ext uri="{19B8F6BF-5375-455C-9EA6-DF929625EA0E}">
        <p15:presenceInfo xmlns:p15="http://schemas.microsoft.com/office/powerpoint/2012/main" userId="S-1-5-21-1241872456-1058172877-1847928074-147530" providerId="AD"/>
      </p:ext>
    </p:extLst>
  </p:cmAuthor>
  <p:cmAuthor id="2" name="Nicola Jane Thompson" initials="NJT" lastIdx="5" clrIdx="1">
    <p:extLst>
      <p:ext uri="{19B8F6BF-5375-455C-9EA6-DF929625EA0E}">
        <p15:presenceInfo xmlns:p15="http://schemas.microsoft.com/office/powerpoint/2012/main" userId="S-1-5-21-1241872456-1058172877-1847928074-140552" providerId="AD"/>
      </p:ext>
    </p:extLst>
  </p:cmAuthor>
  <p:cmAuthor id="3" name="Sangeetha Abraham" initials="SA" lastIdx="18" clrIdx="2">
    <p:extLst>
      <p:ext uri="{19B8F6BF-5375-455C-9EA6-DF929625EA0E}">
        <p15:presenceInfo xmlns:p15="http://schemas.microsoft.com/office/powerpoint/2012/main" userId="S-1-5-21-1241872456-1058172877-1847928074-128563" providerId="AD"/>
      </p:ext>
    </p:extLst>
  </p:cmAuthor>
  <p:cmAuthor id="4" name="Moez Sassi" initials="MS" lastIdx="2" clrIdx="3">
    <p:extLst>
      <p:ext uri="{19B8F6BF-5375-455C-9EA6-DF929625EA0E}">
        <p15:presenceInfo xmlns:p15="http://schemas.microsoft.com/office/powerpoint/2012/main" userId="S-1-5-21-1241872456-1058172877-1847928074-15377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66534"/>
    <a:srgbClr val="92D050"/>
    <a:srgbClr val="FFFF00"/>
    <a:srgbClr val="F5F5F5"/>
    <a:srgbClr val="D1FAE5"/>
    <a:srgbClr val="F3F4F6"/>
    <a:srgbClr val="374151"/>
    <a:srgbClr val="1B4F8A"/>
    <a:srgbClr val="7C9ABC"/>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3A2C9C1-95D6-4F0A-D654-ABD98FFA814F}" v="254" dt="2026-04-14T08:04:54.034"/>
    <p1510:client id="{5B7458CD-B670-BD75-9D1E-DF8FD11EE3F3}" v="82" dt="2026-04-14T12:17:48.594"/>
    <p1510:client id="{632CF3F9-3750-5207-F769-966792B2DBDA}" v="227" dt="2026-04-14T11:22:20.975"/>
    <p1510:client id="{B8CE1620-76C1-282F-16FE-4087614F14D8}" v="58" dt="2026-04-14T07:43:17.502"/>
    <p1510:client id="{BDEDD4BB-D8ED-45DE-A4EF-BA4F874EF16F}" v="1563" dt="2026-04-14T13:04:01.410"/>
    <p1510:client id="{C1B45C3D-FC31-F5BD-695B-10D7CBA7CE91}" v="3" dt="2026-04-14T11:12:51.006"/>
    <p1510:client id="{CDF288C3-1982-28AC-336A-23FBDDE03F67}" v="1" dt="2026-04-14T11:13:29.562"/>
    <p1510:client id="{D9D70D21-4E02-B4CA-6276-320822FC8391}" v="182" dt="2026-04-14T11:31:52.070"/>
    <p1510:client id="{EB40663A-F3EC-7CC4-D6CD-A11C949C585A}" v="380" dt="2026-04-14T11:23:34.347"/>
    <p1510:client id="{F3B6FF0C-D7EE-4669-9928-A804A49816D9}" v="29" dt="2026-04-15T06:36:57.05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3" d="100"/>
          <a:sy n="93" d="100"/>
        </p:scale>
        <p:origin x="1152" y="306"/>
      </p:cViewPr>
      <p:guideLst>
        <p:guide orient="horz" pos="2112"/>
        <p:guide orient="horz" pos="2160"/>
        <p:guide orient="horz" pos="1152"/>
        <p:guide orient="horz" pos="1632"/>
        <p:guide pos="7488"/>
        <p:guide pos="192"/>
      </p:guideLst>
    </p:cSldViewPr>
  </p:slideViewPr>
  <p:notesTextViewPr>
    <p:cViewPr>
      <p:scale>
        <a:sx n="1" d="1"/>
        <a:sy n="1" d="1"/>
      </p:scale>
      <p:origin x="0" y="0"/>
    </p:cViewPr>
  </p:notesTextViewPr>
  <p:notesViewPr>
    <p:cSldViewPr snapToGrid="0">
      <p:cViewPr varScale="1">
        <p:scale>
          <a:sx n="66" d="100"/>
          <a:sy n="66" d="100"/>
        </p:scale>
        <p:origin x="0" y="0"/>
      </p:cViewPr>
      <p:guideLst>
        <p:guide orient="horz" pos="3127"/>
        <p:guide pos="2141"/>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Master" Target="slideMasters/slideMaster6.xml"/><Relationship Id="rId18" Type="http://schemas.openxmlformats.org/officeDocument/2006/relationships/slideMaster" Target="slideMasters/slideMaster11.xml"/><Relationship Id="rId26" Type="http://schemas.openxmlformats.org/officeDocument/2006/relationships/slide" Target="slides/slide5.xml"/><Relationship Id="rId39" Type="http://schemas.openxmlformats.org/officeDocument/2006/relationships/slide" Target="slides/slide18.xml"/><Relationship Id="rId21" Type="http://schemas.openxmlformats.org/officeDocument/2006/relationships/slideMaster" Target="slideMasters/slideMaster14.xml"/><Relationship Id="rId34" Type="http://schemas.openxmlformats.org/officeDocument/2006/relationships/slide" Target="slides/slide13.xml"/><Relationship Id="rId42" Type="http://schemas.openxmlformats.org/officeDocument/2006/relationships/slide" Target="slides/slide21.xml"/><Relationship Id="rId47" Type="http://schemas.openxmlformats.org/officeDocument/2006/relationships/commentAuthors" Target="commentAuthors.xml"/><Relationship Id="rId50" Type="http://schemas.openxmlformats.org/officeDocument/2006/relationships/theme" Target="theme/theme1.xml"/><Relationship Id="rId7" Type="http://schemas.openxmlformats.org/officeDocument/2006/relationships/customXml" Target="../customXml/item7.xml"/><Relationship Id="rId2" Type="http://schemas.openxmlformats.org/officeDocument/2006/relationships/customXml" Target="../customXml/item2.xml"/><Relationship Id="rId16" Type="http://schemas.openxmlformats.org/officeDocument/2006/relationships/slideMaster" Target="slideMasters/slideMaster9.xml"/><Relationship Id="rId29" Type="http://schemas.openxmlformats.org/officeDocument/2006/relationships/slide" Target="slides/slide8.xml"/><Relationship Id="rId11" Type="http://schemas.openxmlformats.org/officeDocument/2006/relationships/slideMaster" Target="slideMasters/slideMaster4.xml"/><Relationship Id="rId24" Type="http://schemas.openxmlformats.org/officeDocument/2006/relationships/slide" Target="slides/slide3.xml"/><Relationship Id="rId32" Type="http://schemas.openxmlformats.org/officeDocument/2006/relationships/slide" Target="slides/slide11.xml"/><Relationship Id="rId37" Type="http://schemas.openxmlformats.org/officeDocument/2006/relationships/slide" Target="slides/slide16.xml"/><Relationship Id="rId40" Type="http://schemas.openxmlformats.org/officeDocument/2006/relationships/slide" Target="slides/slide19.xml"/><Relationship Id="rId45" Type="http://schemas.openxmlformats.org/officeDocument/2006/relationships/notesMaster" Target="notesMasters/notesMaster1.xml"/><Relationship Id="rId53" Type="http://schemas.microsoft.com/office/2018/10/relationships/authors" Target="authors.xml"/><Relationship Id="rId5" Type="http://schemas.openxmlformats.org/officeDocument/2006/relationships/customXml" Target="../customXml/item5.xml"/><Relationship Id="rId10" Type="http://schemas.openxmlformats.org/officeDocument/2006/relationships/slideMaster" Target="slideMasters/slideMaster3.xml"/><Relationship Id="rId19" Type="http://schemas.openxmlformats.org/officeDocument/2006/relationships/slideMaster" Target="slideMasters/slideMaster12.xml"/><Relationship Id="rId31" Type="http://schemas.openxmlformats.org/officeDocument/2006/relationships/slide" Target="slides/slide10.xml"/><Relationship Id="rId44" Type="http://schemas.openxmlformats.org/officeDocument/2006/relationships/slide" Target="slides/slide23.xml"/><Relationship Id="rId52" Type="http://schemas.microsoft.com/office/2015/10/relationships/revisionInfo" Target="revisionInfo.xml"/><Relationship Id="rId4" Type="http://schemas.openxmlformats.org/officeDocument/2006/relationships/customXml" Target="../customXml/item4.xml"/><Relationship Id="rId9" Type="http://schemas.openxmlformats.org/officeDocument/2006/relationships/slideMaster" Target="slideMasters/slideMaster2.xml"/><Relationship Id="rId14" Type="http://schemas.openxmlformats.org/officeDocument/2006/relationships/slideMaster" Target="slideMasters/slideMaster7.xml"/><Relationship Id="rId22" Type="http://schemas.openxmlformats.org/officeDocument/2006/relationships/slide" Target="slides/slide1.xml"/><Relationship Id="rId27" Type="http://schemas.openxmlformats.org/officeDocument/2006/relationships/slide" Target="slides/slide6.xml"/><Relationship Id="rId30" Type="http://schemas.openxmlformats.org/officeDocument/2006/relationships/slide" Target="slides/slide9.xml"/><Relationship Id="rId35" Type="http://schemas.openxmlformats.org/officeDocument/2006/relationships/slide" Target="slides/slide14.xml"/><Relationship Id="rId43" Type="http://schemas.openxmlformats.org/officeDocument/2006/relationships/slide" Target="slides/slide22.xml"/><Relationship Id="rId48" Type="http://schemas.openxmlformats.org/officeDocument/2006/relationships/presProps" Target="presProps.xml"/><Relationship Id="rId8" Type="http://schemas.openxmlformats.org/officeDocument/2006/relationships/slideMaster" Target="slideMasters/slideMaster1.xml"/><Relationship Id="rId51" Type="http://schemas.openxmlformats.org/officeDocument/2006/relationships/tableStyles" Target="tableStyles.xml"/><Relationship Id="rId3" Type="http://schemas.openxmlformats.org/officeDocument/2006/relationships/customXml" Target="../customXml/item3.xml"/><Relationship Id="rId12" Type="http://schemas.openxmlformats.org/officeDocument/2006/relationships/slideMaster" Target="slideMasters/slideMaster5.xml"/><Relationship Id="rId17" Type="http://schemas.openxmlformats.org/officeDocument/2006/relationships/slideMaster" Target="slideMasters/slideMaster10.xml"/><Relationship Id="rId25" Type="http://schemas.openxmlformats.org/officeDocument/2006/relationships/slide" Target="slides/slide4.xml"/><Relationship Id="rId33" Type="http://schemas.openxmlformats.org/officeDocument/2006/relationships/slide" Target="slides/slide12.xml"/><Relationship Id="rId38" Type="http://schemas.openxmlformats.org/officeDocument/2006/relationships/slide" Target="slides/slide17.xml"/><Relationship Id="rId46" Type="http://schemas.openxmlformats.org/officeDocument/2006/relationships/handoutMaster" Target="handoutMasters/handoutMaster1.xml"/><Relationship Id="rId20" Type="http://schemas.openxmlformats.org/officeDocument/2006/relationships/slideMaster" Target="slideMasters/slideMaster13.xml"/><Relationship Id="rId41" Type="http://schemas.openxmlformats.org/officeDocument/2006/relationships/slide" Target="slides/slide20.xml"/><Relationship Id="rId1" Type="http://schemas.openxmlformats.org/officeDocument/2006/relationships/customXml" Target="../customXml/item1.xml"/><Relationship Id="rId6" Type="http://schemas.openxmlformats.org/officeDocument/2006/relationships/customXml" Target="../customXml/item6.xml"/><Relationship Id="rId15" Type="http://schemas.openxmlformats.org/officeDocument/2006/relationships/slideMaster" Target="slideMasters/slideMaster8.xml"/><Relationship Id="rId23" Type="http://schemas.openxmlformats.org/officeDocument/2006/relationships/slide" Target="slides/slide2.xml"/><Relationship Id="rId28" Type="http://schemas.openxmlformats.org/officeDocument/2006/relationships/slide" Target="slides/slide7.xml"/><Relationship Id="rId36" Type="http://schemas.openxmlformats.org/officeDocument/2006/relationships/slide" Target="slides/slide15.xml"/><Relationship Id="rId49"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1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2"/>
            <a:ext cx="2946400" cy="496888"/>
          </a:xfrm>
          <a:prstGeom prst="rect">
            <a:avLst/>
          </a:prstGeom>
        </p:spPr>
        <p:txBody>
          <a:bodyPr vert="horz" lIns="92446" tIns="46223" rIns="92446" bIns="46223" rtlCol="0"/>
          <a:lstStyle>
            <a:lvl1pPr algn="l">
              <a:defRPr sz="1200"/>
            </a:lvl1pPr>
          </a:lstStyle>
          <a:p>
            <a:pPr>
              <a:defRPr/>
            </a:pPr>
            <a:endParaRPr lang="en-US"/>
          </a:p>
        </p:txBody>
      </p:sp>
      <p:sp>
        <p:nvSpPr>
          <p:cNvPr id="3" name="Date Placeholder 2"/>
          <p:cNvSpPr>
            <a:spLocks noGrp="1"/>
          </p:cNvSpPr>
          <p:nvPr>
            <p:ph type="dt" sz="quarter" idx="1"/>
          </p:nvPr>
        </p:nvSpPr>
        <p:spPr>
          <a:xfrm>
            <a:off x="3849688" y="2"/>
            <a:ext cx="2946400" cy="496888"/>
          </a:xfrm>
          <a:prstGeom prst="rect">
            <a:avLst/>
          </a:prstGeom>
        </p:spPr>
        <p:txBody>
          <a:bodyPr vert="horz" lIns="92446" tIns="46223" rIns="92446" bIns="46223" rtlCol="0"/>
          <a:lstStyle>
            <a:lvl1pPr algn="r">
              <a:defRPr sz="1200"/>
            </a:lvl1pPr>
          </a:lstStyle>
          <a:p>
            <a:pPr>
              <a:defRPr/>
            </a:pPr>
            <a:fld id="{67E03295-5FEB-4B7C-B313-4B910D1B813B}" type="datetimeFigureOut">
              <a:rPr lang="en-US"/>
              <a:pPr>
                <a:defRPr/>
              </a:pPr>
              <a:t>17-Apr-26</a:t>
            </a:fld>
            <a:endParaRPr lang="en-US"/>
          </a:p>
        </p:txBody>
      </p:sp>
      <p:sp>
        <p:nvSpPr>
          <p:cNvPr id="4" name="Footer Placeholder 3"/>
          <p:cNvSpPr>
            <a:spLocks noGrp="1"/>
          </p:cNvSpPr>
          <p:nvPr>
            <p:ph type="ftr" sz="quarter" idx="2"/>
          </p:nvPr>
        </p:nvSpPr>
        <p:spPr>
          <a:xfrm>
            <a:off x="0" y="9428171"/>
            <a:ext cx="2946400" cy="496887"/>
          </a:xfrm>
          <a:prstGeom prst="rect">
            <a:avLst/>
          </a:prstGeom>
        </p:spPr>
        <p:txBody>
          <a:bodyPr vert="horz" lIns="92446" tIns="46223" rIns="92446" bIns="46223" rtlCol="0" anchor="b"/>
          <a:lstStyle>
            <a:lvl1pPr algn="l">
              <a:defRPr sz="1200"/>
            </a:lvl1pPr>
          </a:lstStyle>
          <a:p>
            <a:pPr>
              <a:defRPr/>
            </a:pPr>
            <a:endParaRPr lang="en-US"/>
          </a:p>
        </p:txBody>
      </p:sp>
      <p:sp>
        <p:nvSpPr>
          <p:cNvPr id="5" name="Slide Number Placeholder 4"/>
          <p:cNvSpPr>
            <a:spLocks noGrp="1"/>
          </p:cNvSpPr>
          <p:nvPr>
            <p:ph type="sldNum" sz="quarter" idx="3"/>
          </p:nvPr>
        </p:nvSpPr>
        <p:spPr>
          <a:xfrm>
            <a:off x="3849688" y="9428171"/>
            <a:ext cx="2946400" cy="496887"/>
          </a:xfrm>
          <a:prstGeom prst="rect">
            <a:avLst/>
          </a:prstGeom>
        </p:spPr>
        <p:txBody>
          <a:bodyPr vert="horz" lIns="92446" tIns="46223" rIns="92446" bIns="46223" rtlCol="0" anchor="b"/>
          <a:lstStyle>
            <a:lvl1pPr algn="r">
              <a:defRPr sz="1200"/>
            </a:lvl1pPr>
          </a:lstStyle>
          <a:p>
            <a:pPr>
              <a:defRPr/>
            </a:pPr>
            <a:fld id="{CD5C56ED-9D49-4D4F-8462-23CD64C0CBD8}" type="slidenum">
              <a:rPr lang="en-US"/>
              <a:pPr>
                <a:defRPr/>
              </a:pPr>
              <a:t>‹#›</a:t>
            </a:fld>
            <a:endParaRPr lang="en-US"/>
          </a:p>
        </p:txBody>
      </p:sp>
    </p:spTree>
    <p:extLst>
      <p:ext uri="{BB962C8B-B14F-4D97-AF65-F5344CB8AC3E}">
        <p14:creationId xmlns:p14="http://schemas.microsoft.com/office/powerpoint/2010/main" val="248344357"/>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2"/>
            <a:ext cx="2946400" cy="496888"/>
          </a:xfrm>
          <a:prstGeom prst="rect">
            <a:avLst/>
          </a:prstGeom>
        </p:spPr>
        <p:txBody>
          <a:bodyPr vert="horz" lIns="92446" tIns="46223" rIns="92446" bIns="46223" rtlCol="0"/>
          <a:lstStyle>
            <a:lvl1pPr algn="l">
              <a:defRPr sz="1200"/>
            </a:lvl1pPr>
          </a:lstStyle>
          <a:p>
            <a:pPr>
              <a:defRPr/>
            </a:pPr>
            <a:endParaRPr lang="en-US"/>
          </a:p>
        </p:txBody>
      </p:sp>
      <p:sp>
        <p:nvSpPr>
          <p:cNvPr id="3" name="Date Placeholder 2"/>
          <p:cNvSpPr>
            <a:spLocks noGrp="1"/>
          </p:cNvSpPr>
          <p:nvPr>
            <p:ph type="dt" idx="1"/>
          </p:nvPr>
        </p:nvSpPr>
        <p:spPr>
          <a:xfrm>
            <a:off x="3849688" y="2"/>
            <a:ext cx="2946400" cy="496888"/>
          </a:xfrm>
          <a:prstGeom prst="rect">
            <a:avLst/>
          </a:prstGeom>
        </p:spPr>
        <p:txBody>
          <a:bodyPr vert="horz" lIns="92446" tIns="46223" rIns="92446" bIns="46223" rtlCol="0"/>
          <a:lstStyle>
            <a:lvl1pPr algn="r">
              <a:defRPr sz="1200"/>
            </a:lvl1pPr>
          </a:lstStyle>
          <a:p>
            <a:pPr>
              <a:defRPr/>
            </a:pPr>
            <a:fld id="{8F0FC619-C1FE-40BA-9BCA-F29DF6603EDE}" type="datetimeFigureOut">
              <a:rPr lang="en-US"/>
              <a:pPr>
                <a:defRPr/>
              </a:pPr>
              <a:t>17-Apr-26</a:t>
            </a:fld>
            <a:endParaRPr lang="en-US"/>
          </a:p>
        </p:txBody>
      </p:sp>
      <p:sp>
        <p:nvSpPr>
          <p:cNvPr id="4" name="Slide Image Placeholder 3"/>
          <p:cNvSpPr>
            <a:spLocks noGrp="1" noRot="1" noChangeAspect="1"/>
          </p:cNvSpPr>
          <p:nvPr>
            <p:ph type="sldImg" idx="2"/>
          </p:nvPr>
        </p:nvSpPr>
        <p:spPr>
          <a:xfrm>
            <a:off x="90488" y="744538"/>
            <a:ext cx="6618287" cy="3722687"/>
          </a:xfrm>
          <a:prstGeom prst="rect">
            <a:avLst/>
          </a:prstGeom>
          <a:noFill/>
          <a:ln w="12700">
            <a:solidFill>
              <a:prstClr val="black"/>
            </a:solidFill>
          </a:ln>
        </p:spPr>
        <p:txBody>
          <a:bodyPr vert="horz" lIns="92446" tIns="46223" rIns="92446" bIns="46223" rtlCol="0" anchor="ctr"/>
          <a:lstStyle/>
          <a:p>
            <a:pPr lvl="0"/>
            <a:endParaRPr lang="en-US" noProof="0"/>
          </a:p>
        </p:txBody>
      </p:sp>
      <p:sp>
        <p:nvSpPr>
          <p:cNvPr id="5" name="Notes Placeholder 4"/>
          <p:cNvSpPr>
            <a:spLocks noGrp="1"/>
          </p:cNvSpPr>
          <p:nvPr>
            <p:ph type="body" sz="quarter" idx="3"/>
          </p:nvPr>
        </p:nvSpPr>
        <p:spPr>
          <a:xfrm>
            <a:off x="681047" y="4716472"/>
            <a:ext cx="5437187" cy="4465637"/>
          </a:xfrm>
          <a:prstGeom prst="rect">
            <a:avLst/>
          </a:prstGeom>
        </p:spPr>
        <p:txBody>
          <a:bodyPr vert="horz" lIns="92446" tIns="46223" rIns="92446" bIns="46223"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9428171"/>
            <a:ext cx="2946400" cy="496887"/>
          </a:xfrm>
          <a:prstGeom prst="rect">
            <a:avLst/>
          </a:prstGeom>
        </p:spPr>
        <p:txBody>
          <a:bodyPr vert="horz" lIns="92446" tIns="46223" rIns="92446" bIns="46223" rtlCol="0" anchor="b"/>
          <a:lstStyle>
            <a:lvl1pPr algn="l">
              <a:defRPr sz="1200"/>
            </a:lvl1pPr>
          </a:lstStyle>
          <a:p>
            <a:pPr>
              <a:defRPr/>
            </a:pPr>
            <a:endParaRPr lang="en-US"/>
          </a:p>
        </p:txBody>
      </p:sp>
      <p:sp>
        <p:nvSpPr>
          <p:cNvPr id="7" name="Slide Number Placeholder 6"/>
          <p:cNvSpPr>
            <a:spLocks noGrp="1"/>
          </p:cNvSpPr>
          <p:nvPr>
            <p:ph type="sldNum" sz="quarter" idx="5"/>
          </p:nvPr>
        </p:nvSpPr>
        <p:spPr>
          <a:xfrm>
            <a:off x="3849688" y="9428171"/>
            <a:ext cx="2946400" cy="496887"/>
          </a:xfrm>
          <a:prstGeom prst="rect">
            <a:avLst/>
          </a:prstGeom>
        </p:spPr>
        <p:txBody>
          <a:bodyPr vert="horz" lIns="92446" tIns="46223" rIns="92446" bIns="46223" rtlCol="0" anchor="b"/>
          <a:lstStyle>
            <a:lvl1pPr algn="r">
              <a:defRPr sz="1200"/>
            </a:lvl1pPr>
          </a:lstStyle>
          <a:p>
            <a:pPr>
              <a:defRPr/>
            </a:pPr>
            <a:fld id="{5BB6A19A-5A46-4852-A445-67FCE3757263}" type="slidenum">
              <a:rPr lang="en-US"/>
              <a:pPr>
                <a:defRPr/>
              </a:pPr>
              <a:t>‹#›</a:t>
            </a:fld>
            <a:endParaRPr lang="en-US"/>
          </a:p>
        </p:txBody>
      </p:sp>
    </p:spTree>
    <p:extLst>
      <p:ext uri="{BB962C8B-B14F-4D97-AF65-F5344CB8AC3E}">
        <p14:creationId xmlns:p14="http://schemas.microsoft.com/office/powerpoint/2010/main" val="3457123333"/>
      </p:ext>
    </p:extLst>
  </p:cSld>
  <p:clrMap bg1="lt1" tx1="dk1" bg2="lt2" tx2="dk2" accent1="accent1" accent2="accent2" accent3="accent3" accent4="accent4" accent5="accent5" accent6="accent6" hlink="hlink" folHlink="folHlink"/>
  <p:hf hdr="0"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0488" y="744538"/>
            <a:ext cx="6618287" cy="3722687"/>
          </a:xfrm>
        </p:spPr>
      </p:sp>
      <p:sp>
        <p:nvSpPr>
          <p:cNvPr id="3" name="Notes Placeholder 2"/>
          <p:cNvSpPr>
            <a:spLocks noGrp="1"/>
          </p:cNvSpPr>
          <p:nvPr>
            <p:ph type="body" idx="1"/>
          </p:nvPr>
        </p:nvSpPr>
        <p:spPr/>
        <p:txBody>
          <a:bodyPr/>
          <a:lstStyle/>
          <a:p>
            <a:endParaRPr lang="en-AE"/>
          </a:p>
        </p:txBody>
      </p:sp>
      <p:sp>
        <p:nvSpPr>
          <p:cNvPr id="4" name="Slide Number Placeholder 3"/>
          <p:cNvSpPr>
            <a:spLocks noGrp="1"/>
          </p:cNvSpPr>
          <p:nvPr>
            <p:ph type="sldNum" sz="quarter" idx="5"/>
          </p:nvPr>
        </p:nvSpPr>
        <p:spPr/>
        <p:txBody>
          <a:bodyPr/>
          <a:lstStyle/>
          <a:p>
            <a:pPr>
              <a:defRPr/>
            </a:pPr>
            <a:fld id="{5BB6A19A-5A46-4852-A445-67FCE3757263}" type="slidenum">
              <a:rPr lang="en-US" smtClean="0"/>
              <a:pPr>
                <a:defRPr/>
              </a:pPr>
              <a:t>1</a:t>
            </a:fld>
            <a:endParaRPr lang="en-US"/>
          </a:p>
        </p:txBody>
      </p:sp>
      <p:sp>
        <p:nvSpPr>
          <p:cNvPr id="5" name="Footer Placeholder 4">
            <a:extLst>
              <a:ext uri="{FF2B5EF4-FFF2-40B4-BE49-F238E27FC236}">
                <a16:creationId xmlns:a16="http://schemas.microsoft.com/office/drawing/2014/main" id="{D00C8E23-E2FE-0B63-3943-FD7F85D62BB2}"/>
              </a:ext>
            </a:extLst>
          </p:cNvPr>
          <p:cNvSpPr>
            <a:spLocks noGrp="1"/>
          </p:cNvSpPr>
          <p:nvPr>
            <p:ph type="ftr" sz="quarter" idx="4"/>
          </p:nvPr>
        </p:nvSpPr>
        <p:spPr/>
        <p:txBody>
          <a:bodyPr/>
          <a:lstStyle/>
          <a:p>
            <a:pPr>
              <a:defRPr/>
            </a:pPr>
            <a:endParaRPr lang="en-US"/>
          </a:p>
        </p:txBody>
      </p:sp>
    </p:spTree>
    <p:extLst>
      <p:ext uri="{BB962C8B-B14F-4D97-AF65-F5344CB8AC3E}">
        <p14:creationId xmlns:p14="http://schemas.microsoft.com/office/powerpoint/2010/main" val="9162557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350A9F-491E-C577-F125-09E58FB49C5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C6DD483-A568-E1E0-EF79-3A8E98F3CE4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7C0E651-B0B4-7ED8-CAC3-017B9618788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386F176-F669-D5A8-BEF8-4580F22B1ECF}"/>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380008032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2A43A3-09C5-B967-1D11-CC52031128F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3C5270-BFF1-B02F-7559-D4863F5E473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FE47BE4-74D4-26C7-51E2-2EEB27940E1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95FD13B-D839-AA76-68CB-DE8321D9C299}"/>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336694838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C17932-2666-F4E2-DCA4-D306EDB9B2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D0715F-84DA-C362-EDA6-AED7F27D729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EDD56F9-966D-D742-001A-A9D1B5FF9C63}"/>
              </a:ext>
            </a:extLst>
          </p:cNvPr>
          <p:cNvSpPr>
            <a:spLocks noGrp="1"/>
          </p:cNvSpPr>
          <p:nvPr>
            <p:ph type="body" idx="1"/>
          </p:nvPr>
        </p:nvSpPr>
        <p:spPr/>
        <p:txBody>
          <a:bodyPr/>
          <a:lstStyle/>
          <a:p>
            <a:endParaRPr lang="en-AE"/>
          </a:p>
        </p:txBody>
      </p:sp>
      <p:sp>
        <p:nvSpPr>
          <p:cNvPr id="4" name="Slide Number Placeholder 3">
            <a:extLst>
              <a:ext uri="{FF2B5EF4-FFF2-40B4-BE49-F238E27FC236}">
                <a16:creationId xmlns:a16="http://schemas.microsoft.com/office/drawing/2014/main" id="{30B461B7-B686-5DB1-7846-2758E544ACE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CBB5064-F28B-4AB4-9D71-BC290130DAFB}"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Arial" charset="0"/>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Arial" charset="0"/>
            </a:endParaRPr>
          </a:p>
        </p:txBody>
      </p:sp>
    </p:spTree>
    <p:extLst>
      <p:ext uri="{BB962C8B-B14F-4D97-AF65-F5344CB8AC3E}">
        <p14:creationId xmlns:p14="http://schemas.microsoft.com/office/powerpoint/2010/main" val="271856445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647B62-A086-B932-511E-0581F11B525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2BE4A8-F779-C0E7-2BE1-E62EEB78D4E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CD95E1-6893-C651-9FDC-5B45EC16075E}"/>
              </a:ext>
            </a:extLst>
          </p:cNvPr>
          <p:cNvSpPr>
            <a:spLocks noGrp="1"/>
          </p:cNvSpPr>
          <p:nvPr>
            <p:ph type="body" idx="1"/>
          </p:nvPr>
        </p:nvSpPr>
        <p:spPr/>
        <p:txBody>
          <a:bodyPr/>
          <a:lstStyle/>
          <a:p>
            <a:endParaRPr lang="en-AE"/>
          </a:p>
        </p:txBody>
      </p:sp>
      <p:sp>
        <p:nvSpPr>
          <p:cNvPr id="4" name="Slide Number Placeholder 3">
            <a:extLst>
              <a:ext uri="{FF2B5EF4-FFF2-40B4-BE49-F238E27FC236}">
                <a16:creationId xmlns:a16="http://schemas.microsoft.com/office/drawing/2014/main" id="{51E8420A-19B4-85EE-DA20-D1188B0F5BC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CBB5064-F28B-4AB4-9D71-BC290130DAFB}"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Arial" charset="0"/>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Arial" charset="0"/>
            </a:endParaRPr>
          </a:p>
        </p:txBody>
      </p:sp>
    </p:spTree>
    <p:extLst>
      <p:ext uri="{BB962C8B-B14F-4D97-AF65-F5344CB8AC3E}">
        <p14:creationId xmlns:p14="http://schemas.microsoft.com/office/powerpoint/2010/main" val="56566113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Image Placeholder 1"/>
          <p:cNvSpPr>
            <a:spLocks noGrp="1" noRot="1" noChangeAspect="1" noTextEdit="1"/>
          </p:cNvSpPr>
          <p:nvPr>
            <p:ph type="sldImg"/>
          </p:nvPr>
        </p:nvSpPr>
        <p:spPr bwMode="auto">
          <a:xfrm>
            <a:off x="87313" y="744538"/>
            <a:ext cx="6621462" cy="3724275"/>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174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3174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defRPr>
            </a:lvl1pPr>
            <a:lvl2pPr marL="742950" indent="-285750" eaLnBrk="0" hangingPunct="0">
              <a:spcBef>
                <a:spcPct val="30000"/>
              </a:spcBef>
              <a:defRPr sz="1200">
                <a:solidFill>
                  <a:schemeClr val="tx1"/>
                </a:solidFill>
                <a:latin typeface="Calibri" pitchFamily="34" charset="0"/>
              </a:defRPr>
            </a:lvl2pPr>
            <a:lvl3pPr marL="1143000" indent="-228600" eaLnBrk="0" hangingPunct="0">
              <a:spcBef>
                <a:spcPct val="30000"/>
              </a:spcBef>
              <a:defRPr sz="1200">
                <a:solidFill>
                  <a:schemeClr val="tx1"/>
                </a:solidFill>
                <a:latin typeface="Calibri" pitchFamily="34" charset="0"/>
              </a:defRPr>
            </a:lvl3pPr>
            <a:lvl4pPr marL="1600200" indent="-228600" eaLnBrk="0" hangingPunct="0">
              <a:spcBef>
                <a:spcPct val="30000"/>
              </a:spcBef>
              <a:defRPr sz="1200">
                <a:solidFill>
                  <a:schemeClr val="tx1"/>
                </a:solidFill>
                <a:latin typeface="Calibri" pitchFamily="34" charset="0"/>
              </a:defRPr>
            </a:lvl4pPr>
            <a:lvl5pPr marL="2057400" indent="-228600" eaLnBrk="0" hangingPunct="0">
              <a:spcBef>
                <a:spcPct val="30000"/>
              </a:spcBef>
              <a:defRPr sz="1200">
                <a:solidFill>
                  <a:schemeClr val="tx1"/>
                </a:solidFill>
                <a:latin typeface="Calibri" pitchFamily="34" charset="0"/>
              </a:defRPr>
            </a:lvl5pPr>
            <a:lvl6pPr marL="2514600" indent="-228600" eaLnBrk="0" fontAlgn="base" hangingPunct="0">
              <a:spcBef>
                <a:spcPct val="30000"/>
              </a:spcBef>
              <a:spcAft>
                <a:spcPct val="0"/>
              </a:spcAft>
              <a:defRPr sz="1200">
                <a:solidFill>
                  <a:schemeClr val="tx1"/>
                </a:solidFill>
                <a:latin typeface="Calibri" pitchFamily="34" charset="0"/>
              </a:defRPr>
            </a:lvl6pPr>
            <a:lvl7pPr marL="2971800" indent="-228600" eaLnBrk="0" fontAlgn="base" hangingPunct="0">
              <a:spcBef>
                <a:spcPct val="30000"/>
              </a:spcBef>
              <a:spcAft>
                <a:spcPct val="0"/>
              </a:spcAft>
              <a:defRPr sz="1200">
                <a:solidFill>
                  <a:schemeClr val="tx1"/>
                </a:solidFill>
                <a:latin typeface="Calibri" pitchFamily="34" charset="0"/>
              </a:defRPr>
            </a:lvl7pPr>
            <a:lvl8pPr marL="3429000" indent="-228600" eaLnBrk="0" fontAlgn="base" hangingPunct="0">
              <a:spcBef>
                <a:spcPct val="30000"/>
              </a:spcBef>
              <a:spcAft>
                <a:spcPct val="0"/>
              </a:spcAft>
              <a:defRPr sz="1200">
                <a:solidFill>
                  <a:schemeClr val="tx1"/>
                </a:solidFill>
                <a:latin typeface="Calibri" pitchFamily="34" charset="0"/>
              </a:defRPr>
            </a:lvl8pPr>
            <a:lvl9pPr marL="3886200" indent="-228600" eaLnBrk="0" fontAlgn="base" hangingPunct="0">
              <a:spcBef>
                <a:spcPct val="30000"/>
              </a:spcBef>
              <a:spcAft>
                <a:spcPct val="0"/>
              </a:spcAft>
              <a:defRPr sz="1200">
                <a:solidFill>
                  <a:schemeClr val="tx1"/>
                </a:solidFill>
                <a:latin typeface="Calibri" pitchFamily="34" charset="0"/>
              </a:defRPr>
            </a:lvl9pPr>
          </a:lstStyle>
          <a:p>
            <a:pPr eaLnBrk="1" hangingPunct="1">
              <a:spcBef>
                <a:spcPct val="0"/>
              </a:spcBef>
            </a:pPr>
            <a:fld id="{0ECB68D2-B879-4E8B-AE4A-58053407A18B}" type="slidenum">
              <a:rPr lang="en-US" altLang="en-US" smtClean="0">
                <a:solidFill>
                  <a:prstClr val="black"/>
                </a:solidFill>
                <a:latin typeface="Arial" charset="0"/>
              </a:rPr>
              <a:pPr eaLnBrk="1" hangingPunct="1">
                <a:spcBef>
                  <a:spcPct val="0"/>
                </a:spcBef>
              </a:pPr>
              <a:t>12</a:t>
            </a:fld>
            <a:endParaRPr lang="en-US" altLang="en-US">
              <a:solidFill>
                <a:prstClr val="black"/>
              </a:solidFill>
              <a:latin typeface="Arial" charset="0"/>
            </a:endParaRPr>
          </a:p>
        </p:txBody>
      </p:sp>
    </p:spTree>
    <p:extLst>
      <p:ext uri="{BB962C8B-B14F-4D97-AF65-F5344CB8AC3E}">
        <p14:creationId xmlns:p14="http://schemas.microsoft.com/office/powerpoint/2010/main" val="83421633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6070B9-CDD7-43E5-F017-E5E4E0B4FA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316B47-4120-2781-FD13-86964C14B6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8760CD-04DD-0DC5-B9B1-D7FACA167438}"/>
              </a:ext>
            </a:extLst>
          </p:cNvPr>
          <p:cNvSpPr>
            <a:spLocks noGrp="1"/>
          </p:cNvSpPr>
          <p:nvPr>
            <p:ph type="body" idx="1"/>
          </p:nvPr>
        </p:nvSpPr>
        <p:spPr/>
        <p:txBody>
          <a:bodyPr/>
          <a:lstStyle/>
          <a:p>
            <a:endParaRPr lang="en-AE"/>
          </a:p>
        </p:txBody>
      </p:sp>
      <p:sp>
        <p:nvSpPr>
          <p:cNvPr id="4" name="Slide Number Placeholder 3">
            <a:extLst>
              <a:ext uri="{FF2B5EF4-FFF2-40B4-BE49-F238E27FC236}">
                <a16:creationId xmlns:a16="http://schemas.microsoft.com/office/drawing/2014/main" id="{117CE48F-78EC-EE0A-80EF-8FFB37469945}"/>
              </a:ext>
            </a:extLst>
          </p:cNvPr>
          <p:cNvSpPr>
            <a:spLocks noGrp="1"/>
          </p:cNvSpPr>
          <p:nvPr>
            <p:ph type="sldNum" sz="quarter" idx="5"/>
          </p:nvPr>
        </p:nvSpPr>
        <p:spPr/>
        <p:txBody>
          <a:bodyPr/>
          <a:lstStyle/>
          <a:p>
            <a:pPr>
              <a:defRPr/>
            </a:pPr>
            <a:fld id="{5BB6A19A-5A46-4852-A445-67FCE3757263}" type="slidenum">
              <a:rPr lang="en-US" smtClean="0"/>
              <a:pPr>
                <a:defRPr/>
              </a:pPr>
              <a:t>13</a:t>
            </a:fld>
            <a:endParaRPr lang="en-US"/>
          </a:p>
        </p:txBody>
      </p:sp>
    </p:spTree>
    <p:extLst>
      <p:ext uri="{BB962C8B-B14F-4D97-AF65-F5344CB8AC3E}">
        <p14:creationId xmlns:p14="http://schemas.microsoft.com/office/powerpoint/2010/main" val="21918999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444B28-06DE-EAED-3625-ED076BCCF2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61CF562-FD98-3234-432D-0E57DFE9B1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46FE679-7934-0D63-EA45-2BC7E0FBAA24}"/>
              </a:ext>
            </a:extLst>
          </p:cNvPr>
          <p:cNvSpPr>
            <a:spLocks noGrp="1"/>
          </p:cNvSpPr>
          <p:nvPr>
            <p:ph type="body" idx="1"/>
          </p:nvPr>
        </p:nvSpPr>
        <p:spPr/>
        <p:txBody>
          <a:bodyPr/>
          <a:lstStyle/>
          <a:p>
            <a:endParaRPr lang="en-AE"/>
          </a:p>
        </p:txBody>
      </p:sp>
      <p:sp>
        <p:nvSpPr>
          <p:cNvPr id="4" name="Slide Number Placeholder 3">
            <a:extLst>
              <a:ext uri="{FF2B5EF4-FFF2-40B4-BE49-F238E27FC236}">
                <a16:creationId xmlns:a16="http://schemas.microsoft.com/office/drawing/2014/main" id="{558CD06A-93A0-99AD-D1ED-F66668F35741}"/>
              </a:ext>
            </a:extLst>
          </p:cNvPr>
          <p:cNvSpPr>
            <a:spLocks noGrp="1"/>
          </p:cNvSpPr>
          <p:nvPr>
            <p:ph type="sldNum" sz="quarter" idx="5"/>
          </p:nvPr>
        </p:nvSpPr>
        <p:spPr/>
        <p:txBody>
          <a:bodyPr/>
          <a:lstStyle/>
          <a:p>
            <a:pPr>
              <a:defRPr/>
            </a:pPr>
            <a:fld id="{5BB6A19A-5A46-4852-A445-67FCE3757263}" type="slidenum">
              <a:rPr lang="en-US" smtClean="0"/>
              <a:pPr>
                <a:defRPr/>
              </a:pPr>
              <a:t>14</a:t>
            </a:fld>
            <a:endParaRPr lang="en-US"/>
          </a:p>
        </p:txBody>
      </p:sp>
    </p:spTree>
    <p:extLst>
      <p:ext uri="{BB962C8B-B14F-4D97-AF65-F5344CB8AC3E}">
        <p14:creationId xmlns:p14="http://schemas.microsoft.com/office/powerpoint/2010/main" val="350071972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B94708-FF72-E448-2036-D0F252D132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B1459B-2427-30E4-799B-F98D3A4B8A6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D4798C0-D60B-F321-E256-C3C76F416AC3}"/>
              </a:ext>
            </a:extLst>
          </p:cNvPr>
          <p:cNvSpPr>
            <a:spLocks noGrp="1"/>
          </p:cNvSpPr>
          <p:nvPr>
            <p:ph type="body" idx="1"/>
          </p:nvPr>
        </p:nvSpPr>
        <p:spPr/>
        <p:txBody>
          <a:bodyPr/>
          <a:lstStyle/>
          <a:p>
            <a:endParaRPr lang="en-AE"/>
          </a:p>
        </p:txBody>
      </p:sp>
      <p:sp>
        <p:nvSpPr>
          <p:cNvPr id="4" name="Slide Number Placeholder 3">
            <a:extLst>
              <a:ext uri="{FF2B5EF4-FFF2-40B4-BE49-F238E27FC236}">
                <a16:creationId xmlns:a16="http://schemas.microsoft.com/office/drawing/2014/main" id="{1E9AD3E3-B052-0217-C1D3-87E998A92B58}"/>
              </a:ext>
            </a:extLst>
          </p:cNvPr>
          <p:cNvSpPr>
            <a:spLocks noGrp="1"/>
          </p:cNvSpPr>
          <p:nvPr>
            <p:ph type="sldNum" sz="quarter" idx="5"/>
          </p:nvPr>
        </p:nvSpPr>
        <p:spPr/>
        <p:txBody>
          <a:bodyPr/>
          <a:lstStyle/>
          <a:p>
            <a:pPr>
              <a:defRPr/>
            </a:pPr>
            <a:fld id="{5BB6A19A-5A46-4852-A445-67FCE3757263}" type="slidenum">
              <a:rPr lang="en-US" smtClean="0"/>
              <a:pPr>
                <a:defRPr/>
              </a:pPr>
              <a:t>15</a:t>
            </a:fld>
            <a:endParaRPr lang="en-US"/>
          </a:p>
        </p:txBody>
      </p:sp>
    </p:spTree>
    <p:extLst>
      <p:ext uri="{BB962C8B-B14F-4D97-AF65-F5344CB8AC3E}">
        <p14:creationId xmlns:p14="http://schemas.microsoft.com/office/powerpoint/2010/main" val="3832976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B04D24-C876-4DB4-C81B-B711646E4E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11713EC-5BD5-97E3-B208-08609B14F73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E624A4D-EAC2-1D47-74B4-558D57A6E478}"/>
              </a:ext>
            </a:extLst>
          </p:cNvPr>
          <p:cNvSpPr>
            <a:spLocks noGrp="1"/>
          </p:cNvSpPr>
          <p:nvPr>
            <p:ph type="body" idx="1"/>
          </p:nvPr>
        </p:nvSpPr>
        <p:spPr/>
        <p:txBody>
          <a:bodyPr/>
          <a:lstStyle/>
          <a:p>
            <a:endParaRPr lang="en-AE"/>
          </a:p>
        </p:txBody>
      </p:sp>
      <p:sp>
        <p:nvSpPr>
          <p:cNvPr id="4" name="Slide Number Placeholder 3">
            <a:extLst>
              <a:ext uri="{FF2B5EF4-FFF2-40B4-BE49-F238E27FC236}">
                <a16:creationId xmlns:a16="http://schemas.microsoft.com/office/drawing/2014/main" id="{36923C03-4A47-1750-A0ED-D6962E287FBB}"/>
              </a:ext>
            </a:extLst>
          </p:cNvPr>
          <p:cNvSpPr>
            <a:spLocks noGrp="1"/>
          </p:cNvSpPr>
          <p:nvPr>
            <p:ph type="sldNum" sz="quarter" idx="5"/>
          </p:nvPr>
        </p:nvSpPr>
        <p:spPr/>
        <p:txBody>
          <a:bodyPr/>
          <a:lstStyle/>
          <a:p>
            <a:pPr>
              <a:defRPr/>
            </a:pPr>
            <a:fld id="{5BB6A19A-5A46-4852-A445-67FCE3757263}" type="slidenum">
              <a:rPr lang="en-US" smtClean="0"/>
              <a:pPr>
                <a:defRPr/>
              </a:pPr>
              <a:t>16</a:t>
            </a:fld>
            <a:endParaRPr lang="en-US"/>
          </a:p>
        </p:txBody>
      </p:sp>
    </p:spTree>
    <p:extLst>
      <p:ext uri="{BB962C8B-B14F-4D97-AF65-F5344CB8AC3E}">
        <p14:creationId xmlns:p14="http://schemas.microsoft.com/office/powerpoint/2010/main" val="66771271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56B8EC-C7B5-303D-05CE-7EC098EE6F59}"/>
            </a:ext>
          </a:extLst>
        </p:cNvPr>
        <p:cNvGrpSpPr/>
        <p:nvPr/>
      </p:nvGrpSpPr>
      <p:grpSpPr>
        <a:xfrm>
          <a:off x="0" y="0"/>
          <a:ext cx="0" cy="0"/>
          <a:chOff x="0" y="0"/>
          <a:chExt cx="0" cy="0"/>
        </a:xfrm>
      </p:grpSpPr>
      <p:sp>
        <p:nvSpPr>
          <p:cNvPr id="2" name="Slide Text">
            <a:extLst>
              <a:ext uri="{FF2B5EF4-FFF2-40B4-BE49-F238E27FC236}">
                <a16:creationId xmlns:a16="http://schemas.microsoft.com/office/drawing/2014/main" id="{DC2303E4-8125-5AA2-BEB9-AA5ED69D9EA2}"/>
              </a:ext>
            </a:extLst>
          </p:cNvPr>
          <p:cNvSpPr>
            <a:spLocks noGrp="1"/>
          </p:cNvSpPr>
          <p:nvPr>
            <p:ph type="body" idx="1"/>
          </p:nvPr>
        </p:nvSpPr>
        <p:spPr/>
        <p:txBody>
          <a:bodyPr/>
          <a:lstStyle/>
          <a:p>
            <a:r>
              <a:rPr b="1"/>
              <a:t>slicer</a:t>
            </a:r>
            <a:endParaRPr/>
          </a:p>
          <a:p>
            <a:r>
              <a:rPr b="0"/>
              <a:t>No alt text provided</a:t>
            </a:r>
            <a:endParaRPr/>
          </a:p>
          <a:p>
            <a:endParaRPr/>
          </a:p>
          <a:p>
            <a:r>
              <a:rPr b="1"/>
              <a:t>slicer</a:t>
            </a:r>
            <a:endParaRPr/>
          </a:p>
          <a:p>
            <a:r>
              <a:rPr b="0"/>
              <a:t>No alt text provided</a:t>
            </a:r>
            <a:endParaRPr/>
          </a:p>
          <a:p>
            <a:endParaRPr/>
          </a:p>
          <a:p>
            <a:r>
              <a:rPr b="1"/>
              <a:t>slicer</a:t>
            </a:r>
            <a:endParaRPr/>
          </a:p>
          <a:p>
            <a:r>
              <a:rPr b="0"/>
              <a:t>No alt text provided</a:t>
            </a:r>
            <a:endParaRPr/>
          </a:p>
          <a:p>
            <a:endParaRPr/>
          </a:p>
          <a:p>
            <a:r>
              <a:rPr b="1"/>
              <a:t>shape</a:t>
            </a:r>
            <a:endParaRPr/>
          </a:p>
          <a:p>
            <a:r>
              <a:rPr b="0"/>
              <a:t>No alt text provided</a:t>
            </a:r>
            <a:endParaRPr/>
          </a:p>
          <a:p>
            <a:endParaRPr/>
          </a:p>
          <a:p>
            <a:r>
              <a:rPr b="1"/>
              <a:t>Open Action Plan's Thematic Distribution</a:t>
            </a:r>
            <a:endParaRPr/>
          </a:p>
          <a:p>
            <a:r>
              <a:rPr b="0"/>
              <a:t>No alt text provided</a:t>
            </a:r>
            <a:endParaRPr/>
          </a:p>
          <a:p>
            <a:endParaRPr/>
          </a:p>
          <a:p>
            <a:r>
              <a:rPr b="1"/>
              <a:t>Audit Details</a:t>
            </a:r>
            <a:endParaRPr/>
          </a:p>
          <a:p>
            <a:r>
              <a:rPr b="0"/>
              <a:t>No alt text provided</a:t>
            </a:r>
            <a:endParaRPr/>
          </a:p>
          <a:p>
            <a:endParaRPr/>
          </a:p>
          <a:p>
            <a:r>
              <a:rPr b="1"/>
              <a:t>Risk Acceptance &amp; Exemption (Division-wise)</a:t>
            </a:r>
            <a:endParaRPr/>
          </a:p>
          <a:p>
            <a:r>
              <a:rPr b="0"/>
              <a:t>No alt text provided</a:t>
            </a:r>
            <a:endParaRPr/>
          </a:p>
          <a:p>
            <a:endParaRPr/>
          </a:p>
          <a:p>
            <a:r>
              <a:rPr b="1"/>
              <a:t>Audit Name</a:t>
            </a:r>
            <a:endParaRPr/>
          </a:p>
          <a:p>
            <a:r>
              <a:rPr b="0"/>
              <a:t>No alt text provided</a:t>
            </a:r>
            <a:endParaRPr/>
          </a:p>
          <a:p>
            <a:endParaRPr/>
          </a:p>
          <a:p>
            <a:r>
              <a:rPr b="1"/>
              <a:t>card</a:t>
            </a:r>
            <a:endParaRPr/>
          </a:p>
          <a:p>
            <a:r>
              <a:rPr b="0"/>
              <a:t>No alt text provided</a:t>
            </a:r>
            <a:endParaRPr/>
          </a:p>
          <a:p>
            <a:endParaRPr/>
          </a:p>
          <a:p>
            <a:r>
              <a:rPr b="1"/>
              <a:t>textbox</a:t>
            </a:r>
            <a:endParaRPr/>
          </a:p>
          <a:p>
            <a:r>
              <a:rPr b="0"/>
              <a:t>No alt text provided</a:t>
            </a:r>
            <a:endParaRPr/>
          </a:p>
          <a:p>
            <a:endParaRPr/>
          </a:p>
          <a:p>
            <a:r>
              <a:rPr b="1"/>
              <a:t>Upcoming Action Plans</a:t>
            </a:r>
            <a:endParaRPr/>
          </a:p>
          <a:p>
            <a:r>
              <a:rPr b="0"/>
              <a:t>No alt text provided</a:t>
            </a:r>
            <a:endParaRPr/>
          </a:p>
          <a:p>
            <a:endParaRPr/>
          </a:p>
          <a:p>
            <a:r>
              <a:rPr b="1"/>
              <a:t>Open Action Plans By Risk Rating</a:t>
            </a:r>
            <a:endParaRPr/>
          </a:p>
          <a:p>
            <a:r>
              <a:rPr b="0"/>
              <a:t>No alt text provided</a:t>
            </a:r>
            <a:endParaRPr/>
          </a:p>
          <a:p>
            <a:endParaRPr/>
          </a:p>
          <a:p>
            <a:r>
              <a:rPr b="1"/>
              <a:t>actionButton</a:t>
            </a:r>
            <a:endParaRPr/>
          </a:p>
          <a:p>
            <a:r>
              <a:rPr b="0"/>
              <a:t>No alt text provided</a:t>
            </a:r>
            <a:endParaRPr/>
          </a:p>
          <a:p>
            <a:endParaRPr/>
          </a:p>
          <a:p>
            <a:r>
              <a:rPr b="1"/>
              <a:t>Distribution Of Open Action Plans</a:t>
            </a:r>
            <a:endParaRPr/>
          </a:p>
          <a:p>
            <a:r>
              <a:rPr b="0"/>
              <a:t>No alt text provided</a:t>
            </a:r>
            <a:endParaRPr/>
          </a:p>
          <a:p>
            <a:endParaRPr/>
          </a:p>
          <a:p>
            <a:r>
              <a:rPr b="1"/>
              <a:t>Action Plan Status - Last 3 Months</a:t>
            </a:r>
            <a:endParaRPr/>
          </a:p>
          <a:p>
            <a:r>
              <a:rPr b="0"/>
              <a:t>No alt text provided</a:t>
            </a:r>
            <a:endParaRPr/>
          </a:p>
          <a:p>
            <a:endParaRPr/>
          </a:p>
          <a:p>
            <a:r>
              <a:rPr b="1"/>
              <a:t>Open Action Plans</a:t>
            </a:r>
            <a:endParaRPr/>
          </a:p>
          <a:p>
            <a:r>
              <a:rPr b="0"/>
              <a:t>No alt text provided</a:t>
            </a:r>
            <a:endParaRPr/>
          </a:p>
          <a:p>
            <a:endParaRPr/>
          </a:p>
          <a:p>
            <a:r>
              <a:rPr b="1"/>
              <a:t>Open Overdue Action Plans</a:t>
            </a:r>
            <a:endParaRPr/>
          </a:p>
          <a:p>
            <a:r>
              <a:rPr b="0"/>
              <a:t>No alt text provided</a:t>
            </a:r>
            <a:endParaRPr/>
          </a:p>
          <a:p>
            <a:endParaRPr/>
          </a:p>
          <a:p>
            <a:r>
              <a:rPr b="1"/>
              <a:t>Overdue (Under GIA Validation)</a:t>
            </a:r>
            <a:endParaRPr/>
          </a:p>
          <a:p>
            <a:r>
              <a:rPr b="0"/>
              <a:t>No alt text provided</a:t>
            </a:r>
            <a:endParaRPr/>
          </a:p>
          <a:p>
            <a:endParaRPr/>
          </a:p>
          <a:p>
            <a:r>
              <a:rPr b="1"/>
              <a:t>Closed Action Plans - Last 30 Days</a:t>
            </a:r>
            <a:endParaRPr/>
          </a:p>
          <a:p>
            <a:r>
              <a:rPr b="0"/>
              <a:t>No alt text provided</a:t>
            </a:r>
            <a:endParaRPr/>
          </a:p>
          <a:p>
            <a:endParaRPr/>
          </a:p>
          <a:p>
            <a:r>
              <a:rPr b="1"/>
              <a:t>Overdue Ageing For Open Action Plans</a:t>
            </a:r>
            <a:endParaRPr/>
          </a:p>
          <a:p>
            <a:r>
              <a:rPr b="0"/>
              <a:t>No alt text provided</a:t>
            </a:r>
            <a:endParaRPr/>
          </a:p>
          <a:p>
            <a:endParaRPr/>
          </a:p>
          <a:p>
            <a:r>
              <a:rPr b="1"/>
              <a:t>shape</a:t>
            </a:r>
            <a:endParaRPr/>
          </a:p>
          <a:p>
            <a:r>
              <a:rPr b="0"/>
              <a:t>No alt text provided</a:t>
            </a:r>
            <a:endParaRPr/>
          </a:p>
          <a:p>
            <a:endParaRPr/>
          </a:p>
        </p:txBody>
      </p:sp>
    </p:spTree>
    <p:extLst>
      <p:ext uri="{BB962C8B-B14F-4D97-AF65-F5344CB8AC3E}">
        <p14:creationId xmlns:p14="http://schemas.microsoft.com/office/powerpoint/2010/main" val="397487557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4200EF-C252-282E-148C-492E3AAEF66E}"/>
            </a:ext>
          </a:extLst>
        </p:cNvPr>
        <p:cNvGrpSpPr/>
        <p:nvPr/>
      </p:nvGrpSpPr>
      <p:grpSpPr>
        <a:xfrm>
          <a:off x="0" y="0"/>
          <a:ext cx="0" cy="0"/>
          <a:chOff x="0" y="0"/>
          <a:chExt cx="0" cy="0"/>
        </a:xfrm>
      </p:grpSpPr>
      <p:sp>
        <p:nvSpPr>
          <p:cNvPr id="2" name="Slide Text">
            <a:extLst>
              <a:ext uri="{FF2B5EF4-FFF2-40B4-BE49-F238E27FC236}">
                <a16:creationId xmlns:a16="http://schemas.microsoft.com/office/drawing/2014/main" id="{B755B6DE-D331-0F94-9B25-4C68D5F121E5}"/>
              </a:ext>
            </a:extLst>
          </p:cNvPr>
          <p:cNvSpPr>
            <a:spLocks noGrp="1"/>
          </p:cNvSpPr>
          <p:nvPr>
            <p:ph type="body" idx="1"/>
          </p:nvPr>
        </p:nvSpPr>
        <p:spPr/>
        <p:txBody>
          <a:bodyPr/>
          <a:lstStyle/>
          <a:p>
            <a:r>
              <a:rPr b="1"/>
              <a:t>slicer</a:t>
            </a:r>
            <a:endParaRPr/>
          </a:p>
          <a:p>
            <a:r>
              <a:rPr b="0"/>
              <a:t>No alt text provided</a:t>
            </a:r>
            <a:endParaRPr/>
          </a:p>
          <a:p>
            <a:endParaRPr/>
          </a:p>
          <a:p>
            <a:r>
              <a:rPr b="1"/>
              <a:t>slicer</a:t>
            </a:r>
            <a:endParaRPr/>
          </a:p>
          <a:p>
            <a:r>
              <a:rPr b="0"/>
              <a:t>No alt text provided</a:t>
            </a:r>
            <a:endParaRPr/>
          </a:p>
          <a:p>
            <a:endParaRPr/>
          </a:p>
          <a:p>
            <a:r>
              <a:rPr b="1"/>
              <a:t>slicer</a:t>
            </a:r>
            <a:endParaRPr/>
          </a:p>
          <a:p>
            <a:r>
              <a:rPr b="0"/>
              <a:t>No alt text provided</a:t>
            </a:r>
            <a:endParaRPr/>
          </a:p>
          <a:p>
            <a:endParaRPr/>
          </a:p>
          <a:p>
            <a:r>
              <a:rPr b="1"/>
              <a:t>shape</a:t>
            </a:r>
            <a:endParaRPr/>
          </a:p>
          <a:p>
            <a:r>
              <a:rPr b="0"/>
              <a:t>No alt text provided</a:t>
            </a:r>
            <a:endParaRPr/>
          </a:p>
          <a:p>
            <a:endParaRPr/>
          </a:p>
          <a:p>
            <a:r>
              <a:rPr b="1"/>
              <a:t>Open Action Plan's Thematic Distribution</a:t>
            </a:r>
            <a:endParaRPr/>
          </a:p>
          <a:p>
            <a:r>
              <a:rPr b="0"/>
              <a:t>No alt text provided</a:t>
            </a:r>
            <a:endParaRPr/>
          </a:p>
          <a:p>
            <a:endParaRPr/>
          </a:p>
          <a:p>
            <a:r>
              <a:rPr b="1"/>
              <a:t>Audit Details</a:t>
            </a:r>
            <a:endParaRPr/>
          </a:p>
          <a:p>
            <a:r>
              <a:rPr b="0"/>
              <a:t>No alt text provided</a:t>
            </a:r>
            <a:endParaRPr/>
          </a:p>
          <a:p>
            <a:endParaRPr/>
          </a:p>
          <a:p>
            <a:r>
              <a:rPr b="1"/>
              <a:t>Risk Acceptance &amp; Exemption (Division-wise)</a:t>
            </a:r>
            <a:endParaRPr/>
          </a:p>
          <a:p>
            <a:r>
              <a:rPr b="0"/>
              <a:t>No alt text provided</a:t>
            </a:r>
            <a:endParaRPr/>
          </a:p>
          <a:p>
            <a:endParaRPr/>
          </a:p>
          <a:p>
            <a:r>
              <a:rPr b="1"/>
              <a:t>Audit Name</a:t>
            </a:r>
            <a:endParaRPr/>
          </a:p>
          <a:p>
            <a:r>
              <a:rPr b="0"/>
              <a:t>No alt text provided</a:t>
            </a:r>
            <a:endParaRPr/>
          </a:p>
          <a:p>
            <a:endParaRPr/>
          </a:p>
          <a:p>
            <a:r>
              <a:rPr b="1"/>
              <a:t>card</a:t>
            </a:r>
            <a:endParaRPr/>
          </a:p>
          <a:p>
            <a:r>
              <a:rPr b="0"/>
              <a:t>No alt text provided</a:t>
            </a:r>
            <a:endParaRPr/>
          </a:p>
          <a:p>
            <a:endParaRPr/>
          </a:p>
          <a:p>
            <a:r>
              <a:rPr b="1"/>
              <a:t>textbox</a:t>
            </a:r>
            <a:endParaRPr/>
          </a:p>
          <a:p>
            <a:r>
              <a:rPr b="0"/>
              <a:t>No alt text provided</a:t>
            </a:r>
            <a:endParaRPr/>
          </a:p>
          <a:p>
            <a:endParaRPr/>
          </a:p>
          <a:p>
            <a:r>
              <a:rPr b="1"/>
              <a:t>Upcoming Action Plans</a:t>
            </a:r>
            <a:endParaRPr/>
          </a:p>
          <a:p>
            <a:r>
              <a:rPr b="0"/>
              <a:t>No alt text provided</a:t>
            </a:r>
            <a:endParaRPr/>
          </a:p>
          <a:p>
            <a:endParaRPr/>
          </a:p>
          <a:p>
            <a:r>
              <a:rPr b="1"/>
              <a:t>Open Action Plans By Risk Rating</a:t>
            </a:r>
            <a:endParaRPr/>
          </a:p>
          <a:p>
            <a:r>
              <a:rPr b="0"/>
              <a:t>No alt text provided</a:t>
            </a:r>
            <a:endParaRPr/>
          </a:p>
          <a:p>
            <a:endParaRPr/>
          </a:p>
          <a:p>
            <a:r>
              <a:rPr b="1" err="1"/>
              <a:t>actionButton</a:t>
            </a:r>
            <a:endParaRPr/>
          </a:p>
          <a:p>
            <a:r>
              <a:rPr b="0"/>
              <a:t>No alt text provided</a:t>
            </a:r>
            <a:endParaRPr/>
          </a:p>
          <a:p>
            <a:endParaRPr/>
          </a:p>
          <a:p>
            <a:r>
              <a:rPr b="1"/>
              <a:t>Distribution Of Open Action Plans</a:t>
            </a:r>
            <a:endParaRPr/>
          </a:p>
          <a:p>
            <a:r>
              <a:rPr b="0"/>
              <a:t>No alt text provided</a:t>
            </a:r>
            <a:endParaRPr/>
          </a:p>
          <a:p>
            <a:endParaRPr/>
          </a:p>
          <a:p>
            <a:r>
              <a:rPr b="1"/>
              <a:t>Action Plan Status - Last 3 Months</a:t>
            </a:r>
            <a:endParaRPr/>
          </a:p>
          <a:p>
            <a:r>
              <a:rPr b="0"/>
              <a:t>No alt text provided</a:t>
            </a:r>
            <a:endParaRPr/>
          </a:p>
          <a:p>
            <a:endParaRPr/>
          </a:p>
          <a:p>
            <a:r>
              <a:rPr b="1"/>
              <a:t>Open Action Plans</a:t>
            </a:r>
            <a:endParaRPr/>
          </a:p>
          <a:p>
            <a:r>
              <a:rPr b="0"/>
              <a:t>No alt text provided</a:t>
            </a:r>
            <a:endParaRPr/>
          </a:p>
          <a:p>
            <a:endParaRPr/>
          </a:p>
          <a:p>
            <a:r>
              <a:rPr b="1"/>
              <a:t>Open Overdue Action Plans</a:t>
            </a:r>
            <a:endParaRPr/>
          </a:p>
          <a:p>
            <a:r>
              <a:rPr b="0"/>
              <a:t>No alt text provided</a:t>
            </a:r>
            <a:endParaRPr/>
          </a:p>
          <a:p>
            <a:endParaRPr/>
          </a:p>
          <a:p>
            <a:r>
              <a:rPr b="1"/>
              <a:t>Overdue (Under GIA Validation)</a:t>
            </a:r>
            <a:endParaRPr/>
          </a:p>
          <a:p>
            <a:r>
              <a:rPr b="0"/>
              <a:t>No alt text provided</a:t>
            </a:r>
            <a:endParaRPr/>
          </a:p>
          <a:p>
            <a:endParaRPr/>
          </a:p>
          <a:p>
            <a:r>
              <a:rPr b="1"/>
              <a:t>Closed Action Plans - Last 30 Days</a:t>
            </a:r>
            <a:endParaRPr/>
          </a:p>
          <a:p>
            <a:r>
              <a:rPr b="0"/>
              <a:t>No alt text provided</a:t>
            </a:r>
            <a:endParaRPr/>
          </a:p>
          <a:p>
            <a:endParaRPr/>
          </a:p>
          <a:p>
            <a:r>
              <a:rPr b="1"/>
              <a:t>Overdue Ageing For Open Action Plans</a:t>
            </a:r>
            <a:endParaRPr/>
          </a:p>
          <a:p>
            <a:r>
              <a:rPr b="0"/>
              <a:t>No alt text provided</a:t>
            </a:r>
            <a:endParaRPr/>
          </a:p>
          <a:p>
            <a:endParaRPr/>
          </a:p>
          <a:p>
            <a:r>
              <a:rPr b="1"/>
              <a:t>shape</a:t>
            </a:r>
            <a:endParaRPr/>
          </a:p>
          <a:p>
            <a:r>
              <a:rPr b="0"/>
              <a:t>No alt text provided</a:t>
            </a:r>
            <a:endParaRPr/>
          </a:p>
          <a:p>
            <a:endParaRPr/>
          </a:p>
        </p:txBody>
      </p:sp>
    </p:spTree>
    <p:extLst>
      <p:ext uri="{BB962C8B-B14F-4D97-AF65-F5344CB8AC3E}">
        <p14:creationId xmlns:p14="http://schemas.microsoft.com/office/powerpoint/2010/main" val="187935291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oleObject" Target="../embeddings/oleObject2.bin"/><Relationship Id="rId7"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2.xml"/><Relationship Id="rId6" Type="http://schemas.openxmlformats.org/officeDocument/2006/relationships/image" Target="../media/image7.emf"/><Relationship Id="rId5" Type="http://schemas.openxmlformats.org/officeDocument/2006/relationships/image" Target="../media/image6.png"/><Relationship Id="rId4" Type="http://schemas.openxmlformats.org/officeDocument/2006/relationships/image" Target="../media/image1.emf"/></Relationships>
</file>

<file path=ppt/slideLayouts/_rels/slideLayout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3.xml"/><Relationship Id="rId6" Type="http://schemas.openxmlformats.org/officeDocument/2006/relationships/image" Target="../media/image9.emf"/><Relationship Id="rId5" Type="http://schemas.openxmlformats.org/officeDocument/2006/relationships/image" Target="../media/image8.jpeg"/><Relationship Id="rId4" Type="http://schemas.openxmlformats.org/officeDocument/2006/relationships/image" Target="../media/image1.emf"/></Relationships>
</file>

<file path=ppt/slideLayouts/_rels/slideLayout3.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1.xml"/><Relationship Id="rId1" Type="http://schemas.openxmlformats.org/officeDocument/2006/relationships/tags" Target="../tags/tag4.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1.emf"/></Relationships>
</file>

<file path=ppt/slideLayouts/_rels/slideLayout4.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1.xml"/><Relationship Id="rId1" Type="http://schemas.openxmlformats.org/officeDocument/2006/relationships/tags" Target="../tags/tag5.xml"/><Relationship Id="rId4" Type="http://schemas.openxmlformats.org/officeDocument/2006/relationships/image" Target="../media/image1.emf"/></Relationships>
</file>

<file path=ppt/slideLayouts/_rels/slideLayout5.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1.xml"/><Relationship Id="rId1" Type="http://schemas.openxmlformats.org/officeDocument/2006/relationships/tags" Target="../tags/tag6.xml"/><Relationship Id="rId4" Type="http://schemas.openxmlformats.org/officeDocument/2006/relationships/image" Target="../media/image1.emf"/></Relationships>
</file>

<file path=ppt/slideLayouts/_rels/slideLayout6.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8.xml"/><Relationship Id="rId1" Type="http://schemas.openxmlformats.org/officeDocument/2006/relationships/tags" Target="../tags/tag7.xml"/><Relationship Id="rId5" Type="http://schemas.openxmlformats.org/officeDocument/2006/relationships/image" Target="../media/image1.emf"/><Relationship Id="rId4" Type="http://schemas.openxmlformats.org/officeDocument/2006/relationships/oleObject" Target="../embeddings/oleObject6.bin"/></Relationships>
</file>

<file path=ppt/slideLayouts/_rels/slideLayout7.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9.xml"/><Relationship Id="rId4" Type="http://schemas.openxmlformats.org/officeDocument/2006/relationships/image" Target="../media/image1.emf"/></Relationships>
</file>

<file path=ppt/slideLayouts/_rels/slideLayout8.xml.rels><?xml version="1.0" encoding="UTF-8" standalone="yes"?>
<Relationships xmlns="http://schemas.openxmlformats.org/package/2006/relationships"><Relationship Id="rId3" Type="http://schemas.openxmlformats.org/officeDocument/2006/relationships/oleObject" Target="../embeddings/oleObject7.bin"/><Relationship Id="rId7" Type="http://schemas.microsoft.com/office/2007/relationships/hdphoto" Target="../media/hdphoto1.wdp"/><Relationship Id="rId2" Type="http://schemas.openxmlformats.org/officeDocument/2006/relationships/slideMaster" Target="../slideMasters/slideMaster1.xml"/><Relationship Id="rId1" Type="http://schemas.openxmlformats.org/officeDocument/2006/relationships/tags" Target="../tags/tag10.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emf"/></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tags" Target="../tags/tag12.xml"/><Relationship Id="rId6" Type="http://schemas.openxmlformats.org/officeDocument/2006/relationships/image" Target="../media/image7.emf"/><Relationship Id="rId5" Type="http://schemas.openxmlformats.org/officeDocument/2006/relationships/image" Target="../media/image6.png"/><Relationship Id="rId4" Type="http://schemas.openxmlformats.org/officeDocument/2006/relationships/image" Target="../media/image1.emf"/></Relationships>
</file>

<file path=ppt/slideLayouts/_rels/slideLayout11.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Master" Target="../slideMasters/slideMaster2.xml"/><Relationship Id="rId1" Type="http://schemas.openxmlformats.org/officeDocument/2006/relationships/tags" Target="../tags/tag13.xml"/><Relationship Id="rId6" Type="http://schemas.openxmlformats.org/officeDocument/2006/relationships/image" Target="../media/image9.emf"/><Relationship Id="rId5" Type="http://schemas.openxmlformats.org/officeDocument/2006/relationships/image" Target="../media/image8.jpeg"/><Relationship Id="rId4" Type="http://schemas.openxmlformats.org/officeDocument/2006/relationships/image" Target="../media/image1.emf"/></Relationships>
</file>

<file path=ppt/slideLayouts/_rels/slideLayout12.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2.xml"/><Relationship Id="rId1" Type="http://schemas.openxmlformats.org/officeDocument/2006/relationships/tags" Target="../tags/tag14.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1.emf"/></Relationships>
</file>

<file path=ppt/slideLayouts/_rels/slideLayout13.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2.xml"/><Relationship Id="rId1" Type="http://schemas.openxmlformats.org/officeDocument/2006/relationships/tags" Target="../tags/tag15.xml"/><Relationship Id="rId4" Type="http://schemas.openxmlformats.org/officeDocument/2006/relationships/image" Target="../media/image1.emf"/></Relationships>
</file>

<file path=ppt/slideLayouts/_rels/slideLayout14.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Master" Target="../slideMasters/slideMaster2.xml"/><Relationship Id="rId1" Type="http://schemas.openxmlformats.org/officeDocument/2006/relationships/tags" Target="../tags/tag16.xml"/><Relationship Id="rId4" Type="http://schemas.openxmlformats.org/officeDocument/2006/relationships/image" Target="../media/image1.emf"/></Relationships>
</file>

<file path=ppt/slideLayouts/_rels/slideLayout15.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2.xml"/><Relationship Id="rId1" Type="http://schemas.openxmlformats.org/officeDocument/2006/relationships/tags" Target="../tags/tag17.xml"/><Relationship Id="rId4" Type="http://schemas.openxmlformats.org/officeDocument/2006/relationships/image" Target="../media/image1.emf"/></Relationships>
</file>

<file path=ppt/slideLayouts/_rels/slideLayout16.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Master" Target="../slideMasters/slideMaster2.xml"/><Relationship Id="rId1" Type="http://schemas.openxmlformats.org/officeDocument/2006/relationships/tags" Target="../tags/tag18.xml"/><Relationship Id="rId4" Type="http://schemas.openxmlformats.org/officeDocument/2006/relationships/image" Target="../media/image1.emf"/></Relationships>
</file>

<file path=ppt/slideLayouts/_rels/slideLayout17.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20.xml"/><Relationship Id="rId1" Type="http://schemas.openxmlformats.org/officeDocument/2006/relationships/tags" Target="../tags/tag19.xml"/><Relationship Id="rId5" Type="http://schemas.openxmlformats.org/officeDocument/2006/relationships/image" Target="../media/image1.emf"/><Relationship Id="rId4" Type="http://schemas.openxmlformats.org/officeDocument/2006/relationships/oleObject" Target="../embeddings/oleObject6.bin"/></Relationships>
</file>

<file path=ppt/slideLayouts/_rels/slideLayout18.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2.xml"/><Relationship Id="rId1" Type="http://schemas.openxmlformats.org/officeDocument/2006/relationships/tags" Target="../tags/tag21.xml"/><Relationship Id="rId4" Type="http://schemas.openxmlformats.org/officeDocument/2006/relationships/image" Target="../media/image1.emf"/></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2.xml"/><Relationship Id="rId1" Type="http://schemas.openxmlformats.org/officeDocument/2006/relationships/tags" Target="../tags/tag22.xml"/></Relationships>
</file>

<file path=ppt/slideLayouts/_rels/slideLayout20.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24.xml"/><Relationship Id="rId1" Type="http://schemas.openxmlformats.org/officeDocument/2006/relationships/tags" Target="../tags/tag23.xml"/><Relationship Id="rId6" Type="http://schemas.openxmlformats.org/officeDocument/2006/relationships/image" Target="../media/image2.png"/><Relationship Id="rId5" Type="http://schemas.openxmlformats.org/officeDocument/2006/relationships/image" Target="../media/image13.emf"/><Relationship Id="rId4" Type="http://schemas.openxmlformats.org/officeDocument/2006/relationships/oleObject" Target="../embeddings/oleObject5.bin"/></Relationships>
</file>

<file path=ppt/slideLayouts/_rels/slideLayout21.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Master" Target="../slideMasters/slideMaster2.xml"/><Relationship Id="rId1" Type="http://schemas.openxmlformats.org/officeDocument/2006/relationships/tags" Target="../tags/tag25.xml"/><Relationship Id="rId4" Type="http://schemas.openxmlformats.org/officeDocument/2006/relationships/image" Target="../media/image14.emf"/></Relationships>
</file>

<file path=ppt/slideLayouts/_rels/slideLayout22.xml.rels><?xml version="1.0" encoding="UTF-8" standalone="yes"?>
<Relationships xmlns="http://schemas.openxmlformats.org/package/2006/relationships"><Relationship Id="rId3" Type="http://schemas.openxmlformats.org/officeDocument/2006/relationships/oleObject" Target="../embeddings/oleObject7.bin"/><Relationship Id="rId7" Type="http://schemas.microsoft.com/office/2007/relationships/hdphoto" Target="../media/hdphoto1.wdp"/><Relationship Id="rId2" Type="http://schemas.openxmlformats.org/officeDocument/2006/relationships/slideMaster" Target="../slideMasters/slideMaster2.xml"/><Relationship Id="rId1" Type="http://schemas.openxmlformats.org/officeDocument/2006/relationships/tags" Target="../tags/tag26.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emf"/></Relationships>
</file>

<file path=ppt/slideLayouts/_rels/slideLayout23.xml.rels><?xml version="1.0" encoding="UTF-8" standalone="yes"?>
<Relationships xmlns="http://schemas.openxmlformats.org/package/2006/relationships"><Relationship Id="rId3" Type="http://schemas.openxmlformats.org/officeDocument/2006/relationships/oleObject" Target="../embeddings/oleObject2.bin"/><Relationship Id="rId7" Type="http://schemas.openxmlformats.org/officeDocument/2006/relationships/image" Target="../media/image5.png"/><Relationship Id="rId2" Type="http://schemas.openxmlformats.org/officeDocument/2006/relationships/slideMaster" Target="../slideMasters/slideMaster3.xml"/><Relationship Id="rId1" Type="http://schemas.openxmlformats.org/officeDocument/2006/relationships/tags" Target="../tags/tag28.xml"/><Relationship Id="rId6" Type="http://schemas.openxmlformats.org/officeDocument/2006/relationships/image" Target="../media/image7.emf"/><Relationship Id="rId5" Type="http://schemas.openxmlformats.org/officeDocument/2006/relationships/image" Target="../media/image6.png"/><Relationship Id="rId4" Type="http://schemas.openxmlformats.org/officeDocument/2006/relationships/image" Target="../media/image1.emf"/></Relationships>
</file>

<file path=ppt/slideLayouts/_rels/slideLayout24.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3.xml"/><Relationship Id="rId1" Type="http://schemas.openxmlformats.org/officeDocument/2006/relationships/tags" Target="../tags/tag29.xml"/><Relationship Id="rId6" Type="http://schemas.openxmlformats.org/officeDocument/2006/relationships/image" Target="../media/image9.emf"/><Relationship Id="rId5" Type="http://schemas.openxmlformats.org/officeDocument/2006/relationships/image" Target="../media/image8.jpeg"/><Relationship Id="rId4" Type="http://schemas.openxmlformats.org/officeDocument/2006/relationships/image" Target="../media/image1.emf"/></Relationships>
</file>

<file path=ppt/slideLayouts/_rels/slideLayout25.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3.xml"/><Relationship Id="rId1" Type="http://schemas.openxmlformats.org/officeDocument/2006/relationships/tags" Target="../tags/tag30.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1.emf"/></Relationships>
</file>

<file path=ppt/slideLayouts/_rels/slideLayout26.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3.xml"/><Relationship Id="rId1" Type="http://schemas.openxmlformats.org/officeDocument/2006/relationships/tags" Target="../tags/tag31.xml"/><Relationship Id="rId4" Type="http://schemas.openxmlformats.org/officeDocument/2006/relationships/image" Target="../media/image1.emf"/></Relationships>
</file>

<file path=ppt/slideLayouts/_rels/slideLayout27.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3.xml"/><Relationship Id="rId1" Type="http://schemas.openxmlformats.org/officeDocument/2006/relationships/tags" Target="../tags/tag32.xml"/><Relationship Id="rId4" Type="http://schemas.openxmlformats.org/officeDocument/2006/relationships/image" Target="../media/image1.emf"/></Relationships>
</file>

<file path=ppt/slideLayouts/_rels/slideLayout28.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34.xml"/><Relationship Id="rId1" Type="http://schemas.openxmlformats.org/officeDocument/2006/relationships/tags" Target="../tags/tag33.xml"/><Relationship Id="rId5" Type="http://schemas.openxmlformats.org/officeDocument/2006/relationships/image" Target="../media/image1.emf"/><Relationship Id="rId4" Type="http://schemas.openxmlformats.org/officeDocument/2006/relationships/oleObject" Target="../embeddings/oleObject6.bin"/></Relationships>
</file>

<file path=ppt/slideLayouts/_rels/slideLayout29.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3.xml"/><Relationship Id="rId1" Type="http://schemas.openxmlformats.org/officeDocument/2006/relationships/tags" Target="../tags/tag35.xml"/><Relationship Id="rId4" Type="http://schemas.openxmlformats.org/officeDocument/2006/relationships/image" Target="../media/image1.emf"/></Relationships>
</file>

<file path=ppt/slideLayouts/_rels/slideLayout30.xml.rels><?xml version="1.0" encoding="UTF-8" standalone="yes"?>
<Relationships xmlns="http://schemas.openxmlformats.org/package/2006/relationships"><Relationship Id="rId3" Type="http://schemas.openxmlformats.org/officeDocument/2006/relationships/oleObject" Target="../embeddings/oleObject7.bin"/><Relationship Id="rId7" Type="http://schemas.microsoft.com/office/2007/relationships/hdphoto" Target="../media/hdphoto1.wdp"/><Relationship Id="rId2" Type="http://schemas.openxmlformats.org/officeDocument/2006/relationships/slideMaster" Target="../slideMasters/slideMaster3.xml"/><Relationship Id="rId1" Type="http://schemas.openxmlformats.org/officeDocument/2006/relationships/tags" Target="../tags/tag36.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emf"/></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Master" Target="../slideMasters/slideMaster3.xml"/><Relationship Id="rId1" Type="http://schemas.openxmlformats.org/officeDocument/2006/relationships/tags" Target="../tags/tag37.xml"/><Relationship Id="rId4" Type="http://schemas.openxmlformats.org/officeDocument/2006/relationships/image" Target="../media/image1.emf"/></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3" Type="http://schemas.openxmlformats.org/officeDocument/2006/relationships/oleObject" Target="../embeddings/oleObject2.bin"/><Relationship Id="rId7" Type="http://schemas.openxmlformats.org/officeDocument/2006/relationships/image" Target="../media/image5.png"/><Relationship Id="rId2" Type="http://schemas.openxmlformats.org/officeDocument/2006/relationships/slideMaster" Target="../slideMasters/slideMaster4.xml"/><Relationship Id="rId1" Type="http://schemas.openxmlformats.org/officeDocument/2006/relationships/tags" Target="../tags/tag39.xml"/><Relationship Id="rId6" Type="http://schemas.openxmlformats.org/officeDocument/2006/relationships/image" Target="../media/image7.emf"/><Relationship Id="rId5" Type="http://schemas.openxmlformats.org/officeDocument/2006/relationships/image" Target="../media/image6.png"/><Relationship Id="rId4" Type="http://schemas.openxmlformats.org/officeDocument/2006/relationships/image" Target="../media/image1.emf"/></Relationships>
</file>

<file path=ppt/slideLayouts/_rels/slideLayout36.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4.xml"/><Relationship Id="rId1" Type="http://schemas.openxmlformats.org/officeDocument/2006/relationships/tags" Target="../tags/tag40.xml"/><Relationship Id="rId6" Type="http://schemas.openxmlformats.org/officeDocument/2006/relationships/image" Target="../media/image9.emf"/><Relationship Id="rId5" Type="http://schemas.openxmlformats.org/officeDocument/2006/relationships/image" Target="../media/image8.jpeg"/><Relationship Id="rId4" Type="http://schemas.openxmlformats.org/officeDocument/2006/relationships/image" Target="../media/image1.emf"/></Relationships>
</file>

<file path=ppt/slideLayouts/_rels/slideLayout37.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4.xml"/><Relationship Id="rId1" Type="http://schemas.openxmlformats.org/officeDocument/2006/relationships/tags" Target="../tags/tag4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1.emf"/></Relationships>
</file>

<file path=ppt/slideLayouts/_rels/slideLayout38.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4.xml"/><Relationship Id="rId1" Type="http://schemas.openxmlformats.org/officeDocument/2006/relationships/tags" Target="../tags/tag42.xml"/><Relationship Id="rId4" Type="http://schemas.openxmlformats.org/officeDocument/2006/relationships/image" Target="../media/image1.emf"/></Relationships>
</file>

<file path=ppt/slideLayouts/_rels/slideLayout39.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4.xml"/><Relationship Id="rId1" Type="http://schemas.openxmlformats.org/officeDocument/2006/relationships/tags" Target="../tags/tag43.xml"/><Relationship Id="rId4" Type="http://schemas.openxmlformats.org/officeDocument/2006/relationships/image" Target="../media/image1.emf"/></Relationships>
</file>

<file path=ppt/slideLayouts/_rels/slideLayout40.xml.rels><?xml version="1.0" encoding="UTF-8" standalone="yes"?>
<Relationships xmlns="http://schemas.openxmlformats.org/package/2006/relationships"><Relationship Id="rId3" Type="http://schemas.openxmlformats.org/officeDocument/2006/relationships/slideMaster" Target="../slideMasters/slideMaster4.xml"/><Relationship Id="rId2" Type="http://schemas.openxmlformats.org/officeDocument/2006/relationships/tags" Target="../tags/tag45.xml"/><Relationship Id="rId1" Type="http://schemas.openxmlformats.org/officeDocument/2006/relationships/tags" Target="../tags/tag44.xml"/><Relationship Id="rId5" Type="http://schemas.openxmlformats.org/officeDocument/2006/relationships/image" Target="../media/image1.emf"/><Relationship Id="rId4" Type="http://schemas.openxmlformats.org/officeDocument/2006/relationships/oleObject" Target="../embeddings/oleObject6.bin"/></Relationships>
</file>

<file path=ppt/slideLayouts/_rels/slideLayout41.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4.xml"/><Relationship Id="rId1" Type="http://schemas.openxmlformats.org/officeDocument/2006/relationships/tags" Target="../tags/tag46.xml"/><Relationship Id="rId4" Type="http://schemas.openxmlformats.org/officeDocument/2006/relationships/image" Target="../media/image1.emf"/></Relationships>
</file>

<file path=ppt/slideLayouts/_rels/slideLayout4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5.xml"/><Relationship Id="rId1" Type="http://schemas.openxmlformats.org/officeDocument/2006/relationships/tags" Target="../tags/tag48.xml"/><Relationship Id="rId6" Type="http://schemas.openxmlformats.org/officeDocument/2006/relationships/image" Target="../media/image7.emf"/><Relationship Id="rId5" Type="http://schemas.openxmlformats.org/officeDocument/2006/relationships/image" Target="../media/image6.png"/><Relationship Id="rId4" Type="http://schemas.openxmlformats.org/officeDocument/2006/relationships/image" Target="../media/image1.emf"/></Relationships>
</file>

<file path=ppt/slideLayouts/_rels/slideLayout43.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5.xml"/><Relationship Id="rId1" Type="http://schemas.openxmlformats.org/officeDocument/2006/relationships/tags" Target="../tags/tag49.xml"/><Relationship Id="rId6" Type="http://schemas.openxmlformats.org/officeDocument/2006/relationships/image" Target="../media/image9.emf"/><Relationship Id="rId5" Type="http://schemas.openxmlformats.org/officeDocument/2006/relationships/image" Target="../media/image8.jpeg"/><Relationship Id="rId4" Type="http://schemas.openxmlformats.org/officeDocument/2006/relationships/image" Target="../media/image1.emf"/></Relationships>
</file>

<file path=ppt/slideLayouts/_rels/slideLayout44.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5.xml"/><Relationship Id="rId1" Type="http://schemas.openxmlformats.org/officeDocument/2006/relationships/tags" Target="../tags/tag50.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1.emf"/></Relationships>
</file>

<file path=ppt/slideLayouts/_rels/slideLayout45.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5.xml"/><Relationship Id="rId1" Type="http://schemas.openxmlformats.org/officeDocument/2006/relationships/tags" Target="../tags/tag51.xml"/><Relationship Id="rId4" Type="http://schemas.openxmlformats.org/officeDocument/2006/relationships/image" Target="../media/image1.emf"/></Relationships>
</file>

<file path=ppt/slideLayouts/_rels/slideLayout46.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5.xml"/><Relationship Id="rId1" Type="http://schemas.openxmlformats.org/officeDocument/2006/relationships/tags" Target="../tags/tag52.xml"/><Relationship Id="rId4" Type="http://schemas.openxmlformats.org/officeDocument/2006/relationships/image" Target="../media/image1.emf"/></Relationships>
</file>

<file path=ppt/slideLayouts/_rels/slideLayout47.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5.xml"/><Relationship Id="rId1" Type="http://schemas.openxmlformats.org/officeDocument/2006/relationships/tags" Target="../tags/tag53.xml"/><Relationship Id="rId4" Type="http://schemas.openxmlformats.org/officeDocument/2006/relationships/image" Target="../media/image1.emf"/></Relationships>
</file>

<file path=ppt/slideLayouts/_rels/slideLayout48.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5.xml"/><Relationship Id="rId1" Type="http://schemas.openxmlformats.org/officeDocument/2006/relationships/tags" Target="../tags/tag54.xml"/><Relationship Id="rId4" Type="http://schemas.openxmlformats.org/officeDocument/2006/relationships/image" Target="../media/image1.emf"/></Relationships>
</file>

<file path=ppt/slideLayouts/_rels/slideLayout49.xml.rels><?xml version="1.0" encoding="UTF-8" standalone="yes"?>
<Relationships xmlns="http://schemas.openxmlformats.org/package/2006/relationships"><Relationship Id="rId3" Type="http://schemas.openxmlformats.org/officeDocument/2006/relationships/slideMaster" Target="../slideMasters/slideMaster5.xml"/><Relationship Id="rId2" Type="http://schemas.openxmlformats.org/officeDocument/2006/relationships/tags" Target="../tags/tag56.xml"/><Relationship Id="rId1" Type="http://schemas.openxmlformats.org/officeDocument/2006/relationships/tags" Target="../tags/tag55.xml"/><Relationship Id="rId5" Type="http://schemas.openxmlformats.org/officeDocument/2006/relationships/image" Target="../media/image1.emf"/><Relationship Id="rId4" Type="http://schemas.openxmlformats.org/officeDocument/2006/relationships/oleObject" Target="../embeddings/oleObject6.bin"/></Relationships>
</file>

<file path=ppt/slideLayouts/_rels/slideLayout50.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5.xml"/><Relationship Id="rId1" Type="http://schemas.openxmlformats.org/officeDocument/2006/relationships/tags" Target="../tags/tag57.xml"/><Relationship Id="rId4" Type="http://schemas.openxmlformats.org/officeDocument/2006/relationships/image" Target="../media/image1.emf"/></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5.xml"/><Relationship Id="rId1" Type="http://schemas.openxmlformats.org/officeDocument/2006/relationships/tags" Target="../tags/tag58.xml"/></Relationships>
</file>

<file path=ppt/slideLayouts/_rels/slideLayout52.xml.rels><?xml version="1.0" encoding="UTF-8" standalone="yes"?>
<Relationships xmlns="http://schemas.openxmlformats.org/package/2006/relationships"><Relationship Id="rId3" Type="http://schemas.openxmlformats.org/officeDocument/2006/relationships/slideMaster" Target="../slideMasters/slideMaster5.xml"/><Relationship Id="rId2" Type="http://schemas.openxmlformats.org/officeDocument/2006/relationships/tags" Target="../tags/tag60.xml"/><Relationship Id="rId1" Type="http://schemas.openxmlformats.org/officeDocument/2006/relationships/tags" Target="../tags/tag59.xml"/><Relationship Id="rId6" Type="http://schemas.openxmlformats.org/officeDocument/2006/relationships/image" Target="../media/image2.png"/><Relationship Id="rId5" Type="http://schemas.openxmlformats.org/officeDocument/2006/relationships/image" Target="../media/image13.emf"/><Relationship Id="rId4" Type="http://schemas.openxmlformats.org/officeDocument/2006/relationships/oleObject" Target="../embeddings/oleObject5.bin"/></Relationships>
</file>

<file path=ppt/slideLayouts/_rels/slideLayout53.xml.rels><?xml version="1.0" encoding="UTF-8" standalone="yes"?>
<Relationships xmlns="http://schemas.openxmlformats.org/package/2006/relationships"><Relationship Id="rId3" Type="http://schemas.openxmlformats.org/officeDocument/2006/relationships/oleObject" Target="../embeddings/oleObject2.bin"/><Relationship Id="rId7" Type="http://schemas.openxmlformats.org/officeDocument/2006/relationships/image" Target="../media/image5.png"/><Relationship Id="rId2" Type="http://schemas.openxmlformats.org/officeDocument/2006/relationships/slideMaster" Target="../slideMasters/slideMaster6.xml"/><Relationship Id="rId1" Type="http://schemas.openxmlformats.org/officeDocument/2006/relationships/tags" Target="../tags/tag62.xml"/><Relationship Id="rId6" Type="http://schemas.openxmlformats.org/officeDocument/2006/relationships/image" Target="../media/image7.emf"/><Relationship Id="rId5" Type="http://schemas.openxmlformats.org/officeDocument/2006/relationships/image" Target="../media/image6.png"/><Relationship Id="rId4" Type="http://schemas.openxmlformats.org/officeDocument/2006/relationships/image" Target="../media/image1.emf"/></Relationships>
</file>

<file path=ppt/slideLayouts/_rels/slideLayout54.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6.xml"/><Relationship Id="rId1" Type="http://schemas.openxmlformats.org/officeDocument/2006/relationships/tags" Target="../tags/tag63.xml"/><Relationship Id="rId6" Type="http://schemas.openxmlformats.org/officeDocument/2006/relationships/image" Target="../media/image9.emf"/><Relationship Id="rId5" Type="http://schemas.openxmlformats.org/officeDocument/2006/relationships/image" Target="../media/image8.jpeg"/><Relationship Id="rId4" Type="http://schemas.openxmlformats.org/officeDocument/2006/relationships/image" Target="../media/image1.emf"/></Relationships>
</file>

<file path=ppt/slideLayouts/_rels/slideLayout55.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6.xml"/><Relationship Id="rId1" Type="http://schemas.openxmlformats.org/officeDocument/2006/relationships/tags" Target="../tags/tag64.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1.emf"/></Relationships>
</file>

<file path=ppt/slideLayouts/_rels/slideLayout56.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6.xml"/><Relationship Id="rId1" Type="http://schemas.openxmlformats.org/officeDocument/2006/relationships/tags" Target="../tags/tag65.xml"/><Relationship Id="rId4" Type="http://schemas.openxmlformats.org/officeDocument/2006/relationships/image" Target="../media/image1.emf"/></Relationships>
</file>

<file path=ppt/slideLayouts/_rels/slideLayout57.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6.xml"/><Relationship Id="rId1" Type="http://schemas.openxmlformats.org/officeDocument/2006/relationships/tags" Target="../tags/tag66.xml"/><Relationship Id="rId4" Type="http://schemas.openxmlformats.org/officeDocument/2006/relationships/image" Target="../media/image1.emf"/></Relationships>
</file>

<file path=ppt/slideLayouts/_rels/slideLayout58.xml.rels><?xml version="1.0" encoding="UTF-8" standalone="yes"?>
<Relationships xmlns="http://schemas.openxmlformats.org/package/2006/relationships"><Relationship Id="rId3" Type="http://schemas.openxmlformats.org/officeDocument/2006/relationships/slideMaster" Target="../slideMasters/slideMaster6.xml"/><Relationship Id="rId2" Type="http://schemas.openxmlformats.org/officeDocument/2006/relationships/tags" Target="../tags/tag68.xml"/><Relationship Id="rId1" Type="http://schemas.openxmlformats.org/officeDocument/2006/relationships/tags" Target="../tags/tag67.xml"/><Relationship Id="rId5" Type="http://schemas.openxmlformats.org/officeDocument/2006/relationships/image" Target="../media/image1.emf"/><Relationship Id="rId4" Type="http://schemas.openxmlformats.org/officeDocument/2006/relationships/oleObject" Target="../embeddings/oleObject6.bin"/></Relationships>
</file>

<file path=ppt/slideLayouts/_rels/slideLayout59.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6.xml"/><Relationship Id="rId1" Type="http://schemas.openxmlformats.org/officeDocument/2006/relationships/tags" Target="../tags/tag69.xml"/><Relationship Id="rId4" Type="http://schemas.openxmlformats.org/officeDocument/2006/relationships/image" Target="../media/image1.emf"/></Relationships>
</file>

<file path=ppt/slideLayouts/_rels/slideLayout60.xml.rels><?xml version="1.0" encoding="UTF-8" standalone="yes"?>
<Relationships xmlns="http://schemas.openxmlformats.org/package/2006/relationships"><Relationship Id="rId3" Type="http://schemas.openxmlformats.org/officeDocument/2006/relationships/oleObject" Target="../embeddings/oleObject7.bin"/><Relationship Id="rId7" Type="http://schemas.microsoft.com/office/2007/relationships/hdphoto" Target="../media/hdphoto1.wdp"/><Relationship Id="rId2" Type="http://schemas.openxmlformats.org/officeDocument/2006/relationships/slideMaster" Target="../slideMasters/slideMaster6.xml"/><Relationship Id="rId1" Type="http://schemas.openxmlformats.org/officeDocument/2006/relationships/tags" Target="../tags/tag70.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emf"/></Relationships>
</file>

<file path=ppt/slideLayouts/_rels/slideLayout61.xml.rels><?xml version="1.0" encoding="UTF-8" standalone="yes"?>
<Relationships xmlns="http://schemas.openxmlformats.org/package/2006/relationships"><Relationship Id="rId3" Type="http://schemas.openxmlformats.org/officeDocument/2006/relationships/oleObject" Target="../embeddings/oleObject2.bin"/><Relationship Id="rId7" Type="http://schemas.openxmlformats.org/officeDocument/2006/relationships/image" Target="../media/image5.png"/><Relationship Id="rId2" Type="http://schemas.openxmlformats.org/officeDocument/2006/relationships/slideMaster" Target="../slideMasters/slideMaster7.xml"/><Relationship Id="rId1" Type="http://schemas.openxmlformats.org/officeDocument/2006/relationships/tags" Target="../tags/tag72.xml"/><Relationship Id="rId6" Type="http://schemas.openxmlformats.org/officeDocument/2006/relationships/image" Target="../media/image7.emf"/><Relationship Id="rId5" Type="http://schemas.openxmlformats.org/officeDocument/2006/relationships/image" Target="../media/image6.png"/><Relationship Id="rId4" Type="http://schemas.openxmlformats.org/officeDocument/2006/relationships/image" Target="../media/image1.emf"/></Relationships>
</file>

<file path=ppt/slideLayouts/_rels/slideLayout6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7.xml"/><Relationship Id="rId1" Type="http://schemas.openxmlformats.org/officeDocument/2006/relationships/tags" Target="../tags/tag73.xml"/><Relationship Id="rId6" Type="http://schemas.openxmlformats.org/officeDocument/2006/relationships/image" Target="../media/image9.emf"/><Relationship Id="rId5" Type="http://schemas.openxmlformats.org/officeDocument/2006/relationships/image" Target="../media/image8.jpeg"/><Relationship Id="rId4" Type="http://schemas.openxmlformats.org/officeDocument/2006/relationships/image" Target="../media/image1.emf"/></Relationships>
</file>

<file path=ppt/slideLayouts/_rels/slideLayout63.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7.xml"/><Relationship Id="rId1" Type="http://schemas.openxmlformats.org/officeDocument/2006/relationships/tags" Target="../tags/tag74.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1.emf"/></Relationships>
</file>

<file path=ppt/slideLayouts/_rels/slideLayout64.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7.xml"/><Relationship Id="rId1" Type="http://schemas.openxmlformats.org/officeDocument/2006/relationships/tags" Target="../tags/tag75.xml"/><Relationship Id="rId4" Type="http://schemas.openxmlformats.org/officeDocument/2006/relationships/image" Target="../media/image1.emf"/></Relationships>
</file>

<file path=ppt/slideLayouts/_rels/slideLayout65.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Master" Target="../slideMasters/slideMaster7.xml"/><Relationship Id="rId1" Type="http://schemas.openxmlformats.org/officeDocument/2006/relationships/tags" Target="../tags/tag76.xml"/><Relationship Id="rId4" Type="http://schemas.openxmlformats.org/officeDocument/2006/relationships/image" Target="../media/image1.emf"/></Relationships>
</file>

<file path=ppt/slideLayouts/_rels/slideLayout66.xml.rels><?xml version="1.0" encoding="UTF-8" standalone="yes"?>
<Relationships xmlns="http://schemas.openxmlformats.org/package/2006/relationships"><Relationship Id="rId3" Type="http://schemas.openxmlformats.org/officeDocument/2006/relationships/slideMaster" Target="../slideMasters/slideMaster7.xml"/><Relationship Id="rId2" Type="http://schemas.openxmlformats.org/officeDocument/2006/relationships/tags" Target="../tags/tag78.xml"/><Relationship Id="rId1" Type="http://schemas.openxmlformats.org/officeDocument/2006/relationships/tags" Target="../tags/tag77.xml"/><Relationship Id="rId5" Type="http://schemas.openxmlformats.org/officeDocument/2006/relationships/image" Target="../media/image1.emf"/><Relationship Id="rId4" Type="http://schemas.openxmlformats.org/officeDocument/2006/relationships/oleObject" Target="../embeddings/oleObject6.bin"/></Relationships>
</file>

<file path=ppt/slideLayouts/_rels/slideLayout67.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7.xml"/><Relationship Id="rId1" Type="http://schemas.openxmlformats.org/officeDocument/2006/relationships/tags" Target="../tags/tag79.xml"/><Relationship Id="rId4" Type="http://schemas.openxmlformats.org/officeDocument/2006/relationships/image" Target="../media/image1.emf"/></Relationships>
</file>

<file path=ppt/slideLayouts/_rels/slideLayout68.xml.rels><?xml version="1.0" encoding="UTF-8" standalone="yes"?>
<Relationships xmlns="http://schemas.openxmlformats.org/package/2006/relationships"><Relationship Id="rId3" Type="http://schemas.openxmlformats.org/officeDocument/2006/relationships/oleObject" Target="../embeddings/oleObject2.bin"/><Relationship Id="rId7" Type="http://schemas.openxmlformats.org/officeDocument/2006/relationships/image" Target="../media/image5.png"/><Relationship Id="rId2" Type="http://schemas.openxmlformats.org/officeDocument/2006/relationships/slideMaster" Target="../slideMasters/slideMaster8.xml"/><Relationship Id="rId1" Type="http://schemas.openxmlformats.org/officeDocument/2006/relationships/tags" Target="../tags/tag81.xml"/><Relationship Id="rId6" Type="http://schemas.openxmlformats.org/officeDocument/2006/relationships/image" Target="../media/image7.emf"/><Relationship Id="rId5" Type="http://schemas.openxmlformats.org/officeDocument/2006/relationships/image" Target="../media/image6.png"/><Relationship Id="rId4" Type="http://schemas.openxmlformats.org/officeDocument/2006/relationships/image" Target="../media/image1.emf"/></Relationships>
</file>

<file path=ppt/slideLayouts/_rels/slideLayout69.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8.xml"/><Relationship Id="rId1" Type="http://schemas.openxmlformats.org/officeDocument/2006/relationships/tags" Target="../tags/tag82.xml"/><Relationship Id="rId6" Type="http://schemas.openxmlformats.org/officeDocument/2006/relationships/image" Target="../media/image9.emf"/><Relationship Id="rId5" Type="http://schemas.openxmlformats.org/officeDocument/2006/relationships/image" Target="../media/image8.jpeg"/><Relationship Id="rId4" Type="http://schemas.openxmlformats.org/officeDocument/2006/relationships/image" Target="../media/image1.emf"/></Relationships>
</file>

<file path=ppt/slideLayouts/_rels/slideLayout70.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8.xml"/><Relationship Id="rId1" Type="http://schemas.openxmlformats.org/officeDocument/2006/relationships/tags" Target="../tags/tag83.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1.emf"/></Relationships>
</file>

<file path=ppt/slideLayouts/_rels/slideLayout71.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8.xml"/><Relationship Id="rId1" Type="http://schemas.openxmlformats.org/officeDocument/2006/relationships/tags" Target="../tags/tag84.xml"/><Relationship Id="rId4" Type="http://schemas.openxmlformats.org/officeDocument/2006/relationships/image" Target="../media/image1.emf"/></Relationships>
</file>

<file path=ppt/slideLayouts/_rels/slideLayout72.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8.xml"/><Relationship Id="rId1" Type="http://schemas.openxmlformats.org/officeDocument/2006/relationships/tags" Target="../tags/tag85.xml"/><Relationship Id="rId4" Type="http://schemas.openxmlformats.org/officeDocument/2006/relationships/image" Target="../media/image1.emf"/></Relationships>
</file>

<file path=ppt/slideLayouts/_rels/slideLayout73.xml.rels><?xml version="1.0" encoding="UTF-8" standalone="yes"?>
<Relationships xmlns="http://schemas.openxmlformats.org/package/2006/relationships"><Relationship Id="rId3" Type="http://schemas.openxmlformats.org/officeDocument/2006/relationships/slideMaster" Target="../slideMasters/slideMaster8.xml"/><Relationship Id="rId2" Type="http://schemas.openxmlformats.org/officeDocument/2006/relationships/tags" Target="../tags/tag87.xml"/><Relationship Id="rId1" Type="http://schemas.openxmlformats.org/officeDocument/2006/relationships/tags" Target="../tags/tag86.xml"/><Relationship Id="rId5" Type="http://schemas.openxmlformats.org/officeDocument/2006/relationships/image" Target="../media/image1.emf"/><Relationship Id="rId4" Type="http://schemas.openxmlformats.org/officeDocument/2006/relationships/oleObject" Target="../embeddings/oleObject6.bin"/></Relationships>
</file>

<file path=ppt/slideLayouts/_rels/slideLayout74.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8.xml"/><Relationship Id="rId1" Type="http://schemas.openxmlformats.org/officeDocument/2006/relationships/tags" Target="../tags/tag88.xml"/><Relationship Id="rId4" Type="http://schemas.openxmlformats.org/officeDocument/2006/relationships/image" Target="../media/image1.emf"/></Relationships>
</file>

<file path=ppt/slideLayouts/_rels/slideLayout75.xml.rels><?xml version="1.0" encoding="UTF-8" standalone="yes"?>
<Relationships xmlns="http://schemas.openxmlformats.org/package/2006/relationships"><Relationship Id="rId3" Type="http://schemas.openxmlformats.org/officeDocument/2006/relationships/oleObject" Target="../embeddings/oleObject7.bin"/><Relationship Id="rId7" Type="http://schemas.microsoft.com/office/2007/relationships/hdphoto" Target="../media/hdphoto1.wdp"/><Relationship Id="rId2" Type="http://schemas.openxmlformats.org/officeDocument/2006/relationships/slideMaster" Target="../slideMasters/slideMaster8.xml"/><Relationship Id="rId1" Type="http://schemas.openxmlformats.org/officeDocument/2006/relationships/tags" Target="../tags/tag89.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emf"/></Relationships>
</file>

<file path=ppt/slideLayouts/_rels/slideLayout76.xml.rels><?xml version="1.0" encoding="UTF-8" standalone="yes"?>
<Relationships xmlns="http://schemas.openxmlformats.org/package/2006/relationships"><Relationship Id="rId3" Type="http://schemas.openxmlformats.org/officeDocument/2006/relationships/oleObject" Target="../embeddings/oleObject2.bin"/><Relationship Id="rId7" Type="http://schemas.openxmlformats.org/officeDocument/2006/relationships/image" Target="../media/image5.png"/><Relationship Id="rId2" Type="http://schemas.openxmlformats.org/officeDocument/2006/relationships/slideMaster" Target="../slideMasters/slideMaster9.xml"/><Relationship Id="rId1" Type="http://schemas.openxmlformats.org/officeDocument/2006/relationships/tags" Target="../tags/tag91.xml"/><Relationship Id="rId6" Type="http://schemas.openxmlformats.org/officeDocument/2006/relationships/image" Target="../media/image7.emf"/><Relationship Id="rId5" Type="http://schemas.openxmlformats.org/officeDocument/2006/relationships/image" Target="../media/image6.png"/><Relationship Id="rId4" Type="http://schemas.openxmlformats.org/officeDocument/2006/relationships/image" Target="../media/image1.emf"/></Relationships>
</file>

<file path=ppt/slideLayouts/_rels/slideLayout77.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9.xml"/><Relationship Id="rId1" Type="http://schemas.openxmlformats.org/officeDocument/2006/relationships/tags" Target="../tags/tag92.xml"/><Relationship Id="rId6" Type="http://schemas.openxmlformats.org/officeDocument/2006/relationships/image" Target="../media/image9.emf"/><Relationship Id="rId5" Type="http://schemas.openxmlformats.org/officeDocument/2006/relationships/image" Target="../media/image8.jpeg"/><Relationship Id="rId4" Type="http://schemas.openxmlformats.org/officeDocument/2006/relationships/image" Target="../media/image1.emf"/></Relationships>
</file>

<file path=ppt/slideLayouts/_rels/slideLayout78.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9.xml"/><Relationship Id="rId1" Type="http://schemas.openxmlformats.org/officeDocument/2006/relationships/tags" Target="../tags/tag93.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1.emf"/></Relationships>
</file>

<file path=ppt/slideLayouts/_rels/slideLayout79.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9.xml"/><Relationship Id="rId1" Type="http://schemas.openxmlformats.org/officeDocument/2006/relationships/tags" Target="../tags/tag94.xml"/><Relationship Id="rId4" Type="http://schemas.openxmlformats.org/officeDocument/2006/relationships/image" Target="../media/image1.emf"/></Relationships>
</file>

<file path=ppt/slideLayouts/_rels/slideLayout80.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9.xml"/><Relationship Id="rId1" Type="http://schemas.openxmlformats.org/officeDocument/2006/relationships/tags" Target="../tags/tag95.xml"/><Relationship Id="rId4" Type="http://schemas.openxmlformats.org/officeDocument/2006/relationships/image" Target="../media/image1.emf"/></Relationships>
</file>

<file path=ppt/slideLayouts/_rels/slideLayout81.xml.rels><?xml version="1.0" encoding="UTF-8" standalone="yes"?>
<Relationships xmlns="http://schemas.openxmlformats.org/package/2006/relationships"><Relationship Id="rId3" Type="http://schemas.openxmlformats.org/officeDocument/2006/relationships/slideMaster" Target="../slideMasters/slideMaster9.xml"/><Relationship Id="rId2" Type="http://schemas.openxmlformats.org/officeDocument/2006/relationships/tags" Target="../tags/tag97.xml"/><Relationship Id="rId1" Type="http://schemas.openxmlformats.org/officeDocument/2006/relationships/tags" Target="../tags/tag96.xml"/><Relationship Id="rId5" Type="http://schemas.openxmlformats.org/officeDocument/2006/relationships/image" Target="../media/image1.emf"/><Relationship Id="rId4" Type="http://schemas.openxmlformats.org/officeDocument/2006/relationships/oleObject" Target="../embeddings/oleObject6.bin"/></Relationships>
</file>

<file path=ppt/slideLayouts/_rels/slideLayout8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9.xml"/><Relationship Id="rId1" Type="http://schemas.openxmlformats.org/officeDocument/2006/relationships/tags" Target="../tags/tag98.xml"/><Relationship Id="rId4" Type="http://schemas.openxmlformats.org/officeDocument/2006/relationships/image" Target="../media/image1.emf"/></Relationships>
</file>

<file path=ppt/slideLayouts/_rels/slideLayout83.xml.rels><?xml version="1.0" encoding="UTF-8" standalone="yes"?>
<Relationships xmlns="http://schemas.openxmlformats.org/package/2006/relationships"><Relationship Id="rId3" Type="http://schemas.openxmlformats.org/officeDocument/2006/relationships/oleObject" Target="../embeddings/oleObject7.bin"/><Relationship Id="rId7" Type="http://schemas.microsoft.com/office/2007/relationships/hdphoto" Target="../media/hdphoto1.wdp"/><Relationship Id="rId2" Type="http://schemas.openxmlformats.org/officeDocument/2006/relationships/slideMaster" Target="../slideMasters/slideMaster9.xml"/><Relationship Id="rId1" Type="http://schemas.openxmlformats.org/officeDocument/2006/relationships/tags" Target="../tags/tag99.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emf"/></Relationships>
</file>

<file path=ppt/slideLayouts/_rels/slideLayout8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0.xml"/><Relationship Id="rId1" Type="http://schemas.openxmlformats.org/officeDocument/2006/relationships/tags" Target="../tags/tag101.xml"/><Relationship Id="rId6" Type="http://schemas.openxmlformats.org/officeDocument/2006/relationships/image" Target="../media/image7.emf"/><Relationship Id="rId5" Type="http://schemas.openxmlformats.org/officeDocument/2006/relationships/image" Target="../media/image6.png"/><Relationship Id="rId4" Type="http://schemas.openxmlformats.org/officeDocument/2006/relationships/image" Target="../media/image1.emf"/></Relationships>
</file>

<file path=ppt/slideLayouts/_rels/slideLayout85.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0.xml"/><Relationship Id="rId1" Type="http://schemas.openxmlformats.org/officeDocument/2006/relationships/tags" Target="../tags/tag102.xml"/><Relationship Id="rId6" Type="http://schemas.openxmlformats.org/officeDocument/2006/relationships/image" Target="../media/image9.emf"/><Relationship Id="rId5" Type="http://schemas.openxmlformats.org/officeDocument/2006/relationships/image" Target="../media/image8.jpeg"/><Relationship Id="rId4" Type="http://schemas.openxmlformats.org/officeDocument/2006/relationships/image" Target="../media/image1.emf"/></Relationships>
</file>

<file path=ppt/slideLayouts/_rels/slideLayout86.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10.xml"/><Relationship Id="rId1" Type="http://schemas.openxmlformats.org/officeDocument/2006/relationships/tags" Target="../tags/tag103.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1.emf"/></Relationships>
</file>

<file path=ppt/slideLayouts/_rels/slideLayout87.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10.xml"/><Relationship Id="rId1" Type="http://schemas.openxmlformats.org/officeDocument/2006/relationships/tags" Target="../tags/tag104.xml"/><Relationship Id="rId4" Type="http://schemas.openxmlformats.org/officeDocument/2006/relationships/image" Target="../media/image1.emf"/></Relationships>
</file>

<file path=ppt/slideLayouts/_rels/slideLayout88.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10.xml"/><Relationship Id="rId1" Type="http://schemas.openxmlformats.org/officeDocument/2006/relationships/tags" Target="../tags/tag105.xml"/><Relationship Id="rId4" Type="http://schemas.openxmlformats.org/officeDocument/2006/relationships/image" Target="../media/image1.emf"/></Relationships>
</file>

<file path=ppt/slideLayouts/_rels/slideLayout89.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10.xml"/><Relationship Id="rId1" Type="http://schemas.openxmlformats.org/officeDocument/2006/relationships/tags" Target="../tags/tag106.xml"/><Relationship Id="rId4" Type="http://schemas.openxmlformats.org/officeDocument/2006/relationships/image" Target="../media/image1.emf"/></Relationships>
</file>

<file path=ppt/slideLayouts/_rels/slideLayout90.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10.xml"/><Relationship Id="rId1" Type="http://schemas.openxmlformats.org/officeDocument/2006/relationships/tags" Target="../tags/tag107.xml"/><Relationship Id="rId4" Type="http://schemas.openxmlformats.org/officeDocument/2006/relationships/image" Target="../media/image1.emf"/></Relationships>
</file>

<file path=ppt/slideLayouts/_rels/slideLayout91.xml.rels><?xml version="1.0" encoding="UTF-8" standalone="yes"?>
<Relationships xmlns="http://schemas.openxmlformats.org/package/2006/relationships"><Relationship Id="rId3" Type="http://schemas.openxmlformats.org/officeDocument/2006/relationships/slideMaster" Target="../slideMasters/slideMaster10.xml"/><Relationship Id="rId2" Type="http://schemas.openxmlformats.org/officeDocument/2006/relationships/tags" Target="../tags/tag109.xml"/><Relationship Id="rId1" Type="http://schemas.openxmlformats.org/officeDocument/2006/relationships/tags" Target="../tags/tag108.xml"/><Relationship Id="rId5" Type="http://schemas.openxmlformats.org/officeDocument/2006/relationships/image" Target="../media/image1.emf"/><Relationship Id="rId4" Type="http://schemas.openxmlformats.org/officeDocument/2006/relationships/oleObject" Target="../embeddings/oleObject6.bin"/></Relationships>
</file>

<file path=ppt/slideLayouts/_rels/slideLayout9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0.xml"/><Relationship Id="rId1" Type="http://schemas.openxmlformats.org/officeDocument/2006/relationships/tags" Target="../tags/tag110.xml"/><Relationship Id="rId4" Type="http://schemas.openxmlformats.org/officeDocument/2006/relationships/image" Target="../media/image1.emf"/></Relationships>
</file>

<file path=ppt/slideLayouts/_rels/slideLayout9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0.xml"/><Relationship Id="rId1" Type="http://schemas.openxmlformats.org/officeDocument/2006/relationships/tags" Target="../tags/tag111.xml"/></Relationships>
</file>

<file path=ppt/slideLayouts/_rels/slideLayout94.xml.rels><?xml version="1.0" encoding="UTF-8" standalone="yes"?>
<Relationships xmlns="http://schemas.openxmlformats.org/package/2006/relationships"><Relationship Id="rId3" Type="http://schemas.openxmlformats.org/officeDocument/2006/relationships/slideMaster" Target="../slideMasters/slideMaster10.xml"/><Relationship Id="rId2" Type="http://schemas.openxmlformats.org/officeDocument/2006/relationships/tags" Target="../tags/tag113.xml"/><Relationship Id="rId1" Type="http://schemas.openxmlformats.org/officeDocument/2006/relationships/tags" Target="../tags/tag112.xml"/><Relationship Id="rId6" Type="http://schemas.openxmlformats.org/officeDocument/2006/relationships/image" Target="../media/image2.png"/><Relationship Id="rId5" Type="http://schemas.openxmlformats.org/officeDocument/2006/relationships/image" Target="../media/image13.emf"/><Relationship Id="rId4" Type="http://schemas.openxmlformats.org/officeDocument/2006/relationships/oleObject" Target="../embeddings/oleObject5.bin"/></Relationships>
</file>

<file path=ppt/slideLayouts/_rels/slideLayout95.xml.rels><?xml version="1.0" encoding="UTF-8" standalone="yes"?>
<Relationships xmlns="http://schemas.openxmlformats.org/package/2006/relationships"><Relationship Id="rId3" Type="http://schemas.openxmlformats.org/officeDocument/2006/relationships/oleObject" Target="../embeddings/oleObject2.bin"/><Relationship Id="rId7" Type="http://schemas.openxmlformats.org/officeDocument/2006/relationships/image" Target="../media/image5.png"/><Relationship Id="rId2" Type="http://schemas.openxmlformats.org/officeDocument/2006/relationships/slideMaster" Target="../slideMasters/slideMaster11.xml"/><Relationship Id="rId1" Type="http://schemas.openxmlformats.org/officeDocument/2006/relationships/tags" Target="../tags/tag115.xml"/><Relationship Id="rId6" Type="http://schemas.openxmlformats.org/officeDocument/2006/relationships/image" Target="../media/image7.emf"/><Relationship Id="rId5" Type="http://schemas.openxmlformats.org/officeDocument/2006/relationships/image" Target="../media/image6.png"/><Relationship Id="rId4" Type="http://schemas.openxmlformats.org/officeDocument/2006/relationships/image" Target="../media/image1.emf"/></Relationships>
</file>

<file path=ppt/slideLayouts/_rels/slideLayout96.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1.xml"/><Relationship Id="rId1" Type="http://schemas.openxmlformats.org/officeDocument/2006/relationships/tags" Target="../tags/tag116.xml"/><Relationship Id="rId6" Type="http://schemas.openxmlformats.org/officeDocument/2006/relationships/image" Target="../media/image9.emf"/><Relationship Id="rId5" Type="http://schemas.openxmlformats.org/officeDocument/2006/relationships/image" Target="../media/image8.jpeg"/><Relationship Id="rId4" Type="http://schemas.openxmlformats.org/officeDocument/2006/relationships/image" Target="../media/image1.emf"/></Relationships>
</file>

<file path=ppt/slideLayouts/_rels/slideLayout97.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11.xml"/><Relationship Id="rId1" Type="http://schemas.openxmlformats.org/officeDocument/2006/relationships/tags" Target="../tags/tag117.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1.emf"/></Relationships>
</file>

<file path=ppt/slideLayouts/_rels/slideLayout98.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11.xml"/><Relationship Id="rId1" Type="http://schemas.openxmlformats.org/officeDocument/2006/relationships/tags" Target="../tags/tag118.xml"/><Relationship Id="rId4" Type="http://schemas.openxmlformats.org/officeDocument/2006/relationships/image" Target="../media/image1.emf"/></Relationships>
</file>

<file path=ppt/slideLayouts/_rels/slideLayout99.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11.xml"/><Relationship Id="rId1" Type="http://schemas.openxmlformats.org/officeDocument/2006/relationships/tags" Target="../tags/tag119.xml"/><Relationship Id="rId4" Type="http://schemas.openxmlformats.org/officeDocument/2006/relationships/image" Target="../media/image1.emf"/></Relationships>
</file>

<file path=ppt/slideLayouts/_rels/slideLayout100.xml.rels><?xml version="1.0" encoding="UTF-8" standalone="yes"?>
<Relationships xmlns="http://schemas.openxmlformats.org/package/2006/relationships"><Relationship Id="rId3" Type="http://schemas.openxmlformats.org/officeDocument/2006/relationships/slideMaster" Target="../slideMasters/slideMaster11.xml"/><Relationship Id="rId2" Type="http://schemas.openxmlformats.org/officeDocument/2006/relationships/tags" Target="../tags/tag121.xml"/><Relationship Id="rId1" Type="http://schemas.openxmlformats.org/officeDocument/2006/relationships/tags" Target="../tags/tag120.xml"/><Relationship Id="rId5" Type="http://schemas.openxmlformats.org/officeDocument/2006/relationships/image" Target="../media/image1.emf"/><Relationship Id="rId4" Type="http://schemas.openxmlformats.org/officeDocument/2006/relationships/oleObject" Target="../embeddings/oleObject6.bin"/></Relationships>
</file>

<file path=ppt/slideLayouts/_rels/slideLayout101.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1.xml"/><Relationship Id="rId1" Type="http://schemas.openxmlformats.org/officeDocument/2006/relationships/tags" Target="../tags/tag122.xml"/><Relationship Id="rId4" Type="http://schemas.openxmlformats.org/officeDocument/2006/relationships/image" Target="../media/image1.emf"/></Relationships>
</file>

<file path=ppt/slideLayouts/_rels/slideLayout102.xml.rels><?xml version="1.0" encoding="UTF-8" standalone="yes"?>
<Relationships xmlns="http://schemas.openxmlformats.org/package/2006/relationships"><Relationship Id="rId3" Type="http://schemas.openxmlformats.org/officeDocument/2006/relationships/oleObject" Target="../embeddings/oleObject7.bin"/><Relationship Id="rId7" Type="http://schemas.microsoft.com/office/2007/relationships/hdphoto" Target="../media/hdphoto1.wdp"/><Relationship Id="rId2" Type="http://schemas.openxmlformats.org/officeDocument/2006/relationships/slideMaster" Target="../slideMasters/slideMaster11.xml"/><Relationship Id="rId1" Type="http://schemas.openxmlformats.org/officeDocument/2006/relationships/tags" Target="../tags/tag123.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emf"/></Relationships>
</file>

<file path=ppt/slideLayouts/_rels/slideLayout103.xml.rels><?xml version="1.0" encoding="UTF-8" standalone="yes"?>
<Relationships xmlns="http://schemas.openxmlformats.org/package/2006/relationships"><Relationship Id="rId3" Type="http://schemas.openxmlformats.org/officeDocument/2006/relationships/oleObject" Target="../embeddings/oleObject2.bin"/><Relationship Id="rId7" Type="http://schemas.openxmlformats.org/officeDocument/2006/relationships/image" Target="../media/image5.png"/><Relationship Id="rId2" Type="http://schemas.openxmlformats.org/officeDocument/2006/relationships/slideMaster" Target="../slideMasters/slideMaster12.xml"/><Relationship Id="rId1" Type="http://schemas.openxmlformats.org/officeDocument/2006/relationships/tags" Target="../tags/tag125.xml"/><Relationship Id="rId6" Type="http://schemas.openxmlformats.org/officeDocument/2006/relationships/image" Target="../media/image7.emf"/><Relationship Id="rId5" Type="http://schemas.openxmlformats.org/officeDocument/2006/relationships/image" Target="../media/image6.png"/><Relationship Id="rId4" Type="http://schemas.openxmlformats.org/officeDocument/2006/relationships/image" Target="../media/image1.emf"/></Relationships>
</file>

<file path=ppt/slideLayouts/_rels/slideLayout104.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2.xml"/><Relationship Id="rId1" Type="http://schemas.openxmlformats.org/officeDocument/2006/relationships/tags" Target="../tags/tag126.xml"/><Relationship Id="rId6" Type="http://schemas.openxmlformats.org/officeDocument/2006/relationships/image" Target="../media/image9.emf"/><Relationship Id="rId5" Type="http://schemas.openxmlformats.org/officeDocument/2006/relationships/image" Target="../media/image8.jpeg"/><Relationship Id="rId4" Type="http://schemas.openxmlformats.org/officeDocument/2006/relationships/image" Target="../media/image1.emf"/></Relationships>
</file>

<file path=ppt/slideLayouts/_rels/slideLayout105.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12.xml"/><Relationship Id="rId1" Type="http://schemas.openxmlformats.org/officeDocument/2006/relationships/tags" Target="../tags/tag127.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1.emf"/></Relationships>
</file>

<file path=ppt/slideLayouts/_rels/slideLayout106.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12.xml"/><Relationship Id="rId1" Type="http://schemas.openxmlformats.org/officeDocument/2006/relationships/tags" Target="../tags/tag128.xml"/><Relationship Id="rId4" Type="http://schemas.openxmlformats.org/officeDocument/2006/relationships/image" Target="../media/image1.emf"/></Relationships>
</file>

<file path=ppt/slideLayouts/_rels/slideLayout107.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12.xml"/><Relationship Id="rId1" Type="http://schemas.openxmlformats.org/officeDocument/2006/relationships/tags" Target="../tags/tag129.xml"/><Relationship Id="rId4" Type="http://schemas.openxmlformats.org/officeDocument/2006/relationships/image" Target="../media/image1.emf"/></Relationships>
</file>

<file path=ppt/slideLayouts/_rels/slideLayout108.xml.rels><?xml version="1.0" encoding="UTF-8" standalone="yes"?>
<Relationships xmlns="http://schemas.openxmlformats.org/package/2006/relationships"><Relationship Id="rId3" Type="http://schemas.openxmlformats.org/officeDocument/2006/relationships/slideMaster" Target="../slideMasters/slideMaster12.xml"/><Relationship Id="rId2" Type="http://schemas.openxmlformats.org/officeDocument/2006/relationships/tags" Target="../tags/tag131.xml"/><Relationship Id="rId1" Type="http://schemas.openxmlformats.org/officeDocument/2006/relationships/tags" Target="../tags/tag130.xml"/><Relationship Id="rId5" Type="http://schemas.openxmlformats.org/officeDocument/2006/relationships/image" Target="../media/image1.emf"/><Relationship Id="rId4" Type="http://schemas.openxmlformats.org/officeDocument/2006/relationships/oleObject" Target="../embeddings/oleObject6.bin"/></Relationships>
</file>

<file path=ppt/slideLayouts/_rels/slideLayout109.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2.xml"/><Relationship Id="rId1" Type="http://schemas.openxmlformats.org/officeDocument/2006/relationships/tags" Target="../tags/tag132.xml"/><Relationship Id="rId4" Type="http://schemas.openxmlformats.org/officeDocument/2006/relationships/image" Target="../media/image1.emf"/></Relationships>
</file>

<file path=ppt/slideLayouts/_rels/slideLayout110.xml.rels><?xml version="1.0" encoding="UTF-8" standalone="yes"?>
<Relationships xmlns="http://schemas.openxmlformats.org/package/2006/relationships"><Relationship Id="rId3" Type="http://schemas.openxmlformats.org/officeDocument/2006/relationships/oleObject" Target="../embeddings/oleObject7.bin"/><Relationship Id="rId7" Type="http://schemas.microsoft.com/office/2007/relationships/hdphoto" Target="../media/hdphoto1.wdp"/><Relationship Id="rId2" Type="http://schemas.openxmlformats.org/officeDocument/2006/relationships/slideMaster" Target="../slideMasters/slideMaster12.xml"/><Relationship Id="rId1" Type="http://schemas.openxmlformats.org/officeDocument/2006/relationships/tags" Target="../tags/tag133.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emf"/></Relationships>
</file>

<file path=ppt/slideLayouts/_rels/slideLayout111.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Master" Target="../slideMasters/slideMaster13.xml"/><Relationship Id="rId1" Type="http://schemas.openxmlformats.org/officeDocument/2006/relationships/tags" Target="../tags/tag135.xml"/><Relationship Id="rId6" Type="http://schemas.openxmlformats.org/officeDocument/2006/relationships/image" Target="../media/image7.emf"/><Relationship Id="rId5" Type="http://schemas.openxmlformats.org/officeDocument/2006/relationships/image" Target="../media/image6.png"/><Relationship Id="rId4" Type="http://schemas.openxmlformats.org/officeDocument/2006/relationships/image" Target="../media/image1.emf"/></Relationships>
</file>

<file path=ppt/slideLayouts/_rels/slideLayout112.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Master" Target="../slideMasters/slideMaster13.xml"/><Relationship Id="rId1" Type="http://schemas.openxmlformats.org/officeDocument/2006/relationships/tags" Target="../tags/tag136.xml"/><Relationship Id="rId6" Type="http://schemas.openxmlformats.org/officeDocument/2006/relationships/image" Target="../media/image9.emf"/><Relationship Id="rId5" Type="http://schemas.openxmlformats.org/officeDocument/2006/relationships/image" Target="../media/image8.jpeg"/><Relationship Id="rId4" Type="http://schemas.openxmlformats.org/officeDocument/2006/relationships/image" Target="../media/image1.emf"/></Relationships>
</file>

<file path=ppt/slideLayouts/_rels/slideLayout113.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Master" Target="../slideMasters/slideMaster13.xml"/><Relationship Id="rId1" Type="http://schemas.openxmlformats.org/officeDocument/2006/relationships/tags" Target="../tags/tag137.xml"/><Relationship Id="rId4" Type="http://schemas.openxmlformats.org/officeDocument/2006/relationships/image" Target="../media/image1.emf"/></Relationships>
</file>

<file path=ppt/slideLayouts/_rels/slideLayout114.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Master" Target="../slideMasters/slideMaster13.xml"/><Relationship Id="rId1" Type="http://schemas.openxmlformats.org/officeDocument/2006/relationships/tags" Target="../tags/tag138.xml"/><Relationship Id="rId4" Type="http://schemas.openxmlformats.org/officeDocument/2006/relationships/image" Target="../media/image1.emf"/></Relationships>
</file>

<file path=ppt/slideLayouts/_rels/slideLayout115.xml.rels><?xml version="1.0" encoding="UTF-8" standalone="yes"?>
<Relationships xmlns="http://schemas.openxmlformats.org/package/2006/relationships"><Relationship Id="rId3" Type="http://schemas.openxmlformats.org/officeDocument/2006/relationships/slideMaster" Target="../slideMasters/slideMaster13.xml"/><Relationship Id="rId2" Type="http://schemas.openxmlformats.org/officeDocument/2006/relationships/tags" Target="../tags/tag140.xml"/><Relationship Id="rId1" Type="http://schemas.openxmlformats.org/officeDocument/2006/relationships/tags" Target="../tags/tag139.xml"/><Relationship Id="rId5" Type="http://schemas.openxmlformats.org/officeDocument/2006/relationships/image" Target="../media/image1.emf"/><Relationship Id="rId4" Type="http://schemas.openxmlformats.org/officeDocument/2006/relationships/oleObject" Target="../embeddings/oleObject15.bin"/></Relationships>
</file>

<file path=ppt/slideLayouts/_rels/slideLayout116.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Master" Target="../slideMasters/slideMaster13.xml"/><Relationship Id="rId1" Type="http://schemas.openxmlformats.org/officeDocument/2006/relationships/tags" Target="../tags/tag141.xml"/><Relationship Id="rId4" Type="http://schemas.openxmlformats.org/officeDocument/2006/relationships/image" Target="../media/image1.emf"/></Relationships>
</file>

<file path=ppt/slideLayouts/_rels/slideLayout117.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Master" Target="../slideMasters/slideMaster13.xml"/><Relationship Id="rId1" Type="http://schemas.openxmlformats.org/officeDocument/2006/relationships/tags" Target="../tags/tag142.xml"/><Relationship Id="rId4" Type="http://schemas.openxmlformats.org/officeDocument/2006/relationships/image" Target="../media/image15.emf"/></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21.xml.rels><?xml version="1.0" encoding="UTF-8" standalone="yes"?>
<Relationships xmlns="http://schemas.openxmlformats.org/package/2006/relationships"><Relationship Id="rId3" Type="http://schemas.openxmlformats.org/officeDocument/2006/relationships/oleObject" Target="../embeddings/oleObject2.bin"/><Relationship Id="rId7" Type="http://schemas.openxmlformats.org/officeDocument/2006/relationships/image" Target="../media/image5.png"/><Relationship Id="rId2" Type="http://schemas.openxmlformats.org/officeDocument/2006/relationships/slideMaster" Target="../slideMasters/slideMaster14.xml"/><Relationship Id="rId1" Type="http://schemas.openxmlformats.org/officeDocument/2006/relationships/tags" Target="../tags/tag144.xml"/><Relationship Id="rId6" Type="http://schemas.openxmlformats.org/officeDocument/2006/relationships/image" Target="../media/image7.emf"/><Relationship Id="rId5" Type="http://schemas.openxmlformats.org/officeDocument/2006/relationships/image" Target="../media/image6.png"/><Relationship Id="rId4" Type="http://schemas.openxmlformats.org/officeDocument/2006/relationships/image" Target="../media/image1.emf"/></Relationships>
</file>

<file path=ppt/slideLayouts/_rels/slideLayout12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4.xml"/><Relationship Id="rId1" Type="http://schemas.openxmlformats.org/officeDocument/2006/relationships/tags" Target="../tags/tag145.xml"/><Relationship Id="rId6" Type="http://schemas.openxmlformats.org/officeDocument/2006/relationships/image" Target="../media/image9.emf"/><Relationship Id="rId5" Type="http://schemas.openxmlformats.org/officeDocument/2006/relationships/image" Target="../media/image8.jpeg"/><Relationship Id="rId4" Type="http://schemas.openxmlformats.org/officeDocument/2006/relationships/image" Target="../media/image1.emf"/></Relationships>
</file>

<file path=ppt/slideLayouts/_rels/slideLayout123.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14.xml"/><Relationship Id="rId1" Type="http://schemas.openxmlformats.org/officeDocument/2006/relationships/tags" Target="../tags/tag146.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1.emf"/></Relationships>
</file>

<file path=ppt/slideLayouts/_rels/slideLayout124.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14.xml"/><Relationship Id="rId1" Type="http://schemas.openxmlformats.org/officeDocument/2006/relationships/tags" Target="../tags/tag147.xml"/><Relationship Id="rId4" Type="http://schemas.openxmlformats.org/officeDocument/2006/relationships/image" Target="../media/image1.emf"/></Relationships>
</file>

<file path=ppt/slideLayouts/_rels/slideLayout125.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14.xml"/><Relationship Id="rId1" Type="http://schemas.openxmlformats.org/officeDocument/2006/relationships/tags" Target="../tags/tag148.xml"/><Relationship Id="rId4" Type="http://schemas.openxmlformats.org/officeDocument/2006/relationships/image" Target="../media/image1.emf"/></Relationships>
</file>

<file path=ppt/slideLayouts/_rels/slideLayout126.xml.rels><?xml version="1.0" encoding="UTF-8" standalone="yes"?>
<Relationships xmlns="http://schemas.openxmlformats.org/package/2006/relationships"><Relationship Id="rId3" Type="http://schemas.openxmlformats.org/officeDocument/2006/relationships/slideMaster" Target="../slideMasters/slideMaster14.xml"/><Relationship Id="rId2" Type="http://schemas.openxmlformats.org/officeDocument/2006/relationships/tags" Target="../tags/tag150.xml"/><Relationship Id="rId1" Type="http://schemas.openxmlformats.org/officeDocument/2006/relationships/tags" Target="../tags/tag149.xml"/><Relationship Id="rId5" Type="http://schemas.openxmlformats.org/officeDocument/2006/relationships/image" Target="../media/image1.emf"/><Relationship Id="rId4" Type="http://schemas.openxmlformats.org/officeDocument/2006/relationships/oleObject" Target="../embeddings/oleObject6.bin"/></Relationships>
</file>

<file path=ppt/slideLayouts/_rels/slideLayout127.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4.xml"/><Relationship Id="rId1" Type="http://schemas.openxmlformats.org/officeDocument/2006/relationships/tags" Target="../tags/tag151.xml"/><Relationship Id="rId4" Type="http://schemas.openxmlformats.org/officeDocument/2006/relationships/image" Target="../media/image1.emf"/></Relationships>
</file>

<file path=ppt/slideLayouts/_rels/slideLayout128.xml.rels><?xml version="1.0" encoding="UTF-8" standalone="yes"?>
<Relationships xmlns="http://schemas.openxmlformats.org/package/2006/relationships"><Relationship Id="rId3" Type="http://schemas.openxmlformats.org/officeDocument/2006/relationships/oleObject" Target="../embeddings/oleObject7.bin"/><Relationship Id="rId7" Type="http://schemas.microsoft.com/office/2007/relationships/hdphoto" Target="../media/hdphoto1.wdp"/><Relationship Id="rId2" Type="http://schemas.openxmlformats.org/officeDocument/2006/relationships/slideMaster" Target="../slideMasters/slideMaster14.xml"/><Relationship Id="rId1" Type="http://schemas.openxmlformats.org/officeDocument/2006/relationships/tags" Target="../tags/tag15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emf"/></Relationships>
</file>

<file path=ppt/slideLayouts/_rels/slideLayout129.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image" Target="../media/image16.png"/><Relationship Id="rId1" Type="http://schemas.openxmlformats.org/officeDocument/2006/relationships/slideMaster" Target="../slideMasters/slideMaster14.xml"/><Relationship Id="rId6" Type="http://schemas.openxmlformats.org/officeDocument/2006/relationships/image" Target="../media/image20.png"/><Relationship Id="rId11" Type="http://schemas.openxmlformats.org/officeDocument/2006/relationships/image" Target="../media/image25.png"/><Relationship Id="rId5" Type="http://schemas.openxmlformats.org/officeDocument/2006/relationships/image" Target="../media/image19.png"/><Relationship Id="rId10" Type="http://schemas.openxmlformats.org/officeDocument/2006/relationships/image" Target="../media/image24.png"/><Relationship Id="rId4" Type="http://schemas.openxmlformats.org/officeDocument/2006/relationships/image" Target="../media/image18.png"/><Relationship Id="rId9" Type="http://schemas.openxmlformats.org/officeDocument/2006/relationships/image" Target="../media/image23.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graphicFrame>
        <p:nvGraphicFramePr>
          <p:cNvPr id="8" name="Object 7" hidden="1"/>
          <p:cNvGraphicFramePr>
            <a:graphicFrameLocks noChangeAspect="1"/>
          </p:cNvGraphicFramePr>
          <p:nvPr>
            <p:custDataLst>
              <p:tags r:id="rId1"/>
            </p:custDataLst>
          </p:nvPr>
        </p:nvGraphicFramePr>
        <p:xfrm>
          <a:off x="2119" y="1597"/>
          <a:ext cx="2116" cy="1587"/>
        </p:xfrm>
        <a:graphic>
          <a:graphicData uri="http://schemas.openxmlformats.org/presentationml/2006/ole">
            <mc:AlternateContent xmlns:mc="http://schemas.openxmlformats.org/markup-compatibility/2006">
              <mc:Choice xmlns:v="urn:schemas-microsoft-com:vml" Requires="v">
                <p:oleObj name="think-cell Slide" r:id="rId3" imgW="430" imgH="433" progId="TCLayout.ActiveDocument.1">
                  <p:embed/>
                </p:oleObj>
              </mc:Choice>
              <mc:Fallback>
                <p:oleObj name="think-cell Slide" r:id="rId3" imgW="430" imgH="433" progId="TCLayout.ActiveDocument.1">
                  <p:embed/>
                  <p:pic>
                    <p:nvPicPr>
                      <p:cNvPr id="8" name="Object 7" hidden="1"/>
                      <p:cNvPicPr/>
                      <p:nvPr/>
                    </p:nvPicPr>
                    <p:blipFill>
                      <a:blip r:embed="rId4"/>
                      <a:stretch>
                        <a:fillRect/>
                      </a:stretch>
                    </p:blipFill>
                    <p:spPr>
                      <a:xfrm>
                        <a:off x="2119" y="1597"/>
                        <a:ext cx="2116" cy="1587"/>
                      </a:xfrm>
                      <a:prstGeom prst="rect">
                        <a:avLst/>
                      </a:prstGeom>
                    </p:spPr>
                  </p:pic>
                </p:oleObj>
              </mc:Fallback>
            </mc:AlternateContent>
          </a:graphicData>
        </a:graphic>
      </p:graphicFrame>
      <p:pic>
        <p:nvPicPr>
          <p:cNvPr id="33" name="Picture 32"/>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 y="7"/>
            <a:ext cx="12192000" cy="6857433"/>
          </a:xfrm>
          <a:prstGeom prst="rect">
            <a:avLst/>
          </a:prstGeom>
          <a:ln>
            <a:noFill/>
          </a:ln>
        </p:spPr>
      </p:pic>
      <p:sp>
        <p:nvSpPr>
          <p:cNvPr id="7" name="Rectangle 6"/>
          <p:cNvSpPr/>
          <p:nvPr/>
        </p:nvSpPr>
        <p:spPr bwMode="auto">
          <a:xfrm>
            <a:off x="2" y="1809000"/>
            <a:ext cx="12192000" cy="3240000"/>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none" lIns="51435" tIns="25717" rIns="51435" bIns="25717" numCol="1" rtlCol="0" anchor="ctr" anchorCtr="0" compatLnSpc="1">
            <a:prstTxWarp prst="textNoShape">
              <a:avLst/>
            </a:prstTxWarp>
          </a:bodyPr>
          <a:lstStyle/>
          <a:p>
            <a:pPr algn="ctr" defTabSz="514362" fontAlgn="base">
              <a:spcBef>
                <a:spcPct val="0"/>
              </a:spcBef>
              <a:spcAft>
                <a:spcPct val="0"/>
              </a:spcAft>
            </a:pPr>
            <a:endParaRPr lang="en-GB" sz="1068">
              <a:solidFill>
                <a:srgbClr val="2D2926"/>
              </a:solidFill>
              <a:latin typeface="Arial" charset="0"/>
            </a:endParaRPr>
          </a:p>
        </p:txBody>
      </p:sp>
      <p:sp>
        <p:nvSpPr>
          <p:cNvPr id="4" name="Date Placeholder 3"/>
          <p:cNvSpPr>
            <a:spLocks noGrp="1" noChangeArrowheads="1"/>
          </p:cNvSpPr>
          <p:nvPr>
            <p:ph type="dt" sz="half" idx="10"/>
          </p:nvPr>
        </p:nvSpPr>
        <p:spPr>
          <a:xfrm>
            <a:off x="0" y="6400800"/>
            <a:ext cx="2540000" cy="457200"/>
          </a:xfrm>
          <a:prstGeom prst="rect">
            <a:avLst/>
          </a:prstGeom>
          <a:ln/>
        </p:spPr>
        <p:txBody>
          <a:bodyPr lIns="36000" tIns="36000" rIns="36000" bIns="36000" anchor="b"/>
          <a:lstStyle>
            <a:lvl1pPr>
              <a:defRPr sz="676">
                <a:solidFill>
                  <a:schemeClr val="bg1"/>
                </a:solidFill>
                <a:latin typeface="+mn-lt"/>
              </a:defRPr>
            </a:lvl1pPr>
          </a:lstStyle>
          <a:p>
            <a:endParaRPr lang="en-US"/>
          </a:p>
        </p:txBody>
      </p:sp>
      <p:sp>
        <p:nvSpPr>
          <p:cNvPr id="6" name="Rectangle 5"/>
          <p:cNvSpPr>
            <a:spLocks noGrp="1" noChangeArrowheads="1"/>
          </p:cNvSpPr>
          <p:nvPr>
            <p:ph type="sldNum" sz="quarter" idx="12"/>
          </p:nvPr>
        </p:nvSpPr>
        <p:spPr>
          <a:ln/>
        </p:spPr>
        <p:txBody>
          <a:bodyPr anchor="b"/>
          <a:lstStyle>
            <a:lvl1pPr>
              <a:defRPr sz="676">
                <a:solidFill>
                  <a:schemeClr val="bg1"/>
                </a:solidFill>
                <a:latin typeface="+mn-lt"/>
              </a:defRPr>
            </a:lvl1pPr>
          </a:lstStyle>
          <a:p>
            <a:pPr>
              <a:defRPr/>
            </a:pPr>
            <a:fld id="{6516E9BE-843C-4425-80E4-36155279AD5E}" type="slidenum">
              <a:rPr lang="en-GB" smtClean="0">
                <a:solidFill>
                  <a:srgbClr val="FFFFFF"/>
                </a:solidFill>
              </a:rPr>
              <a:pPr>
                <a:defRPr/>
              </a:pPr>
              <a:t>‹#›</a:t>
            </a:fld>
            <a:endParaRPr lang="en-GB">
              <a:solidFill>
                <a:srgbClr val="FFFFFF"/>
              </a:solidFill>
            </a:endParaRPr>
          </a:p>
        </p:txBody>
      </p:sp>
      <p:sp>
        <p:nvSpPr>
          <p:cNvPr id="2" name="Title 1"/>
          <p:cNvSpPr>
            <a:spLocks noGrp="1"/>
          </p:cNvSpPr>
          <p:nvPr>
            <p:ph type="ctrTitle"/>
          </p:nvPr>
        </p:nvSpPr>
        <p:spPr>
          <a:xfrm>
            <a:off x="286572" y="2390408"/>
            <a:ext cx="11616000" cy="1918823"/>
          </a:xfrm>
          <a:prstGeom prst="rect">
            <a:avLst/>
          </a:prstGeom>
        </p:spPr>
        <p:txBody>
          <a:bodyPr anchor="ctr"/>
          <a:lstStyle>
            <a:lvl1pPr algn="l">
              <a:defRPr sz="2100" b="1">
                <a:solidFill>
                  <a:schemeClr val="tx1"/>
                </a:solidFill>
                <a:effectLst/>
                <a:latin typeface="Calibri" panose="020F0502020204030204" pitchFamily="34" charset="0"/>
              </a:defRPr>
            </a:lvl1pPr>
          </a:lstStyle>
          <a:p>
            <a:r>
              <a:rPr lang="en-US"/>
              <a:t>Click to edit Master title style</a:t>
            </a:r>
          </a:p>
        </p:txBody>
      </p:sp>
      <p:sp>
        <p:nvSpPr>
          <p:cNvPr id="3" name="Subtitle 2"/>
          <p:cNvSpPr>
            <a:spLocks noGrp="1"/>
          </p:cNvSpPr>
          <p:nvPr>
            <p:ph type="subTitle" idx="1"/>
          </p:nvPr>
        </p:nvSpPr>
        <p:spPr>
          <a:xfrm>
            <a:off x="286571" y="5140422"/>
            <a:ext cx="5088000" cy="1080000"/>
          </a:xfrm>
          <a:prstGeom prst="rect">
            <a:avLst/>
          </a:prstGeom>
        </p:spPr>
        <p:txBody>
          <a:bodyPr/>
          <a:lstStyle>
            <a:lvl1pPr marL="0" indent="0" algn="l">
              <a:buNone/>
              <a:defRPr sz="1051" b="1">
                <a:solidFill>
                  <a:schemeClr val="bg1"/>
                </a:solidFill>
                <a:effectLst>
                  <a:outerShdw blurRad="38100" dist="38100" dir="2700000" algn="tl">
                    <a:srgbClr val="000000">
                      <a:alpha val="43137"/>
                    </a:srgbClr>
                  </a:outerShdw>
                </a:effectLst>
                <a:latin typeface="Calibri" panose="020F0502020204030204" pitchFamily="34" charset="0"/>
              </a:defRPr>
            </a:lvl1pPr>
            <a:lvl2pPr marL="257182" indent="0" algn="ctr">
              <a:buNone/>
              <a:defRPr/>
            </a:lvl2pPr>
            <a:lvl3pPr marL="514362" indent="0" algn="ctr">
              <a:buNone/>
              <a:defRPr/>
            </a:lvl3pPr>
            <a:lvl4pPr marL="771544" indent="0" algn="ctr">
              <a:buNone/>
              <a:defRPr/>
            </a:lvl4pPr>
            <a:lvl5pPr marL="1028726" indent="0" algn="ctr">
              <a:buNone/>
              <a:defRPr/>
            </a:lvl5pPr>
            <a:lvl6pPr marL="1285908" indent="0" algn="ctr">
              <a:buNone/>
              <a:defRPr/>
            </a:lvl6pPr>
            <a:lvl7pPr marL="1543088" indent="0" algn="ctr">
              <a:buNone/>
              <a:defRPr/>
            </a:lvl7pPr>
            <a:lvl8pPr marL="1800271" indent="0" algn="ctr">
              <a:buNone/>
              <a:defRPr/>
            </a:lvl8pPr>
            <a:lvl9pPr marL="2057451" indent="0" algn="ctr">
              <a:buNone/>
              <a:defRPr/>
            </a:lvl9pPr>
          </a:lstStyle>
          <a:p>
            <a:r>
              <a:rPr lang="en-US"/>
              <a:t>Click to edit Master subtitle style</a:t>
            </a:r>
          </a:p>
        </p:txBody>
      </p:sp>
      <p:sp>
        <p:nvSpPr>
          <p:cNvPr id="12" name="Rectangle 11"/>
          <p:cNvSpPr/>
          <p:nvPr/>
        </p:nvSpPr>
        <p:spPr bwMode="auto">
          <a:xfrm>
            <a:off x="5104665" y="6755907"/>
            <a:ext cx="2925191" cy="102094"/>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none" lIns="51435" tIns="25717" rIns="51435" bIns="25717" numCol="1" rtlCol="0" anchor="ctr" anchorCtr="0" compatLnSpc="1">
            <a:prstTxWarp prst="textNoShape">
              <a:avLst/>
            </a:prstTxWarp>
          </a:bodyPr>
          <a:lstStyle/>
          <a:p>
            <a:pPr algn="ctr" defTabSz="514362" fontAlgn="base">
              <a:spcBef>
                <a:spcPct val="0"/>
              </a:spcBef>
              <a:spcAft>
                <a:spcPct val="0"/>
              </a:spcAft>
            </a:pPr>
            <a:endParaRPr lang="en-GB" sz="676">
              <a:solidFill>
                <a:srgbClr val="2D2926"/>
              </a:solidFill>
            </a:endParaRPr>
          </a:p>
        </p:txBody>
      </p:sp>
      <p:pic>
        <p:nvPicPr>
          <p:cNvPr id="9" name="Picture 8"/>
          <p:cNvPicPr>
            <a:picLocks noChangeAspect="1"/>
          </p:cNvPicPr>
          <p:nvPr/>
        </p:nvPicPr>
        <p:blipFill>
          <a:blip r:embed="rId6"/>
          <a:stretch>
            <a:fillRect/>
          </a:stretch>
        </p:blipFill>
        <p:spPr>
          <a:xfrm>
            <a:off x="8429746" y="526501"/>
            <a:ext cx="2876434" cy="756000"/>
          </a:xfrm>
          <a:prstGeom prst="rect">
            <a:avLst/>
          </a:prstGeom>
        </p:spPr>
      </p:pic>
      <p:pic>
        <p:nvPicPr>
          <p:cNvPr id="11" name="Picture 10"/>
          <p:cNvPicPr>
            <a:picLocks noChangeAspect="1"/>
          </p:cNvPicPr>
          <p:nvPr/>
        </p:nvPicPr>
        <p:blipFill rotWithShape="1">
          <a:blip r:embed="rId7">
            <a:extLst>
              <a:ext uri="{28A0092B-C50C-407E-A947-70E740481C1C}">
                <a14:useLocalDpi xmlns:a14="http://schemas.microsoft.com/office/drawing/2010/main" val="0"/>
              </a:ext>
            </a:extLst>
          </a:blip>
          <a:srcRect l="37353" t="8741" r="101" b="27"/>
          <a:stretch/>
        </p:blipFill>
        <p:spPr bwMode="ltGray">
          <a:xfrm rot="16200000" flipH="1">
            <a:off x="9058187" y="-962476"/>
            <a:ext cx="369901" cy="5915488"/>
          </a:xfrm>
          <a:prstGeom prst="rect">
            <a:avLst/>
          </a:prstGeom>
        </p:spPr>
      </p:pic>
    </p:spTree>
    <p:extLst>
      <p:ext uri="{BB962C8B-B14F-4D97-AF65-F5344CB8AC3E}">
        <p14:creationId xmlns:p14="http://schemas.microsoft.com/office/powerpoint/2010/main" val="12903503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p:custDataLst>
              <p:tags r:id="rId1"/>
            </p:custDataLst>
          </p:nvPr>
        </p:nvGraphicFramePr>
        <p:xfrm>
          <a:off x="2119" y="1595"/>
          <a:ext cx="2116" cy="1587"/>
        </p:xfrm>
        <a:graphic>
          <a:graphicData uri="http://schemas.openxmlformats.org/presentationml/2006/ole">
            <mc:AlternateContent xmlns:mc="http://schemas.openxmlformats.org/markup-compatibility/2006">
              <mc:Choice xmlns:v="urn:schemas-microsoft-com:vml" Requires="v">
                <p:oleObj name="think-cell Slide" r:id="rId3" imgW="430" imgH="433" progId="TCLayout.ActiveDocument.1">
                  <p:embed/>
                </p:oleObj>
              </mc:Choice>
              <mc:Fallback>
                <p:oleObj name="think-cell Slide" r:id="rId3" imgW="430" imgH="433" progId="TCLayout.ActiveDocument.1">
                  <p:embed/>
                  <p:pic>
                    <p:nvPicPr>
                      <p:cNvPr id="3" name="Object 2" hidden="1"/>
                      <p:cNvPicPr/>
                      <p:nvPr/>
                    </p:nvPicPr>
                    <p:blipFill>
                      <a:blip r:embed="rId4"/>
                      <a:stretch>
                        <a:fillRect/>
                      </a:stretch>
                    </p:blipFill>
                    <p:spPr>
                      <a:xfrm>
                        <a:off x="2119" y="1595"/>
                        <a:ext cx="2116" cy="1587"/>
                      </a:xfrm>
                      <a:prstGeom prst="rect">
                        <a:avLst/>
                      </a:prstGeom>
                    </p:spPr>
                  </p:pic>
                </p:oleObj>
              </mc:Fallback>
            </mc:AlternateContent>
          </a:graphicData>
        </a:graphic>
      </p:graphicFrame>
      <p:sp>
        <p:nvSpPr>
          <p:cNvPr id="10" name="Rectangle 9"/>
          <p:cNvSpPr/>
          <p:nvPr/>
        </p:nvSpPr>
        <p:spPr bwMode="auto">
          <a:xfrm>
            <a:off x="0" y="0"/>
            <a:ext cx="12192000" cy="1052736"/>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none" lIns="68580" tIns="34290" rIns="68580" bIns="34290" numCol="1" rtlCol="0" anchor="ctr" anchorCtr="0" compatLnSpc="1">
            <a:prstTxWarp prst="textNoShape">
              <a:avLst/>
            </a:prstTxWarp>
          </a:bodyPr>
          <a:lstStyle/>
          <a:p>
            <a:pPr algn="ctr" fontAlgn="base">
              <a:spcBef>
                <a:spcPct val="0"/>
              </a:spcBef>
              <a:spcAft>
                <a:spcPct val="0"/>
              </a:spcAft>
            </a:pPr>
            <a:endParaRPr lang="en-GB" sz="1426">
              <a:solidFill>
                <a:srgbClr val="2D2926"/>
              </a:solidFill>
              <a:latin typeface="Arial" charset="0"/>
            </a:endParaRPr>
          </a:p>
        </p:txBody>
      </p:sp>
      <p:pic>
        <p:nvPicPr>
          <p:cNvPr id="2" name="Picture 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616327" y="477844"/>
            <a:ext cx="5575676" cy="5543451"/>
          </a:xfrm>
          <a:prstGeom prst="rect">
            <a:avLst/>
          </a:prstGeom>
        </p:spPr>
      </p:pic>
      <p:sp>
        <p:nvSpPr>
          <p:cNvPr id="6" name="Rectangle 5"/>
          <p:cNvSpPr>
            <a:spLocks noGrp="1" noChangeArrowheads="1"/>
          </p:cNvSpPr>
          <p:nvPr>
            <p:ph type="sldNum" sz="quarter" idx="12"/>
          </p:nvPr>
        </p:nvSpPr>
        <p:spPr>
          <a:xfrm>
            <a:off x="11648670" y="6400800"/>
            <a:ext cx="527381" cy="457200"/>
          </a:xfrm>
          <a:ln/>
        </p:spPr>
        <p:txBody>
          <a:bodyPr/>
          <a:lstStyle>
            <a:lvl1pPr>
              <a:defRPr>
                <a:solidFill>
                  <a:srgbClr val="FF0000"/>
                </a:solidFill>
              </a:defRPr>
            </a:lvl1pPr>
          </a:lstStyle>
          <a:p>
            <a:pPr>
              <a:defRPr/>
            </a:pPr>
            <a:fld id="{6516E9BE-843C-4425-80E4-36155279AD5E}" type="slidenum">
              <a:rPr lang="en-GB" smtClean="0"/>
              <a:pPr>
                <a:defRPr/>
              </a:pPr>
              <a:t>‹#›</a:t>
            </a:fld>
            <a:endParaRPr lang="en-GB"/>
          </a:p>
        </p:txBody>
      </p:sp>
      <p:pic>
        <p:nvPicPr>
          <p:cNvPr id="7" name="Picture 6"/>
          <p:cNvPicPr>
            <a:picLocks noChangeAspect="1"/>
          </p:cNvPicPr>
          <p:nvPr/>
        </p:nvPicPr>
        <p:blipFill>
          <a:blip r:embed="rId6"/>
          <a:stretch>
            <a:fillRect/>
          </a:stretch>
        </p:blipFill>
        <p:spPr>
          <a:xfrm>
            <a:off x="239188" y="1964571"/>
            <a:ext cx="11713634" cy="65091"/>
          </a:xfrm>
          <a:prstGeom prst="rect">
            <a:avLst/>
          </a:prstGeom>
        </p:spPr>
      </p:pic>
      <p:sp>
        <p:nvSpPr>
          <p:cNvPr id="8" name="Text Placeholder 11"/>
          <p:cNvSpPr>
            <a:spLocks noGrp="1"/>
          </p:cNvSpPr>
          <p:nvPr>
            <p:ph type="body" sz="quarter" idx="13" hasCustomPrompt="1"/>
          </p:nvPr>
        </p:nvSpPr>
        <p:spPr>
          <a:xfrm>
            <a:off x="239188" y="2181578"/>
            <a:ext cx="11713634" cy="1463446"/>
          </a:xfrm>
          <a:prstGeom prst="rect">
            <a:avLst/>
          </a:prstGeom>
        </p:spPr>
        <p:txBody>
          <a:bodyPr vert="horz">
            <a:normAutofit/>
          </a:bodyPr>
          <a:lstStyle>
            <a:lvl1pPr marL="0" indent="0">
              <a:buNone/>
              <a:defRPr sz="2400" b="1">
                <a:solidFill>
                  <a:schemeClr val="tx1"/>
                </a:solidFill>
                <a:effectLst/>
              </a:defRPr>
            </a:lvl1pPr>
          </a:lstStyle>
          <a:p>
            <a:pPr lvl="0"/>
            <a:r>
              <a:rPr lang="en-US"/>
              <a:t>Section Title</a:t>
            </a:r>
          </a:p>
        </p:txBody>
      </p:sp>
      <p:sp>
        <p:nvSpPr>
          <p:cNvPr id="9" name="Text Placeholder 11"/>
          <p:cNvSpPr>
            <a:spLocks noGrp="1"/>
          </p:cNvSpPr>
          <p:nvPr>
            <p:ph type="body" sz="quarter" idx="14" hasCustomPrompt="1"/>
          </p:nvPr>
        </p:nvSpPr>
        <p:spPr>
          <a:xfrm>
            <a:off x="239188" y="1266925"/>
            <a:ext cx="11713634" cy="561756"/>
          </a:xfrm>
          <a:prstGeom prst="rect">
            <a:avLst/>
          </a:prstGeom>
        </p:spPr>
        <p:txBody>
          <a:bodyPr vert="horz" anchor="b">
            <a:normAutofit/>
          </a:bodyPr>
          <a:lstStyle>
            <a:lvl1pPr marL="0" indent="0">
              <a:buNone/>
              <a:defRPr sz="1349" b="0">
                <a:solidFill>
                  <a:schemeClr val="tx1">
                    <a:lumMod val="50000"/>
                    <a:lumOff val="50000"/>
                  </a:schemeClr>
                </a:solidFill>
              </a:defRPr>
            </a:lvl1pPr>
          </a:lstStyle>
          <a:p>
            <a:pPr lvl="0"/>
            <a:r>
              <a:rPr lang="en-US"/>
              <a:t>Section #</a:t>
            </a:r>
          </a:p>
        </p:txBody>
      </p:sp>
      <p:sp>
        <p:nvSpPr>
          <p:cNvPr id="11" name="Rectangle 4"/>
          <p:cNvSpPr>
            <a:spLocks noGrp="1" noChangeArrowheads="1"/>
          </p:cNvSpPr>
          <p:nvPr>
            <p:ph type="ftr" sz="quarter" idx="11"/>
          </p:nvPr>
        </p:nvSpPr>
        <p:spPr>
          <a:xfrm>
            <a:off x="239187" y="6400800"/>
            <a:ext cx="9409211" cy="457200"/>
          </a:xfrm>
          <a:prstGeom prst="rect">
            <a:avLst/>
          </a:prstGeom>
          <a:ln/>
        </p:spPr>
        <p:txBody>
          <a:bodyPr/>
          <a:lstStyle>
            <a:lvl1pPr>
              <a:defRPr/>
            </a:lvl1pPr>
          </a:lstStyle>
          <a:p>
            <a:endParaRPr lang="en-US"/>
          </a:p>
        </p:txBody>
      </p:sp>
    </p:spTree>
    <p:extLst>
      <p:ext uri="{BB962C8B-B14F-4D97-AF65-F5344CB8AC3E}">
        <p14:creationId xmlns:p14="http://schemas.microsoft.com/office/powerpoint/2010/main" val="29200674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1_Section Header">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p:custDataLst>
              <p:tags r:id="rId1"/>
            </p:custDataLst>
          </p:nvPr>
        </p:nvGraphicFramePr>
        <p:xfrm>
          <a:off x="2119" y="1595"/>
          <a:ext cx="2116" cy="1587"/>
        </p:xfrm>
        <a:graphic>
          <a:graphicData uri="http://schemas.openxmlformats.org/presentationml/2006/ole">
            <mc:AlternateContent xmlns:mc="http://schemas.openxmlformats.org/markup-compatibility/2006">
              <mc:Choice xmlns:v="urn:schemas-microsoft-com:vml" Requires="v">
                <p:oleObj name="think-cell Slide" r:id="rId3" imgW="430" imgH="433" progId="TCLayout.ActiveDocument.1">
                  <p:embed/>
                </p:oleObj>
              </mc:Choice>
              <mc:Fallback>
                <p:oleObj name="think-cell Slide" r:id="rId3" imgW="430" imgH="433" progId="TCLayout.ActiveDocument.1">
                  <p:embed/>
                  <p:pic>
                    <p:nvPicPr>
                      <p:cNvPr id="3" name="Object 2" hidden="1"/>
                      <p:cNvPicPr/>
                      <p:nvPr/>
                    </p:nvPicPr>
                    <p:blipFill>
                      <a:blip r:embed="rId4"/>
                      <a:stretch>
                        <a:fillRect/>
                      </a:stretch>
                    </p:blipFill>
                    <p:spPr>
                      <a:xfrm>
                        <a:off x="2119" y="1595"/>
                        <a:ext cx="2116" cy="1587"/>
                      </a:xfrm>
                      <a:prstGeom prst="rect">
                        <a:avLst/>
                      </a:prstGeom>
                    </p:spPr>
                  </p:pic>
                </p:oleObj>
              </mc:Fallback>
            </mc:AlternateContent>
          </a:graphicData>
        </a:graphic>
      </p:graphicFrame>
      <p:grpSp>
        <p:nvGrpSpPr>
          <p:cNvPr id="2" name="Group 1"/>
          <p:cNvGrpSpPr/>
          <p:nvPr/>
        </p:nvGrpSpPr>
        <p:grpSpPr>
          <a:xfrm>
            <a:off x="0" y="1178585"/>
            <a:ext cx="12192000" cy="2547336"/>
            <a:chOff x="0" y="1178584"/>
            <a:chExt cx="12192000" cy="2547336"/>
          </a:xfrm>
        </p:grpSpPr>
        <p:grpSp>
          <p:nvGrpSpPr>
            <p:cNvPr id="5" name="Group 4"/>
            <p:cNvGrpSpPr/>
            <p:nvPr/>
          </p:nvGrpSpPr>
          <p:grpSpPr>
            <a:xfrm>
              <a:off x="4584735" y="1178585"/>
              <a:ext cx="7607265" cy="1277860"/>
              <a:chOff x="4242374" y="1266924"/>
              <a:chExt cx="7607265" cy="1277860"/>
            </a:xfrm>
          </p:grpSpPr>
          <p:pic>
            <p:nvPicPr>
              <p:cNvPr id="15"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l="66788"/>
              <a:stretch/>
            </p:blipFill>
            <p:spPr bwMode="auto">
              <a:xfrm>
                <a:off x="7458055" y="1266924"/>
                <a:ext cx="4049222" cy="6921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6"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r="97157" b="17268"/>
              <a:stretch/>
            </p:blipFill>
            <p:spPr bwMode="auto">
              <a:xfrm>
                <a:off x="4242374" y="1266924"/>
                <a:ext cx="3215680" cy="12778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8"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t="12683" r="99340" b="31624"/>
              <a:stretch/>
            </p:blipFill>
            <p:spPr bwMode="auto">
              <a:xfrm>
                <a:off x="10873398" y="1505214"/>
                <a:ext cx="616085" cy="38548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9"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l="66788" b="7541"/>
              <a:stretch/>
            </p:blipFill>
            <p:spPr bwMode="auto">
              <a:xfrm>
                <a:off x="6747364" y="1904828"/>
                <a:ext cx="4049222" cy="63995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7"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r="99746" b="50292"/>
              <a:stretch/>
            </p:blipFill>
            <p:spPr bwMode="auto">
              <a:xfrm>
                <a:off x="10181088" y="2094605"/>
                <a:ext cx="526195" cy="288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t="12683" r="99340" b="31624"/>
              <a:stretch/>
            </p:blipFill>
            <p:spPr bwMode="auto">
              <a:xfrm>
                <a:off x="11005120" y="1266924"/>
                <a:ext cx="844519" cy="12778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1"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t="12683" r="99340" b="31624"/>
              <a:stretch/>
            </p:blipFill>
            <p:spPr bwMode="auto">
              <a:xfrm>
                <a:off x="10662759" y="1724108"/>
                <a:ext cx="1186880" cy="82067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grpSp>
          <p:nvGrpSpPr>
            <p:cNvPr id="23" name="Group 22"/>
            <p:cNvGrpSpPr/>
            <p:nvPr/>
          </p:nvGrpSpPr>
          <p:grpSpPr>
            <a:xfrm>
              <a:off x="3169032" y="2448060"/>
              <a:ext cx="7607265" cy="1277860"/>
              <a:chOff x="4242374" y="1266924"/>
              <a:chExt cx="7607265" cy="1277860"/>
            </a:xfrm>
          </p:grpSpPr>
          <p:pic>
            <p:nvPicPr>
              <p:cNvPr id="24"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l="66788"/>
              <a:stretch/>
            </p:blipFill>
            <p:spPr bwMode="auto">
              <a:xfrm>
                <a:off x="7458055" y="1266924"/>
                <a:ext cx="4049222" cy="6921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5"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r="97157" b="17268"/>
              <a:stretch/>
            </p:blipFill>
            <p:spPr bwMode="auto">
              <a:xfrm>
                <a:off x="4242374" y="1266924"/>
                <a:ext cx="3215680" cy="12778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6"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t="12683" r="99340" b="31624"/>
              <a:stretch/>
            </p:blipFill>
            <p:spPr bwMode="auto">
              <a:xfrm>
                <a:off x="10873398" y="1505214"/>
                <a:ext cx="616085" cy="38548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7"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l="66788" b="7541"/>
              <a:stretch/>
            </p:blipFill>
            <p:spPr bwMode="auto">
              <a:xfrm>
                <a:off x="6747364" y="1904828"/>
                <a:ext cx="4049222" cy="63995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8"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r="99746" b="50292"/>
              <a:stretch/>
            </p:blipFill>
            <p:spPr bwMode="auto">
              <a:xfrm>
                <a:off x="10181088" y="2094605"/>
                <a:ext cx="526195" cy="288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9"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t="12683" r="99340" b="31624"/>
              <a:stretch/>
            </p:blipFill>
            <p:spPr bwMode="auto">
              <a:xfrm>
                <a:off x="11005120" y="1266924"/>
                <a:ext cx="844519" cy="12778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t="12683" r="99340" b="31624"/>
              <a:stretch/>
            </p:blipFill>
            <p:spPr bwMode="auto">
              <a:xfrm>
                <a:off x="10662759" y="1724108"/>
                <a:ext cx="1186880" cy="82067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pic>
          <p:nvPicPr>
            <p:cNvPr id="31"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t="12683" r="99340" b="31624"/>
            <a:stretch/>
          </p:blipFill>
          <p:spPr bwMode="auto">
            <a:xfrm>
              <a:off x="10662758" y="2453554"/>
              <a:ext cx="1529242" cy="127236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2"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t="12683" r="99340" b="31624"/>
            <a:stretch/>
          </p:blipFill>
          <p:spPr bwMode="auto">
            <a:xfrm>
              <a:off x="0" y="1178584"/>
              <a:ext cx="4648131" cy="254733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sp>
        <p:nvSpPr>
          <p:cNvPr id="10" name="Rectangle 9"/>
          <p:cNvSpPr/>
          <p:nvPr/>
        </p:nvSpPr>
        <p:spPr bwMode="auto">
          <a:xfrm>
            <a:off x="0" y="0"/>
            <a:ext cx="12192000" cy="1052736"/>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none" lIns="68580" tIns="34290" rIns="68580" bIns="34290" numCol="1" rtlCol="0" anchor="ctr" anchorCtr="0" compatLnSpc="1">
            <a:prstTxWarp prst="textNoShape">
              <a:avLst/>
            </a:prstTxWarp>
          </a:bodyPr>
          <a:lstStyle/>
          <a:p>
            <a:pPr algn="ctr" fontAlgn="base">
              <a:spcBef>
                <a:spcPct val="0"/>
              </a:spcBef>
              <a:spcAft>
                <a:spcPct val="0"/>
              </a:spcAft>
            </a:pPr>
            <a:endParaRPr lang="en-GB" sz="1426">
              <a:solidFill>
                <a:srgbClr val="2D2926"/>
              </a:solidFill>
              <a:latin typeface="Arial" charset="0"/>
            </a:endParaRPr>
          </a:p>
        </p:txBody>
      </p:sp>
      <p:sp>
        <p:nvSpPr>
          <p:cNvPr id="6" name="Rectangle 5"/>
          <p:cNvSpPr>
            <a:spLocks noGrp="1" noChangeArrowheads="1"/>
          </p:cNvSpPr>
          <p:nvPr>
            <p:ph type="sldNum" sz="quarter" idx="12"/>
          </p:nvPr>
        </p:nvSpPr>
        <p:spPr>
          <a:ln/>
        </p:spPr>
        <p:txBody>
          <a:bodyPr/>
          <a:lstStyle>
            <a:lvl1pPr>
              <a:defRPr>
                <a:solidFill>
                  <a:srgbClr val="FF0000"/>
                </a:solidFill>
              </a:defRPr>
            </a:lvl1pPr>
          </a:lstStyle>
          <a:p>
            <a:pPr>
              <a:defRPr/>
            </a:pPr>
            <a:fld id="{6516E9BE-843C-4425-80E4-36155279AD5E}" type="slidenum">
              <a:rPr lang="en-GB" smtClean="0"/>
              <a:pPr>
                <a:defRPr/>
              </a:pPr>
              <a:t>‹#›</a:t>
            </a:fld>
            <a:endParaRPr lang="en-GB"/>
          </a:p>
        </p:txBody>
      </p:sp>
      <p:sp>
        <p:nvSpPr>
          <p:cNvPr id="8" name="Text Placeholder 11"/>
          <p:cNvSpPr>
            <a:spLocks noGrp="1"/>
          </p:cNvSpPr>
          <p:nvPr>
            <p:ph type="body" sz="quarter" idx="13" hasCustomPrompt="1"/>
          </p:nvPr>
        </p:nvSpPr>
        <p:spPr>
          <a:xfrm>
            <a:off x="239187" y="2181578"/>
            <a:ext cx="8736139" cy="1463446"/>
          </a:xfrm>
          <a:prstGeom prst="rect">
            <a:avLst/>
          </a:prstGeom>
        </p:spPr>
        <p:txBody>
          <a:bodyPr vert="horz">
            <a:normAutofit/>
          </a:bodyPr>
          <a:lstStyle>
            <a:lvl1pPr marL="0" indent="0">
              <a:buNone/>
              <a:defRPr sz="2400" b="1">
                <a:solidFill>
                  <a:schemeClr val="bg1"/>
                </a:solidFill>
                <a:effectLst/>
              </a:defRPr>
            </a:lvl1pPr>
          </a:lstStyle>
          <a:p>
            <a:pPr lvl="0"/>
            <a:r>
              <a:rPr lang="en-US"/>
              <a:t>Section Title</a:t>
            </a:r>
          </a:p>
        </p:txBody>
      </p:sp>
      <p:sp>
        <p:nvSpPr>
          <p:cNvPr id="9" name="Text Placeholder 11"/>
          <p:cNvSpPr>
            <a:spLocks noGrp="1"/>
          </p:cNvSpPr>
          <p:nvPr>
            <p:ph type="body" sz="quarter" idx="14" hasCustomPrompt="1"/>
          </p:nvPr>
        </p:nvSpPr>
        <p:spPr>
          <a:xfrm>
            <a:off x="239187" y="1266925"/>
            <a:ext cx="8736139" cy="561756"/>
          </a:xfrm>
          <a:prstGeom prst="rect">
            <a:avLst/>
          </a:prstGeom>
        </p:spPr>
        <p:txBody>
          <a:bodyPr vert="horz" anchor="b">
            <a:normAutofit/>
          </a:bodyPr>
          <a:lstStyle>
            <a:lvl1pPr marL="0" indent="0">
              <a:buNone/>
              <a:defRPr sz="1349" b="0">
                <a:solidFill>
                  <a:schemeClr val="bg1"/>
                </a:solidFill>
              </a:defRPr>
            </a:lvl1pPr>
          </a:lstStyle>
          <a:p>
            <a:pPr lvl="0"/>
            <a:r>
              <a:rPr lang="en-US"/>
              <a:t>Section #</a:t>
            </a:r>
          </a:p>
        </p:txBody>
      </p:sp>
      <p:sp>
        <p:nvSpPr>
          <p:cNvPr id="11" name="Rectangle 4"/>
          <p:cNvSpPr>
            <a:spLocks noGrp="1" noChangeArrowheads="1"/>
          </p:cNvSpPr>
          <p:nvPr>
            <p:ph type="ftr" sz="quarter" idx="11"/>
          </p:nvPr>
        </p:nvSpPr>
        <p:spPr>
          <a:xfrm>
            <a:off x="239187" y="6400800"/>
            <a:ext cx="9409211" cy="457200"/>
          </a:xfrm>
          <a:prstGeom prst="rect">
            <a:avLst/>
          </a:prstGeom>
          <a:ln/>
        </p:spPr>
        <p:txBody>
          <a:bodyPr/>
          <a:lstStyle>
            <a:lvl1pPr>
              <a:defRPr/>
            </a:lvl1pPr>
          </a:lstStyle>
          <a:p>
            <a:endParaRPr lang="en-US"/>
          </a:p>
        </p:txBody>
      </p:sp>
      <p:pic>
        <p:nvPicPr>
          <p:cNvPr id="14" name="Picture 3"/>
          <p:cNvPicPr>
            <a:picLocks noChangeAspect="1" noChangeArrowheads="1"/>
          </p:cNvPicPr>
          <p:nvPr/>
        </p:nvPicPr>
        <p:blipFill rotWithShape="1">
          <a:blip r:embed="rId6">
            <a:extLst>
              <a:ext uri="{28A0092B-C50C-407E-A947-70E740481C1C}">
                <a14:useLocalDpi xmlns:a14="http://schemas.microsoft.com/office/drawing/2010/main" val="0"/>
              </a:ext>
            </a:extLst>
          </a:blip>
          <a:srcRect t="13116" r="76604" b="25471"/>
          <a:stretch/>
        </p:blipFill>
        <p:spPr bwMode="auto">
          <a:xfrm>
            <a:off x="11399103" y="3113153"/>
            <a:ext cx="627692" cy="53187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35" name="Straight Connector 34"/>
          <p:cNvCxnSpPr/>
          <p:nvPr/>
        </p:nvCxnSpPr>
        <p:spPr bwMode="auto">
          <a:xfrm>
            <a:off x="239187" y="2006353"/>
            <a:ext cx="8875152" cy="0"/>
          </a:xfrm>
          <a:prstGeom prst="line">
            <a:avLst/>
          </a:prstGeom>
          <a:ln w="28575">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695526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 Text Box Layout">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custDataLst>
              <p:tags r:id="rId1"/>
            </p:custDataLst>
          </p:nvPr>
        </p:nvGraphicFramePr>
        <p:xfrm>
          <a:off x="1592" y="1594"/>
          <a:ext cx="1588" cy="1587"/>
        </p:xfrm>
        <a:graphic>
          <a:graphicData uri="http://schemas.openxmlformats.org/presentationml/2006/ole">
            <mc:AlternateContent xmlns:mc="http://schemas.openxmlformats.org/markup-compatibility/2006">
              <mc:Choice xmlns:v="urn:schemas-microsoft-com:vml" Requires="v">
                <p:oleObj name="think-cell Slide" r:id="rId3" imgW="430" imgH="433" progId="TCLayout.ActiveDocument.1">
                  <p:embed/>
                </p:oleObj>
              </mc:Choice>
              <mc:Fallback>
                <p:oleObj name="think-cell Slide" r:id="rId3" imgW="430" imgH="433" progId="TCLayout.ActiveDocument.1">
                  <p:embed/>
                  <p:pic>
                    <p:nvPicPr>
                      <p:cNvPr id="2" name="Object 1" hidden="1"/>
                      <p:cNvPicPr/>
                      <p:nvPr/>
                    </p:nvPicPr>
                    <p:blipFill>
                      <a:blip r:embed="rId4"/>
                      <a:stretch>
                        <a:fillRect/>
                      </a:stretch>
                    </p:blipFill>
                    <p:spPr>
                      <a:xfrm>
                        <a:off x="1592" y="1594"/>
                        <a:ext cx="1588" cy="1587"/>
                      </a:xfrm>
                      <a:prstGeom prst="rect">
                        <a:avLst/>
                      </a:prstGeom>
                    </p:spPr>
                  </p:pic>
                </p:oleObj>
              </mc:Fallback>
            </mc:AlternateContent>
          </a:graphicData>
        </a:graphic>
      </p:graphicFrame>
      <p:sp>
        <p:nvSpPr>
          <p:cNvPr id="6" name="Title 1"/>
          <p:cNvSpPr>
            <a:spLocks noGrp="1"/>
          </p:cNvSpPr>
          <p:nvPr>
            <p:ph type="title"/>
          </p:nvPr>
        </p:nvSpPr>
        <p:spPr>
          <a:xfrm>
            <a:off x="239188" y="0"/>
            <a:ext cx="10273307" cy="648000"/>
          </a:xfrm>
          <a:prstGeom prst="rect">
            <a:avLst/>
          </a:prstGeom>
        </p:spPr>
        <p:txBody>
          <a:bodyPr lIns="0" tIns="0" rIns="0" bIns="0" anchor="ctr">
            <a:normAutofit/>
          </a:bodyPr>
          <a:lstStyle>
            <a:lvl1pPr>
              <a:defRPr sz="1500">
                <a:latin typeface="Calibri" panose="020F0502020204030204" pitchFamily="34" charset="0"/>
              </a:defRPr>
            </a:lvl1pPr>
          </a:lstStyle>
          <a:p>
            <a:r>
              <a:rPr lang="en-US"/>
              <a:t>Click to edit Master title style</a:t>
            </a:r>
            <a:endParaRPr lang="en-GB"/>
          </a:p>
        </p:txBody>
      </p:sp>
      <p:sp>
        <p:nvSpPr>
          <p:cNvPr id="7" name="Rectangle 4"/>
          <p:cNvSpPr>
            <a:spLocks noGrp="1" noChangeArrowheads="1"/>
          </p:cNvSpPr>
          <p:nvPr>
            <p:ph type="ftr" sz="quarter" idx="11"/>
          </p:nvPr>
        </p:nvSpPr>
        <p:spPr>
          <a:xfrm>
            <a:off x="239187" y="6400800"/>
            <a:ext cx="9409211" cy="457200"/>
          </a:xfrm>
          <a:prstGeom prst="rect">
            <a:avLst/>
          </a:prstGeom>
          <a:ln/>
        </p:spPr>
        <p:txBody>
          <a:bodyPr/>
          <a:lstStyle>
            <a:lvl1pPr>
              <a:defRPr/>
            </a:lvl1pPr>
          </a:lstStyle>
          <a:p>
            <a:endParaRPr lang="en-US"/>
          </a:p>
        </p:txBody>
      </p:sp>
      <p:sp>
        <p:nvSpPr>
          <p:cNvPr id="8" name="Rectangle 5"/>
          <p:cNvSpPr>
            <a:spLocks noGrp="1" noChangeArrowheads="1"/>
          </p:cNvSpPr>
          <p:nvPr>
            <p:ph type="sldNum" sz="quarter" idx="12"/>
          </p:nvPr>
        </p:nvSpPr>
        <p:spPr>
          <a:xfrm>
            <a:off x="11664622" y="6400800"/>
            <a:ext cx="527381" cy="457200"/>
          </a:xfrm>
          <a:ln/>
        </p:spPr>
        <p:txBody>
          <a:bodyPr/>
          <a:lstStyle>
            <a:lvl1pPr>
              <a:defRPr>
                <a:solidFill>
                  <a:srgbClr val="FF0000"/>
                </a:solidFill>
              </a:defRPr>
            </a:lvl1pPr>
          </a:lstStyle>
          <a:p>
            <a:pPr>
              <a:defRPr/>
            </a:pPr>
            <a:fld id="{6516E9BE-843C-4425-80E4-36155279AD5E}" type="slidenum">
              <a:rPr lang="en-GB" smtClean="0"/>
              <a:pPr>
                <a:defRPr/>
              </a:pPr>
              <a:t>‹#›</a:t>
            </a:fld>
            <a:endParaRPr lang="en-GB"/>
          </a:p>
        </p:txBody>
      </p:sp>
      <p:sp>
        <p:nvSpPr>
          <p:cNvPr id="5" name="Text Placeholder 4"/>
          <p:cNvSpPr>
            <a:spLocks noGrp="1"/>
          </p:cNvSpPr>
          <p:nvPr>
            <p:ph type="body" sz="quarter" idx="13" hasCustomPrompt="1"/>
          </p:nvPr>
        </p:nvSpPr>
        <p:spPr>
          <a:xfrm>
            <a:off x="239187" y="836712"/>
            <a:ext cx="11329424" cy="1655762"/>
          </a:xfrm>
          <a:prstGeom prst="rect">
            <a:avLst/>
          </a:prstGeom>
        </p:spPr>
        <p:txBody>
          <a:bodyPr/>
          <a:lstStyle>
            <a:lvl1pPr marL="0" marR="0" indent="0" algn="l" defTabSz="685817" rtl="0" eaLnBrk="1" fontAlgn="base" latinLnBrk="0" hangingPunct="1">
              <a:lnSpc>
                <a:spcPct val="100000"/>
              </a:lnSpc>
              <a:spcBef>
                <a:spcPct val="20000"/>
              </a:spcBef>
              <a:spcAft>
                <a:spcPct val="0"/>
              </a:spcAft>
              <a:buClr>
                <a:srgbClr val="C00000"/>
              </a:buClr>
              <a:buSzTx/>
              <a:buFontTx/>
              <a:buNone/>
              <a:tabLst/>
              <a:defRPr kumimoji="0" lang="en-US" sz="1349" b="0" i="0" u="none" strike="noStrike" kern="0" cap="none" spc="0" normalizeH="0" baseline="0" noProof="0">
                <a:ln>
                  <a:noFill/>
                </a:ln>
                <a:solidFill>
                  <a:schemeClr val="tx1"/>
                </a:solidFill>
                <a:effectLst/>
                <a:uLnTx/>
                <a:uFillTx/>
              </a:defRPr>
            </a:lvl1pPr>
            <a:lvl2pPr marL="557227" marR="0" indent="-214319" algn="l" defTabSz="685817" rtl="0" eaLnBrk="1" fontAlgn="base" latinLnBrk="0" hangingPunct="1">
              <a:lnSpc>
                <a:spcPct val="100000"/>
              </a:lnSpc>
              <a:spcBef>
                <a:spcPct val="20000"/>
              </a:spcBef>
              <a:spcAft>
                <a:spcPct val="0"/>
              </a:spcAft>
              <a:buClr>
                <a:srgbClr val="C00000"/>
              </a:buClr>
              <a:buSzTx/>
              <a:buFontTx/>
              <a:buChar char="–"/>
              <a:tabLst/>
              <a:defRPr kumimoji="0" lang="en-US" sz="1200" b="0" i="0" u="none" strike="noStrike" kern="0" cap="none" spc="0" normalizeH="0" baseline="0" noProof="0">
                <a:ln>
                  <a:noFill/>
                </a:ln>
                <a:solidFill>
                  <a:schemeClr val="tx1"/>
                </a:solidFill>
                <a:effectLst/>
                <a:uLnTx/>
                <a:uFillTx/>
              </a:defRPr>
            </a:lvl2pPr>
            <a:lvl3pPr marL="857271" marR="0" indent="-171455" algn="l" defTabSz="685817" rtl="0" eaLnBrk="1" fontAlgn="base" latinLnBrk="0" hangingPunct="1">
              <a:lnSpc>
                <a:spcPct val="100000"/>
              </a:lnSpc>
              <a:spcBef>
                <a:spcPct val="20000"/>
              </a:spcBef>
              <a:spcAft>
                <a:spcPct val="0"/>
              </a:spcAft>
              <a:buClr>
                <a:srgbClr val="C00000"/>
              </a:buClr>
              <a:buSzTx/>
              <a:buFontTx/>
              <a:buChar char="•"/>
              <a:tabLst/>
              <a:defRPr kumimoji="0" lang="en-US" sz="1051" b="0" i="0" u="none" strike="noStrike" kern="0" cap="none" spc="0" normalizeH="0" baseline="0" noProof="0">
                <a:ln>
                  <a:noFill/>
                </a:ln>
                <a:solidFill>
                  <a:schemeClr val="tx1"/>
                </a:solidFill>
                <a:effectLst/>
                <a:uLnTx/>
                <a:uFillTx/>
              </a:defRPr>
            </a:lvl3pPr>
            <a:lvl4pPr marL="1200180" marR="0" indent="-171455" algn="l" defTabSz="685817" rtl="0" eaLnBrk="1" fontAlgn="base" latinLnBrk="0" hangingPunct="1">
              <a:lnSpc>
                <a:spcPct val="100000"/>
              </a:lnSpc>
              <a:spcBef>
                <a:spcPct val="20000"/>
              </a:spcBef>
              <a:spcAft>
                <a:spcPct val="0"/>
              </a:spcAft>
              <a:buClr>
                <a:srgbClr val="C00000"/>
              </a:buClr>
              <a:buSzTx/>
              <a:buFontTx/>
              <a:buChar char="–"/>
              <a:tabLst/>
              <a:defRPr kumimoji="0" lang="en-US" sz="1051" b="0" i="0" u="none" strike="noStrike" kern="0" cap="none" spc="0" normalizeH="0" baseline="0" noProof="0">
                <a:ln>
                  <a:noFill/>
                </a:ln>
                <a:solidFill>
                  <a:schemeClr val="tx1"/>
                </a:solidFill>
                <a:effectLst/>
                <a:uLnTx/>
                <a:uFillTx/>
              </a:defRPr>
            </a:lvl4pPr>
            <a:lvl5pPr marL="1543088" marR="0" indent="-171455" algn="l" defTabSz="685817" rtl="0" eaLnBrk="1" fontAlgn="base" latinLnBrk="0" hangingPunct="1">
              <a:lnSpc>
                <a:spcPct val="100000"/>
              </a:lnSpc>
              <a:spcBef>
                <a:spcPct val="20000"/>
              </a:spcBef>
              <a:spcAft>
                <a:spcPct val="0"/>
              </a:spcAft>
              <a:buClr>
                <a:srgbClr val="C00000"/>
              </a:buClr>
              <a:buSzTx/>
              <a:buFontTx/>
              <a:buChar char="»"/>
              <a:tabLst/>
              <a:defRPr kumimoji="0" lang="en-US" sz="1051" b="0" i="0" u="none" strike="noStrike" kern="0" cap="none" spc="0" normalizeH="0" baseline="0" noProof="0">
                <a:ln>
                  <a:noFill/>
                </a:ln>
                <a:solidFill>
                  <a:schemeClr val="tx1"/>
                </a:solidFill>
                <a:effectLst/>
                <a:uLnTx/>
                <a:uFillTx/>
              </a:defRPr>
            </a:lvl5pPr>
            <a:lvl6pPr marL="0" marR="0" indent="0" algn="l" defTabSz="685817" rtl="0" eaLnBrk="1" fontAlgn="base" latinLnBrk="0" hangingPunct="1">
              <a:lnSpc>
                <a:spcPct val="100000"/>
              </a:lnSpc>
              <a:spcBef>
                <a:spcPct val="20000"/>
              </a:spcBef>
              <a:spcAft>
                <a:spcPct val="0"/>
              </a:spcAft>
              <a:buClr>
                <a:srgbClr val="C00000"/>
              </a:buClr>
              <a:buSzTx/>
              <a:buFontTx/>
              <a:buNone/>
              <a:tabLst/>
              <a:defRPr>
                <a:solidFill>
                  <a:schemeClr val="tx1"/>
                </a:solidFill>
              </a:defRPr>
            </a:lvl6pPr>
            <a:lvl8pPr marL="0" marR="0" indent="0" algn="l" defTabSz="685817" rtl="0" eaLnBrk="1" fontAlgn="base" latinLnBrk="0" hangingPunct="1">
              <a:lnSpc>
                <a:spcPct val="100000"/>
              </a:lnSpc>
              <a:spcBef>
                <a:spcPct val="20000"/>
              </a:spcBef>
              <a:spcAft>
                <a:spcPct val="0"/>
              </a:spcAft>
              <a:buClrTx/>
              <a:buSzTx/>
              <a:buFontTx/>
              <a:buNone/>
              <a:tabLst/>
              <a:defRPr/>
            </a:lvl8pPr>
            <a:lvl9pPr marL="0" marR="0" indent="0" algn="l" defTabSz="685817" rtl="0" eaLnBrk="1" fontAlgn="base" latinLnBrk="0" hangingPunct="1">
              <a:lnSpc>
                <a:spcPct val="100000"/>
              </a:lnSpc>
              <a:spcBef>
                <a:spcPct val="20000"/>
              </a:spcBef>
              <a:spcAft>
                <a:spcPct val="0"/>
              </a:spcAft>
              <a:buClrTx/>
              <a:buSzTx/>
              <a:buFontTx/>
              <a:buNone/>
              <a:tabLst/>
              <a:defRPr/>
            </a:lvl9pPr>
          </a:lstStyle>
          <a:p>
            <a:pPr marL="257182" marR="0" lvl="0" indent="-257182" algn="l" defTabSz="685817" rtl="0" eaLnBrk="1" fontAlgn="base" latinLnBrk="0" hangingPunct="1">
              <a:lnSpc>
                <a:spcPct val="100000"/>
              </a:lnSpc>
              <a:spcBef>
                <a:spcPct val="20000"/>
              </a:spcBef>
              <a:spcAft>
                <a:spcPct val="0"/>
              </a:spcAft>
              <a:buClrTx/>
              <a:buSzTx/>
              <a:buFontTx/>
              <a:buChar char="•"/>
              <a:tabLst/>
              <a:defRPr/>
            </a:pPr>
            <a:r>
              <a:rPr kumimoji="0" lang="en-US" sz="1349" b="0" i="0" u="none" strike="noStrike" kern="0" cap="none" spc="0" normalizeH="0" baseline="0" noProof="0">
                <a:ln>
                  <a:noFill/>
                </a:ln>
                <a:solidFill>
                  <a:srgbClr val="575757"/>
                </a:solidFill>
                <a:effectLst/>
                <a:uLnTx/>
                <a:uFillTx/>
                <a:latin typeface="+mn-lt"/>
              </a:rPr>
              <a:t>Edit Master text styles</a:t>
            </a:r>
          </a:p>
          <a:p>
            <a:pPr marL="557227" marR="0" lvl="1" indent="-214319" algn="l" defTabSz="685817" rtl="0" eaLnBrk="1" fontAlgn="base" latinLnBrk="0" hangingPunct="1">
              <a:lnSpc>
                <a:spcPct val="100000"/>
              </a:lnSpc>
              <a:spcBef>
                <a:spcPct val="20000"/>
              </a:spcBef>
              <a:spcAft>
                <a:spcPct val="0"/>
              </a:spcAft>
              <a:buClrTx/>
              <a:buSzTx/>
              <a:buFontTx/>
              <a:buChar char="–"/>
              <a:tabLst/>
              <a:defRPr/>
            </a:pPr>
            <a:r>
              <a:rPr kumimoji="0" lang="en-US" sz="1200" b="0" i="0" u="none" strike="noStrike" kern="0" cap="none" spc="0" normalizeH="0" baseline="0" noProof="0">
                <a:ln>
                  <a:noFill/>
                </a:ln>
                <a:solidFill>
                  <a:srgbClr val="575757"/>
                </a:solidFill>
                <a:effectLst/>
                <a:uLnTx/>
                <a:uFillTx/>
                <a:latin typeface="+mn-lt"/>
              </a:rPr>
              <a:t>Second level</a:t>
            </a:r>
          </a:p>
          <a:p>
            <a:pPr marL="857271" marR="0" lvl="2" indent="-171455" algn="l" defTabSz="685817" rtl="0" eaLnBrk="1" fontAlgn="base" latinLnBrk="0" hangingPunct="1">
              <a:lnSpc>
                <a:spcPct val="100000"/>
              </a:lnSpc>
              <a:spcBef>
                <a:spcPct val="20000"/>
              </a:spcBef>
              <a:spcAft>
                <a:spcPct val="0"/>
              </a:spcAft>
              <a:buClrTx/>
              <a:buSzTx/>
              <a:buFontTx/>
              <a:buChar char="•"/>
              <a:tabLst/>
              <a:defRPr/>
            </a:pPr>
            <a:r>
              <a:rPr kumimoji="0" lang="en-US" sz="1051" b="0" i="0" u="none" strike="noStrike" kern="0" cap="none" spc="0" normalizeH="0" baseline="0" noProof="0">
                <a:ln>
                  <a:noFill/>
                </a:ln>
                <a:solidFill>
                  <a:srgbClr val="575757"/>
                </a:solidFill>
                <a:effectLst/>
                <a:uLnTx/>
                <a:uFillTx/>
                <a:latin typeface="+mn-lt"/>
              </a:rPr>
              <a:t>Third level</a:t>
            </a:r>
          </a:p>
          <a:p>
            <a:pPr marL="1200180" marR="0" lvl="3" indent="-171455" algn="l" defTabSz="685817" rtl="0" eaLnBrk="1" fontAlgn="base" latinLnBrk="0" hangingPunct="1">
              <a:lnSpc>
                <a:spcPct val="100000"/>
              </a:lnSpc>
              <a:spcBef>
                <a:spcPct val="20000"/>
              </a:spcBef>
              <a:spcAft>
                <a:spcPct val="0"/>
              </a:spcAft>
              <a:buClrTx/>
              <a:buSzTx/>
              <a:buFontTx/>
              <a:buChar char="–"/>
              <a:tabLst/>
              <a:defRPr/>
            </a:pPr>
            <a:r>
              <a:rPr kumimoji="0" lang="en-US" sz="1051" b="0" i="0" u="none" strike="noStrike" kern="0" cap="none" spc="0" normalizeH="0" baseline="0" noProof="0">
                <a:ln>
                  <a:noFill/>
                </a:ln>
                <a:solidFill>
                  <a:srgbClr val="575757"/>
                </a:solidFill>
                <a:effectLst/>
                <a:uLnTx/>
                <a:uFillTx/>
                <a:latin typeface="+mn-lt"/>
              </a:rPr>
              <a:t>Fourth level</a:t>
            </a:r>
          </a:p>
          <a:p>
            <a:pPr marL="1543088" marR="0" lvl="4" indent="-171455" algn="l" defTabSz="685817" rtl="0" eaLnBrk="1" fontAlgn="base" latinLnBrk="0" hangingPunct="1">
              <a:lnSpc>
                <a:spcPct val="100000"/>
              </a:lnSpc>
              <a:spcBef>
                <a:spcPct val="20000"/>
              </a:spcBef>
              <a:spcAft>
                <a:spcPct val="0"/>
              </a:spcAft>
              <a:buClrTx/>
              <a:buSzTx/>
              <a:buFontTx/>
              <a:buChar char="»"/>
              <a:tabLst/>
              <a:defRPr/>
            </a:pPr>
            <a:r>
              <a:rPr kumimoji="0" lang="en-US" sz="1051" b="0" i="0" u="none" strike="noStrike" kern="0" cap="none" spc="0" normalizeH="0" baseline="0" noProof="0">
                <a:ln>
                  <a:noFill/>
                </a:ln>
                <a:solidFill>
                  <a:srgbClr val="575757"/>
                </a:solidFill>
                <a:effectLst/>
                <a:uLnTx/>
                <a:uFillTx/>
                <a:latin typeface="+mn-lt"/>
              </a:rPr>
              <a:t>Fifth level</a:t>
            </a:r>
          </a:p>
          <a:p>
            <a:pPr marL="1885997" marR="0" lvl="5" indent="-171455" algn="l" defTabSz="685817" rtl="0" eaLnBrk="1" fontAlgn="base" latinLnBrk="0" hangingPunct="1">
              <a:lnSpc>
                <a:spcPct val="100000"/>
              </a:lnSpc>
              <a:spcBef>
                <a:spcPct val="20000"/>
              </a:spcBef>
              <a:spcAft>
                <a:spcPct val="0"/>
              </a:spcAft>
              <a:buClrTx/>
              <a:buSzTx/>
              <a:buFontTx/>
              <a:buChar char="»"/>
              <a:tabLst/>
              <a:defRPr/>
            </a:pPr>
            <a:r>
              <a:rPr kumimoji="0" lang="en-US" sz="1349" b="0" i="0" u="none" strike="noStrike" kern="0" cap="none" spc="0" normalizeH="0" baseline="0" noProof="0">
                <a:ln>
                  <a:noFill/>
                </a:ln>
                <a:solidFill>
                  <a:srgbClr val="575757"/>
                </a:solidFill>
                <a:effectLst/>
                <a:uLnTx/>
                <a:uFillTx/>
                <a:latin typeface="+mn-lt"/>
              </a:rPr>
              <a:t>Level six</a:t>
            </a:r>
          </a:p>
          <a:p>
            <a:pPr marL="0" marR="0" lvl="5" indent="0" algn="l" defTabSz="685817" rtl="0" eaLnBrk="1" fontAlgn="base" latinLnBrk="0" hangingPunct="1">
              <a:lnSpc>
                <a:spcPct val="100000"/>
              </a:lnSpc>
              <a:spcBef>
                <a:spcPct val="20000"/>
              </a:spcBef>
              <a:spcAft>
                <a:spcPct val="0"/>
              </a:spcAft>
              <a:buClrTx/>
              <a:buSzTx/>
              <a:buFontTx/>
              <a:buNone/>
              <a:tabLst/>
              <a:defRPr/>
            </a:pPr>
            <a:r>
              <a:rPr kumimoji="0" lang="en-US" sz="1349" b="1" i="0" u="none" strike="noStrike" kern="0" cap="none" spc="0" normalizeH="0" baseline="0" noProof="0">
                <a:ln>
                  <a:noFill/>
                </a:ln>
                <a:solidFill>
                  <a:schemeClr val="accent3"/>
                </a:solidFill>
                <a:effectLst/>
                <a:uLnTx/>
                <a:uFillTx/>
                <a:latin typeface="+mn-lt"/>
              </a:rPr>
              <a:t>Level seven</a:t>
            </a:r>
          </a:p>
          <a:p>
            <a:pPr marL="0" marR="0" lvl="7" indent="0" algn="l" defTabSz="685817" rtl="0" eaLnBrk="1" fontAlgn="base" latinLnBrk="0" hangingPunct="1">
              <a:lnSpc>
                <a:spcPct val="100000"/>
              </a:lnSpc>
              <a:spcBef>
                <a:spcPct val="20000"/>
              </a:spcBef>
              <a:spcAft>
                <a:spcPct val="0"/>
              </a:spcAft>
              <a:buClrTx/>
              <a:buSzTx/>
              <a:buFontTx/>
              <a:buNone/>
              <a:tabLst/>
              <a:defRPr/>
            </a:pPr>
            <a:r>
              <a:rPr kumimoji="0" lang="en-US" sz="1349" b="0" i="0" u="none" strike="noStrike" kern="0" cap="none" spc="0" normalizeH="0" baseline="0" noProof="0">
                <a:ln>
                  <a:noFill/>
                </a:ln>
                <a:solidFill>
                  <a:srgbClr val="C00000"/>
                </a:solidFill>
                <a:effectLst/>
                <a:uLnTx/>
                <a:uFillTx/>
                <a:latin typeface="+mn-lt"/>
              </a:rPr>
              <a:t>Level eight</a:t>
            </a:r>
          </a:p>
          <a:p>
            <a:pPr marL="0" marR="0" lvl="8" indent="0" algn="l" defTabSz="685817" rtl="0" eaLnBrk="1" fontAlgn="base" latinLnBrk="0" hangingPunct="1">
              <a:lnSpc>
                <a:spcPct val="100000"/>
              </a:lnSpc>
              <a:spcBef>
                <a:spcPct val="20000"/>
              </a:spcBef>
              <a:spcAft>
                <a:spcPct val="0"/>
              </a:spcAft>
              <a:buClrTx/>
              <a:buSzTx/>
              <a:buFontTx/>
              <a:buNone/>
              <a:tabLst/>
              <a:defRPr/>
            </a:pPr>
            <a:r>
              <a:rPr kumimoji="0" lang="en-US" sz="1200" b="0" i="0" u="none" strike="noStrike" kern="0" cap="none" spc="0" normalizeH="0" baseline="0" noProof="0">
                <a:ln>
                  <a:noFill/>
                </a:ln>
                <a:solidFill>
                  <a:srgbClr val="575757"/>
                </a:solidFill>
                <a:effectLst/>
                <a:uLnTx/>
                <a:uFillTx/>
                <a:latin typeface="+mn-lt"/>
              </a:rPr>
              <a:t>Level nine</a:t>
            </a:r>
          </a:p>
        </p:txBody>
      </p:sp>
    </p:spTree>
    <p:extLst>
      <p:ext uri="{BB962C8B-B14F-4D97-AF65-F5344CB8AC3E}">
        <p14:creationId xmlns:p14="http://schemas.microsoft.com/office/powerpoint/2010/main" val="54460439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5120" userDrawn="1">
          <p15:clr>
            <a:srgbClr val="FBAE40"/>
          </p15:clr>
        </p15:guide>
        <p15:guide id="3" pos="190" userDrawn="1">
          <p15:clr>
            <a:srgbClr val="FBAE40"/>
          </p15:clr>
        </p15:guide>
        <p15:guide id="4" pos="10050" userDrawn="1">
          <p15:clr>
            <a:srgbClr val="FBAE40"/>
          </p15:clr>
        </p15:guide>
        <p15:guide id="5" orient="horz" pos="4020" userDrawn="1">
          <p15:clr>
            <a:srgbClr val="FBAE40"/>
          </p15:clr>
        </p15:guide>
        <p15:guide id="6" orient="horz" pos="527"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Only Layout">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custDataLst>
              <p:tags r:id="rId1"/>
            </p:custDataLst>
          </p:nvPr>
        </p:nvGraphicFramePr>
        <p:xfrm>
          <a:off x="2119" y="1595"/>
          <a:ext cx="2116" cy="1587"/>
        </p:xfrm>
        <a:graphic>
          <a:graphicData uri="http://schemas.openxmlformats.org/presentationml/2006/ole">
            <mc:AlternateContent xmlns:mc="http://schemas.openxmlformats.org/markup-compatibility/2006">
              <mc:Choice xmlns:v="urn:schemas-microsoft-com:vml" Requires="v">
                <p:oleObj name="think-cell Slide" r:id="rId3" imgW="430" imgH="433" progId="TCLayout.ActiveDocument.1">
                  <p:embed/>
                </p:oleObj>
              </mc:Choice>
              <mc:Fallback>
                <p:oleObj name="think-cell Slide" r:id="rId3" imgW="430" imgH="433" progId="TCLayout.ActiveDocument.1">
                  <p:embed/>
                  <p:pic>
                    <p:nvPicPr>
                      <p:cNvPr id="2" name="Object 1" hidden="1"/>
                      <p:cNvPicPr/>
                      <p:nvPr/>
                    </p:nvPicPr>
                    <p:blipFill>
                      <a:blip r:embed="rId4"/>
                      <a:stretch>
                        <a:fillRect/>
                      </a:stretch>
                    </p:blipFill>
                    <p:spPr>
                      <a:xfrm>
                        <a:off x="2119" y="1595"/>
                        <a:ext cx="2116" cy="1587"/>
                      </a:xfrm>
                      <a:prstGeom prst="rect">
                        <a:avLst/>
                      </a:prstGeom>
                    </p:spPr>
                  </p:pic>
                </p:oleObj>
              </mc:Fallback>
            </mc:AlternateContent>
          </a:graphicData>
        </a:graphic>
      </p:graphicFrame>
      <p:sp>
        <p:nvSpPr>
          <p:cNvPr id="8" name="Rectangle 5"/>
          <p:cNvSpPr>
            <a:spLocks noGrp="1" noChangeArrowheads="1"/>
          </p:cNvSpPr>
          <p:nvPr>
            <p:ph type="sldNum" sz="quarter" idx="12"/>
          </p:nvPr>
        </p:nvSpPr>
        <p:spPr>
          <a:xfrm>
            <a:off x="11664622" y="6400800"/>
            <a:ext cx="527381" cy="457200"/>
          </a:xfrm>
          <a:ln/>
        </p:spPr>
        <p:txBody>
          <a:bodyPr/>
          <a:lstStyle>
            <a:lvl1pPr>
              <a:defRPr>
                <a:solidFill>
                  <a:srgbClr val="FF0000"/>
                </a:solidFill>
              </a:defRPr>
            </a:lvl1pPr>
          </a:lstStyle>
          <a:p>
            <a:pPr>
              <a:defRPr/>
            </a:pPr>
            <a:fld id="{6516E9BE-843C-4425-80E4-36155279AD5E}" type="slidenum">
              <a:rPr lang="en-GB" smtClean="0"/>
              <a:pPr>
                <a:defRPr/>
              </a:pPr>
              <a:t>‹#›</a:t>
            </a:fld>
            <a:endParaRPr lang="en-GB"/>
          </a:p>
        </p:txBody>
      </p:sp>
      <p:sp>
        <p:nvSpPr>
          <p:cNvPr id="9" name="Title 1"/>
          <p:cNvSpPr>
            <a:spLocks noGrp="1"/>
          </p:cNvSpPr>
          <p:nvPr>
            <p:ph type="title"/>
          </p:nvPr>
        </p:nvSpPr>
        <p:spPr>
          <a:xfrm>
            <a:off x="239188" y="0"/>
            <a:ext cx="10273307" cy="648000"/>
          </a:xfrm>
          <a:prstGeom prst="rect">
            <a:avLst/>
          </a:prstGeom>
        </p:spPr>
        <p:txBody>
          <a:bodyPr lIns="0" tIns="0" rIns="0" bIns="0" anchor="ctr">
            <a:normAutofit/>
          </a:bodyPr>
          <a:lstStyle>
            <a:lvl1pPr>
              <a:defRPr sz="1500">
                <a:latin typeface="Calibri" panose="020F0502020204030204" pitchFamily="34" charset="0"/>
              </a:defRPr>
            </a:lvl1pPr>
          </a:lstStyle>
          <a:p>
            <a:r>
              <a:rPr lang="en-US"/>
              <a:t>Click to edit Master title style</a:t>
            </a:r>
            <a:endParaRPr lang="en-GB"/>
          </a:p>
        </p:txBody>
      </p:sp>
      <p:sp>
        <p:nvSpPr>
          <p:cNvPr id="6" name="Rectangle 4"/>
          <p:cNvSpPr>
            <a:spLocks noGrp="1" noChangeArrowheads="1"/>
          </p:cNvSpPr>
          <p:nvPr>
            <p:ph type="ftr" sz="quarter" idx="11"/>
          </p:nvPr>
        </p:nvSpPr>
        <p:spPr>
          <a:xfrm>
            <a:off x="239187" y="6400800"/>
            <a:ext cx="9409211" cy="457200"/>
          </a:xfrm>
          <a:prstGeom prst="rect">
            <a:avLst/>
          </a:prstGeom>
          <a:ln/>
        </p:spPr>
        <p:txBody>
          <a:bodyPr/>
          <a:lstStyle>
            <a:lvl1pPr>
              <a:defRPr/>
            </a:lvl1pPr>
          </a:lstStyle>
          <a:p>
            <a:endParaRPr lang="en-US"/>
          </a:p>
        </p:txBody>
      </p:sp>
    </p:spTree>
    <p:extLst>
      <p:ext uri="{BB962C8B-B14F-4D97-AF65-F5344CB8AC3E}">
        <p14:creationId xmlns:p14="http://schemas.microsoft.com/office/powerpoint/2010/main" val="113008150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5120" userDrawn="1">
          <p15:clr>
            <a:srgbClr val="FBAE40"/>
          </p15:clr>
        </p15:guide>
        <p15:guide id="3" pos="190" userDrawn="1">
          <p15:clr>
            <a:srgbClr val="FBAE40"/>
          </p15:clr>
        </p15:guide>
        <p15:guide id="4" pos="10050" userDrawn="1">
          <p15:clr>
            <a:srgbClr val="FBAE40"/>
          </p15:clr>
        </p15:guide>
        <p15:guide id="5" orient="horz" pos="527" userDrawn="1">
          <p15:clr>
            <a:srgbClr val="FBAE40"/>
          </p15:clr>
        </p15:guide>
        <p15:guide id="6" orient="horz" pos="402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Layout">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p:custDataLst>
              <p:tags r:id="rId1"/>
            </p:custDataLst>
          </p:nvPr>
        </p:nvGraphicFramePr>
        <p:xfrm>
          <a:off x="2119" y="1595"/>
          <a:ext cx="2116" cy="1587"/>
        </p:xfrm>
        <a:graphic>
          <a:graphicData uri="http://schemas.openxmlformats.org/presentationml/2006/ole">
            <mc:AlternateContent xmlns:mc="http://schemas.openxmlformats.org/markup-compatibility/2006">
              <mc:Choice xmlns:v="urn:schemas-microsoft-com:vml" Requires="v">
                <p:oleObj name="think-cell Slide" r:id="rId4" imgW="430" imgH="433" progId="TCLayout.ActiveDocument.1">
                  <p:embed/>
                </p:oleObj>
              </mc:Choice>
              <mc:Fallback>
                <p:oleObj name="think-cell Slide" r:id="rId4" imgW="430" imgH="433" progId="TCLayout.ActiveDocument.1">
                  <p:embed/>
                  <p:pic>
                    <p:nvPicPr>
                      <p:cNvPr id="6" name="Object 5" hidden="1"/>
                      <p:cNvPicPr/>
                      <p:nvPr/>
                    </p:nvPicPr>
                    <p:blipFill>
                      <a:blip r:embed="rId5"/>
                      <a:stretch>
                        <a:fillRect/>
                      </a:stretch>
                    </p:blipFill>
                    <p:spPr>
                      <a:xfrm>
                        <a:off x="2119" y="1595"/>
                        <a:ext cx="2116" cy="1587"/>
                      </a:xfrm>
                      <a:prstGeom prst="rect">
                        <a:avLst/>
                      </a:prstGeom>
                    </p:spPr>
                  </p:pic>
                </p:oleObj>
              </mc:Fallback>
            </mc:AlternateContent>
          </a:graphicData>
        </a:graphic>
      </p:graphicFrame>
      <p:sp>
        <p:nvSpPr>
          <p:cNvPr id="5" name="Rectangle 4" hidden="1"/>
          <p:cNvSpPr/>
          <p:nvPr>
            <p:custDataLst>
              <p:tags r:id="rId2"/>
            </p:custDataLst>
          </p:nvPr>
        </p:nvSpPr>
        <p:spPr bwMode="auto">
          <a:xfrm>
            <a:off x="2" y="0"/>
            <a:ext cx="211668" cy="158750"/>
          </a:xfrm>
          <a:prstGeom prst="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rtlCol="0" anchor="ctr" anchorCtr="0" compatLnSpc="1">
            <a:prstTxWarp prst="textNoShape">
              <a:avLst/>
            </a:prstTxWarp>
          </a:bodyPr>
          <a:lstStyle/>
          <a:p>
            <a:pPr algn="ctr" fontAlgn="base">
              <a:spcBef>
                <a:spcPct val="0"/>
              </a:spcBef>
              <a:spcAft>
                <a:spcPct val="0"/>
              </a:spcAft>
            </a:pPr>
            <a:endParaRPr lang="en-GB" sz="750">
              <a:solidFill>
                <a:srgbClr val="2D2926"/>
              </a:solidFill>
              <a:cs typeface="Times New Roman"/>
              <a:sym typeface="Calibri"/>
            </a:endParaRPr>
          </a:p>
        </p:txBody>
      </p:sp>
      <p:sp>
        <p:nvSpPr>
          <p:cNvPr id="8" name="Rectangle 5"/>
          <p:cNvSpPr>
            <a:spLocks noGrp="1" noChangeArrowheads="1"/>
          </p:cNvSpPr>
          <p:nvPr>
            <p:ph type="sldNum" sz="quarter" idx="12"/>
          </p:nvPr>
        </p:nvSpPr>
        <p:spPr>
          <a:xfrm>
            <a:off x="11664622" y="6400800"/>
            <a:ext cx="527381" cy="457200"/>
          </a:xfrm>
          <a:ln/>
        </p:spPr>
        <p:txBody>
          <a:bodyPr/>
          <a:lstStyle>
            <a:lvl1pPr>
              <a:defRPr>
                <a:solidFill>
                  <a:srgbClr val="FF0000"/>
                </a:solidFill>
              </a:defRPr>
            </a:lvl1pPr>
          </a:lstStyle>
          <a:p>
            <a:pPr>
              <a:defRPr/>
            </a:pPr>
            <a:fld id="{6516E9BE-843C-4425-80E4-36155279AD5E}" type="slidenum">
              <a:rPr lang="en-GB" smtClean="0"/>
              <a:pPr>
                <a:defRPr/>
              </a:pPr>
              <a:t>‹#›</a:t>
            </a:fld>
            <a:endParaRPr lang="en-GB"/>
          </a:p>
        </p:txBody>
      </p:sp>
      <p:sp>
        <p:nvSpPr>
          <p:cNvPr id="9" name="Rectangle 4"/>
          <p:cNvSpPr>
            <a:spLocks noGrp="1" noChangeArrowheads="1"/>
          </p:cNvSpPr>
          <p:nvPr>
            <p:ph type="ftr" sz="quarter" idx="11"/>
          </p:nvPr>
        </p:nvSpPr>
        <p:spPr>
          <a:xfrm>
            <a:off x="239187" y="6400800"/>
            <a:ext cx="9409211" cy="457200"/>
          </a:xfrm>
          <a:prstGeom prst="rect">
            <a:avLst/>
          </a:prstGeom>
          <a:ln/>
        </p:spPr>
        <p:txBody>
          <a:bodyPr/>
          <a:lstStyle>
            <a:lvl1pPr>
              <a:defRPr/>
            </a:lvl1pPr>
          </a:lstStyle>
          <a:p>
            <a:endParaRPr lang="en-US"/>
          </a:p>
        </p:txBody>
      </p:sp>
    </p:spTree>
    <p:extLst>
      <p:ext uri="{BB962C8B-B14F-4D97-AF65-F5344CB8AC3E}">
        <p14:creationId xmlns:p14="http://schemas.microsoft.com/office/powerpoint/2010/main" val="38555085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Full Blank Layout">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p:custDataLst>
              <p:tags r:id="rId1"/>
            </p:custDataLst>
          </p:nvPr>
        </p:nvGraphicFramePr>
        <p:xfrm>
          <a:off x="2119" y="1595"/>
          <a:ext cx="2116" cy="1587"/>
        </p:xfrm>
        <a:graphic>
          <a:graphicData uri="http://schemas.openxmlformats.org/presentationml/2006/ole">
            <mc:AlternateContent xmlns:mc="http://schemas.openxmlformats.org/markup-compatibility/2006">
              <mc:Choice xmlns:v="urn:schemas-microsoft-com:vml" Requires="v">
                <p:oleObj name="think-cell Slide" r:id="rId3" imgW="430" imgH="433" progId="TCLayout.ActiveDocument.1">
                  <p:embed/>
                </p:oleObj>
              </mc:Choice>
              <mc:Fallback>
                <p:oleObj name="think-cell Slide" r:id="rId3" imgW="430" imgH="433" progId="TCLayout.ActiveDocument.1">
                  <p:embed/>
                  <p:pic>
                    <p:nvPicPr>
                      <p:cNvPr id="6" name="Object 5" hidden="1"/>
                      <p:cNvPicPr/>
                      <p:nvPr/>
                    </p:nvPicPr>
                    <p:blipFill>
                      <a:blip r:embed="rId4"/>
                      <a:stretch>
                        <a:fillRect/>
                      </a:stretch>
                    </p:blipFill>
                    <p:spPr>
                      <a:xfrm>
                        <a:off x="2119" y="1595"/>
                        <a:ext cx="2116" cy="1587"/>
                      </a:xfrm>
                      <a:prstGeom prst="rect">
                        <a:avLst/>
                      </a:prstGeom>
                    </p:spPr>
                  </p:pic>
                </p:oleObj>
              </mc:Fallback>
            </mc:AlternateContent>
          </a:graphicData>
        </a:graphic>
      </p:graphicFrame>
      <p:sp>
        <p:nvSpPr>
          <p:cNvPr id="5" name="Rectangle 4"/>
          <p:cNvSpPr/>
          <p:nvPr/>
        </p:nvSpPr>
        <p:spPr bwMode="auto">
          <a:xfrm>
            <a:off x="0" y="0"/>
            <a:ext cx="12192000" cy="1052736"/>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none" lIns="68580" tIns="34290" rIns="68580" bIns="34290" numCol="1" rtlCol="0" anchor="ctr" anchorCtr="0" compatLnSpc="1">
            <a:prstTxWarp prst="textNoShape">
              <a:avLst/>
            </a:prstTxWarp>
          </a:bodyPr>
          <a:lstStyle/>
          <a:p>
            <a:pPr algn="ctr" fontAlgn="base">
              <a:spcBef>
                <a:spcPct val="0"/>
              </a:spcBef>
              <a:spcAft>
                <a:spcPct val="0"/>
              </a:spcAft>
            </a:pPr>
            <a:endParaRPr lang="en-GB" sz="1426">
              <a:solidFill>
                <a:srgbClr val="2D2926"/>
              </a:solidFill>
              <a:latin typeface="Arial" charset="0"/>
            </a:endParaRPr>
          </a:p>
        </p:txBody>
      </p:sp>
      <p:sp>
        <p:nvSpPr>
          <p:cNvPr id="4" name="Slide Number Placeholder 3"/>
          <p:cNvSpPr>
            <a:spLocks noGrp="1"/>
          </p:cNvSpPr>
          <p:nvPr>
            <p:ph type="sldNum" sz="quarter" idx="11"/>
          </p:nvPr>
        </p:nvSpPr>
        <p:spPr/>
        <p:txBody>
          <a:bodyPr/>
          <a:lstStyle>
            <a:lvl1pPr>
              <a:defRPr>
                <a:solidFill>
                  <a:srgbClr val="FF0000"/>
                </a:solidFill>
              </a:defRPr>
            </a:lvl1pPr>
          </a:lstStyle>
          <a:p>
            <a:pPr>
              <a:defRPr/>
            </a:pPr>
            <a:fld id="{6516E9BE-843C-4425-80E4-36155279AD5E}" type="slidenum">
              <a:rPr lang="en-GB" smtClean="0"/>
              <a:pPr>
                <a:defRPr/>
              </a:pPr>
              <a:t>‹#›</a:t>
            </a:fld>
            <a:endParaRPr lang="en-GB"/>
          </a:p>
        </p:txBody>
      </p:sp>
      <p:sp>
        <p:nvSpPr>
          <p:cNvPr id="7" name="Rectangle 4"/>
          <p:cNvSpPr>
            <a:spLocks noGrp="1" noChangeArrowheads="1"/>
          </p:cNvSpPr>
          <p:nvPr>
            <p:ph type="ftr" sz="quarter" idx="12"/>
          </p:nvPr>
        </p:nvSpPr>
        <p:spPr>
          <a:xfrm>
            <a:off x="239187" y="6400800"/>
            <a:ext cx="9409211" cy="457200"/>
          </a:xfrm>
          <a:prstGeom prst="rect">
            <a:avLst/>
          </a:prstGeom>
          <a:ln/>
        </p:spPr>
        <p:txBody>
          <a:bodyPr/>
          <a:lstStyle>
            <a:lvl1pPr>
              <a:defRPr/>
            </a:lvl1pPr>
          </a:lstStyle>
          <a:p>
            <a:endParaRPr lang="en-US"/>
          </a:p>
        </p:txBody>
      </p:sp>
    </p:spTree>
    <p:extLst>
      <p:ext uri="{BB962C8B-B14F-4D97-AF65-F5344CB8AC3E}">
        <p14:creationId xmlns:p14="http://schemas.microsoft.com/office/powerpoint/2010/main" val="43694423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5120" userDrawn="1">
          <p15:clr>
            <a:srgbClr val="FBAE40"/>
          </p15:clr>
        </p15:guide>
        <p15:guide id="3" orient="horz" pos="4020" userDrawn="1">
          <p15:clr>
            <a:srgbClr val="FBAE40"/>
          </p15:clr>
        </p15:guide>
        <p15:guide id="4" pos="190" userDrawn="1">
          <p15:clr>
            <a:srgbClr val="FBAE40"/>
          </p15:clr>
        </p15:guide>
        <p15:guide id="5" pos="1005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cSld name="Arrow half">
    <p:bg>
      <p:bgPr>
        <a:gradFill flip="none" rotWithShape="1">
          <a:gsLst>
            <a:gs pos="0">
              <a:srgbClr val="ED1D24"/>
            </a:gs>
            <a:gs pos="100000">
              <a:srgbClr val="870B0E"/>
            </a:gs>
          </a:gsLst>
          <a:lin ang="8100000" scaled="1"/>
          <a:tileRect/>
        </a:gra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93772988-BAC3-45EB-8F49-ECA66C3B6F60}"/>
              </a:ext>
            </a:extLst>
          </p:cNvPr>
          <p:cNvGraphicFramePr>
            <a:graphicFrameLocks noChangeAspect="1"/>
          </p:cNvGraphicFramePr>
          <p:nvPr>
            <p:custDataLst>
              <p:tags r:id="rId1"/>
            </p:custDataLst>
          </p:nvPr>
        </p:nvGraphicFramePr>
        <p:xfrm>
          <a:off x="1594" y="1588"/>
          <a:ext cx="1588" cy="1588"/>
        </p:xfrm>
        <a:graphic>
          <a:graphicData uri="http://schemas.openxmlformats.org/presentationml/2006/ole">
            <mc:AlternateContent xmlns:mc="http://schemas.openxmlformats.org/markup-compatibility/2006">
              <mc:Choice xmlns:v="urn:schemas-microsoft-com:vml" Requires="v">
                <p:oleObj name="think-cell Slide" r:id="rId3" imgW="286" imgH="286" progId="TCLayout.ActiveDocument.1">
                  <p:embed/>
                </p:oleObj>
              </mc:Choice>
              <mc:Fallback>
                <p:oleObj name="think-cell Slide" r:id="rId3" imgW="286" imgH="286" progId="TCLayout.ActiveDocument.1">
                  <p:embed/>
                  <p:pic>
                    <p:nvPicPr>
                      <p:cNvPr id="3" name="Object 2" hidden="1">
                        <a:extLst>
                          <a:ext uri="{FF2B5EF4-FFF2-40B4-BE49-F238E27FC236}">
                            <a16:creationId xmlns:a16="http://schemas.microsoft.com/office/drawing/2014/main" id="{93772988-BAC3-45EB-8F49-ECA66C3B6F60}"/>
                          </a:ext>
                        </a:extLst>
                      </p:cNvPr>
                      <p:cNvPicPr/>
                      <p:nvPr/>
                    </p:nvPicPr>
                    <p:blipFill>
                      <a:blip r:embed="rId4"/>
                      <a:stretch>
                        <a:fillRect/>
                      </a:stretch>
                    </p:blipFill>
                    <p:spPr>
                      <a:xfrm>
                        <a:off x="1594" y="1588"/>
                        <a:ext cx="1588" cy="1588"/>
                      </a:xfrm>
                      <a:prstGeom prst="rect">
                        <a:avLst/>
                      </a:prstGeom>
                    </p:spPr>
                  </p:pic>
                </p:oleObj>
              </mc:Fallback>
            </mc:AlternateContent>
          </a:graphicData>
        </a:graphic>
      </p:graphicFrame>
      <p:sp>
        <p:nvSpPr>
          <p:cNvPr id="18" name="Copyright" hidden="1"/>
          <p:cNvSpPr txBox="1"/>
          <p:nvPr/>
        </p:nvSpPr>
        <p:spPr>
          <a:xfrm rot="16200000">
            <a:off x="9486906" y="3934681"/>
            <a:ext cx="5133975" cy="72584"/>
          </a:xfrm>
          <a:prstGeom prst="rect">
            <a:avLst/>
          </a:prstGeom>
          <a:noFill/>
        </p:spPr>
        <p:txBody>
          <a:bodyPr wrap="square" lIns="0" tIns="0" rIns="0" bIns="0" rtlCol="0" anchor="t">
            <a:spAutoFit/>
          </a:bodyPr>
          <a:lstStyle/>
          <a:p>
            <a:pPr>
              <a:lnSpc>
                <a:spcPct val="90000"/>
              </a:lnSpc>
              <a:spcAft>
                <a:spcPts val="450"/>
              </a:spcAft>
            </a:pPr>
            <a:r>
              <a:rPr lang="en-US" sz="524">
                <a:solidFill>
                  <a:schemeClr val="bg1"/>
                </a:solidFill>
                <a:latin typeface="+mn-lt"/>
                <a:ea typeface="+mn-ea"/>
                <a:cs typeface="+mn-cs"/>
                <a:sym typeface="Trebuchet MS" panose="020B0603020202020204" pitchFamily="34" charset="0"/>
              </a:rPr>
              <a:t>Copyright © 2022 by Boston Consulting Group. All rights reserved.</a:t>
            </a:r>
          </a:p>
        </p:txBody>
      </p:sp>
      <p:sp>
        <p:nvSpPr>
          <p:cNvPr id="14" name="Pentagon 8"/>
          <p:cNvSpPr/>
          <p:nvPr/>
        </p:nvSpPr>
        <p:spPr bwMode="white">
          <a:xfrm>
            <a:off x="2" y="0"/>
            <a:ext cx="6363547" cy="6858000"/>
          </a:xfrm>
          <a:prstGeom prst="homePlate">
            <a:avLst>
              <a:gd name="adj" fmla="val 12939"/>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750"/>
              </a:spcAft>
            </a:pPr>
            <a:endParaRPr lang="en-US" sz="900">
              <a:solidFill>
                <a:prstClr val="white"/>
              </a:solidFill>
              <a:latin typeface="+mn-lt"/>
              <a:ea typeface="+mn-ea"/>
              <a:cs typeface="+mn-cs"/>
              <a:sym typeface="Trebuchet MS" panose="020B0603020202020204" pitchFamily="34" charset="0"/>
            </a:endParaRPr>
          </a:p>
        </p:txBody>
      </p:sp>
      <p:sp>
        <p:nvSpPr>
          <p:cNvPr id="16" name="Title 2"/>
          <p:cNvSpPr>
            <a:spLocks noGrp="1"/>
          </p:cNvSpPr>
          <p:nvPr>
            <p:ph type="title" hasCustomPrompt="1"/>
          </p:nvPr>
        </p:nvSpPr>
        <p:spPr>
          <a:xfrm>
            <a:off x="630004" y="622800"/>
            <a:ext cx="4673646" cy="353045"/>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2549" b="0" i="0" u="none" kern="1200" spc="0">
                <a:solidFill>
                  <a:srgbClr val="ED1D24"/>
                </a:solidFill>
                <a:latin typeface="+mj-lt"/>
                <a:ea typeface="+mj-ea"/>
                <a:cs typeface="+mj-cs"/>
                <a:sym typeface="Trebuchet MS" panose="020B0603020202020204" pitchFamily="34" charset="0"/>
              </a:defRPr>
            </a:lvl1pPr>
          </a:lstStyle>
          <a:p>
            <a:pPr lvl="0"/>
            <a:r>
              <a:rPr lang="en-US"/>
              <a:t>Click to add title</a:t>
            </a:r>
          </a:p>
        </p:txBody>
      </p:sp>
      <p:pic>
        <p:nvPicPr>
          <p:cNvPr id="9" name="Picture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97804" y="3589607"/>
            <a:ext cx="1365252" cy="3382962"/>
          </a:xfrm>
          <a:custGeom>
            <a:avLst/>
            <a:gdLst>
              <a:gd name="connsiteX0" fmla="*/ 920598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320782 h 3382962"/>
              <a:gd name="connsiteX5" fmla="*/ 126694 w 1365250"/>
              <a:gd name="connsiteY5" fmla="*/ 3320782 h 3382962"/>
              <a:gd name="connsiteX6" fmla="*/ 0 w 1365250"/>
              <a:gd name="connsiteY6" fmla="*/ 0 h 3382962"/>
              <a:gd name="connsiteX7" fmla="*/ 908172 w 1365250"/>
              <a:gd name="connsiteY7" fmla="*/ 0 h 3382962"/>
              <a:gd name="connsiteX8" fmla="*/ 0 w 1365250"/>
              <a:gd name="connsiteY8" fmla="*/ 289035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20598" y="0"/>
                </a:moveTo>
                <a:lnTo>
                  <a:pt x="1365250" y="0"/>
                </a:lnTo>
                <a:lnTo>
                  <a:pt x="1365250" y="3382962"/>
                </a:lnTo>
                <a:lnTo>
                  <a:pt x="0" y="3382962"/>
                </a:lnTo>
                <a:lnTo>
                  <a:pt x="0" y="3320782"/>
                </a:lnTo>
                <a:lnTo>
                  <a:pt x="126694" y="3320782"/>
                </a:lnTo>
                <a:close/>
                <a:moveTo>
                  <a:pt x="0" y="0"/>
                </a:moveTo>
                <a:lnTo>
                  <a:pt x="908172" y="0"/>
                </a:lnTo>
                <a:lnTo>
                  <a:pt x="0" y="2890357"/>
                </a:lnTo>
                <a:close/>
              </a:path>
            </a:pathLst>
          </a:cu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21203FE9-A075-4BF8-987F-E3175D587168}"/>
              </a:ext>
            </a:extLst>
          </p:cNvPr>
          <p:cNvSpPr txBox="1"/>
          <p:nvPr/>
        </p:nvSpPr>
        <p:spPr>
          <a:xfrm>
            <a:off x="11757837" y="6700053"/>
            <a:ext cx="381001" cy="115416"/>
          </a:xfrm>
          <a:prstGeom prst="rect">
            <a:avLst/>
          </a:prstGeom>
          <a:noFill/>
        </p:spPr>
        <p:txBody>
          <a:bodyPr wrap="square" lIns="0" tIns="0" rIns="0" bIns="0" rtlCol="0" anchor="b">
            <a:spAutoFit/>
          </a:bodyPr>
          <a:lstStyle/>
          <a:p>
            <a:pPr marL="0" marR="0" indent="0" algn="r" defTabSz="685817" rtl="0" eaLnBrk="1" fontAlgn="auto" latinLnBrk="0" hangingPunct="1">
              <a:lnSpc>
                <a:spcPct val="100000"/>
              </a:lnSpc>
              <a:spcBef>
                <a:spcPts val="0"/>
              </a:spcBef>
              <a:spcAft>
                <a:spcPts val="0"/>
              </a:spcAft>
              <a:buClrTx/>
              <a:buSzTx/>
              <a:buFontTx/>
              <a:buNone/>
              <a:tabLst/>
              <a:defRPr/>
            </a:pPr>
            <a:fld id="{DFCF27A5-1A5B-48D3-A060-2758FFBB1ADD}" type="slidenum">
              <a:rPr lang="en-US" sz="750" kern="1200" smtClean="0">
                <a:solidFill>
                  <a:schemeClr val="bg1"/>
                </a:solidFill>
                <a:latin typeface="+mn-lt"/>
                <a:ea typeface="+mn-ea"/>
                <a:cs typeface="+mn-cs"/>
                <a:sym typeface="Trebuchet MS" panose="020B0603020202020204" pitchFamily="34" charset="0"/>
              </a:rPr>
              <a:pPr marL="0" marR="0" indent="0" algn="r" defTabSz="685817" rtl="0" eaLnBrk="1" fontAlgn="auto" latinLnBrk="0" hangingPunct="1">
                <a:lnSpc>
                  <a:spcPct val="100000"/>
                </a:lnSpc>
                <a:spcBef>
                  <a:spcPts val="0"/>
                </a:spcBef>
                <a:spcAft>
                  <a:spcPts val="0"/>
                </a:spcAft>
                <a:buClrTx/>
                <a:buSzTx/>
                <a:buFontTx/>
                <a:buNone/>
                <a:tabLst/>
                <a:defRPr/>
              </a:pPr>
              <a:t>‹#›</a:t>
            </a:fld>
            <a:endParaRPr lang="en-US" sz="750" kern="1200">
              <a:solidFill>
                <a:schemeClr val="bg1"/>
              </a:solidFill>
              <a:latin typeface="+mn-lt"/>
              <a:ea typeface="+mn-ea"/>
              <a:cs typeface="+mn-cs"/>
              <a:sym typeface="Trebuchet MS" panose="020B0603020202020204" pitchFamily="34" charset="0"/>
            </a:endParaRPr>
          </a:p>
        </p:txBody>
      </p:sp>
      <p:pic>
        <p:nvPicPr>
          <p:cNvPr id="12" name="Picture 11">
            <a:extLst>
              <a:ext uri="{FF2B5EF4-FFF2-40B4-BE49-F238E27FC236}">
                <a16:creationId xmlns:a16="http://schemas.microsoft.com/office/drawing/2014/main" id="{DB280514-AAB0-4C3F-BD7F-3099741B263A}"/>
              </a:ext>
            </a:extLst>
          </p:cNvPr>
          <p:cNvPicPr>
            <a:picLocks noChangeAspect="1"/>
          </p:cNvPicPr>
          <p:nvPr/>
        </p:nvPicPr>
        <p:blipFill rotWithShape="1">
          <a:blip r:embed="rId6">
            <a:extLst>
              <a:ext uri="{BEBA8EAE-BF5A-486C-A8C5-ECC9F3942E4B}">
                <a14:imgProps xmlns:a14="http://schemas.microsoft.com/office/drawing/2010/main">
                  <a14:imgLayer r:embed="rId7">
                    <a14:imgEffect>
                      <a14:brightnessContrast bright="100000"/>
                    </a14:imgEffect>
                  </a14:imgLayer>
                </a14:imgProps>
              </a:ext>
              <a:ext uri="{28A0092B-C50C-407E-A947-70E740481C1C}">
                <a14:useLocalDpi xmlns:a14="http://schemas.microsoft.com/office/drawing/2010/main" val="0"/>
              </a:ext>
            </a:extLst>
          </a:blip>
          <a:srcRect l="23666" t="40333" b="40333"/>
          <a:stretch/>
        </p:blipFill>
        <p:spPr>
          <a:xfrm>
            <a:off x="10109202" y="6445250"/>
            <a:ext cx="1454151" cy="368300"/>
          </a:xfrm>
          <a:prstGeom prst="rect">
            <a:avLst/>
          </a:prstGeom>
        </p:spPr>
      </p:pic>
    </p:spTree>
    <p:extLst>
      <p:ext uri="{BB962C8B-B14F-4D97-AF65-F5344CB8AC3E}">
        <p14:creationId xmlns:p14="http://schemas.microsoft.com/office/powerpoint/2010/main" val="222847863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304805"/>
            <a:ext cx="8534400" cy="473075"/>
          </a:xfrm>
          <a:prstGeom prst="rect">
            <a:avLst/>
          </a:prstGeom>
        </p:spPr>
        <p:txBody>
          <a:bodyPr/>
          <a:lstStyle/>
          <a:p>
            <a:r>
              <a:rPr lang="en-GB" noProof="0"/>
              <a:t>Click to edit Master title style</a:t>
            </a:r>
          </a:p>
        </p:txBody>
      </p:sp>
      <p:sp>
        <p:nvSpPr>
          <p:cNvPr id="3" name="Content Placeholder 2"/>
          <p:cNvSpPr>
            <a:spLocks noGrp="1"/>
          </p:cNvSpPr>
          <p:nvPr>
            <p:ph idx="1"/>
          </p:nvPr>
        </p:nvSpPr>
        <p:spPr>
          <a:xfrm>
            <a:off x="609600" y="1600203"/>
            <a:ext cx="10972800" cy="4525963"/>
          </a:xfrm>
          <a:prstGeom prst="rect">
            <a:avLst/>
          </a:prstGeom>
        </p:spPr>
        <p:txBody>
          <a:body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4" name="Rectangle 6"/>
          <p:cNvSpPr>
            <a:spLocks noGrp="1" noChangeArrowheads="1"/>
          </p:cNvSpPr>
          <p:nvPr>
            <p:ph type="sldNum" sz="quarter" idx="4"/>
          </p:nvPr>
        </p:nvSpPr>
        <p:spPr>
          <a:xfrm>
            <a:off x="8636000" y="6471856"/>
            <a:ext cx="914400" cy="233749"/>
          </a:xfrm>
          <a:prstGeom prst="rect">
            <a:avLst/>
          </a:prstGeom>
        </p:spPr>
        <p:txBody>
          <a:bodyPr/>
          <a:lstStyle>
            <a:lvl1pPr algn="ctr">
              <a:defRPr sz="1200" b="1">
                <a:solidFill>
                  <a:schemeClr val="bg1"/>
                </a:solidFill>
                <a:latin typeface="+mj-lt"/>
              </a:defRPr>
            </a:lvl1pPr>
          </a:lstStyle>
          <a:p>
            <a:pPr>
              <a:defRPr/>
            </a:pPr>
            <a:fld id="{6516E9BE-843C-4425-80E4-36155279AD5E}" type="slidenum">
              <a:rPr lang="en-GB" smtClean="0">
                <a:solidFill>
                  <a:srgbClr val="FFFFFF"/>
                </a:solidFill>
              </a:rPr>
              <a:pPr>
                <a:defRPr/>
              </a:pPr>
              <a:t>‹#›</a:t>
            </a:fld>
            <a:endParaRPr lang="en-GB">
              <a:solidFill>
                <a:srgbClr val="FFFFFF"/>
              </a:solidFill>
            </a:endParaRPr>
          </a:p>
        </p:txBody>
      </p:sp>
    </p:spTree>
    <p:extLst>
      <p:ext uri="{BB962C8B-B14F-4D97-AF65-F5344CB8AC3E}">
        <p14:creationId xmlns:p14="http://schemas.microsoft.com/office/powerpoint/2010/main" val="3806061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graphicFrame>
        <p:nvGraphicFramePr>
          <p:cNvPr id="8" name="Object 7" hidden="1"/>
          <p:cNvGraphicFramePr>
            <a:graphicFrameLocks noChangeAspect="1"/>
          </p:cNvGraphicFramePr>
          <p:nvPr>
            <p:custDataLst>
              <p:tags r:id="rId1"/>
            </p:custDataLst>
          </p:nvPr>
        </p:nvGraphicFramePr>
        <p:xfrm>
          <a:off x="2119" y="1597"/>
          <a:ext cx="2116" cy="1587"/>
        </p:xfrm>
        <a:graphic>
          <a:graphicData uri="http://schemas.openxmlformats.org/presentationml/2006/ole">
            <mc:AlternateContent xmlns:mc="http://schemas.openxmlformats.org/markup-compatibility/2006">
              <mc:Choice xmlns:v="urn:schemas-microsoft-com:vml" Requires="v">
                <p:oleObj name="think-cell Slide" r:id="rId3" imgW="360" imgH="360" progId="TCLayout.ActiveDocument.1">
                  <p:embed/>
                </p:oleObj>
              </mc:Choice>
              <mc:Fallback>
                <p:oleObj name="think-cell Slide" r:id="rId3" imgW="360" imgH="360" progId="TCLayout.ActiveDocument.1">
                  <p:embed/>
                  <p:pic>
                    <p:nvPicPr>
                      <p:cNvPr id="8" name="Object 7"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19" y="1597"/>
                        <a:ext cx="2116"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33" name="Picture 32"/>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 y="7"/>
            <a:ext cx="12192000" cy="6857433"/>
          </a:xfrm>
          <a:prstGeom prst="rect">
            <a:avLst/>
          </a:prstGeom>
          <a:ln>
            <a:noFill/>
          </a:ln>
        </p:spPr>
      </p:pic>
      <p:sp>
        <p:nvSpPr>
          <p:cNvPr id="7" name="Rectangle 6"/>
          <p:cNvSpPr/>
          <p:nvPr/>
        </p:nvSpPr>
        <p:spPr bwMode="auto">
          <a:xfrm>
            <a:off x="2" y="1809000"/>
            <a:ext cx="12192000" cy="3240000"/>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none" lIns="51435" tIns="25717" rIns="51435" bIns="25717" numCol="1" rtlCol="0" anchor="ctr" anchorCtr="0" compatLnSpc="1">
            <a:prstTxWarp prst="textNoShape">
              <a:avLst/>
            </a:prstTxWarp>
          </a:bodyPr>
          <a:lstStyle/>
          <a:p>
            <a:pPr algn="ctr" defTabSz="514362" fontAlgn="base">
              <a:spcBef>
                <a:spcPct val="0"/>
              </a:spcBef>
              <a:spcAft>
                <a:spcPct val="0"/>
              </a:spcAft>
            </a:pPr>
            <a:endParaRPr lang="en-GB" sz="1068">
              <a:solidFill>
                <a:srgbClr val="2D2926"/>
              </a:solidFill>
              <a:latin typeface="Arial" charset="0"/>
            </a:endParaRPr>
          </a:p>
        </p:txBody>
      </p:sp>
      <p:sp>
        <p:nvSpPr>
          <p:cNvPr id="4" name="Date Placeholder 3"/>
          <p:cNvSpPr>
            <a:spLocks noGrp="1" noChangeArrowheads="1"/>
          </p:cNvSpPr>
          <p:nvPr>
            <p:ph type="dt" sz="half" idx="10"/>
          </p:nvPr>
        </p:nvSpPr>
        <p:spPr>
          <a:xfrm>
            <a:off x="0" y="6400800"/>
            <a:ext cx="2540000" cy="457200"/>
          </a:xfrm>
          <a:prstGeom prst="rect">
            <a:avLst/>
          </a:prstGeom>
          <a:ln/>
        </p:spPr>
        <p:txBody>
          <a:bodyPr lIns="36000" tIns="36000" rIns="36000" bIns="36000" anchor="b"/>
          <a:lstStyle>
            <a:lvl1pPr>
              <a:defRPr sz="676">
                <a:solidFill>
                  <a:schemeClr val="bg1"/>
                </a:solidFill>
                <a:latin typeface="+mn-lt"/>
              </a:defRPr>
            </a:lvl1pPr>
          </a:lstStyle>
          <a:p>
            <a:endParaRPr lang="en-US">
              <a:solidFill>
                <a:srgbClr val="FFFFFF"/>
              </a:solidFill>
            </a:endParaRPr>
          </a:p>
        </p:txBody>
      </p:sp>
      <p:sp>
        <p:nvSpPr>
          <p:cNvPr id="6" name="Rectangle 5"/>
          <p:cNvSpPr>
            <a:spLocks noGrp="1" noChangeArrowheads="1"/>
          </p:cNvSpPr>
          <p:nvPr>
            <p:ph type="sldNum" sz="quarter" idx="12"/>
          </p:nvPr>
        </p:nvSpPr>
        <p:spPr>
          <a:ln/>
        </p:spPr>
        <p:txBody>
          <a:bodyPr anchor="b"/>
          <a:lstStyle>
            <a:lvl1pPr>
              <a:defRPr sz="676">
                <a:solidFill>
                  <a:schemeClr val="bg1"/>
                </a:solidFill>
                <a:latin typeface="+mn-lt"/>
              </a:defRPr>
            </a:lvl1pPr>
          </a:lstStyle>
          <a:p>
            <a:fld id="{7693335A-AD1B-4C37-BF8F-2DC8D7AD9CE6}" type="slidenum">
              <a:rPr lang="en-US" smtClean="0">
                <a:solidFill>
                  <a:srgbClr val="FFFFFF"/>
                </a:solidFill>
              </a:rPr>
              <a:pPr/>
              <a:t>‹#›</a:t>
            </a:fld>
            <a:endParaRPr lang="en-US">
              <a:solidFill>
                <a:srgbClr val="FFFFFF"/>
              </a:solidFill>
            </a:endParaRPr>
          </a:p>
        </p:txBody>
      </p:sp>
      <p:sp>
        <p:nvSpPr>
          <p:cNvPr id="2" name="Title 1"/>
          <p:cNvSpPr>
            <a:spLocks noGrp="1"/>
          </p:cNvSpPr>
          <p:nvPr>
            <p:ph type="ctrTitle"/>
          </p:nvPr>
        </p:nvSpPr>
        <p:spPr>
          <a:xfrm>
            <a:off x="286572" y="2390408"/>
            <a:ext cx="11616000" cy="1918823"/>
          </a:xfrm>
          <a:prstGeom prst="rect">
            <a:avLst/>
          </a:prstGeom>
        </p:spPr>
        <p:txBody>
          <a:bodyPr anchor="ctr"/>
          <a:lstStyle>
            <a:lvl1pPr algn="l">
              <a:defRPr sz="2100" b="1">
                <a:solidFill>
                  <a:schemeClr val="tx1"/>
                </a:solidFill>
                <a:effectLst/>
                <a:latin typeface="Calibri" panose="020F0502020204030204" pitchFamily="34" charset="0"/>
              </a:defRPr>
            </a:lvl1pPr>
          </a:lstStyle>
          <a:p>
            <a:r>
              <a:rPr lang="en-US"/>
              <a:t>Click to edit Master title style</a:t>
            </a:r>
          </a:p>
        </p:txBody>
      </p:sp>
      <p:sp>
        <p:nvSpPr>
          <p:cNvPr id="3" name="Subtitle 2"/>
          <p:cNvSpPr>
            <a:spLocks noGrp="1"/>
          </p:cNvSpPr>
          <p:nvPr>
            <p:ph type="subTitle" idx="1"/>
          </p:nvPr>
        </p:nvSpPr>
        <p:spPr>
          <a:xfrm>
            <a:off x="286571" y="5140422"/>
            <a:ext cx="5088000" cy="1080000"/>
          </a:xfrm>
          <a:prstGeom prst="rect">
            <a:avLst/>
          </a:prstGeom>
        </p:spPr>
        <p:txBody>
          <a:bodyPr/>
          <a:lstStyle>
            <a:lvl1pPr marL="0" indent="0" algn="l">
              <a:buNone/>
              <a:defRPr sz="1051" b="1">
                <a:solidFill>
                  <a:schemeClr val="bg1"/>
                </a:solidFill>
                <a:effectLst>
                  <a:outerShdw blurRad="38100" dist="38100" dir="2700000" algn="tl">
                    <a:srgbClr val="000000">
                      <a:alpha val="43137"/>
                    </a:srgbClr>
                  </a:outerShdw>
                </a:effectLst>
                <a:latin typeface="Calibri" panose="020F0502020204030204" pitchFamily="34" charset="0"/>
              </a:defRPr>
            </a:lvl1pPr>
            <a:lvl2pPr marL="257182" indent="0" algn="ctr">
              <a:buNone/>
              <a:defRPr/>
            </a:lvl2pPr>
            <a:lvl3pPr marL="514362" indent="0" algn="ctr">
              <a:buNone/>
              <a:defRPr/>
            </a:lvl3pPr>
            <a:lvl4pPr marL="771544" indent="0" algn="ctr">
              <a:buNone/>
              <a:defRPr/>
            </a:lvl4pPr>
            <a:lvl5pPr marL="1028726" indent="0" algn="ctr">
              <a:buNone/>
              <a:defRPr/>
            </a:lvl5pPr>
            <a:lvl6pPr marL="1285908" indent="0" algn="ctr">
              <a:buNone/>
              <a:defRPr/>
            </a:lvl6pPr>
            <a:lvl7pPr marL="1543088" indent="0" algn="ctr">
              <a:buNone/>
              <a:defRPr/>
            </a:lvl7pPr>
            <a:lvl8pPr marL="1800271" indent="0" algn="ctr">
              <a:buNone/>
              <a:defRPr/>
            </a:lvl8pPr>
            <a:lvl9pPr marL="2057451" indent="0" algn="ctr">
              <a:buNone/>
              <a:defRPr/>
            </a:lvl9pPr>
          </a:lstStyle>
          <a:p>
            <a:r>
              <a:rPr lang="en-US"/>
              <a:t>Click to edit Master subtitle style</a:t>
            </a:r>
          </a:p>
        </p:txBody>
      </p:sp>
      <p:sp>
        <p:nvSpPr>
          <p:cNvPr id="12" name="Rectangle 11"/>
          <p:cNvSpPr/>
          <p:nvPr/>
        </p:nvSpPr>
        <p:spPr bwMode="auto">
          <a:xfrm>
            <a:off x="5104665" y="6755907"/>
            <a:ext cx="2925191" cy="102094"/>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none" lIns="51435" tIns="25717" rIns="51435" bIns="25717" numCol="1" rtlCol="0" anchor="ctr" anchorCtr="0" compatLnSpc="1">
            <a:prstTxWarp prst="textNoShape">
              <a:avLst/>
            </a:prstTxWarp>
          </a:bodyPr>
          <a:lstStyle/>
          <a:p>
            <a:pPr algn="ctr" defTabSz="514362" fontAlgn="base">
              <a:spcBef>
                <a:spcPct val="0"/>
              </a:spcBef>
              <a:spcAft>
                <a:spcPct val="0"/>
              </a:spcAft>
            </a:pPr>
            <a:endParaRPr lang="en-GB" sz="676">
              <a:solidFill>
                <a:srgbClr val="2D2926"/>
              </a:solidFill>
            </a:endParaRPr>
          </a:p>
        </p:txBody>
      </p:sp>
      <p:pic>
        <p:nvPicPr>
          <p:cNvPr id="9" name="Picture 8"/>
          <p:cNvPicPr>
            <a:picLocks noChangeAspect="1"/>
          </p:cNvPicPr>
          <p:nvPr/>
        </p:nvPicPr>
        <p:blipFill>
          <a:blip r:embed="rId6" cstate="print"/>
          <a:stretch>
            <a:fillRect/>
          </a:stretch>
        </p:blipFill>
        <p:spPr>
          <a:xfrm>
            <a:off x="8429746" y="526501"/>
            <a:ext cx="2876434" cy="756000"/>
          </a:xfrm>
          <a:prstGeom prst="rect">
            <a:avLst/>
          </a:prstGeom>
        </p:spPr>
      </p:pic>
    </p:spTree>
    <p:extLst>
      <p:ext uri="{BB962C8B-B14F-4D97-AF65-F5344CB8AC3E}">
        <p14:creationId xmlns:p14="http://schemas.microsoft.com/office/powerpoint/2010/main" val="40775021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p:custDataLst>
              <p:tags r:id="rId1"/>
            </p:custDataLst>
          </p:nvPr>
        </p:nvGraphicFramePr>
        <p:xfrm>
          <a:off x="2119" y="1595"/>
          <a:ext cx="2116" cy="1587"/>
        </p:xfrm>
        <a:graphic>
          <a:graphicData uri="http://schemas.openxmlformats.org/presentationml/2006/ole">
            <mc:AlternateContent xmlns:mc="http://schemas.openxmlformats.org/markup-compatibility/2006">
              <mc:Choice xmlns:v="urn:schemas-microsoft-com:vml" Requires="v">
                <p:oleObj name="think-cell Slide" r:id="rId3" imgW="360" imgH="360" progId="TCLayout.ActiveDocument.1">
                  <p:embed/>
                </p:oleObj>
              </mc:Choice>
              <mc:Fallback>
                <p:oleObj name="think-cell Slide" r:id="rId3" imgW="360" imgH="360" progId="TCLayout.ActiveDocument.1">
                  <p:embed/>
                  <p:pic>
                    <p:nvPicPr>
                      <p:cNvPr id="3" name="Object 2"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19" y="1595"/>
                        <a:ext cx="2116"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Rectangle 9"/>
          <p:cNvSpPr/>
          <p:nvPr/>
        </p:nvSpPr>
        <p:spPr bwMode="auto">
          <a:xfrm>
            <a:off x="0" y="0"/>
            <a:ext cx="12192000" cy="1052736"/>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none" lIns="68580" tIns="34290" rIns="68580" bIns="34290" numCol="1" rtlCol="0" anchor="ctr" anchorCtr="0" compatLnSpc="1">
            <a:prstTxWarp prst="textNoShape">
              <a:avLst/>
            </a:prstTxWarp>
          </a:bodyPr>
          <a:lstStyle/>
          <a:p>
            <a:pPr algn="ctr" fontAlgn="base">
              <a:spcBef>
                <a:spcPct val="0"/>
              </a:spcBef>
              <a:spcAft>
                <a:spcPct val="0"/>
              </a:spcAft>
            </a:pPr>
            <a:endParaRPr lang="en-GB" sz="1426">
              <a:solidFill>
                <a:srgbClr val="2D2926"/>
              </a:solidFill>
              <a:latin typeface="Arial" charset="0"/>
            </a:endParaRPr>
          </a:p>
        </p:txBody>
      </p:sp>
      <p:pic>
        <p:nvPicPr>
          <p:cNvPr id="2" name="Picture 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616327" y="477844"/>
            <a:ext cx="5575676" cy="5543451"/>
          </a:xfrm>
          <a:prstGeom prst="rect">
            <a:avLst/>
          </a:prstGeom>
        </p:spPr>
      </p:pic>
      <p:sp>
        <p:nvSpPr>
          <p:cNvPr id="6" name="Rectangle 5"/>
          <p:cNvSpPr>
            <a:spLocks noGrp="1" noChangeArrowheads="1"/>
          </p:cNvSpPr>
          <p:nvPr>
            <p:ph type="sldNum" sz="quarter" idx="12"/>
          </p:nvPr>
        </p:nvSpPr>
        <p:spPr>
          <a:ln/>
        </p:spPr>
        <p:txBody>
          <a:bodyPr/>
          <a:lstStyle>
            <a:lvl1pPr>
              <a:defRPr/>
            </a:lvl1pPr>
          </a:lstStyle>
          <a:p>
            <a:fld id="{7693335A-AD1B-4C37-BF8F-2DC8D7AD9CE6}" type="slidenum">
              <a:rPr lang="en-US" smtClean="0">
                <a:solidFill>
                  <a:srgbClr val="000000"/>
                </a:solidFill>
              </a:rPr>
              <a:pPr/>
              <a:t>‹#›</a:t>
            </a:fld>
            <a:endParaRPr lang="en-US">
              <a:solidFill>
                <a:srgbClr val="000000"/>
              </a:solidFill>
            </a:endParaRPr>
          </a:p>
        </p:txBody>
      </p:sp>
      <p:pic>
        <p:nvPicPr>
          <p:cNvPr id="7" name="Picture 6"/>
          <p:cNvPicPr>
            <a:picLocks noChangeAspect="1"/>
          </p:cNvPicPr>
          <p:nvPr/>
        </p:nvPicPr>
        <p:blipFill>
          <a:blip r:embed="rId6" cstate="print"/>
          <a:stretch>
            <a:fillRect/>
          </a:stretch>
        </p:blipFill>
        <p:spPr>
          <a:xfrm>
            <a:off x="239188" y="1964571"/>
            <a:ext cx="11713634" cy="65091"/>
          </a:xfrm>
          <a:prstGeom prst="rect">
            <a:avLst/>
          </a:prstGeom>
        </p:spPr>
      </p:pic>
      <p:sp>
        <p:nvSpPr>
          <p:cNvPr id="8" name="Text Placeholder 11"/>
          <p:cNvSpPr>
            <a:spLocks noGrp="1"/>
          </p:cNvSpPr>
          <p:nvPr>
            <p:ph type="body" sz="quarter" idx="13" hasCustomPrompt="1"/>
          </p:nvPr>
        </p:nvSpPr>
        <p:spPr>
          <a:xfrm>
            <a:off x="239188" y="2181578"/>
            <a:ext cx="11713634" cy="1463446"/>
          </a:xfrm>
          <a:prstGeom prst="rect">
            <a:avLst/>
          </a:prstGeom>
        </p:spPr>
        <p:txBody>
          <a:bodyPr vert="horz">
            <a:normAutofit/>
          </a:bodyPr>
          <a:lstStyle>
            <a:lvl1pPr marL="0" indent="0">
              <a:buNone/>
              <a:defRPr sz="2400" b="1">
                <a:solidFill>
                  <a:schemeClr val="tx1"/>
                </a:solidFill>
                <a:effectLst/>
              </a:defRPr>
            </a:lvl1pPr>
          </a:lstStyle>
          <a:p>
            <a:pPr lvl="0"/>
            <a:r>
              <a:rPr lang="en-US"/>
              <a:t>Section Title</a:t>
            </a:r>
          </a:p>
        </p:txBody>
      </p:sp>
      <p:sp>
        <p:nvSpPr>
          <p:cNvPr id="9" name="Text Placeholder 11"/>
          <p:cNvSpPr>
            <a:spLocks noGrp="1"/>
          </p:cNvSpPr>
          <p:nvPr>
            <p:ph type="body" sz="quarter" idx="14" hasCustomPrompt="1"/>
          </p:nvPr>
        </p:nvSpPr>
        <p:spPr>
          <a:xfrm>
            <a:off x="239188" y="1266925"/>
            <a:ext cx="11713634" cy="561756"/>
          </a:xfrm>
          <a:prstGeom prst="rect">
            <a:avLst/>
          </a:prstGeom>
        </p:spPr>
        <p:txBody>
          <a:bodyPr vert="horz" anchor="b">
            <a:normAutofit/>
          </a:bodyPr>
          <a:lstStyle>
            <a:lvl1pPr marL="0" indent="0">
              <a:buNone/>
              <a:defRPr sz="1349" b="0">
                <a:solidFill>
                  <a:schemeClr val="tx1">
                    <a:lumMod val="50000"/>
                    <a:lumOff val="50000"/>
                  </a:schemeClr>
                </a:solidFill>
              </a:defRPr>
            </a:lvl1pPr>
          </a:lstStyle>
          <a:p>
            <a:pPr lvl="0"/>
            <a:r>
              <a:rPr lang="en-US"/>
              <a:t>Section #</a:t>
            </a:r>
          </a:p>
        </p:txBody>
      </p:sp>
      <p:sp>
        <p:nvSpPr>
          <p:cNvPr id="11" name="Rectangle 4"/>
          <p:cNvSpPr>
            <a:spLocks noGrp="1" noChangeArrowheads="1"/>
          </p:cNvSpPr>
          <p:nvPr>
            <p:ph type="ftr" sz="quarter" idx="11"/>
          </p:nvPr>
        </p:nvSpPr>
        <p:spPr>
          <a:xfrm>
            <a:off x="239187" y="6400800"/>
            <a:ext cx="9409211" cy="457200"/>
          </a:xfrm>
          <a:prstGeom prst="rect">
            <a:avLst/>
          </a:prstGeom>
          <a:ln/>
        </p:spPr>
        <p:txBody>
          <a:bodyPr/>
          <a:lstStyle>
            <a:lvl1pPr>
              <a:defRPr/>
            </a:lvl1pPr>
          </a:lstStyle>
          <a:p>
            <a:endParaRPr lang="en-US">
              <a:solidFill>
                <a:srgbClr val="000000"/>
              </a:solidFill>
            </a:endParaRPr>
          </a:p>
        </p:txBody>
      </p:sp>
    </p:spTree>
    <p:extLst>
      <p:ext uri="{BB962C8B-B14F-4D97-AF65-F5344CB8AC3E}">
        <p14:creationId xmlns:p14="http://schemas.microsoft.com/office/powerpoint/2010/main" val="236274373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1_Section Header">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p:custDataLst>
              <p:tags r:id="rId1"/>
            </p:custDataLst>
          </p:nvPr>
        </p:nvGraphicFramePr>
        <p:xfrm>
          <a:off x="2119" y="1595"/>
          <a:ext cx="2116" cy="1587"/>
        </p:xfrm>
        <a:graphic>
          <a:graphicData uri="http://schemas.openxmlformats.org/presentationml/2006/ole">
            <mc:AlternateContent xmlns:mc="http://schemas.openxmlformats.org/markup-compatibility/2006">
              <mc:Choice xmlns:v="urn:schemas-microsoft-com:vml" Requires="v">
                <p:oleObj name="think-cell Slide" r:id="rId3" imgW="360" imgH="360" progId="TCLayout.ActiveDocument.1">
                  <p:embed/>
                </p:oleObj>
              </mc:Choice>
              <mc:Fallback>
                <p:oleObj name="think-cell Slide" r:id="rId3" imgW="360" imgH="360" progId="TCLayout.ActiveDocument.1">
                  <p:embed/>
                  <p:pic>
                    <p:nvPicPr>
                      <p:cNvPr id="3" name="Object 2"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19" y="1595"/>
                        <a:ext cx="2116"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5" name="Group 4"/>
          <p:cNvGrpSpPr/>
          <p:nvPr/>
        </p:nvGrpSpPr>
        <p:grpSpPr>
          <a:xfrm>
            <a:off x="4584740" y="1178585"/>
            <a:ext cx="7607266" cy="2547334"/>
            <a:chOff x="4242374" y="1266924"/>
            <a:chExt cx="7607265" cy="1277860"/>
          </a:xfrm>
        </p:grpSpPr>
        <p:pic>
          <p:nvPicPr>
            <p:cNvPr id="15" name="Picture 3"/>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l="66788"/>
            <a:stretch/>
          </p:blipFill>
          <p:spPr bwMode="auto">
            <a:xfrm>
              <a:off x="7458055" y="1266924"/>
              <a:ext cx="4049222" cy="6921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6" name="Picture 3"/>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r="97157" b="17268"/>
            <a:stretch/>
          </p:blipFill>
          <p:spPr bwMode="auto">
            <a:xfrm>
              <a:off x="4242374" y="1266924"/>
              <a:ext cx="3215680" cy="12778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8" name="Picture 3"/>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t="12683" r="99340" b="31624"/>
            <a:stretch/>
          </p:blipFill>
          <p:spPr bwMode="auto">
            <a:xfrm>
              <a:off x="10873398" y="1505214"/>
              <a:ext cx="616085" cy="38548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9" name="Picture 3"/>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l="66788" b="7541"/>
            <a:stretch/>
          </p:blipFill>
          <p:spPr bwMode="auto">
            <a:xfrm>
              <a:off x="6747364" y="1904828"/>
              <a:ext cx="4049222" cy="63995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7" name="Picture 3"/>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r="99746" b="50292"/>
            <a:stretch/>
          </p:blipFill>
          <p:spPr bwMode="auto">
            <a:xfrm>
              <a:off x="10181088" y="2094605"/>
              <a:ext cx="526195" cy="288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 name="Picture 3"/>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t="12683" r="99340" b="31624"/>
            <a:stretch/>
          </p:blipFill>
          <p:spPr bwMode="auto">
            <a:xfrm>
              <a:off x="11005120" y="1266924"/>
              <a:ext cx="844519" cy="12778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1" name="Picture 3"/>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t="12683" r="99340" b="31624"/>
            <a:stretch/>
          </p:blipFill>
          <p:spPr bwMode="auto">
            <a:xfrm>
              <a:off x="10662759" y="1724108"/>
              <a:ext cx="1186880" cy="82067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pic>
        <p:nvPicPr>
          <p:cNvPr id="32" name="Picture 3"/>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t="12683" r="99340" b="31624"/>
          <a:stretch/>
        </p:blipFill>
        <p:spPr bwMode="auto">
          <a:xfrm>
            <a:off x="2" y="1178588"/>
            <a:ext cx="4648132" cy="254733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0" name="Rectangle 9"/>
          <p:cNvSpPr/>
          <p:nvPr/>
        </p:nvSpPr>
        <p:spPr bwMode="auto">
          <a:xfrm>
            <a:off x="0" y="0"/>
            <a:ext cx="12192000" cy="1052736"/>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none" lIns="68580" tIns="34290" rIns="68580" bIns="34290" numCol="1" rtlCol="0" anchor="ctr" anchorCtr="0" compatLnSpc="1">
            <a:prstTxWarp prst="textNoShape">
              <a:avLst/>
            </a:prstTxWarp>
          </a:bodyPr>
          <a:lstStyle/>
          <a:p>
            <a:pPr algn="ctr" fontAlgn="base">
              <a:spcBef>
                <a:spcPct val="0"/>
              </a:spcBef>
              <a:spcAft>
                <a:spcPct val="0"/>
              </a:spcAft>
            </a:pPr>
            <a:endParaRPr lang="en-GB" sz="1426">
              <a:solidFill>
                <a:srgbClr val="2D2926"/>
              </a:solidFill>
              <a:latin typeface="Arial" charset="0"/>
            </a:endParaRPr>
          </a:p>
        </p:txBody>
      </p:sp>
      <p:sp>
        <p:nvSpPr>
          <p:cNvPr id="6" name="Rectangle 5"/>
          <p:cNvSpPr>
            <a:spLocks noGrp="1" noChangeArrowheads="1"/>
          </p:cNvSpPr>
          <p:nvPr>
            <p:ph type="sldNum" sz="quarter" idx="12"/>
          </p:nvPr>
        </p:nvSpPr>
        <p:spPr>
          <a:ln/>
        </p:spPr>
        <p:txBody>
          <a:bodyPr/>
          <a:lstStyle>
            <a:lvl1pPr>
              <a:defRPr/>
            </a:lvl1pPr>
          </a:lstStyle>
          <a:p>
            <a:fld id="{7693335A-AD1B-4C37-BF8F-2DC8D7AD9CE6}" type="slidenum">
              <a:rPr lang="en-US" smtClean="0">
                <a:solidFill>
                  <a:srgbClr val="000000"/>
                </a:solidFill>
              </a:rPr>
              <a:pPr/>
              <a:t>‹#›</a:t>
            </a:fld>
            <a:endParaRPr lang="en-US">
              <a:solidFill>
                <a:srgbClr val="000000"/>
              </a:solidFill>
            </a:endParaRPr>
          </a:p>
        </p:txBody>
      </p:sp>
      <p:sp>
        <p:nvSpPr>
          <p:cNvPr id="8" name="Text Placeholder 11"/>
          <p:cNvSpPr>
            <a:spLocks noGrp="1"/>
          </p:cNvSpPr>
          <p:nvPr>
            <p:ph type="body" sz="quarter" idx="13" hasCustomPrompt="1"/>
          </p:nvPr>
        </p:nvSpPr>
        <p:spPr>
          <a:xfrm>
            <a:off x="239187" y="2181578"/>
            <a:ext cx="8736139" cy="1463446"/>
          </a:xfrm>
          <a:prstGeom prst="rect">
            <a:avLst/>
          </a:prstGeom>
        </p:spPr>
        <p:txBody>
          <a:bodyPr vert="horz">
            <a:normAutofit/>
          </a:bodyPr>
          <a:lstStyle>
            <a:lvl1pPr marL="0" indent="0">
              <a:buNone/>
              <a:defRPr sz="2400" b="1">
                <a:solidFill>
                  <a:schemeClr val="bg1"/>
                </a:solidFill>
                <a:effectLst/>
              </a:defRPr>
            </a:lvl1pPr>
          </a:lstStyle>
          <a:p>
            <a:pPr lvl="0"/>
            <a:r>
              <a:rPr lang="en-US"/>
              <a:t>Section Title</a:t>
            </a:r>
          </a:p>
        </p:txBody>
      </p:sp>
      <p:sp>
        <p:nvSpPr>
          <p:cNvPr id="9" name="Text Placeholder 11"/>
          <p:cNvSpPr>
            <a:spLocks noGrp="1"/>
          </p:cNvSpPr>
          <p:nvPr>
            <p:ph type="body" sz="quarter" idx="14" hasCustomPrompt="1"/>
          </p:nvPr>
        </p:nvSpPr>
        <p:spPr>
          <a:xfrm>
            <a:off x="239187" y="1266925"/>
            <a:ext cx="8736139" cy="561756"/>
          </a:xfrm>
          <a:prstGeom prst="rect">
            <a:avLst/>
          </a:prstGeom>
        </p:spPr>
        <p:txBody>
          <a:bodyPr vert="horz" anchor="b">
            <a:normAutofit/>
          </a:bodyPr>
          <a:lstStyle>
            <a:lvl1pPr marL="0" indent="0">
              <a:buNone/>
              <a:defRPr sz="1349" b="0">
                <a:solidFill>
                  <a:schemeClr val="bg1"/>
                </a:solidFill>
              </a:defRPr>
            </a:lvl1pPr>
          </a:lstStyle>
          <a:p>
            <a:pPr lvl="0"/>
            <a:r>
              <a:rPr lang="en-US"/>
              <a:t>Section #</a:t>
            </a:r>
          </a:p>
        </p:txBody>
      </p:sp>
      <p:sp>
        <p:nvSpPr>
          <p:cNvPr id="11" name="Rectangle 4"/>
          <p:cNvSpPr>
            <a:spLocks noGrp="1" noChangeArrowheads="1"/>
          </p:cNvSpPr>
          <p:nvPr>
            <p:ph type="ftr" sz="quarter" idx="11"/>
          </p:nvPr>
        </p:nvSpPr>
        <p:spPr>
          <a:xfrm>
            <a:off x="239187" y="6400800"/>
            <a:ext cx="9409211" cy="457200"/>
          </a:xfrm>
          <a:prstGeom prst="rect">
            <a:avLst/>
          </a:prstGeom>
          <a:ln/>
        </p:spPr>
        <p:txBody>
          <a:bodyPr/>
          <a:lstStyle>
            <a:lvl1pPr>
              <a:defRPr/>
            </a:lvl1pPr>
          </a:lstStyle>
          <a:p>
            <a:endParaRPr lang="en-US">
              <a:solidFill>
                <a:srgbClr val="000000"/>
              </a:solidFill>
            </a:endParaRPr>
          </a:p>
        </p:txBody>
      </p:sp>
      <p:pic>
        <p:nvPicPr>
          <p:cNvPr id="14" name="Picture 3"/>
          <p:cNvPicPr>
            <a:picLocks noChangeAspect="1" noChangeArrowheads="1"/>
          </p:cNvPicPr>
          <p:nvPr/>
        </p:nvPicPr>
        <p:blipFill rotWithShape="1">
          <a:blip r:embed="rId6" cstate="print">
            <a:extLst>
              <a:ext uri="{28A0092B-C50C-407E-A947-70E740481C1C}">
                <a14:useLocalDpi xmlns:a14="http://schemas.microsoft.com/office/drawing/2010/main" val="0"/>
              </a:ext>
            </a:extLst>
          </a:blip>
          <a:srcRect t="13116" r="76604" b="25471"/>
          <a:stretch/>
        </p:blipFill>
        <p:spPr bwMode="auto">
          <a:xfrm>
            <a:off x="11399103" y="3113153"/>
            <a:ext cx="627692" cy="53187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35" name="Straight Connector 34"/>
          <p:cNvCxnSpPr/>
          <p:nvPr/>
        </p:nvCxnSpPr>
        <p:spPr bwMode="auto">
          <a:xfrm>
            <a:off x="239187" y="2006353"/>
            <a:ext cx="8875152" cy="0"/>
          </a:xfrm>
          <a:prstGeom prst="line">
            <a:avLst/>
          </a:prstGeom>
          <a:ln w="28575">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7472161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itle + Text Box Layout">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custDataLst>
              <p:tags r:id="rId1"/>
            </p:custDataLst>
          </p:nvPr>
        </p:nvGraphicFramePr>
        <p:xfrm>
          <a:off x="1592" y="1594"/>
          <a:ext cx="1588" cy="1587"/>
        </p:xfrm>
        <a:graphic>
          <a:graphicData uri="http://schemas.openxmlformats.org/presentationml/2006/ole">
            <mc:AlternateContent xmlns:mc="http://schemas.openxmlformats.org/markup-compatibility/2006">
              <mc:Choice xmlns:v="urn:schemas-microsoft-com:vml" Requires="v">
                <p:oleObj name="think-cell Slide" r:id="rId3" imgW="360" imgH="360" progId="TCLayout.ActiveDocument.1">
                  <p:embed/>
                </p:oleObj>
              </mc:Choice>
              <mc:Fallback>
                <p:oleObj name="think-cell Slide" r:id="rId3" imgW="360" imgH="360" progId="TCLayout.ActiveDocument.1">
                  <p:embed/>
                  <p:pic>
                    <p:nvPicPr>
                      <p:cNvPr id="2" name="Object 1"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92" y="1594"/>
                        <a:ext cx="1588"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Title 1"/>
          <p:cNvSpPr>
            <a:spLocks noGrp="1"/>
          </p:cNvSpPr>
          <p:nvPr>
            <p:ph type="title"/>
          </p:nvPr>
        </p:nvSpPr>
        <p:spPr>
          <a:xfrm>
            <a:off x="239188" y="0"/>
            <a:ext cx="10273307" cy="648000"/>
          </a:xfrm>
          <a:prstGeom prst="rect">
            <a:avLst/>
          </a:prstGeom>
        </p:spPr>
        <p:txBody>
          <a:bodyPr lIns="0" tIns="0" rIns="0" bIns="0" anchor="ctr">
            <a:normAutofit/>
          </a:bodyPr>
          <a:lstStyle>
            <a:lvl1pPr>
              <a:defRPr sz="1500" b="1">
                <a:latin typeface="Calibri" panose="020F0502020204030204" pitchFamily="34" charset="0"/>
              </a:defRPr>
            </a:lvl1pPr>
          </a:lstStyle>
          <a:p>
            <a:r>
              <a:rPr lang="en-US"/>
              <a:t>Click to edit Master title style</a:t>
            </a:r>
            <a:endParaRPr lang="en-GB"/>
          </a:p>
        </p:txBody>
      </p:sp>
      <p:sp>
        <p:nvSpPr>
          <p:cNvPr id="7" name="Rectangle 4"/>
          <p:cNvSpPr>
            <a:spLocks noGrp="1" noChangeArrowheads="1"/>
          </p:cNvSpPr>
          <p:nvPr>
            <p:ph type="ftr" sz="quarter" idx="11"/>
          </p:nvPr>
        </p:nvSpPr>
        <p:spPr>
          <a:xfrm>
            <a:off x="239187" y="6400800"/>
            <a:ext cx="9409211" cy="457200"/>
          </a:xfrm>
          <a:prstGeom prst="rect">
            <a:avLst/>
          </a:prstGeom>
          <a:ln/>
        </p:spPr>
        <p:txBody>
          <a:bodyPr/>
          <a:lstStyle>
            <a:lvl1pPr>
              <a:defRPr/>
            </a:lvl1pPr>
          </a:lstStyle>
          <a:p>
            <a:endParaRPr lang="en-US">
              <a:solidFill>
                <a:srgbClr val="000000"/>
              </a:solidFill>
            </a:endParaRPr>
          </a:p>
        </p:txBody>
      </p:sp>
      <p:sp>
        <p:nvSpPr>
          <p:cNvPr id="8" name="Rectangle 5"/>
          <p:cNvSpPr>
            <a:spLocks noGrp="1" noChangeArrowheads="1"/>
          </p:cNvSpPr>
          <p:nvPr>
            <p:ph type="sldNum" sz="quarter" idx="12"/>
          </p:nvPr>
        </p:nvSpPr>
        <p:spPr>
          <a:xfrm>
            <a:off x="11664622" y="6400800"/>
            <a:ext cx="527381" cy="457200"/>
          </a:xfrm>
          <a:ln/>
        </p:spPr>
        <p:txBody>
          <a:bodyPr/>
          <a:lstStyle>
            <a:lvl1pPr>
              <a:defRPr/>
            </a:lvl1pPr>
          </a:lstStyle>
          <a:p>
            <a:fld id="{7693335A-AD1B-4C37-BF8F-2DC8D7AD9CE6}" type="slidenum">
              <a:rPr lang="en-US" smtClean="0">
                <a:solidFill>
                  <a:srgbClr val="000000"/>
                </a:solidFill>
              </a:rPr>
              <a:pPr/>
              <a:t>‹#›</a:t>
            </a:fld>
            <a:endParaRPr lang="en-US">
              <a:solidFill>
                <a:srgbClr val="000000"/>
              </a:solidFill>
            </a:endParaRPr>
          </a:p>
        </p:txBody>
      </p:sp>
      <p:sp>
        <p:nvSpPr>
          <p:cNvPr id="5" name="Text Placeholder 4"/>
          <p:cNvSpPr>
            <a:spLocks noGrp="1"/>
          </p:cNvSpPr>
          <p:nvPr>
            <p:ph type="body" sz="quarter" idx="13" hasCustomPrompt="1"/>
          </p:nvPr>
        </p:nvSpPr>
        <p:spPr>
          <a:xfrm>
            <a:off x="239187" y="836712"/>
            <a:ext cx="11329424" cy="1655762"/>
          </a:xfrm>
          <a:prstGeom prst="rect">
            <a:avLst/>
          </a:prstGeom>
        </p:spPr>
        <p:txBody>
          <a:bodyPr/>
          <a:lstStyle>
            <a:lvl1pPr marL="0" marR="0" indent="0" algn="l" defTabSz="685817" rtl="0" eaLnBrk="1" fontAlgn="base" latinLnBrk="0" hangingPunct="1">
              <a:lnSpc>
                <a:spcPct val="100000"/>
              </a:lnSpc>
              <a:spcBef>
                <a:spcPct val="20000"/>
              </a:spcBef>
              <a:spcAft>
                <a:spcPct val="0"/>
              </a:spcAft>
              <a:buClr>
                <a:srgbClr val="C00000"/>
              </a:buClr>
              <a:buSzTx/>
              <a:buFontTx/>
              <a:buNone/>
              <a:tabLst/>
              <a:defRPr kumimoji="0" lang="en-US" sz="1349" b="0" i="0" u="none" strike="noStrike" kern="0" cap="none" spc="0" normalizeH="0" baseline="0" noProof="0">
                <a:ln>
                  <a:noFill/>
                </a:ln>
                <a:solidFill>
                  <a:schemeClr val="tx1"/>
                </a:solidFill>
                <a:effectLst/>
                <a:uLnTx/>
                <a:uFillTx/>
              </a:defRPr>
            </a:lvl1pPr>
            <a:lvl2pPr marL="557227" marR="0" indent="-214319" algn="l" defTabSz="685817" rtl="0" eaLnBrk="1" fontAlgn="base" latinLnBrk="0" hangingPunct="1">
              <a:lnSpc>
                <a:spcPct val="100000"/>
              </a:lnSpc>
              <a:spcBef>
                <a:spcPct val="20000"/>
              </a:spcBef>
              <a:spcAft>
                <a:spcPct val="0"/>
              </a:spcAft>
              <a:buClr>
                <a:srgbClr val="C00000"/>
              </a:buClr>
              <a:buSzTx/>
              <a:buFontTx/>
              <a:buChar char="–"/>
              <a:tabLst/>
              <a:defRPr kumimoji="0" lang="en-US" sz="1200" b="0" i="0" u="none" strike="noStrike" kern="0" cap="none" spc="0" normalizeH="0" baseline="0" noProof="0">
                <a:ln>
                  <a:noFill/>
                </a:ln>
                <a:solidFill>
                  <a:schemeClr val="tx1"/>
                </a:solidFill>
                <a:effectLst/>
                <a:uLnTx/>
                <a:uFillTx/>
              </a:defRPr>
            </a:lvl2pPr>
            <a:lvl3pPr marL="857271" marR="0" indent="-171455" algn="l" defTabSz="685817" rtl="0" eaLnBrk="1" fontAlgn="base" latinLnBrk="0" hangingPunct="1">
              <a:lnSpc>
                <a:spcPct val="100000"/>
              </a:lnSpc>
              <a:spcBef>
                <a:spcPct val="20000"/>
              </a:spcBef>
              <a:spcAft>
                <a:spcPct val="0"/>
              </a:spcAft>
              <a:buClr>
                <a:srgbClr val="C00000"/>
              </a:buClr>
              <a:buSzTx/>
              <a:buFontTx/>
              <a:buChar char="•"/>
              <a:tabLst/>
              <a:defRPr kumimoji="0" lang="en-US" sz="1051" b="0" i="0" u="none" strike="noStrike" kern="0" cap="none" spc="0" normalizeH="0" baseline="0" noProof="0">
                <a:ln>
                  <a:noFill/>
                </a:ln>
                <a:solidFill>
                  <a:schemeClr val="tx1"/>
                </a:solidFill>
                <a:effectLst/>
                <a:uLnTx/>
                <a:uFillTx/>
              </a:defRPr>
            </a:lvl3pPr>
            <a:lvl4pPr marL="1200180" marR="0" indent="-171455" algn="l" defTabSz="685817" rtl="0" eaLnBrk="1" fontAlgn="base" latinLnBrk="0" hangingPunct="1">
              <a:lnSpc>
                <a:spcPct val="100000"/>
              </a:lnSpc>
              <a:spcBef>
                <a:spcPct val="20000"/>
              </a:spcBef>
              <a:spcAft>
                <a:spcPct val="0"/>
              </a:spcAft>
              <a:buClr>
                <a:srgbClr val="C00000"/>
              </a:buClr>
              <a:buSzTx/>
              <a:buFontTx/>
              <a:buChar char="–"/>
              <a:tabLst/>
              <a:defRPr kumimoji="0" lang="en-US" sz="1051" b="0" i="0" u="none" strike="noStrike" kern="0" cap="none" spc="0" normalizeH="0" baseline="0" noProof="0">
                <a:ln>
                  <a:noFill/>
                </a:ln>
                <a:solidFill>
                  <a:schemeClr val="tx1"/>
                </a:solidFill>
                <a:effectLst/>
                <a:uLnTx/>
                <a:uFillTx/>
              </a:defRPr>
            </a:lvl4pPr>
            <a:lvl5pPr marL="1543088" marR="0" indent="-171455" algn="l" defTabSz="685817" rtl="0" eaLnBrk="1" fontAlgn="base" latinLnBrk="0" hangingPunct="1">
              <a:lnSpc>
                <a:spcPct val="100000"/>
              </a:lnSpc>
              <a:spcBef>
                <a:spcPct val="20000"/>
              </a:spcBef>
              <a:spcAft>
                <a:spcPct val="0"/>
              </a:spcAft>
              <a:buClr>
                <a:srgbClr val="C00000"/>
              </a:buClr>
              <a:buSzTx/>
              <a:buFontTx/>
              <a:buChar char="»"/>
              <a:tabLst/>
              <a:defRPr kumimoji="0" lang="en-US" sz="1051" b="0" i="0" u="none" strike="noStrike" kern="0" cap="none" spc="0" normalizeH="0" baseline="0" noProof="0">
                <a:ln>
                  <a:noFill/>
                </a:ln>
                <a:solidFill>
                  <a:schemeClr val="tx1"/>
                </a:solidFill>
                <a:effectLst/>
                <a:uLnTx/>
                <a:uFillTx/>
              </a:defRPr>
            </a:lvl5pPr>
            <a:lvl6pPr marL="0" marR="0" indent="0" algn="l" defTabSz="685817" rtl="0" eaLnBrk="1" fontAlgn="base" latinLnBrk="0" hangingPunct="1">
              <a:lnSpc>
                <a:spcPct val="100000"/>
              </a:lnSpc>
              <a:spcBef>
                <a:spcPct val="20000"/>
              </a:spcBef>
              <a:spcAft>
                <a:spcPct val="0"/>
              </a:spcAft>
              <a:buClr>
                <a:srgbClr val="C00000"/>
              </a:buClr>
              <a:buSzTx/>
              <a:buFontTx/>
              <a:buNone/>
              <a:tabLst/>
              <a:defRPr>
                <a:solidFill>
                  <a:schemeClr val="tx1"/>
                </a:solidFill>
              </a:defRPr>
            </a:lvl6pPr>
            <a:lvl8pPr marL="0" marR="0" indent="0" algn="l" defTabSz="685817" rtl="0" eaLnBrk="1" fontAlgn="base" latinLnBrk="0" hangingPunct="1">
              <a:lnSpc>
                <a:spcPct val="100000"/>
              </a:lnSpc>
              <a:spcBef>
                <a:spcPct val="20000"/>
              </a:spcBef>
              <a:spcAft>
                <a:spcPct val="0"/>
              </a:spcAft>
              <a:buClrTx/>
              <a:buSzTx/>
              <a:buFontTx/>
              <a:buNone/>
              <a:tabLst/>
              <a:defRPr/>
            </a:lvl8pPr>
            <a:lvl9pPr marL="0" marR="0" indent="0" algn="l" defTabSz="685817" rtl="0" eaLnBrk="1" fontAlgn="base" latinLnBrk="0" hangingPunct="1">
              <a:lnSpc>
                <a:spcPct val="100000"/>
              </a:lnSpc>
              <a:spcBef>
                <a:spcPct val="20000"/>
              </a:spcBef>
              <a:spcAft>
                <a:spcPct val="0"/>
              </a:spcAft>
              <a:buClrTx/>
              <a:buSzTx/>
              <a:buFontTx/>
              <a:buNone/>
              <a:tabLst/>
              <a:defRPr/>
            </a:lvl9pPr>
          </a:lstStyle>
          <a:p>
            <a:pPr marL="257182" marR="0" lvl="0" indent="-257182" algn="l" defTabSz="685817" rtl="0" eaLnBrk="1" fontAlgn="base" latinLnBrk="0" hangingPunct="1">
              <a:lnSpc>
                <a:spcPct val="100000"/>
              </a:lnSpc>
              <a:spcBef>
                <a:spcPct val="20000"/>
              </a:spcBef>
              <a:spcAft>
                <a:spcPct val="0"/>
              </a:spcAft>
              <a:buClrTx/>
              <a:buSzTx/>
              <a:buFontTx/>
              <a:buChar char="•"/>
              <a:tabLst/>
              <a:defRPr/>
            </a:pPr>
            <a:r>
              <a:rPr kumimoji="0" lang="en-US" sz="1349" b="0" i="0" u="none" strike="noStrike" kern="0" cap="none" spc="0" normalizeH="0" baseline="0" noProof="0">
                <a:ln>
                  <a:noFill/>
                </a:ln>
                <a:solidFill>
                  <a:srgbClr val="575757"/>
                </a:solidFill>
                <a:effectLst/>
                <a:uLnTx/>
                <a:uFillTx/>
                <a:latin typeface="+mn-lt"/>
              </a:rPr>
              <a:t>Edit Master text styles</a:t>
            </a:r>
          </a:p>
          <a:p>
            <a:pPr marL="557227" marR="0" lvl="1" indent="-214319" algn="l" defTabSz="685817" rtl="0" eaLnBrk="1" fontAlgn="base" latinLnBrk="0" hangingPunct="1">
              <a:lnSpc>
                <a:spcPct val="100000"/>
              </a:lnSpc>
              <a:spcBef>
                <a:spcPct val="20000"/>
              </a:spcBef>
              <a:spcAft>
                <a:spcPct val="0"/>
              </a:spcAft>
              <a:buClrTx/>
              <a:buSzTx/>
              <a:buFontTx/>
              <a:buChar char="–"/>
              <a:tabLst/>
              <a:defRPr/>
            </a:pPr>
            <a:r>
              <a:rPr kumimoji="0" lang="en-US" sz="1200" b="0" i="0" u="none" strike="noStrike" kern="0" cap="none" spc="0" normalizeH="0" baseline="0" noProof="0">
                <a:ln>
                  <a:noFill/>
                </a:ln>
                <a:solidFill>
                  <a:srgbClr val="575757"/>
                </a:solidFill>
                <a:effectLst/>
                <a:uLnTx/>
                <a:uFillTx/>
                <a:latin typeface="+mn-lt"/>
              </a:rPr>
              <a:t>Second level</a:t>
            </a:r>
          </a:p>
          <a:p>
            <a:pPr marL="857271" marR="0" lvl="2" indent="-171455" algn="l" defTabSz="685817" rtl="0" eaLnBrk="1" fontAlgn="base" latinLnBrk="0" hangingPunct="1">
              <a:lnSpc>
                <a:spcPct val="100000"/>
              </a:lnSpc>
              <a:spcBef>
                <a:spcPct val="20000"/>
              </a:spcBef>
              <a:spcAft>
                <a:spcPct val="0"/>
              </a:spcAft>
              <a:buClrTx/>
              <a:buSzTx/>
              <a:buFontTx/>
              <a:buChar char="•"/>
              <a:tabLst/>
              <a:defRPr/>
            </a:pPr>
            <a:r>
              <a:rPr kumimoji="0" lang="en-US" sz="1051" b="0" i="0" u="none" strike="noStrike" kern="0" cap="none" spc="0" normalizeH="0" baseline="0" noProof="0">
                <a:ln>
                  <a:noFill/>
                </a:ln>
                <a:solidFill>
                  <a:srgbClr val="575757"/>
                </a:solidFill>
                <a:effectLst/>
                <a:uLnTx/>
                <a:uFillTx/>
                <a:latin typeface="+mn-lt"/>
              </a:rPr>
              <a:t>Third level</a:t>
            </a:r>
          </a:p>
          <a:p>
            <a:pPr marL="1200180" marR="0" lvl="3" indent="-171455" algn="l" defTabSz="685817" rtl="0" eaLnBrk="1" fontAlgn="base" latinLnBrk="0" hangingPunct="1">
              <a:lnSpc>
                <a:spcPct val="100000"/>
              </a:lnSpc>
              <a:spcBef>
                <a:spcPct val="20000"/>
              </a:spcBef>
              <a:spcAft>
                <a:spcPct val="0"/>
              </a:spcAft>
              <a:buClrTx/>
              <a:buSzTx/>
              <a:buFontTx/>
              <a:buChar char="–"/>
              <a:tabLst/>
              <a:defRPr/>
            </a:pPr>
            <a:r>
              <a:rPr kumimoji="0" lang="en-US" sz="1051" b="0" i="0" u="none" strike="noStrike" kern="0" cap="none" spc="0" normalizeH="0" baseline="0" noProof="0">
                <a:ln>
                  <a:noFill/>
                </a:ln>
                <a:solidFill>
                  <a:srgbClr val="575757"/>
                </a:solidFill>
                <a:effectLst/>
                <a:uLnTx/>
                <a:uFillTx/>
                <a:latin typeface="+mn-lt"/>
              </a:rPr>
              <a:t>Fourth level</a:t>
            </a:r>
          </a:p>
          <a:p>
            <a:pPr marL="1543088" marR="0" lvl="4" indent="-171455" algn="l" defTabSz="685817" rtl="0" eaLnBrk="1" fontAlgn="base" latinLnBrk="0" hangingPunct="1">
              <a:lnSpc>
                <a:spcPct val="100000"/>
              </a:lnSpc>
              <a:spcBef>
                <a:spcPct val="20000"/>
              </a:spcBef>
              <a:spcAft>
                <a:spcPct val="0"/>
              </a:spcAft>
              <a:buClrTx/>
              <a:buSzTx/>
              <a:buFontTx/>
              <a:buChar char="»"/>
              <a:tabLst/>
              <a:defRPr/>
            </a:pPr>
            <a:r>
              <a:rPr kumimoji="0" lang="en-US" sz="1051" b="0" i="0" u="none" strike="noStrike" kern="0" cap="none" spc="0" normalizeH="0" baseline="0" noProof="0">
                <a:ln>
                  <a:noFill/>
                </a:ln>
                <a:solidFill>
                  <a:srgbClr val="575757"/>
                </a:solidFill>
                <a:effectLst/>
                <a:uLnTx/>
                <a:uFillTx/>
                <a:latin typeface="+mn-lt"/>
              </a:rPr>
              <a:t>Fifth level</a:t>
            </a:r>
          </a:p>
          <a:p>
            <a:pPr marL="1885997" marR="0" lvl="5" indent="-171455" algn="l" defTabSz="685817" rtl="0" eaLnBrk="1" fontAlgn="base" latinLnBrk="0" hangingPunct="1">
              <a:lnSpc>
                <a:spcPct val="100000"/>
              </a:lnSpc>
              <a:spcBef>
                <a:spcPct val="20000"/>
              </a:spcBef>
              <a:spcAft>
                <a:spcPct val="0"/>
              </a:spcAft>
              <a:buClrTx/>
              <a:buSzTx/>
              <a:buFontTx/>
              <a:buChar char="»"/>
              <a:tabLst/>
              <a:defRPr/>
            </a:pPr>
            <a:r>
              <a:rPr kumimoji="0" lang="en-US" sz="1349" b="0" i="0" u="none" strike="noStrike" kern="0" cap="none" spc="0" normalizeH="0" baseline="0" noProof="0">
                <a:ln>
                  <a:noFill/>
                </a:ln>
                <a:solidFill>
                  <a:srgbClr val="575757"/>
                </a:solidFill>
                <a:effectLst/>
                <a:uLnTx/>
                <a:uFillTx/>
                <a:latin typeface="+mn-lt"/>
              </a:rPr>
              <a:t>Level six</a:t>
            </a:r>
          </a:p>
          <a:p>
            <a:pPr marL="0" marR="0" lvl="5" indent="0" algn="l" defTabSz="685817" rtl="0" eaLnBrk="1" fontAlgn="base" latinLnBrk="0" hangingPunct="1">
              <a:lnSpc>
                <a:spcPct val="100000"/>
              </a:lnSpc>
              <a:spcBef>
                <a:spcPct val="20000"/>
              </a:spcBef>
              <a:spcAft>
                <a:spcPct val="0"/>
              </a:spcAft>
              <a:buClrTx/>
              <a:buSzTx/>
              <a:buFontTx/>
              <a:buNone/>
              <a:tabLst/>
              <a:defRPr/>
            </a:pPr>
            <a:r>
              <a:rPr kumimoji="0" lang="en-US" sz="1349" b="1" i="0" u="none" strike="noStrike" kern="0" cap="none" spc="0" normalizeH="0" baseline="0" noProof="0">
                <a:ln>
                  <a:noFill/>
                </a:ln>
                <a:solidFill>
                  <a:schemeClr val="accent3"/>
                </a:solidFill>
                <a:effectLst/>
                <a:uLnTx/>
                <a:uFillTx/>
                <a:latin typeface="+mn-lt"/>
              </a:rPr>
              <a:t>Level seven</a:t>
            </a:r>
          </a:p>
          <a:p>
            <a:pPr marL="0" marR="0" lvl="7" indent="0" algn="l" defTabSz="685817" rtl="0" eaLnBrk="1" fontAlgn="base" latinLnBrk="0" hangingPunct="1">
              <a:lnSpc>
                <a:spcPct val="100000"/>
              </a:lnSpc>
              <a:spcBef>
                <a:spcPct val="20000"/>
              </a:spcBef>
              <a:spcAft>
                <a:spcPct val="0"/>
              </a:spcAft>
              <a:buClrTx/>
              <a:buSzTx/>
              <a:buFontTx/>
              <a:buNone/>
              <a:tabLst/>
              <a:defRPr/>
            </a:pPr>
            <a:r>
              <a:rPr kumimoji="0" lang="en-US" sz="1349" b="0" i="0" u="none" strike="noStrike" kern="0" cap="none" spc="0" normalizeH="0" baseline="0" noProof="0">
                <a:ln>
                  <a:noFill/>
                </a:ln>
                <a:solidFill>
                  <a:srgbClr val="C00000"/>
                </a:solidFill>
                <a:effectLst/>
                <a:uLnTx/>
                <a:uFillTx/>
                <a:latin typeface="+mn-lt"/>
              </a:rPr>
              <a:t>Level eight</a:t>
            </a:r>
          </a:p>
          <a:p>
            <a:pPr marL="0" marR="0" lvl="8" indent="0" algn="l" defTabSz="685817" rtl="0" eaLnBrk="1" fontAlgn="base" latinLnBrk="0" hangingPunct="1">
              <a:lnSpc>
                <a:spcPct val="100000"/>
              </a:lnSpc>
              <a:spcBef>
                <a:spcPct val="20000"/>
              </a:spcBef>
              <a:spcAft>
                <a:spcPct val="0"/>
              </a:spcAft>
              <a:buClrTx/>
              <a:buSzTx/>
              <a:buFontTx/>
              <a:buNone/>
              <a:tabLst/>
              <a:defRPr/>
            </a:pPr>
            <a:r>
              <a:rPr kumimoji="0" lang="en-US" sz="1200" b="0" i="0" u="none" strike="noStrike" kern="0" cap="none" spc="0" normalizeH="0" baseline="0" noProof="0">
                <a:ln>
                  <a:noFill/>
                </a:ln>
                <a:solidFill>
                  <a:srgbClr val="575757"/>
                </a:solidFill>
                <a:effectLst/>
                <a:uLnTx/>
                <a:uFillTx/>
                <a:latin typeface="+mn-lt"/>
              </a:rPr>
              <a:t>Level nine</a:t>
            </a:r>
          </a:p>
        </p:txBody>
      </p:sp>
    </p:spTree>
    <p:extLst>
      <p:ext uri="{BB962C8B-B14F-4D97-AF65-F5344CB8AC3E}">
        <p14:creationId xmlns:p14="http://schemas.microsoft.com/office/powerpoint/2010/main" val="44218838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5120" userDrawn="1">
          <p15:clr>
            <a:srgbClr val="FBAE40"/>
          </p15:clr>
        </p15:guide>
        <p15:guide id="3" pos="190" userDrawn="1">
          <p15:clr>
            <a:srgbClr val="FBAE40"/>
          </p15:clr>
        </p15:guide>
        <p15:guide id="4" pos="10050" userDrawn="1">
          <p15:clr>
            <a:srgbClr val="FBAE40"/>
          </p15:clr>
        </p15:guide>
        <p15:guide id="5" orient="horz" pos="4020" userDrawn="1">
          <p15:clr>
            <a:srgbClr val="FBAE40"/>
          </p15:clr>
        </p15:guide>
        <p15:guide id="6" orient="horz" pos="527"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itle Only Layout">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custDataLst>
              <p:tags r:id="rId1"/>
            </p:custDataLst>
          </p:nvPr>
        </p:nvGraphicFramePr>
        <p:xfrm>
          <a:off x="2119" y="1595"/>
          <a:ext cx="2116" cy="1587"/>
        </p:xfrm>
        <a:graphic>
          <a:graphicData uri="http://schemas.openxmlformats.org/presentationml/2006/ole">
            <mc:AlternateContent xmlns:mc="http://schemas.openxmlformats.org/markup-compatibility/2006">
              <mc:Choice xmlns:v="urn:schemas-microsoft-com:vml" Requires="v">
                <p:oleObj name="think-cell Slide" r:id="rId3" imgW="360" imgH="360" progId="TCLayout.ActiveDocument.1">
                  <p:embed/>
                </p:oleObj>
              </mc:Choice>
              <mc:Fallback>
                <p:oleObj name="think-cell Slide" r:id="rId3" imgW="360" imgH="360" progId="TCLayout.ActiveDocument.1">
                  <p:embed/>
                  <p:pic>
                    <p:nvPicPr>
                      <p:cNvPr id="2" name="Object 1"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19" y="1595"/>
                        <a:ext cx="2116"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 name="Rectangle 5"/>
          <p:cNvSpPr>
            <a:spLocks noGrp="1" noChangeArrowheads="1"/>
          </p:cNvSpPr>
          <p:nvPr>
            <p:ph type="sldNum" sz="quarter" idx="12"/>
          </p:nvPr>
        </p:nvSpPr>
        <p:spPr>
          <a:xfrm>
            <a:off x="11664622" y="6400800"/>
            <a:ext cx="527381" cy="457200"/>
          </a:xfrm>
          <a:ln/>
        </p:spPr>
        <p:txBody>
          <a:bodyPr/>
          <a:lstStyle>
            <a:lvl1pPr>
              <a:defRPr/>
            </a:lvl1pPr>
          </a:lstStyle>
          <a:p>
            <a:fld id="{7693335A-AD1B-4C37-BF8F-2DC8D7AD9CE6}" type="slidenum">
              <a:rPr lang="en-US" smtClean="0">
                <a:solidFill>
                  <a:srgbClr val="000000"/>
                </a:solidFill>
              </a:rPr>
              <a:pPr/>
              <a:t>‹#›</a:t>
            </a:fld>
            <a:endParaRPr lang="en-US">
              <a:solidFill>
                <a:srgbClr val="000000"/>
              </a:solidFill>
            </a:endParaRPr>
          </a:p>
        </p:txBody>
      </p:sp>
      <p:sp>
        <p:nvSpPr>
          <p:cNvPr id="9" name="Title 1"/>
          <p:cNvSpPr>
            <a:spLocks noGrp="1"/>
          </p:cNvSpPr>
          <p:nvPr>
            <p:ph type="title"/>
          </p:nvPr>
        </p:nvSpPr>
        <p:spPr>
          <a:xfrm>
            <a:off x="239188" y="0"/>
            <a:ext cx="10273307" cy="648000"/>
          </a:xfrm>
          <a:prstGeom prst="rect">
            <a:avLst/>
          </a:prstGeom>
        </p:spPr>
        <p:txBody>
          <a:bodyPr lIns="0" tIns="0" rIns="0" bIns="0" anchor="ctr">
            <a:normAutofit/>
          </a:bodyPr>
          <a:lstStyle>
            <a:lvl1pPr>
              <a:defRPr sz="1500" b="1">
                <a:latin typeface="Calibri" panose="020F0502020204030204" pitchFamily="34" charset="0"/>
              </a:defRPr>
            </a:lvl1pPr>
          </a:lstStyle>
          <a:p>
            <a:r>
              <a:rPr lang="en-US"/>
              <a:t>Click to edit Master title style</a:t>
            </a:r>
            <a:endParaRPr lang="en-GB"/>
          </a:p>
        </p:txBody>
      </p:sp>
      <p:sp>
        <p:nvSpPr>
          <p:cNvPr id="6" name="Rectangle 4"/>
          <p:cNvSpPr>
            <a:spLocks noGrp="1" noChangeArrowheads="1"/>
          </p:cNvSpPr>
          <p:nvPr>
            <p:ph type="ftr" sz="quarter" idx="11"/>
          </p:nvPr>
        </p:nvSpPr>
        <p:spPr>
          <a:xfrm>
            <a:off x="239187" y="6400800"/>
            <a:ext cx="9409211" cy="457200"/>
          </a:xfrm>
          <a:prstGeom prst="rect">
            <a:avLst/>
          </a:prstGeom>
          <a:ln/>
        </p:spPr>
        <p:txBody>
          <a:bodyPr/>
          <a:lstStyle>
            <a:lvl1pPr>
              <a:defRPr/>
            </a:lvl1pPr>
          </a:lstStyle>
          <a:p>
            <a:endParaRPr lang="en-US">
              <a:solidFill>
                <a:srgbClr val="000000"/>
              </a:solidFill>
            </a:endParaRPr>
          </a:p>
        </p:txBody>
      </p:sp>
    </p:spTree>
    <p:extLst>
      <p:ext uri="{BB962C8B-B14F-4D97-AF65-F5344CB8AC3E}">
        <p14:creationId xmlns:p14="http://schemas.microsoft.com/office/powerpoint/2010/main" val="313988973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5120" userDrawn="1">
          <p15:clr>
            <a:srgbClr val="FBAE40"/>
          </p15:clr>
        </p15:guide>
        <p15:guide id="3" pos="190" userDrawn="1">
          <p15:clr>
            <a:srgbClr val="FBAE40"/>
          </p15:clr>
        </p15:guide>
        <p15:guide id="4" pos="10050" userDrawn="1">
          <p15:clr>
            <a:srgbClr val="FBAE40"/>
          </p15:clr>
        </p15:guide>
        <p15:guide id="5" orient="horz" pos="527" userDrawn="1">
          <p15:clr>
            <a:srgbClr val="FBAE40"/>
          </p15:clr>
        </p15:guide>
        <p15:guide id="6" orient="horz" pos="4020"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2_Title Only Layout">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custDataLst>
              <p:tags r:id="rId1"/>
            </p:custDataLst>
          </p:nvPr>
        </p:nvGraphicFramePr>
        <p:xfrm>
          <a:off x="2119" y="1595"/>
          <a:ext cx="2116" cy="1587"/>
        </p:xfrm>
        <a:graphic>
          <a:graphicData uri="http://schemas.openxmlformats.org/presentationml/2006/ole">
            <mc:AlternateContent xmlns:mc="http://schemas.openxmlformats.org/markup-compatibility/2006">
              <mc:Choice xmlns:v="urn:schemas-microsoft-com:vml" Requires="v">
                <p:oleObj name="think-cell Slide" r:id="rId3" imgW="360" imgH="360" progId="TCLayout.ActiveDocument.1">
                  <p:embed/>
                </p:oleObj>
              </mc:Choice>
              <mc:Fallback>
                <p:oleObj name="think-cell Slide" r:id="rId3" imgW="360" imgH="360" progId="TCLayout.ActiveDocument.1">
                  <p:embed/>
                  <p:pic>
                    <p:nvPicPr>
                      <p:cNvPr id="2" name="Object 1"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19" y="1595"/>
                        <a:ext cx="2116"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 name="Rectangle 5"/>
          <p:cNvSpPr>
            <a:spLocks noGrp="1" noChangeArrowheads="1"/>
          </p:cNvSpPr>
          <p:nvPr>
            <p:ph type="sldNum" sz="quarter" idx="12"/>
          </p:nvPr>
        </p:nvSpPr>
        <p:spPr>
          <a:xfrm>
            <a:off x="11664622" y="6400800"/>
            <a:ext cx="527381" cy="457200"/>
          </a:xfrm>
          <a:ln/>
        </p:spPr>
        <p:txBody>
          <a:bodyPr/>
          <a:lstStyle>
            <a:lvl1pPr>
              <a:defRPr/>
            </a:lvl1pPr>
          </a:lstStyle>
          <a:p>
            <a:fld id="{7693335A-AD1B-4C37-BF8F-2DC8D7AD9CE6}" type="slidenum">
              <a:rPr lang="en-US" smtClean="0">
                <a:solidFill>
                  <a:srgbClr val="000000"/>
                </a:solidFill>
              </a:rPr>
              <a:pPr/>
              <a:t>‹#›</a:t>
            </a:fld>
            <a:endParaRPr lang="en-US">
              <a:solidFill>
                <a:srgbClr val="000000"/>
              </a:solidFill>
            </a:endParaRPr>
          </a:p>
        </p:txBody>
      </p:sp>
      <p:sp>
        <p:nvSpPr>
          <p:cNvPr id="9" name="Title 1"/>
          <p:cNvSpPr>
            <a:spLocks noGrp="1"/>
          </p:cNvSpPr>
          <p:nvPr>
            <p:ph type="title"/>
          </p:nvPr>
        </p:nvSpPr>
        <p:spPr>
          <a:xfrm>
            <a:off x="239188" y="0"/>
            <a:ext cx="10273307" cy="648000"/>
          </a:xfrm>
          <a:prstGeom prst="rect">
            <a:avLst/>
          </a:prstGeom>
        </p:spPr>
        <p:txBody>
          <a:bodyPr lIns="0" tIns="0" rIns="0" bIns="0" anchor="ctr">
            <a:normAutofit/>
          </a:bodyPr>
          <a:lstStyle>
            <a:lvl1pPr algn="l">
              <a:defRPr sz="1500" b="1">
                <a:latin typeface="Calibri" panose="020F0502020204030204" pitchFamily="34" charset="0"/>
              </a:defRPr>
            </a:lvl1pPr>
          </a:lstStyle>
          <a:p>
            <a:r>
              <a:rPr lang="en-US"/>
              <a:t>Click to edit Master title style</a:t>
            </a:r>
            <a:endParaRPr lang="en-GB"/>
          </a:p>
        </p:txBody>
      </p:sp>
      <p:sp>
        <p:nvSpPr>
          <p:cNvPr id="6" name="Rectangle 4"/>
          <p:cNvSpPr>
            <a:spLocks noGrp="1" noChangeArrowheads="1"/>
          </p:cNvSpPr>
          <p:nvPr>
            <p:ph type="ftr" sz="quarter" idx="11"/>
          </p:nvPr>
        </p:nvSpPr>
        <p:spPr>
          <a:xfrm>
            <a:off x="239187" y="6400800"/>
            <a:ext cx="9409211" cy="457200"/>
          </a:xfrm>
          <a:prstGeom prst="rect">
            <a:avLst/>
          </a:prstGeom>
          <a:ln/>
        </p:spPr>
        <p:txBody>
          <a:bodyPr/>
          <a:lstStyle>
            <a:lvl1pPr>
              <a:defRPr/>
            </a:lvl1pPr>
          </a:lstStyle>
          <a:p>
            <a:endParaRPr lang="en-US">
              <a:solidFill>
                <a:srgbClr val="000000"/>
              </a:solidFill>
            </a:endParaRPr>
          </a:p>
        </p:txBody>
      </p:sp>
      <p:sp>
        <p:nvSpPr>
          <p:cNvPr id="11" name="Text Placeholder 4"/>
          <p:cNvSpPr>
            <a:spLocks noGrp="1"/>
          </p:cNvSpPr>
          <p:nvPr>
            <p:ph type="body" sz="quarter" idx="13"/>
          </p:nvPr>
        </p:nvSpPr>
        <p:spPr>
          <a:xfrm>
            <a:off x="239716" y="686328"/>
            <a:ext cx="10275886" cy="365760"/>
          </a:xfrm>
          <a:prstGeom prst="rect">
            <a:avLst/>
          </a:prstGeom>
        </p:spPr>
        <p:txBody>
          <a:bodyPr/>
          <a:lstStyle>
            <a:lvl1pPr marL="0" indent="0">
              <a:buNone/>
              <a:defRPr sz="1200" b="1"/>
            </a:lvl1pPr>
          </a:lstStyle>
          <a:p>
            <a:pPr lvl="0"/>
            <a:r>
              <a:rPr lang="en-US"/>
              <a:t>Click to edit Master text styles</a:t>
            </a:r>
          </a:p>
        </p:txBody>
      </p:sp>
    </p:spTree>
    <p:extLst>
      <p:ext uri="{BB962C8B-B14F-4D97-AF65-F5344CB8AC3E}">
        <p14:creationId xmlns:p14="http://schemas.microsoft.com/office/powerpoint/2010/main" val="238545250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5120" userDrawn="1">
          <p15:clr>
            <a:srgbClr val="FBAE40"/>
          </p15:clr>
        </p15:guide>
        <p15:guide id="3" pos="190" userDrawn="1">
          <p15:clr>
            <a:srgbClr val="FBAE40"/>
          </p15:clr>
        </p15:guide>
        <p15:guide id="4" pos="10050" userDrawn="1">
          <p15:clr>
            <a:srgbClr val="FBAE40"/>
          </p15:clr>
        </p15:guide>
        <p15:guide id="5" orient="horz" pos="527" userDrawn="1">
          <p15:clr>
            <a:srgbClr val="FBAE40"/>
          </p15:clr>
        </p15:guide>
        <p15:guide id="6" orient="horz" pos="4020"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1_Title Only Layout">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custDataLst>
              <p:tags r:id="rId1"/>
            </p:custDataLst>
          </p:nvPr>
        </p:nvGraphicFramePr>
        <p:xfrm>
          <a:off x="2119" y="1595"/>
          <a:ext cx="2116" cy="1587"/>
        </p:xfrm>
        <a:graphic>
          <a:graphicData uri="http://schemas.openxmlformats.org/presentationml/2006/ole">
            <mc:AlternateContent xmlns:mc="http://schemas.openxmlformats.org/markup-compatibility/2006">
              <mc:Choice xmlns:v="urn:schemas-microsoft-com:vml" Requires="v">
                <p:oleObj name="think-cell Slide" r:id="rId3" imgW="360" imgH="360" progId="TCLayout.ActiveDocument.1">
                  <p:embed/>
                </p:oleObj>
              </mc:Choice>
              <mc:Fallback>
                <p:oleObj name="think-cell Slide" r:id="rId3" imgW="360" imgH="360" progId="TCLayout.ActiveDocument.1">
                  <p:embed/>
                  <p:pic>
                    <p:nvPicPr>
                      <p:cNvPr id="2" name="Object 1"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19" y="1595"/>
                        <a:ext cx="2116"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 name="Rectangle 5"/>
          <p:cNvSpPr>
            <a:spLocks noGrp="1" noChangeArrowheads="1"/>
          </p:cNvSpPr>
          <p:nvPr>
            <p:ph type="sldNum" sz="quarter" idx="12"/>
          </p:nvPr>
        </p:nvSpPr>
        <p:spPr>
          <a:xfrm>
            <a:off x="11664622" y="6400800"/>
            <a:ext cx="527381" cy="457200"/>
          </a:xfrm>
          <a:ln/>
        </p:spPr>
        <p:txBody>
          <a:bodyPr/>
          <a:lstStyle>
            <a:lvl1pPr>
              <a:defRPr/>
            </a:lvl1pPr>
          </a:lstStyle>
          <a:p>
            <a:fld id="{7693335A-AD1B-4C37-BF8F-2DC8D7AD9CE6}" type="slidenum">
              <a:rPr lang="en-US" smtClean="0">
                <a:solidFill>
                  <a:srgbClr val="000000"/>
                </a:solidFill>
              </a:rPr>
              <a:pPr/>
              <a:t>‹#›</a:t>
            </a:fld>
            <a:endParaRPr lang="en-US">
              <a:solidFill>
                <a:srgbClr val="000000"/>
              </a:solidFill>
            </a:endParaRPr>
          </a:p>
        </p:txBody>
      </p:sp>
      <p:sp>
        <p:nvSpPr>
          <p:cNvPr id="9" name="Title 1"/>
          <p:cNvSpPr>
            <a:spLocks noGrp="1"/>
          </p:cNvSpPr>
          <p:nvPr>
            <p:ph type="title"/>
          </p:nvPr>
        </p:nvSpPr>
        <p:spPr>
          <a:xfrm>
            <a:off x="239188" y="0"/>
            <a:ext cx="10273307" cy="648000"/>
          </a:xfrm>
          <a:prstGeom prst="rect">
            <a:avLst/>
          </a:prstGeom>
        </p:spPr>
        <p:txBody>
          <a:bodyPr lIns="0" tIns="0" rIns="0" bIns="0" anchor="ctr">
            <a:normAutofit/>
          </a:bodyPr>
          <a:lstStyle>
            <a:lvl1pPr>
              <a:defRPr sz="1500" b="1">
                <a:latin typeface="Calibri" panose="020F0502020204030204" pitchFamily="34" charset="0"/>
              </a:defRPr>
            </a:lvl1pPr>
          </a:lstStyle>
          <a:p>
            <a:r>
              <a:rPr lang="en-US"/>
              <a:t>Click to edit Master title style</a:t>
            </a:r>
            <a:endParaRPr lang="en-GB"/>
          </a:p>
        </p:txBody>
      </p:sp>
      <p:sp>
        <p:nvSpPr>
          <p:cNvPr id="6" name="Rectangle 4"/>
          <p:cNvSpPr>
            <a:spLocks noGrp="1" noChangeArrowheads="1"/>
          </p:cNvSpPr>
          <p:nvPr>
            <p:ph type="ftr" sz="quarter" idx="11"/>
          </p:nvPr>
        </p:nvSpPr>
        <p:spPr>
          <a:xfrm>
            <a:off x="239187" y="6400800"/>
            <a:ext cx="9409211" cy="457200"/>
          </a:xfrm>
          <a:prstGeom prst="rect">
            <a:avLst/>
          </a:prstGeom>
          <a:ln/>
        </p:spPr>
        <p:txBody>
          <a:bodyPr/>
          <a:lstStyle>
            <a:lvl1pPr>
              <a:defRPr/>
            </a:lvl1pPr>
          </a:lstStyle>
          <a:p>
            <a:endParaRPr lang="en-US">
              <a:solidFill>
                <a:srgbClr val="000000"/>
              </a:solidFill>
            </a:endParaRPr>
          </a:p>
        </p:txBody>
      </p:sp>
      <p:sp>
        <p:nvSpPr>
          <p:cNvPr id="3" name="Rectangle 2"/>
          <p:cNvSpPr/>
          <p:nvPr/>
        </p:nvSpPr>
        <p:spPr bwMode="auto">
          <a:xfrm>
            <a:off x="9833117" y="6368498"/>
            <a:ext cx="1722782" cy="476250"/>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none" lIns="68580" tIns="34290" rIns="68580" bIns="34290" numCol="1" rtlCol="0" anchor="ctr" anchorCtr="0" compatLnSpc="1">
            <a:prstTxWarp prst="textNoShape">
              <a:avLst/>
            </a:prstTxWarp>
          </a:bodyPr>
          <a:lstStyle/>
          <a:p>
            <a:pPr algn="ctr" fontAlgn="base">
              <a:spcBef>
                <a:spcPct val="0"/>
              </a:spcBef>
              <a:spcAft>
                <a:spcPct val="0"/>
              </a:spcAft>
            </a:pPr>
            <a:endParaRPr lang="en-US" sz="1426">
              <a:solidFill>
                <a:srgbClr val="2D2926"/>
              </a:solidFill>
              <a:latin typeface="Arial" charset="0"/>
            </a:endParaRPr>
          </a:p>
        </p:txBody>
      </p:sp>
      <p:sp>
        <p:nvSpPr>
          <p:cNvPr id="5" name="Text Placeholder 4"/>
          <p:cNvSpPr>
            <a:spLocks noGrp="1"/>
          </p:cNvSpPr>
          <p:nvPr>
            <p:ph type="body" sz="quarter" idx="13"/>
          </p:nvPr>
        </p:nvSpPr>
        <p:spPr>
          <a:xfrm>
            <a:off x="239716" y="686328"/>
            <a:ext cx="10275886" cy="365760"/>
          </a:xfrm>
          <a:prstGeom prst="rect">
            <a:avLst/>
          </a:prstGeom>
        </p:spPr>
        <p:txBody>
          <a:bodyPr/>
          <a:lstStyle>
            <a:lvl1pPr marL="0" indent="0">
              <a:buNone/>
              <a:defRPr sz="1200" b="1"/>
            </a:lvl1pPr>
          </a:lstStyle>
          <a:p>
            <a:pPr lvl="0"/>
            <a:r>
              <a:rPr lang="en-US"/>
              <a:t>Click to edit Master text styles</a:t>
            </a:r>
          </a:p>
        </p:txBody>
      </p:sp>
    </p:spTree>
    <p:extLst>
      <p:ext uri="{BB962C8B-B14F-4D97-AF65-F5344CB8AC3E}">
        <p14:creationId xmlns:p14="http://schemas.microsoft.com/office/powerpoint/2010/main" val="182930876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5120" userDrawn="1">
          <p15:clr>
            <a:srgbClr val="FBAE40"/>
          </p15:clr>
        </p15:guide>
        <p15:guide id="3" pos="190" userDrawn="1">
          <p15:clr>
            <a:srgbClr val="FBAE40"/>
          </p15:clr>
        </p15:guide>
        <p15:guide id="4" pos="10050" userDrawn="1">
          <p15:clr>
            <a:srgbClr val="FBAE40"/>
          </p15:clr>
        </p15:guide>
        <p15:guide id="5" orient="horz" pos="527" userDrawn="1">
          <p15:clr>
            <a:srgbClr val="FBAE40"/>
          </p15:clr>
        </p15:guide>
        <p15:guide id="6" orient="horz" pos="4020"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Blank Layout">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p:custDataLst>
              <p:tags r:id="rId1"/>
            </p:custDataLst>
          </p:nvPr>
        </p:nvGraphicFramePr>
        <p:xfrm>
          <a:off x="2119" y="1595"/>
          <a:ext cx="2116" cy="1587"/>
        </p:xfrm>
        <a:graphic>
          <a:graphicData uri="http://schemas.openxmlformats.org/presentationml/2006/ole">
            <mc:AlternateContent xmlns:mc="http://schemas.openxmlformats.org/markup-compatibility/2006">
              <mc:Choice xmlns:v="urn:schemas-microsoft-com:vml" Requires="v">
                <p:oleObj name="think-cell Slide" r:id="rId4" imgW="360" imgH="360" progId="TCLayout.ActiveDocument.1">
                  <p:embed/>
                </p:oleObj>
              </mc:Choice>
              <mc:Fallback>
                <p:oleObj name="think-cell Slide" r:id="rId4" imgW="360" imgH="360" progId="TCLayout.ActiveDocument.1">
                  <p:embed/>
                  <p:pic>
                    <p:nvPicPr>
                      <p:cNvPr id="6" name="Object 5" hidden="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19" y="1595"/>
                        <a:ext cx="2116"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 name="Rectangle 4" hidden="1"/>
          <p:cNvSpPr/>
          <p:nvPr>
            <p:custDataLst>
              <p:tags r:id="rId2"/>
            </p:custDataLst>
          </p:nvPr>
        </p:nvSpPr>
        <p:spPr bwMode="auto">
          <a:xfrm>
            <a:off x="2" y="0"/>
            <a:ext cx="211668" cy="158750"/>
          </a:xfrm>
          <a:prstGeom prst="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rtlCol="0" anchor="ctr" anchorCtr="0" compatLnSpc="1">
            <a:prstTxWarp prst="textNoShape">
              <a:avLst/>
            </a:prstTxWarp>
          </a:bodyPr>
          <a:lstStyle/>
          <a:p>
            <a:pPr algn="ctr" fontAlgn="base">
              <a:spcBef>
                <a:spcPct val="0"/>
              </a:spcBef>
              <a:spcAft>
                <a:spcPct val="0"/>
              </a:spcAft>
            </a:pPr>
            <a:endParaRPr lang="en-GB" sz="750">
              <a:solidFill>
                <a:srgbClr val="2D2926"/>
              </a:solidFill>
              <a:cs typeface="Times New Roman"/>
              <a:sym typeface="Calibri"/>
            </a:endParaRPr>
          </a:p>
        </p:txBody>
      </p:sp>
      <p:sp>
        <p:nvSpPr>
          <p:cNvPr id="8" name="Rectangle 5"/>
          <p:cNvSpPr>
            <a:spLocks noGrp="1" noChangeArrowheads="1"/>
          </p:cNvSpPr>
          <p:nvPr>
            <p:ph type="sldNum" sz="quarter" idx="12"/>
          </p:nvPr>
        </p:nvSpPr>
        <p:spPr>
          <a:xfrm>
            <a:off x="11664622" y="6400800"/>
            <a:ext cx="527381" cy="457200"/>
          </a:xfrm>
          <a:ln/>
        </p:spPr>
        <p:txBody>
          <a:bodyPr/>
          <a:lstStyle>
            <a:lvl1pPr>
              <a:defRPr/>
            </a:lvl1pPr>
          </a:lstStyle>
          <a:p>
            <a:fld id="{7693335A-AD1B-4C37-BF8F-2DC8D7AD9CE6}" type="slidenum">
              <a:rPr lang="en-US" smtClean="0">
                <a:solidFill>
                  <a:srgbClr val="000000"/>
                </a:solidFill>
              </a:rPr>
              <a:pPr/>
              <a:t>‹#›</a:t>
            </a:fld>
            <a:endParaRPr lang="en-US">
              <a:solidFill>
                <a:srgbClr val="000000"/>
              </a:solidFill>
            </a:endParaRPr>
          </a:p>
        </p:txBody>
      </p:sp>
      <p:sp>
        <p:nvSpPr>
          <p:cNvPr id="9" name="Rectangle 4"/>
          <p:cNvSpPr>
            <a:spLocks noGrp="1" noChangeArrowheads="1"/>
          </p:cNvSpPr>
          <p:nvPr>
            <p:ph type="ftr" sz="quarter" idx="11"/>
          </p:nvPr>
        </p:nvSpPr>
        <p:spPr>
          <a:xfrm>
            <a:off x="239187" y="6400800"/>
            <a:ext cx="9409211" cy="457200"/>
          </a:xfrm>
          <a:prstGeom prst="rect">
            <a:avLst/>
          </a:prstGeom>
          <a:ln/>
        </p:spPr>
        <p:txBody>
          <a:bodyPr/>
          <a:lstStyle>
            <a:lvl1pPr>
              <a:defRPr/>
            </a:lvl1pPr>
          </a:lstStyle>
          <a:p>
            <a:endParaRPr lang="en-US">
              <a:solidFill>
                <a:srgbClr val="000000"/>
              </a:solidFill>
            </a:endParaRPr>
          </a:p>
        </p:txBody>
      </p:sp>
    </p:spTree>
    <p:extLst>
      <p:ext uri="{BB962C8B-B14F-4D97-AF65-F5344CB8AC3E}">
        <p14:creationId xmlns:p14="http://schemas.microsoft.com/office/powerpoint/2010/main" val="317577666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Full Blank Layout">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p:custDataLst>
              <p:tags r:id="rId1"/>
            </p:custDataLst>
          </p:nvPr>
        </p:nvGraphicFramePr>
        <p:xfrm>
          <a:off x="2119" y="1595"/>
          <a:ext cx="2116" cy="1587"/>
        </p:xfrm>
        <a:graphic>
          <a:graphicData uri="http://schemas.openxmlformats.org/presentationml/2006/ole">
            <mc:AlternateContent xmlns:mc="http://schemas.openxmlformats.org/markup-compatibility/2006">
              <mc:Choice xmlns:v="urn:schemas-microsoft-com:vml" Requires="v">
                <p:oleObj name="think-cell Slide" r:id="rId3" imgW="360" imgH="360" progId="TCLayout.ActiveDocument.1">
                  <p:embed/>
                </p:oleObj>
              </mc:Choice>
              <mc:Fallback>
                <p:oleObj name="think-cell Slide" r:id="rId3" imgW="360" imgH="360" progId="TCLayout.ActiveDocument.1">
                  <p:embed/>
                  <p:pic>
                    <p:nvPicPr>
                      <p:cNvPr id="6" name="Object 5"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19" y="1595"/>
                        <a:ext cx="2116"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 name="Rectangle 4"/>
          <p:cNvSpPr/>
          <p:nvPr/>
        </p:nvSpPr>
        <p:spPr bwMode="auto">
          <a:xfrm>
            <a:off x="0" y="0"/>
            <a:ext cx="12192000" cy="1052736"/>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none" lIns="68580" tIns="34290" rIns="68580" bIns="34290" numCol="1" rtlCol="0" anchor="ctr" anchorCtr="0" compatLnSpc="1">
            <a:prstTxWarp prst="textNoShape">
              <a:avLst/>
            </a:prstTxWarp>
          </a:bodyPr>
          <a:lstStyle/>
          <a:p>
            <a:pPr algn="ctr" fontAlgn="base">
              <a:spcBef>
                <a:spcPct val="0"/>
              </a:spcBef>
              <a:spcAft>
                <a:spcPct val="0"/>
              </a:spcAft>
            </a:pPr>
            <a:endParaRPr lang="en-GB" sz="1426">
              <a:solidFill>
                <a:srgbClr val="2D2926"/>
              </a:solidFill>
              <a:latin typeface="Arial" charset="0"/>
            </a:endParaRPr>
          </a:p>
        </p:txBody>
      </p:sp>
      <p:sp>
        <p:nvSpPr>
          <p:cNvPr id="4" name="Slide Number Placeholder 3"/>
          <p:cNvSpPr>
            <a:spLocks noGrp="1"/>
          </p:cNvSpPr>
          <p:nvPr>
            <p:ph type="sldNum" sz="quarter" idx="11"/>
          </p:nvPr>
        </p:nvSpPr>
        <p:spPr/>
        <p:txBody>
          <a:bodyPr/>
          <a:lstStyle/>
          <a:p>
            <a:fld id="{7693335A-AD1B-4C37-BF8F-2DC8D7AD9CE6}" type="slidenum">
              <a:rPr lang="en-US" smtClean="0">
                <a:solidFill>
                  <a:srgbClr val="000000"/>
                </a:solidFill>
              </a:rPr>
              <a:pPr/>
              <a:t>‹#›</a:t>
            </a:fld>
            <a:endParaRPr lang="en-US">
              <a:solidFill>
                <a:srgbClr val="000000"/>
              </a:solidFill>
            </a:endParaRPr>
          </a:p>
        </p:txBody>
      </p:sp>
      <p:sp>
        <p:nvSpPr>
          <p:cNvPr id="7" name="Rectangle 4"/>
          <p:cNvSpPr>
            <a:spLocks noGrp="1" noChangeArrowheads="1"/>
          </p:cNvSpPr>
          <p:nvPr>
            <p:ph type="ftr" sz="quarter" idx="12"/>
          </p:nvPr>
        </p:nvSpPr>
        <p:spPr>
          <a:xfrm>
            <a:off x="239187" y="6400800"/>
            <a:ext cx="9409211" cy="457200"/>
          </a:xfrm>
          <a:prstGeom prst="rect">
            <a:avLst/>
          </a:prstGeom>
          <a:ln/>
        </p:spPr>
        <p:txBody>
          <a:bodyPr/>
          <a:lstStyle>
            <a:lvl1pPr>
              <a:defRPr/>
            </a:lvl1pPr>
          </a:lstStyle>
          <a:p>
            <a:endParaRPr lang="en-US">
              <a:solidFill>
                <a:srgbClr val="000000"/>
              </a:solidFill>
            </a:endParaRPr>
          </a:p>
        </p:txBody>
      </p:sp>
    </p:spTree>
    <p:extLst>
      <p:ext uri="{BB962C8B-B14F-4D97-AF65-F5344CB8AC3E}">
        <p14:creationId xmlns:p14="http://schemas.microsoft.com/office/powerpoint/2010/main" val="193185662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5120" userDrawn="1">
          <p15:clr>
            <a:srgbClr val="FBAE40"/>
          </p15:clr>
        </p15:guide>
        <p15:guide id="3" orient="horz" pos="4020" userDrawn="1">
          <p15:clr>
            <a:srgbClr val="FBAE40"/>
          </p15:clr>
        </p15:guide>
        <p15:guide id="4" pos="190" userDrawn="1">
          <p15:clr>
            <a:srgbClr val="FBAE40"/>
          </p15:clr>
        </p15:guide>
        <p15:guide id="5" pos="10050"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D. Green left arrow">
    <p:bg>
      <p:bgPr>
        <a:solidFill>
          <a:schemeClr val="bg1"/>
        </a:solidFill>
        <a:effectLst/>
      </p:bgPr>
    </p:bg>
    <p:spTree>
      <p:nvGrpSpPr>
        <p:cNvPr id="1" name=""/>
        <p:cNvGrpSpPr/>
        <p:nvPr/>
      </p:nvGrpSpPr>
      <p:grpSpPr>
        <a:xfrm>
          <a:off x="0" y="0"/>
          <a:ext cx="0" cy="0"/>
          <a:chOff x="0" y="0"/>
          <a:chExt cx="0" cy="0"/>
        </a:xfrm>
      </p:grpSpPr>
      <p:sp>
        <p:nvSpPr>
          <p:cNvPr id="10" name="Freeform 14"/>
          <p:cNvSpPr/>
          <p:nvPr/>
        </p:nvSpPr>
        <p:spPr bwMode="ltGray">
          <a:xfrm>
            <a:off x="1525" y="1310"/>
            <a:ext cx="4088313"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gradFill>
            <a:gsLst>
              <a:gs pos="100000">
                <a:schemeClr val="tx2"/>
              </a:gs>
              <a:gs pos="99000">
                <a:srgbClr val="AF4946"/>
              </a:gs>
              <a:gs pos="79000">
                <a:schemeClr val="tx2"/>
              </a:gs>
              <a:gs pos="100000">
                <a:schemeClr val="accent2"/>
              </a:gs>
            </a:gsLst>
            <a:lin ang="8100000" scaled="1"/>
          </a:gra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750"/>
              </a:spcAft>
            </a:pPr>
            <a:endParaRPr lang="en-US" sz="900">
              <a:solidFill>
                <a:prstClr val="white"/>
              </a:solidFill>
              <a:sym typeface="Trebuchet MS" panose="020B0603020202020204" pitchFamily="34" charset="0"/>
            </a:endParaRPr>
          </a:p>
        </p:txBody>
      </p:sp>
      <p:sp>
        <p:nvSpPr>
          <p:cNvPr id="5" name="Title 4"/>
          <p:cNvSpPr>
            <a:spLocks noGrp="1"/>
          </p:cNvSpPr>
          <p:nvPr>
            <p:ph type="title" hasCustomPrompt="1"/>
          </p:nvPr>
        </p:nvSpPr>
        <p:spPr>
          <a:xfrm>
            <a:off x="630004" y="2764209"/>
            <a:ext cx="2478638" cy="1314311"/>
          </a:xfrm>
          <a:prstGeom prst="rect">
            <a:avLst/>
          </a:prstGeom>
        </p:spPr>
        <p:txBody>
          <a:bodyPr anchor="ctr" anchorCtr="0">
            <a:noAutofit/>
          </a:bodyPr>
          <a:lstStyle>
            <a:lvl1pPr>
              <a:defRPr>
                <a:solidFill>
                  <a:srgbClr val="FFFFFF"/>
                </a:solidFill>
                <a:latin typeface="+mj-lt"/>
              </a:defRPr>
            </a:lvl1pPr>
          </a:lstStyle>
          <a:p>
            <a:r>
              <a:rPr lang="en-US"/>
              <a:t>Click to add title</a:t>
            </a:r>
          </a:p>
        </p:txBody>
      </p:sp>
      <p:sp>
        <p:nvSpPr>
          <p:cNvPr id="19" name="FooterSimple" hidden="1"/>
          <p:cNvSpPr txBox="1"/>
          <p:nvPr>
            <p:custDataLst>
              <p:tags r:id="rId1"/>
            </p:custDataLst>
          </p:nvPr>
        </p:nvSpPr>
        <p:spPr>
          <a:xfrm rot="16200000">
            <a:off x="10561321" y="5130067"/>
            <a:ext cx="2743200" cy="72584"/>
          </a:xfrm>
          <a:prstGeom prst="rect">
            <a:avLst/>
          </a:prstGeom>
          <a:noFill/>
        </p:spPr>
        <p:txBody>
          <a:bodyPr wrap="square" lIns="0" tIns="0" rIns="0" bIns="0" rtlCol="0" anchor="b">
            <a:spAutoFit/>
          </a:bodyPr>
          <a:lstStyle/>
          <a:p>
            <a:pPr>
              <a:lnSpc>
                <a:spcPct val="90000"/>
              </a:lnSpc>
              <a:spcAft>
                <a:spcPts val="450"/>
              </a:spcAft>
            </a:pPr>
            <a:r>
              <a:rPr lang="en-US" sz="524">
                <a:solidFill>
                  <a:prstClr val="white">
                    <a:lumMod val="50000"/>
                  </a:prstClr>
                </a:solidFill>
                <a:sym typeface="Trebuchet MS" panose="020B0603020202020204" pitchFamily="34" charset="0"/>
              </a:rPr>
              <a:t>180211 RAKBANK Strategy 2018-2020_ExCo presentation_vF BSC.pptx</a:t>
            </a:r>
          </a:p>
        </p:txBody>
      </p:sp>
      <p:sp>
        <p:nvSpPr>
          <p:cNvPr id="9" name="Slide Number Placeholder 3"/>
          <p:cNvSpPr>
            <a:spLocks noGrp="1"/>
          </p:cNvSpPr>
          <p:nvPr>
            <p:ph type="sldNum" sz="quarter" idx="11"/>
          </p:nvPr>
        </p:nvSpPr>
        <p:spPr>
          <a:xfrm>
            <a:off x="11664622" y="6400800"/>
            <a:ext cx="527381" cy="457200"/>
          </a:xfrm>
        </p:spPr>
        <p:txBody>
          <a:bodyPr/>
          <a:lstStyle/>
          <a:p>
            <a:fld id="{7693335A-AD1B-4C37-BF8F-2DC8D7AD9CE6}" type="slidenum">
              <a:rPr lang="en-US" smtClean="0">
                <a:solidFill>
                  <a:srgbClr val="000000"/>
                </a:solidFill>
              </a:rPr>
              <a:pPr/>
              <a:t>‹#›</a:t>
            </a:fld>
            <a:endParaRPr lang="en-US">
              <a:solidFill>
                <a:srgbClr val="000000"/>
              </a:solidFill>
            </a:endParaRPr>
          </a:p>
        </p:txBody>
      </p:sp>
      <p:sp>
        <p:nvSpPr>
          <p:cNvPr id="12" name="Rectangle 4"/>
          <p:cNvSpPr>
            <a:spLocks noGrp="1" noChangeArrowheads="1"/>
          </p:cNvSpPr>
          <p:nvPr>
            <p:ph type="ftr" sz="quarter" idx="12"/>
          </p:nvPr>
        </p:nvSpPr>
        <p:spPr>
          <a:xfrm>
            <a:off x="239187" y="6400800"/>
            <a:ext cx="9409211" cy="457200"/>
          </a:xfrm>
          <a:prstGeom prst="rect">
            <a:avLst/>
          </a:prstGeom>
          <a:ln/>
        </p:spPr>
        <p:txBody>
          <a:bodyPr/>
          <a:lstStyle>
            <a:lvl1pPr>
              <a:defRPr/>
            </a:lvl1pPr>
          </a:lstStyle>
          <a:p>
            <a:endParaRPr lang="en-US">
              <a:solidFill>
                <a:srgbClr val="000000"/>
              </a:solidFill>
            </a:endParaRPr>
          </a:p>
        </p:txBody>
      </p:sp>
      <p:pic>
        <p:nvPicPr>
          <p:cNvPr id="13" name="Picture 4"/>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840416" y="6597352"/>
            <a:ext cx="1698137" cy="216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Text Placeholder 2"/>
          <p:cNvSpPr>
            <a:spLocks noGrp="1"/>
          </p:cNvSpPr>
          <p:nvPr>
            <p:ph type="body" sz="quarter" idx="13"/>
          </p:nvPr>
        </p:nvSpPr>
        <p:spPr>
          <a:xfrm>
            <a:off x="4655444" y="203199"/>
            <a:ext cx="7406640" cy="5943600"/>
          </a:xfrm>
          <a:prstGeom prst="rect">
            <a:avLst/>
          </a:prstGeom>
        </p:spPr>
        <p:txBody>
          <a:bodyPr/>
          <a:lstStyle>
            <a:lvl1pPr>
              <a:buClr>
                <a:srgbClr val="C00000"/>
              </a:buClr>
              <a:defRPr/>
            </a:lvl1pPr>
            <a:lvl2pPr>
              <a:buClr>
                <a:srgbClr val="C00000"/>
              </a:buClr>
              <a:defRPr/>
            </a:lvl2pPr>
            <a:lvl3pPr>
              <a:buClr>
                <a:srgbClr val="C00000"/>
              </a:buClr>
              <a:defRPr/>
            </a:lvl3pPr>
            <a:lvl4pPr>
              <a:buClr>
                <a:srgbClr val="C00000"/>
              </a:buClr>
              <a:defRPr/>
            </a:lvl4pPr>
            <a:lvl5pPr>
              <a:buClr>
                <a:srgbClr val="C00000"/>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8259460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p:cSld name="Agenda D. Two-Thirds">
    <p:bg>
      <p:bgPr>
        <a:gradFill>
          <a:gsLst>
            <a:gs pos="100000">
              <a:srgbClr val="C00000"/>
            </a:gs>
            <a:gs pos="8100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custDataLst>
              <p:tags r:id="rId1"/>
            </p:custDataLst>
          </p:nvPr>
        </p:nvGraphicFramePr>
        <p:xfrm>
          <a:off x="1592" y="1594"/>
          <a:ext cx="1588" cy="1587"/>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2" name="Object 1" hidden="1"/>
                      <p:cNvPicPr/>
                      <p:nvPr/>
                    </p:nvPicPr>
                    <p:blipFill>
                      <a:blip r:embed="rId5"/>
                      <a:stretch>
                        <a:fillRect/>
                      </a:stretch>
                    </p:blipFill>
                    <p:spPr>
                      <a:xfrm>
                        <a:off x="1592" y="1594"/>
                        <a:ext cx="1588" cy="1587"/>
                      </a:xfrm>
                      <a:prstGeom prst="rect">
                        <a:avLst/>
                      </a:prstGeom>
                    </p:spPr>
                  </p:pic>
                </p:oleObj>
              </mc:Fallback>
            </mc:AlternateContent>
          </a:graphicData>
        </a:graphic>
      </p:graphicFrame>
      <p:sp>
        <p:nvSpPr>
          <p:cNvPr id="26" name="Rectangle 25"/>
          <p:cNvSpPr/>
          <p:nvPr/>
        </p:nvSpPr>
        <p:spPr bwMode="ltGray">
          <a:xfrm>
            <a:off x="4080767" y="-1307"/>
            <a:ext cx="8111237" cy="6859309"/>
          </a:xfrm>
          <a:prstGeom prst="rect">
            <a:avLst/>
          </a:prstGeom>
          <a:solidFill>
            <a:schemeClr val="bg1"/>
          </a:solidFill>
          <a:ln>
            <a:noFill/>
          </a:ln>
          <a:effectLst>
            <a:outerShdw blurRad="50800" dist="508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en-US" sz="900">
              <a:solidFill>
                <a:prstClr val="white"/>
              </a:solidFill>
              <a:sym typeface="Trebuchet MS" panose="020B0603020202020204" pitchFamily="34" charset="0"/>
            </a:endParaRPr>
          </a:p>
        </p:txBody>
      </p:sp>
      <p:sp>
        <p:nvSpPr>
          <p:cNvPr id="11" name="FooterSimple" hidden="1"/>
          <p:cNvSpPr txBox="1"/>
          <p:nvPr>
            <p:custDataLst>
              <p:tags r:id="rId2"/>
            </p:custDataLst>
          </p:nvPr>
        </p:nvSpPr>
        <p:spPr>
          <a:xfrm rot="16200000">
            <a:off x="10561321" y="5130067"/>
            <a:ext cx="2743200" cy="72584"/>
          </a:xfrm>
          <a:prstGeom prst="rect">
            <a:avLst/>
          </a:prstGeom>
          <a:noFill/>
        </p:spPr>
        <p:txBody>
          <a:bodyPr wrap="square" lIns="0" tIns="0" rIns="0" bIns="0" rtlCol="0" anchor="b">
            <a:spAutoFit/>
          </a:bodyPr>
          <a:lstStyle/>
          <a:p>
            <a:pPr>
              <a:lnSpc>
                <a:spcPct val="90000"/>
              </a:lnSpc>
              <a:spcAft>
                <a:spcPts val="450"/>
              </a:spcAft>
            </a:pPr>
            <a:r>
              <a:rPr lang="en-US" sz="524">
                <a:solidFill>
                  <a:prstClr val="white">
                    <a:lumMod val="50000"/>
                  </a:prstClr>
                </a:solidFill>
                <a:sym typeface="Trebuchet MS" panose="020B0603020202020204" pitchFamily="34" charset="0"/>
              </a:rPr>
              <a:t>180211 RAKBANK Strategy 2018-2020_ExCo presentation_vF BSC.pptx</a:t>
            </a:r>
          </a:p>
        </p:txBody>
      </p:sp>
      <p:sp>
        <p:nvSpPr>
          <p:cNvPr id="9" name="Slide Number Placeholder 3"/>
          <p:cNvSpPr>
            <a:spLocks noGrp="1"/>
          </p:cNvSpPr>
          <p:nvPr>
            <p:ph type="sldNum" sz="quarter" idx="11"/>
          </p:nvPr>
        </p:nvSpPr>
        <p:spPr>
          <a:xfrm>
            <a:off x="11664622" y="6400800"/>
            <a:ext cx="527381" cy="457200"/>
          </a:xfrm>
        </p:spPr>
        <p:txBody>
          <a:bodyPr/>
          <a:lstStyle/>
          <a:p>
            <a:fld id="{7693335A-AD1B-4C37-BF8F-2DC8D7AD9CE6}" type="slidenum">
              <a:rPr lang="en-US" smtClean="0">
                <a:solidFill>
                  <a:srgbClr val="000000"/>
                </a:solidFill>
              </a:rPr>
              <a:pPr/>
              <a:t>‹#›</a:t>
            </a:fld>
            <a:endParaRPr lang="en-US">
              <a:solidFill>
                <a:srgbClr val="000000"/>
              </a:solidFill>
            </a:endParaRPr>
          </a:p>
        </p:txBody>
      </p:sp>
      <p:sp>
        <p:nvSpPr>
          <p:cNvPr id="12" name="Rectangle 4"/>
          <p:cNvSpPr>
            <a:spLocks noGrp="1" noChangeArrowheads="1"/>
          </p:cNvSpPr>
          <p:nvPr>
            <p:ph type="ftr" sz="quarter" idx="12"/>
          </p:nvPr>
        </p:nvSpPr>
        <p:spPr>
          <a:xfrm>
            <a:off x="239187" y="6400800"/>
            <a:ext cx="9409211" cy="457200"/>
          </a:xfrm>
          <a:prstGeom prst="rect">
            <a:avLst/>
          </a:prstGeom>
          <a:ln/>
        </p:spPr>
        <p:txBody>
          <a:bodyPr/>
          <a:lstStyle>
            <a:lvl1pPr>
              <a:defRPr/>
            </a:lvl1pPr>
          </a:lstStyle>
          <a:p>
            <a:endParaRPr lang="en-US">
              <a:solidFill>
                <a:srgbClr val="000000"/>
              </a:solidFill>
            </a:endParaRPr>
          </a:p>
        </p:txBody>
      </p:sp>
      <p:pic>
        <p:nvPicPr>
          <p:cNvPr id="13" name="Picture 4"/>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9840416" y="6597352"/>
            <a:ext cx="1698137" cy="216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4" name="Title 4"/>
          <p:cNvSpPr>
            <a:spLocks noGrp="1"/>
          </p:cNvSpPr>
          <p:nvPr>
            <p:ph type="title" hasCustomPrompt="1"/>
          </p:nvPr>
        </p:nvSpPr>
        <p:spPr>
          <a:xfrm>
            <a:off x="630004" y="2764209"/>
            <a:ext cx="2478638" cy="1314311"/>
          </a:xfrm>
          <a:prstGeom prst="rect">
            <a:avLst/>
          </a:prstGeom>
        </p:spPr>
        <p:txBody>
          <a:bodyPr anchor="ctr" anchorCtr="0">
            <a:noAutofit/>
          </a:bodyPr>
          <a:lstStyle>
            <a:lvl1pPr>
              <a:defRPr>
                <a:solidFill>
                  <a:srgbClr val="FFFFFF"/>
                </a:solidFill>
                <a:latin typeface="+mj-lt"/>
              </a:defRPr>
            </a:lvl1pPr>
          </a:lstStyle>
          <a:p>
            <a:r>
              <a:rPr lang="en-US"/>
              <a:t>Click to add title</a:t>
            </a:r>
          </a:p>
        </p:txBody>
      </p:sp>
      <p:sp>
        <p:nvSpPr>
          <p:cNvPr id="10" name="Text Placeholder 2"/>
          <p:cNvSpPr>
            <a:spLocks noGrp="1"/>
          </p:cNvSpPr>
          <p:nvPr>
            <p:ph type="body" sz="quarter" idx="13"/>
          </p:nvPr>
        </p:nvSpPr>
        <p:spPr>
          <a:xfrm>
            <a:off x="4655444" y="203199"/>
            <a:ext cx="7406640" cy="5943600"/>
          </a:xfrm>
          <a:prstGeom prst="rect">
            <a:avLst/>
          </a:prstGeom>
        </p:spPr>
        <p:txBody>
          <a:bodyPr/>
          <a:lstStyle>
            <a:lvl1pPr>
              <a:buClr>
                <a:srgbClr val="C00000"/>
              </a:buClr>
              <a:defRPr/>
            </a:lvl1pPr>
            <a:lvl2pPr>
              <a:buClr>
                <a:srgbClr val="C00000"/>
              </a:buClr>
              <a:defRPr/>
            </a:lvl2pPr>
            <a:lvl3pPr>
              <a:buClr>
                <a:srgbClr val="C00000"/>
              </a:buClr>
              <a:defRPr/>
            </a:lvl3pPr>
            <a:lvl4pPr>
              <a:buClr>
                <a:srgbClr val="C00000"/>
              </a:buClr>
              <a:defRPr/>
            </a:lvl4pPr>
            <a:lvl5pPr>
              <a:buClr>
                <a:srgbClr val="C00000"/>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4831554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92" y="1594"/>
          <a:ext cx="1588" cy="1587"/>
        </p:xfrm>
        <a:graphic>
          <a:graphicData uri="http://schemas.openxmlformats.org/presentationml/2006/ole">
            <mc:AlternateContent xmlns:mc="http://schemas.openxmlformats.org/markup-compatibility/2006">
              <mc:Choice xmlns:v="urn:schemas-microsoft-com:vml" Requires="v">
                <p:oleObj name="think-cell Slide" r:id="rId3" imgW="384" imgH="385" progId="TCLayout.ActiveDocument.1">
                  <p:embed/>
                </p:oleObj>
              </mc:Choice>
              <mc:Fallback>
                <p:oleObj name="think-cell Slide" r:id="rId3" imgW="384" imgH="385" progId="TCLayout.ActiveDocument.1">
                  <p:embed/>
                  <p:pic>
                    <p:nvPicPr>
                      <p:cNvPr id="5" name="Object 4" hidden="1"/>
                      <p:cNvPicPr/>
                      <p:nvPr/>
                    </p:nvPicPr>
                    <p:blipFill>
                      <a:blip r:embed="rId4"/>
                      <a:stretch>
                        <a:fillRect/>
                      </a:stretch>
                    </p:blipFill>
                    <p:spPr>
                      <a:xfrm>
                        <a:off x="1592" y="1594"/>
                        <a:ext cx="1588" cy="1587"/>
                      </a:xfrm>
                      <a:prstGeom prst="rect">
                        <a:avLst/>
                      </a:prstGeom>
                    </p:spPr>
                  </p:pic>
                </p:oleObj>
              </mc:Fallback>
            </mc:AlternateContent>
          </a:graphicData>
        </a:graphic>
      </p:graphicFrame>
      <p:sp>
        <p:nvSpPr>
          <p:cNvPr id="2" name="Title 1"/>
          <p:cNvSpPr>
            <a:spLocks noGrp="1"/>
          </p:cNvSpPr>
          <p:nvPr>
            <p:ph type="title"/>
          </p:nvPr>
        </p:nvSpPr>
        <p:spPr>
          <a:xfrm>
            <a:off x="838204" y="365129"/>
            <a:ext cx="10515600" cy="1325563"/>
          </a:xfrm>
          <a:prstGeom prst="rect">
            <a:avLst/>
          </a:prstGeom>
        </p:spPr>
        <p:txBody>
          <a:bodyPr/>
          <a:lstStyle/>
          <a:p>
            <a:r>
              <a:rPr lang="en-US"/>
              <a:t>Click to edit Master title style</a:t>
            </a:r>
          </a:p>
        </p:txBody>
      </p:sp>
      <p:sp>
        <p:nvSpPr>
          <p:cNvPr id="3" name="Slide Number Placeholder 2"/>
          <p:cNvSpPr>
            <a:spLocks noGrp="1"/>
          </p:cNvSpPr>
          <p:nvPr>
            <p:ph type="sldNum" sz="quarter" idx="10"/>
          </p:nvPr>
        </p:nvSpPr>
        <p:spPr/>
        <p:txBody>
          <a:bodyPr/>
          <a:lstStyle/>
          <a:p>
            <a:fld id="{7693335A-AD1B-4C37-BF8F-2DC8D7AD9CE6}" type="slidenum">
              <a:rPr lang="en-US" smtClean="0">
                <a:solidFill>
                  <a:srgbClr val="000000"/>
                </a:solidFill>
              </a:rPr>
              <a:pPr/>
              <a:t>‹#›</a:t>
            </a:fld>
            <a:endParaRPr lang="en-US">
              <a:solidFill>
                <a:srgbClr val="000000"/>
              </a:solidFill>
            </a:endParaRPr>
          </a:p>
        </p:txBody>
      </p:sp>
      <p:sp>
        <p:nvSpPr>
          <p:cNvPr id="4" name="Footer Placeholder 3"/>
          <p:cNvSpPr>
            <a:spLocks noGrp="1"/>
          </p:cNvSpPr>
          <p:nvPr>
            <p:ph type="ftr" sz="quarter" idx="11"/>
          </p:nvPr>
        </p:nvSpPr>
        <p:spPr/>
        <p:txBody>
          <a:bodyPr/>
          <a:lstStyle/>
          <a:p>
            <a:endParaRPr lang="en-US">
              <a:solidFill>
                <a:srgbClr val="000000"/>
              </a:solidFill>
            </a:endParaRPr>
          </a:p>
        </p:txBody>
      </p:sp>
    </p:spTree>
    <p:extLst>
      <p:ext uri="{BB962C8B-B14F-4D97-AF65-F5344CB8AC3E}">
        <p14:creationId xmlns:p14="http://schemas.microsoft.com/office/powerpoint/2010/main" val="222559255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p:cSld name="Arrow half">
    <p:bg>
      <p:bgPr>
        <a:gradFill flip="none" rotWithShape="1">
          <a:gsLst>
            <a:gs pos="0">
              <a:srgbClr val="ED1D24"/>
            </a:gs>
            <a:gs pos="100000">
              <a:srgbClr val="870B0E"/>
            </a:gs>
          </a:gsLst>
          <a:lin ang="8100000" scaled="1"/>
          <a:tileRect/>
        </a:gra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93772988-BAC3-45EB-8F49-ECA66C3B6F60}"/>
              </a:ext>
            </a:extLst>
          </p:cNvPr>
          <p:cNvGraphicFramePr>
            <a:graphicFrameLocks noChangeAspect="1"/>
          </p:cNvGraphicFramePr>
          <p:nvPr>
            <p:custDataLst>
              <p:tags r:id="rId1"/>
            </p:custDataLst>
          </p:nvPr>
        </p:nvGraphicFramePr>
        <p:xfrm>
          <a:off x="1594" y="1588"/>
          <a:ext cx="1588" cy="1588"/>
        </p:xfrm>
        <a:graphic>
          <a:graphicData uri="http://schemas.openxmlformats.org/presentationml/2006/ole">
            <mc:AlternateContent xmlns:mc="http://schemas.openxmlformats.org/markup-compatibility/2006">
              <mc:Choice xmlns:v="urn:schemas-microsoft-com:vml" Requires="v">
                <p:oleObj name="think-cell Slide" r:id="rId3" imgW="286" imgH="286" progId="TCLayout.ActiveDocument.1">
                  <p:embed/>
                </p:oleObj>
              </mc:Choice>
              <mc:Fallback>
                <p:oleObj name="think-cell Slide" r:id="rId3" imgW="286" imgH="286" progId="TCLayout.ActiveDocument.1">
                  <p:embed/>
                  <p:pic>
                    <p:nvPicPr>
                      <p:cNvPr id="3" name="Object 2" hidden="1">
                        <a:extLst>
                          <a:ext uri="{FF2B5EF4-FFF2-40B4-BE49-F238E27FC236}">
                            <a16:creationId xmlns:a16="http://schemas.microsoft.com/office/drawing/2014/main" id="{93772988-BAC3-45EB-8F49-ECA66C3B6F60}"/>
                          </a:ext>
                        </a:extLst>
                      </p:cNvPr>
                      <p:cNvPicPr/>
                      <p:nvPr/>
                    </p:nvPicPr>
                    <p:blipFill>
                      <a:blip r:embed="rId4"/>
                      <a:stretch>
                        <a:fillRect/>
                      </a:stretch>
                    </p:blipFill>
                    <p:spPr>
                      <a:xfrm>
                        <a:off x="1594" y="1588"/>
                        <a:ext cx="1588" cy="1588"/>
                      </a:xfrm>
                      <a:prstGeom prst="rect">
                        <a:avLst/>
                      </a:prstGeom>
                    </p:spPr>
                  </p:pic>
                </p:oleObj>
              </mc:Fallback>
            </mc:AlternateContent>
          </a:graphicData>
        </a:graphic>
      </p:graphicFrame>
      <p:sp>
        <p:nvSpPr>
          <p:cNvPr id="18" name="Copyright" hidden="1"/>
          <p:cNvSpPr txBox="1"/>
          <p:nvPr/>
        </p:nvSpPr>
        <p:spPr>
          <a:xfrm rot="16200000">
            <a:off x="9486906" y="3934681"/>
            <a:ext cx="5133975" cy="72584"/>
          </a:xfrm>
          <a:prstGeom prst="rect">
            <a:avLst/>
          </a:prstGeom>
          <a:noFill/>
        </p:spPr>
        <p:txBody>
          <a:bodyPr wrap="square" lIns="0" tIns="0" rIns="0" bIns="0" rtlCol="0" anchor="t">
            <a:spAutoFit/>
          </a:bodyPr>
          <a:lstStyle/>
          <a:p>
            <a:pPr>
              <a:lnSpc>
                <a:spcPct val="90000"/>
              </a:lnSpc>
              <a:spcAft>
                <a:spcPts val="450"/>
              </a:spcAft>
            </a:pPr>
            <a:r>
              <a:rPr lang="en-US" sz="524">
                <a:solidFill>
                  <a:schemeClr val="bg1"/>
                </a:solidFill>
                <a:latin typeface="+mn-lt"/>
                <a:ea typeface="+mn-ea"/>
                <a:cs typeface="+mn-cs"/>
                <a:sym typeface="Trebuchet MS" panose="020B0603020202020204" pitchFamily="34" charset="0"/>
              </a:rPr>
              <a:t>Copyright © 2022 by Boston Consulting Group. All rights reserved.</a:t>
            </a:r>
          </a:p>
        </p:txBody>
      </p:sp>
      <p:sp>
        <p:nvSpPr>
          <p:cNvPr id="14" name="Pentagon 8"/>
          <p:cNvSpPr/>
          <p:nvPr/>
        </p:nvSpPr>
        <p:spPr bwMode="white">
          <a:xfrm>
            <a:off x="2" y="0"/>
            <a:ext cx="6363547" cy="6858000"/>
          </a:xfrm>
          <a:prstGeom prst="homePlate">
            <a:avLst>
              <a:gd name="adj" fmla="val 12939"/>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750"/>
              </a:spcAft>
            </a:pPr>
            <a:endParaRPr lang="en-US" sz="900">
              <a:solidFill>
                <a:prstClr val="white"/>
              </a:solidFill>
              <a:latin typeface="+mn-lt"/>
              <a:ea typeface="+mn-ea"/>
              <a:cs typeface="+mn-cs"/>
              <a:sym typeface="Trebuchet MS" panose="020B0603020202020204" pitchFamily="34" charset="0"/>
            </a:endParaRPr>
          </a:p>
        </p:txBody>
      </p:sp>
      <p:sp>
        <p:nvSpPr>
          <p:cNvPr id="16" name="Title 2"/>
          <p:cNvSpPr>
            <a:spLocks noGrp="1"/>
          </p:cNvSpPr>
          <p:nvPr>
            <p:ph type="title" hasCustomPrompt="1"/>
          </p:nvPr>
        </p:nvSpPr>
        <p:spPr>
          <a:xfrm>
            <a:off x="630004" y="622800"/>
            <a:ext cx="4673646" cy="353045"/>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2549" b="0" i="0" u="none" kern="1200" spc="0">
                <a:solidFill>
                  <a:srgbClr val="ED1D24"/>
                </a:solidFill>
                <a:latin typeface="+mj-lt"/>
                <a:ea typeface="+mj-ea"/>
                <a:cs typeface="+mj-cs"/>
                <a:sym typeface="Trebuchet MS" panose="020B0603020202020204" pitchFamily="34" charset="0"/>
              </a:defRPr>
            </a:lvl1pPr>
          </a:lstStyle>
          <a:p>
            <a:pPr lvl="0"/>
            <a:r>
              <a:rPr lang="en-US"/>
              <a:t>Click to add title</a:t>
            </a:r>
          </a:p>
        </p:txBody>
      </p:sp>
      <p:pic>
        <p:nvPicPr>
          <p:cNvPr id="9" name="Picture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97804" y="3589607"/>
            <a:ext cx="1365252" cy="3382962"/>
          </a:xfrm>
          <a:custGeom>
            <a:avLst/>
            <a:gdLst>
              <a:gd name="connsiteX0" fmla="*/ 920598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320782 h 3382962"/>
              <a:gd name="connsiteX5" fmla="*/ 126694 w 1365250"/>
              <a:gd name="connsiteY5" fmla="*/ 3320782 h 3382962"/>
              <a:gd name="connsiteX6" fmla="*/ 0 w 1365250"/>
              <a:gd name="connsiteY6" fmla="*/ 0 h 3382962"/>
              <a:gd name="connsiteX7" fmla="*/ 908172 w 1365250"/>
              <a:gd name="connsiteY7" fmla="*/ 0 h 3382962"/>
              <a:gd name="connsiteX8" fmla="*/ 0 w 1365250"/>
              <a:gd name="connsiteY8" fmla="*/ 289035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20598" y="0"/>
                </a:moveTo>
                <a:lnTo>
                  <a:pt x="1365250" y="0"/>
                </a:lnTo>
                <a:lnTo>
                  <a:pt x="1365250" y="3382962"/>
                </a:lnTo>
                <a:lnTo>
                  <a:pt x="0" y="3382962"/>
                </a:lnTo>
                <a:lnTo>
                  <a:pt x="0" y="3320782"/>
                </a:lnTo>
                <a:lnTo>
                  <a:pt x="126694" y="3320782"/>
                </a:lnTo>
                <a:close/>
                <a:moveTo>
                  <a:pt x="0" y="0"/>
                </a:moveTo>
                <a:lnTo>
                  <a:pt x="908172" y="0"/>
                </a:lnTo>
                <a:lnTo>
                  <a:pt x="0" y="2890357"/>
                </a:lnTo>
                <a:close/>
              </a:path>
            </a:pathLst>
          </a:cu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21203FE9-A075-4BF8-987F-E3175D587168}"/>
              </a:ext>
            </a:extLst>
          </p:cNvPr>
          <p:cNvSpPr txBox="1"/>
          <p:nvPr/>
        </p:nvSpPr>
        <p:spPr>
          <a:xfrm>
            <a:off x="11757837" y="6700053"/>
            <a:ext cx="381001" cy="115416"/>
          </a:xfrm>
          <a:prstGeom prst="rect">
            <a:avLst/>
          </a:prstGeom>
          <a:noFill/>
        </p:spPr>
        <p:txBody>
          <a:bodyPr wrap="square" lIns="0" tIns="0" rIns="0" bIns="0" rtlCol="0" anchor="b">
            <a:spAutoFit/>
          </a:bodyPr>
          <a:lstStyle/>
          <a:p>
            <a:pPr marL="0" marR="0" indent="0" algn="r" defTabSz="685817" rtl="0" eaLnBrk="1" fontAlgn="auto" latinLnBrk="0" hangingPunct="1">
              <a:lnSpc>
                <a:spcPct val="100000"/>
              </a:lnSpc>
              <a:spcBef>
                <a:spcPts val="0"/>
              </a:spcBef>
              <a:spcAft>
                <a:spcPts val="0"/>
              </a:spcAft>
              <a:buClrTx/>
              <a:buSzTx/>
              <a:buFontTx/>
              <a:buNone/>
              <a:tabLst/>
              <a:defRPr/>
            </a:pPr>
            <a:fld id="{DFCF27A5-1A5B-48D3-A060-2758FFBB1ADD}" type="slidenum">
              <a:rPr lang="en-US" sz="750" kern="1200" smtClean="0">
                <a:solidFill>
                  <a:schemeClr val="bg1"/>
                </a:solidFill>
                <a:latin typeface="+mn-lt"/>
                <a:ea typeface="+mn-ea"/>
                <a:cs typeface="+mn-cs"/>
                <a:sym typeface="Trebuchet MS" panose="020B0603020202020204" pitchFamily="34" charset="0"/>
              </a:rPr>
              <a:pPr marL="0" marR="0" indent="0" algn="r" defTabSz="685817" rtl="0" eaLnBrk="1" fontAlgn="auto" latinLnBrk="0" hangingPunct="1">
                <a:lnSpc>
                  <a:spcPct val="100000"/>
                </a:lnSpc>
                <a:spcBef>
                  <a:spcPts val="0"/>
                </a:spcBef>
                <a:spcAft>
                  <a:spcPts val="0"/>
                </a:spcAft>
                <a:buClrTx/>
                <a:buSzTx/>
                <a:buFontTx/>
                <a:buNone/>
                <a:tabLst/>
                <a:defRPr/>
              </a:pPr>
              <a:t>‹#›</a:t>
            </a:fld>
            <a:endParaRPr lang="en-US" sz="750" kern="1200">
              <a:solidFill>
                <a:schemeClr val="bg1"/>
              </a:solidFill>
              <a:latin typeface="+mn-lt"/>
              <a:ea typeface="+mn-ea"/>
              <a:cs typeface="+mn-cs"/>
              <a:sym typeface="Trebuchet MS" panose="020B0603020202020204" pitchFamily="34" charset="0"/>
            </a:endParaRPr>
          </a:p>
        </p:txBody>
      </p:sp>
      <p:pic>
        <p:nvPicPr>
          <p:cNvPr id="12" name="Picture 11">
            <a:extLst>
              <a:ext uri="{FF2B5EF4-FFF2-40B4-BE49-F238E27FC236}">
                <a16:creationId xmlns:a16="http://schemas.microsoft.com/office/drawing/2014/main" id="{DB280514-AAB0-4C3F-BD7F-3099741B263A}"/>
              </a:ext>
            </a:extLst>
          </p:cNvPr>
          <p:cNvPicPr>
            <a:picLocks noChangeAspect="1"/>
          </p:cNvPicPr>
          <p:nvPr/>
        </p:nvPicPr>
        <p:blipFill rotWithShape="1">
          <a:blip r:embed="rId6">
            <a:extLst>
              <a:ext uri="{BEBA8EAE-BF5A-486C-A8C5-ECC9F3942E4B}">
                <a14:imgProps xmlns:a14="http://schemas.microsoft.com/office/drawing/2010/main">
                  <a14:imgLayer r:embed="rId7">
                    <a14:imgEffect>
                      <a14:brightnessContrast bright="100000"/>
                    </a14:imgEffect>
                  </a14:imgLayer>
                </a14:imgProps>
              </a:ext>
              <a:ext uri="{28A0092B-C50C-407E-A947-70E740481C1C}">
                <a14:useLocalDpi xmlns:a14="http://schemas.microsoft.com/office/drawing/2010/main" val="0"/>
              </a:ext>
            </a:extLst>
          </a:blip>
          <a:srcRect l="23666" t="40333" b="40333"/>
          <a:stretch/>
        </p:blipFill>
        <p:spPr>
          <a:xfrm>
            <a:off x="10109202" y="6445250"/>
            <a:ext cx="1454151" cy="368300"/>
          </a:xfrm>
          <a:prstGeom prst="rect">
            <a:avLst/>
          </a:prstGeom>
        </p:spPr>
      </p:pic>
    </p:spTree>
    <p:extLst>
      <p:ext uri="{BB962C8B-B14F-4D97-AF65-F5344CB8AC3E}">
        <p14:creationId xmlns:p14="http://schemas.microsoft.com/office/powerpoint/2010/main" val="357846804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graphicFrame>
        <p:nvGraphicFramePr>
          <p:cNvPr id="8" name="Object 7" hidden="1"/>
          <p:cNvGraphicFramePr>
            <a:graphicFrameLocks noChangeAspect="1"/>
          </p:cNvGraphicFramePr>
          <p:nvPr>
            <p:custDataLst>
              <p:tags r:id="rId1"/>
            </p:custDataLst>
          </p:nvPr>
        </p:nvGraphicFramePr>
        <p:xfrm>
          <a:off x="2119" y="1597"/>
          <a:ext cx="2116" cy="1587"/>
        </p:xfrm>
        <a:graphic>
          <a:graphicData uri="http://schemas.openxmlformats.org/presentationml/2006/ole">
            <mc:AlternateContent xmlns:mc="http://schemas.openxmlformats.org/markup-compatibility/2006">
              <mc:Choice xmlns:v="urn:schemas-microsoft-com:vml" Requires="v">
                <p:oleObj name="think-cell Slide" r:id="rId3" imgW="430" imgH="433" progId="TCLayout.ActiveDocument.1">
                  <p:embed/>
                </p:oleObj>
              </mc:Choice>
              <mc:Fallback>
                <p:oleObj name="think-cell Slide" r:id="rId3" imgW="430" imgH="433" progId="TCLayout.ActiveDocument.1">
                  <p:embed/>
                  <p:pic>
                    <p:nvPicPr>
                      <p:cNvPr id="8" name="Object 7" hidden="1"/>
                      <p:cNvPicPr/>
                      <p:nvPr/>
                    </p:nvPicPr>
                    <p:blipFill>
                      <a:blip r:embed="rId4"/>
                      <a:stretch>
                        <a:fillRect/>
                      </a:stretch>
                    </p:blipFill>
                    <p:spPr>
                      <a:xfrm>
                        <a:off x="2119" y="1597"/>
                        <a:ext cx="2116" cy="1587"/>
                      </a:xfrm>
                      <a:prstGeom prst="rect">
                        <a:avLst/>
                      </a:prstGeom>
                    </p:spPr>
                  </p:pic>
                </p:oleObj>
              </mc:Fallback>
            </mc:AlternateContent>
          </a:graphicData>
        </a:graphic>
      </p:graphicFrame>
      <p:pic>
        <p:nvPicPr>
          <p:cNvPr id="33" name="Picture 32"/>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 y="7"/>
            <a:ext cx="12192000" cy="6857433"/>
          </a:xfrm>
          <a:prstGeom prst="rect">
            <a:avLst/>
          </a:prstGeom>
          <a:ln>
            <a:noFill/>
          </a:ln>
        </p:spPr>
      </p:pic>
      <p:sp>
        <p:nvSpPr>
          <p:cNvPr id="7" name="Rectangle 6"/>
          <p:cNvSpPr/>
          <p:nvPr/>
        </p:nvSpPr>
        <p:spPr bwMode="auto">
          <a:xfrm>
            <a:off x="2" y="1809000"/>
            <a:ext cx="12192000" cy="3240000"/>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none" lIns="51435" tIns="25717" rIns="51435" bIns="25717" numCol="1" rtlCol="0" anchor="ctr" anchorCtr="0" compatLnSpc="1">
            <a:prstTxWarp prst="textNoShape">
              <a:avLst/>
            </a:prstTxWarp>
          </a:bodyPr>
          <a:lstStyle/>
          <a:p>
            <a:pPr algn="ctr" defTabSz="514362" fontAlgn="base">
              <a:spcBef>
                <a:spcPct val="0"/>
              </a:spcBef>
              <a:spcAft>
                <a:spcPct val="0"/>
              </a:spcAft>
            </a:pPr>
            <a:endParaRPr lang="en-GB" sz="1068">
              <a:solidFill>
                <a:srgbClr val="2D2926"/>
              </a:solidFill>
              <a:latin typeface="Arial" charset="0"/>
            </a:endParaRPr>
          </a:p>
        </p:txBody>
      </p:sp>
      <p:sp>
        <p:nvSpPr>
          <p:cNvPr id="4" name="Date Placeholder 3"/>
          <p:cNvSpPr>
            <a:spLocks noGrp="1" noChangeArrowheads="1"/>
          </p:cNvSpPr>
          <p:nvPr>
            <p:ph type="dt" sz="half" idx="10"/>
          </p:nvPr>
        </p:nvSpPr>
        <p:spPr>
          <a:xfrm>
            <a:off x="0" y="6400800"/>
            <a:ext cx="2540000" cy="457200"/>
          </a:xfrm>
          <a:prstGeom prst="rect">
            <a:avLst/>
          </a:prstGeom>
          <a:ln/>
        </p:spPr>
        <p:txBody>
          <a:bodyPr lIns="36000" tIns="36000" rIns="36000" bIns="36000" anchor="b"/>
          <a:lstStyle>
            <a:lvl1pPr>
              <a:defRPr sz="676">
                <a:solidFill>
                  <a:schemeClr val="bg1"/>
                </a:solidFill>
                <a:latin typeface="+mn-lt"/>
              </a:defRPr>
            </a:lvl1pPr>
          </a:lstStyle>
          <a:p>
            <a:endParaRPr lang="en-US">
              <a:solidFill>
                <a:srgbClr val="FFFFFF"/>
              </a:solidFill>
            </a:endParaRPr>
          </a:p>
        </p:txBody>
      </p:sp>
      <p:sp>
        <p:nvSpPr>
          <p:cNvPr id="6" name="Rectangle 5"/>
          <p:cNvSpPr>
            <a:spLocks noGrp="1" noChangeArrowheads="1"/>
          </p:cNvSpPr>
          <p:nvPr>
            <p:ph type="sldNum" sz="quarter" idx="12"/>
          </p:nvPr>
        </p:nvSpPr>
        <p:spPr>
          <a:ln/>
        </p:spPr>
        <p:txBody>
          <a:bodyPr anchor="b"/>
          <a:lstStyle>
            <a:lvl1pPr>
              <a:defRPr sz="676">
                <a:solidFill>
                  <a:schemeClr val="tx1"/>
                </a:solidFill>
                <a:latin typeface="+mn-lt"/>
              </a:defRPr>
            </a:lvl1pPr>
          </a:lstStyle>
          <a:p>
            <a:fld id="{B3CE4FC1-9BFD-4D71-B62C-EB069A42157A}" type="slidenum">
              <a:rPr lang="en-US" smtClean="0"/>
              <a:pPr/>
              <a:t>‹#›</a:t>
            </a:fld>
            <a:endParaRPr lang="en-US"/>
          </a:p>
        </p:txBody>
      </p:sp>
      <p:sp>
        <p:nvSpPr>
          <p:cNvPr id="2" name="Title 1"/>
          <p:cNvSpPr>
            <a:spLocks noGrp="1"/>
          </p:cNvSpPr>
          <p:nvPr>
            <p:ph type="ctrTitle"/>
          </p:nvPr>
        </p:nvSpPr>
        <p:spPr>
          <a:xfrm>
            <a:off x="286572" y="2390408"/>
            <a:ext cx="11616000" cy="1918823"/>
          </a:xfrm>
          <a:prstGeom prst="rect">
            <a:avLst/>
          </a:prstGeom>
        </p:spPr>
        <p:txBody>
          <a:bodyPr anchor="ctr"/>
          <a:lstStyle>
            <a:lvl1pPr algn="l">
              <a:defRPr sz="2100" b="1">
                <a:solidFill>
                  <a:schemeClr val="tx1"/>
                </a:solidFill>
                <a:effectLst/>
                <a:latin typeface="Calibri" panose="020F0502020204030204" pitchFamily="34" charset="0"/>
              </a:defRPr>
            </a:lvl1pPr>
          </a:lstStyle>
          <a:p>
            <a:r>
              <a:rPr lang="en-US"/>
              <a:t>Click to edit Master title style</a:t>
            </a:r>
          </a:p>
        </p:txBody>
      </p:sp>
      <p:sp>
        <p:nvSpPr>
          <p:cNvPr id="3" name="Subtitle 2"/>
          <p:cNvSpPr>
            <a:spLocks noGrp="1"/>
          </p:cNvSpPr>
          <p:nvPr>
            <p:ph type="subTitle" idx="1"/>
          </p:nvPr>
        </p:nvSpPr>
        <p:spPr>
          <a:xfrm>
            <a:off x="286571" y="5140422"/>
            <a:ext cx="5088000" cy="1080000"/>
          </a:xfrm>
          <a:prstGeom prst="rect">
            <a:avLst/>
          </a:prstGeom>
        </p:spPr>
        <p:txBody>
          <a:bodyPr/>
          <a:lstStyle>
            <a:lvl1pPr marL="0" indent="0" algn="l">
              <a:buNone/>
              <a:defRPr sz="1051" b="1">
                <a:solidFill>
                  <a:schemeClr val="bg1"/>
                </a:solidFill>
                <a:effectLst>
                  <a:outerShdw blurRad="38100" dist="38100" dir="2700000" algn="tl">
                    <a:srgbClr val="000000">
                      <a:alpha val="43137"/>
                    </a:srgbClr>
                  </a:outerShdw>
                </a:effectLst>
                <a:latin typeface="Calibri" panose="020F0502020204030204" pitchFamily="34" charset="0"/>
              </a:defRPr>
            </a:lvl1pPr>
            <a:lvl2pPr marL="257182" indent="0" algn="ctr">
              <a:buNone/>
              <a:defRPr/>
            </a:lvl2pPr>
            <a:lvl3pPr marL="514362" indent="0" algn="ctr">
              <a:buNone/>
              <a:defRPr/>
            </a:lvl3pPr>
            <a:lvl4pPr marL="771544" indent="0" algn="ctr">
              <a:buNone/>
              <a:defRPr/>
            </a:lvl4pPr>
            <a:lvl5pPr marL="1028726" indent="0" algn="ctr">
              <a:buNone/>
              <a:defRPr/>
            </a:lvl5pPr>
            <a:lvl6pPr marL="1285908" indent="0" algn="ctr">
              <a:buNone/>
              <a:defRPr/>
            </a:lvl6pPr>
            <a:lvl7pPr marL="1543088" indent="0" algn="ctr">
              <a:buNone/>
              <a:defRPr/>
            </a:lvl7pPr>
            <a:lvl8pPr marL="1800271" indent="0" algn="ctr">
              <a:buNone/>
              <a:defRPr/>
            </a:lvl8pPr>
            <a:lvl9pPr marL="2057451" indent="0" algn="ctr">
              <a:buNone/>
              <a:defRPr/>
            </a:lvl9pPr>
          </a:lstStyle>
          <a:p>
            <a:r>
              <a:rPr lang="en-US"/>
              <a:t>Click to edit Master subtitle style</a:t>
            </a:r>
          </a:p>
        </p:txBody>
      </p:sp>
      <p:sp>
        <p:nvSpPr>
          <p:cNvPr id="12" name="Rectangle 11"/>
          <p:cNvSpPr/>
          <p:nvPr/>
        </p:nvSpPr>
        <p:spPr bwMode="auto">
          <a:xfrm>
            <a:off x="5104665" y="6755907"/>
            <a:ext cx="2925191" cy="102094"/>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none" lIns="51435" tIns="25717" rIns="51435" bIns="25717" numCol="1" rtlCol="0" anchor="ctr" anchorCtr="0" compatLnSpc="1">
            <a:prstTxWarp prst="textNoShape">
              <a:avLst/>
            </a:prstTxWarp>
          </a:bodyPr>
          <a:lstStyle/>
          <a:p>
            <a:pPr algn="ctr" defTabSz="514362" fontAlgn="base">
              <a:spcBef>
                <a:spcPct val="0"/>
              </a:spcBef>
              <a:spcAft>
                <a:spcPct val="0"/>
              </a:spcAft>
            </a:pPr>
            <a:endParaRPr lang="en-GB" sz="676">
              <a:solidFill>
                <a:srgbClr val="2D2926"/>
              </a:solidFill>
            </a:endParaRPr>
          </a:p>
        </p:txBody>
      </p:sp>
      <p:pic>
        <p:nvPicPr>
          <p:cNvPr id="9" name="Picture 8"/>
          <p:cNvPicPr>
            <a:picLocks noChangeAspect="1"/>
          </p:cNvPicPr>
          <p:nvPr/>
        </p:nvPicPr>
        <p:blipFill>
          <a:blip r:embed="rId6"/>
          <a:stretch>
            <a:fillRect/>
          </a:stretch>
        </p:blipFill>
        <p:spPr>
          <a:xfrm>
            <a:off x="8429746" y="526501"/>
            <a:ext cx="2876434" cy="756000"/>
          </a:xfrm>
          <a:prstGeom prst="rect">
            <a:avLst/>
          </a:prstGeom>
        </p:spPr>
      </p:pic>
      <p:pic>
        <p:nvPicPr>
          <p:cNvPr id="11" name="Picture 10"/>
          <p:cNvPicPr>
            <a:picLocks noChangeAspect="1"/>
          </p:cNvPicPr>
          <p:nvPr/>
        </p:nvPicPr>
        <p:blipFill rotWithShape="1">
          <a:blip r:embed="rId7">
            <a:extLst>
              <a:ext uri="{28A0092B-C50C-407E-A947-70E740481C1C}">
                <a14:useLocalDpi xmlns:a14="http://schemas.microsoft.com/office/drawing/2010/main" val="0"/>
              </a:ext>
            </a:extLst>
          </a:blip>
          <a:srcRect l="37353" t="8741" r="101" b="27"/>
          <a:stretch/>
        </p:blipFill>
        <p:spPr bwMode="ltGray">
          <a:xfrm rot="16200000" flipH="1">
            <a:off x="9058187" y="-962476"/>
            <a:ext cx="369901" cy="5915488"/>
          </a:xfrm>
          <a:prstGeom prst="rect">
            <a:avLst/>
          </a:prstGeom>
        </p:spPr>
      </p:pic>
    </p:spTree>
    <p:extLst>
      <p:ext uri="{BB962C8B-B14F-4D97-AF65-F5344CB8AC3E}">
        <p14:creationId xmlns:p14="http://schemas.microsoft.com/office/powerpoint/2010/main" val="405537676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p:custDataLst>
              <p:tags r:id="rId1"/>
            </p:custDataLst>
          </p:nvPr>
        </p:nvGraphicFramePr>
        <p:xfrm>
          <a:off x="2119" y="1595"/>
          <a:ext cx="2116" cy="1587"/>
        </p:xfrm>
        <a:graphic>
          <a:graphicData uri="http://schemas.openxmlformats.org/presentationml/2006/ole">
            <mc:AlternateContent xmlns:mc="http://schemas.openxmlformats.org/markup-compatibility/2006">
              <mc:Choice xmlns:v="urn:schemas-microsoft-com:vml" Requires="v">
                <p:oleObj name="think-cell Slide" r:id="rId3" imgW="430" imgH="433" progId="TCLayout.ActiveDocument.1">
                  <p:embed/>
                </p:oleObj>
              </mc:Choice>
              <mc:Fallback>
                <p:oleObj name="think-cell Slide" r:id="rId3" imgW="430" imgH="433" progId="TCLayout.ActiveDocument.1">
                  <p:embed/>
                  <p:pic>
                    <p:nvPicPr>
                      <p:cNvPr id="3" name="Object 2" hidden="1"/>
                      <p:cNvPicPr/>
                      <p:nvPr/>
                    </p:nvPicPr>
                    <p:blipFill>
                      <a:blip r:embed="rId4"/>
                      <a:stretch>
                        <a:fillRect/>
                      </a:stretch>
                    </p:blipFill>
                    <p:spPr>
                      <a:xfrm>
                        <a:off x="2119" y="1595"/>
                        <a:ext cx="2116" cy="1587"/>
                      </a:xfrm>
                      <a:prstGeom prst="rect">
                        <a:avLst/>
                      </a:prstGeom>
                    </p:spPr>
                  </p:pic>
                </p:oleObj>
              </mc:Fallback>
            </mc:AlternateContent>
          </a:graphicData>
        </a:graphic>
      </p:graphicFrame>
      <p:sp>
        <p:nvSpPr>
          <p:cNvPr id="10" name="Rectangle 9"/>
          <p:cNvSpPr/>
          <p:nvPr/>
        </p:nvSpPr>
        <p:spPr bwMode="auto">
          <a:xfrm>
            <a:off x="0" y="0"/>
            <a:ext cx="12192000" cy="1052736"/>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none" lIns="68580" tIns="34290" rIns="68580" bIns="34290" numCol="1" rtlCol="0" anchor="ctr" anchorCtr="0" compatLnSpc="1">
            <a:prstTxWarp prst="textNoShape">
              <a:avLst/>
            </a:prstTxWarp>
          </a:bodyPr>
          <a:lstStyle/>
          <a:p>
            <a:pPr algn="ctr" fontAlgn="base">
              <a:spcBef>
                <a:spcPct val="0"/>
              </a:spcBef>
              <a:spcAft>
                <a:spcPct val="0"/>
              </a:spcAft>
            </a:pPr>
            <a:endParaRPr lang="en-GB" sz="1426">
              <a:solidFill>
                <a:srgbClr val="2D2926"/>
              </a:solidFill>
              <a:latin typeface="Arial" charset="0"/>
            </a:endParaRPr>
          </a:p>
        </p:txBody>
      </p:sp>
      <p:pic>
        <p:nvPicPr>
          <p:cNvPr id="2" name="Picture 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616327" y="477844"/>
            <a:ext cx="5575676" cy="5543451"/>
          </a:xfrm>
          <a:prstGeom prst="rect">
            <a:avLst/>
          </a:prstGeom>
        </p:spPr>
      </p:pic>
      <p:sp>
        <p:nvSpPr>
          <p:cNvPr id="6" name="Rectangle 5"/>
          <p:cNvSpPr>
            <a:spLocks noGrp="1" noChangeArrowheads="1"/>
          </p:cNvSpPr>
          <p:nvPr>
            <p:ph type="sldNum" sz="quarter" idx="12"/>
          </p:nvPr>
        </p:nvSpPr>
        <p:spPr>
          <a:ln/>
        </p:spPr>
        <p:txBody>
          <a:bodyPr/>
          <a:lstStyle>
            <a:lvl1pPr>
              <a:defRPr/>
            </a:lvl1pPr>
          </a:lstStyle>
          <a:p>
            <a:fld id="{B3CE4FC1-9BFD-4D71-B62C-EB069A42157A}" type="slidenum">
              <a:rPr lang="en-US" smtClean="0">
                <a:solidFill>
                  <a:srgbClr val="000000"/>
                </a:solidFill>
              </a:rPr>
              <a:pPr/>
              <a:t>‹#›</a:t>
            </a:fld>
            <a:endParaRPr lang="en-US">
              <a:solidFill>
                <a:srgbClr val="000000"/>
              </a:solidFill>
            </a:endParaRPr>
          </a:p>
        </p:txBody>
      </p:sp>
      <p:pic>
        <p:nvPicPr>
          <p:cNvPr id="7" name="Picture 6"/>
          <p:cNvPicPr>
            <a:picLocks noChangeAspect="1"/>
          </p:cNvPicPr>
          <p:nvPr/>
        </p:nvPicPr>
        <p:blipFill>
          <a:blip r:embed="rId6"/>
          <a:stretch>
            <a:fillRect/>
          </a:stretch>
        </p:blipFill>
        <p:spPr>
          <a:xfrm>
            <a:off x="239188" y="1964571"/>
            <a:ext cx="11713634" cy="65091"/>
          </a:xfrm>
          <a:prstGeom prst="rect">
            <a:avLst/>
          </a:prstGeom>
        </p:spPr>
      </p:pic>
      <p:sp>
        <p:nvSpPr>
          <p:cNvPr id="8" name="Text Placeholder 11"/>
          <p:cNvSpPr>
            <a:spLocks noGrp="1"/>
          </p:cNvSpPr>
          <p:nvPr>
            <p:ph type="body" sz="quarter" idx="13" hasCustomPrompt="1"/>
          </p:nvPr>
        </p:nvSpPr>
        <p:spPr>
          <a:xfrm>
            <a:off x="239188" y="2181578"/>
            <a:ext cx="11713634" cy="1463446"/>
          </a:xfrm>
          <a:prstGeom prst="rect">
            <a:avLst/>
          </a:prstGeom>
        </p:spPr>
        <p:txBody>
          <a:bodyPr vert="horz">
            <a:normAutofit/>
          </a:bodyPr>
          <a:lstStyle>
            <a:lvl1pPr marL="0" indent="0">
              <a:buNone/>
              <a:defRPr sz="2400" b="1">
                <a:solidFill>
                  <a:schemeClr val="tx1"/>
                </a:solidFill>
                <a:effectLst/>
              </a:defRPr>
            </a:lvl1pPr>
          </a:lstStyle>
          <a:p>
            <a:pPr lvl="0"/>
            <a:r>
              <a:rPr lang="en-US"/>
              <a:t>Section Title</a:t>
            </a:r>
          </a:p>
        </p:txBody>
      </p:sp>
      <p:sp>
        <p:nvSpPr>
          <p:cNvPr id="9" name="Text Placeholder 11"/>
          <p:cNvSpPr>
            <a:spLocks noGrp="1"/>
          </p:cNvSpPr>
          <p:nvPr>
            <p:ph type="body" sz="quarter" idx="14" hasCustomPrompt="1"/>
          </p:nvPr>
        </p:nvSpPr>
        <p:spPr>
          <a:xfrm>
            <a:off x="239188" y="1266925"/>
            <a:ext cx="11713634" cy="561756"/>
          </a:xfrm>
          <a:prstGeom prst="rect">
            <a:avLst/>
          </a:prstGeom>
        </p:spPr>
        <p:txBody>
          <a:bodyPr vert="horz" anchor="b">
            <a:normAutofit/>
          </a:bodyPr>
          <a:lstStyle>
            <a:lvl1pPr marL="0" indent="0">
              <a:buNone/>
              <a:defRPr sz="1349" b="0">
                <a:solidFill>
                  <a:schemeClr val="tx1">
                    <a:lumMod val="50000"/>
                    <a:lumOff val="50000"/>
                  </a:schemeClr>
                </a:solidFill>
              </a:defRPr>
            </a:lvl1pPr>
          </a:lstStyle>
          <a:p>
            <a:pPr lvl="0"/>
            <a:r>
              <a:rPr lang="en-US"/>
              <a:t>Section #</a:t>
            </a:r>
          </a:p>
        </p:txBody>
      </p:sp>
      <p:sp>
        <p:nvSpPr>
          <p:cNvPr id="11" name="Rectangle 4"/>
          <p:cNvSpPr>
            <a:spLocks noGrp="1" noChangeArrowheads="1"/>
          </p:cNvSpPr>
          <p:nvPr>
            <p:ph type="ftr" sz="quarter" idx="11"/>
          </p:nvPr>
        </p:nvSpPr>
        <p:spPr>
          <a:xfrm>
            <a:off x="239187" y="6400800"/>
            <a:ext cx="9409211" cy="457200"/>
          </a:xfrm>
          <a:prstGeom prst="rect">
            <a:avLst/>
          </a:prstGeom>
          <a:ln/>
        </p:spPr>
        <p:txBody>
          <a:bodyPr/>
          <a:lstStyle>
            <a:lvl1pPr>
              <a:defRPr/>
            </a:lvl1pPr>
          </a:lstStyle>
          <a:p>
            <a:endParaRPr lang="en-US">
              <a:solidFill>
                <a:srgbClr val="000000"/>
              </a:solidFill>
            </a:endParaRPr>
          </a:p>
        </p:txBody>
      </p:sp>
    </p:spTree>
    <p:extLst>
      <p:ext uri="{BB962C8B-B14F-4D97-AF65-F5344CB8AC3E}">
        <p14:creationId xmlns:p14="http://schemas.microsoft.com/office/powerpoint/2010/main" val="90903871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1_Section Header">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p:custDataLst>
              <p:tags r:id="rId1"/>
            </p:custDataLst>
          </p:nvPr>
        </p:nvGraphicFramePr>
        <p:xfrm>
          <a:off x="2119" y="1595"/>
          <a:ext cx="2116" cy="1587"/>
        </p:xfrm>
        <a:graphic>
          <a:graphicData uri="http://schemas.openxmlformats.org/presentationml/2006/ole">
            <mc:AlternateContent xmlns:mc="http://schemas.openxmlformats.org/markup-compatibility/2006">
              <mc:Choice xmlns:v="urn:schemas-microsoft-com:vml" Requires="v">
                <p:oleObj name="think-cell Slide" r:id="rId3" imgW="430" imgH="433" progId="TCLayout.ActiveDocument.1">
                  <p:embed/>
                </p:oleObj>
              </mc:Choice>
              <mc:Fallback>
                <p:oleObj name="think-cell Slide" r:id="rId3" imgW="430" imgH="433" progId="TCLayout.ActiveDocument.1">
                  <p:embed/>
                  <p:pic>
                    <p:nvPicPr>
                      <p:cNvPr id="3" name="Object 2" hidden="1"/>
                      <p:cNvPicPr/>
                      <p:nvPr/>
                    </p:nvPicPr>
                    <p:blipFill>
                      <a:blip r:embed="rId4"/>
                      <a:stretch>
                        <a:fillRect/>
                      </a:stretch>
                    </p:blipFill>
                    <p:spPr>
                      <a:xfrm>
                        <a:off x="2119" y="1595"/>
                        <a:ext cx="2116" cy="1587"/>
                      </a:xfrm>
                      <a:prstGeom prst="rect">
                        <a:avLst/>
                      </a:prstGeom>
                    </p:spPr>
                  </p:pic>
                </p:oleObj>
              </mc:Fallback>
            </mc:AlternateContent>
          </a:graphicData>
        </a:graphic>
      </p:graphicFrame>
      <p:grpSp>
        <p:nvGrpSpPr>
          <p:cNvPr id="2" name="Group 1"/>
          <p:cNvGrpSpPr/>
          <p:nvPr/>
        </p:nvGrpSpPr>
        <p:grpSpPr>
          <a:xfrm>
            <a:off x="0" y="1178585"/>
            <a:ext cx="12192000" cy="2547336"/>
            <a:chOff x="0" y="1178584"/>
            <a:chExt cx="12192000" cy="2547336"/>
          </a:xfrm>
        </p:grpSpPr>
        <p:grpSp>
          <p:nvGrpSpPr>
            <p:cNvPr id="5" name="Group 4"/>
            <p:cNvGrpSpPr/>
            <p:nvPr/>
          </p:nvGrpSpPr>
          <p:grpSpPr>
            <a:xfrm>
              <a:off x="4584735" y="1178585"/>
              <a:ext cx="7607265" cy="1277860"/>
              <a:chOff x="4242374" y="1266924"/>
              <a:chExt cx="7607265" cy="1277860"/>
            </a:xfrm>
          </p:grpSpPr>
          <p:pic>
            <p:nvPicPr>
              <p:cNvPr id="15"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l="66788"/>
              <a:stretch/>
            </p:blipFill>
            <p:spPr bwMode="auto">
              <a:xfrm>
                <a:off x="7458055" y="1266924"/>
                <a:ext cx="4049222" cy="6921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6"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r="97157" b="17268"/>
              <a:stretch/>
            </p:blipFill>
            <p:spPr bwMode="auto">
              <a:xfrm>
                <a:off x="4242374" y="1266924"/>
                <a:ext cx="3215680" cy="12778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8"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t="12683" r="99340" b="31624"/>
              <a:stretch/>
            </p:blipFill>
            <p:spPr bwMode="auto">
              <a:xfrm>
                <a:off x="10873398" y="1505214"/>
                <a:ext cx="616085" cy="38548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9"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l="66788" b="7541"/>
              <a:stretch/>
            </p:blipFill>
            <p:spPr bwMode="auto">
              <a:xfrm>
                <a:off x="6747364" y="1904828"/>
                <a:ext cx="4049222" cy="63995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7"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r="99746" b="50292"/>
              <a:stretch/>
            </p:blipFill>
            <p:spPr bwMode="auto">
              <a:xfrm>
                <a:off x="10181088" y="2094605"/>
                <a:ext cx="526195" cy="288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t="12683" r="99340" b="31624"/>
              <a:stretch/>
            </p:blipFill>
            <p:spPr bwMode="auto">
              <a:xfrm>
                <a:off x="11005120" y="1266924"/>
                <a:ext cx="844519" cy="12778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1"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t="12683" r="99340" b="31624"/>
              <a:stretch/>
            </p:blipFill>
            <p:spPr bwMode="auto">
              <a:xfrm>
                <a:off x="10662759" y="1724108"/>
                <a:ext cx="1186880" cy="82067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grpSp>
          <p:nvGrpSpPr>
            <p:cNvPr id="23" name="Group 22"/>
            <p:cNvGrpSpPr/>
            <p:nvPr/>
          </p:nvGrpSpPr>
          <p:grpSpPr>
            <a:xfrm>
              <a:off x="3169032" y="2448060"/>
              <a:ext cx="7607265" cy="1277860"/>
              <a:chOff x="4242374" y="1266924"/>
              <a:chExt cx="7607265" cy="1277860"/>
            </a:xfrm>
          </p:grpSpPr>
          <p:pic>
            <p:nvPicPr>
              <p:cNvPr id="24"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l="66788"/>
              <a:stretch/>
            </p:blipFill>
            <p:spPr bwMode="auto">
              <a:xfrm>
                <a:off x="7458055" y="1266924"/>
                <a:ext cx="4049222" cy="6921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5"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r="97157" b="17268"/>
              <a:stretch/>
            </p:blipFill>
            <p:spPr bwMode="auto">
              <a:xfrm>
                <a:off x="4242374" y="1266924"/>
                <a:ext cx="3215680" cy="12778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6"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t="12683" r="99340" b="31624"/>
              <a:stretch/>
            </p:blipFill>
            <p:spPr bwMode="auto">
              <a:xfrm>
                <a:off x="10873398" y="1505214"/>
                <a:ext cx="616085" cy="38548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7"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l="66788" b="7541"/>
              <a:stretch/>
            </p:blipFill>
            <p:spPr bwMode="auto">
              <a:xfrm>
                <a:off x="6747364" y="1904828"/>
                <a:ext cx="4049222" cy="63995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8"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r="99746" b="50292"/>
              <a:stretch/>
            </p:blipFill>
            <p:spPr bwMode="auto">
              <a:xfrm>
                <a:off x="10181088" y="2094605"/>
                <a:ext cx="526195" cy="288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9"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t="12683" r="99340" b="31624"/>
              <a:stretch/>
            </p:blipFill>
            <p:spPr bwMode="auto">
              <a:xfrm>
                <a:off x="11005120" y="1266924"/>
                <a:ext cx="844519" cy="12778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t="12683" r="99340" b="31624"/>
              <a:stretch/>
            </p:blipFill>
            <p:spPr bwMode="auto">
              <a:xfrm>
                <a:off x="10662759" y="1724108"/>
                <a:ext cx="1186880" cy="82067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pic>
          <p:nvPicPr>
            <p:cNvPr id="31"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t="12683" r="99340" b="31624"/>
            <a:stretch/>
          </p:blipFill>
          <p:spPr bwMode="auto">
            <a:xfrm>
              <a:off x="10662758" y="2453554"/>
              <a:ext cx="1529242" cy="127236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2"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t="12683" r="99340" b="31624"/>
            <a:stretch/>
          </p:blipFill>
          <p:spPr bwMode="auto">
            <a:xfrm>
              <a:off x="0" y="1178584"/>
              <a:ext cx="4648131" cy="254733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sp>
        <p:nvSpPr>
          <p:cNvPr id="10" name="Rectangle 9"/>
          <p:cNvSpPr/>
          <p:nvPr/>
        </p:nvSpPr>
        <p:spPr bwMode="auto">
          <a:xfrm>
            <a:off x="0" y="0"/>
            <a:ext cx="12192000" cy="1052736"/>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none" lIns="68580" tIns="34290" rIns="68580" bIns="34290" numCol="1" rtlCol="0" anchor="ctr" anchorCtr="0" compatLnSpc="1">
            <a:prstTxWarp prst="textNoShape">
              <a:avLst/>
            </a:prstTxWarp>
          </a:bodyPr>
          <a:lstStyle/>
          <a:p>
            <a:pPr algn="ctr" fontAlgn="base">
              <a:spcBef>
                <a:spcPct val="0"/>
              </a:spcBef>
              <a:spcAft>
                <a:spcPct val="0"/>
              </a:spcAft>
            </a:pPr>
            <a:endParaRPr lang="en-GB" sz="1426">
              <a:solidFill>
                <a:srgbClr val="2D2926"/>
              </a:solidFill>
              <a:latin typeface="Arial" charset="0"/>
            </a:endParaRPr>
          </a:p>
        </p:txBody>
      </p:sp>
      <p:sp>
        <p:nvSpPr>
          <p:cNvPr id="6" name="Rectangle 5"/>
          <p:cNvSpPr>
            <a:spLocks noGrp="1" noChangeArrowheads="1"/>
          </p:cNvSpPr>
          <p:nvPr>
            <p:ph type="sldNum" sz="quarter" idx="12"/>
          </p:nvPr>
        </p:nvSpPr>
        <p:spPr>
          <a:ln/>
        </p:spPr>
        <p:txBody>
          <a:bodyPr/>
          <a:lstStyle>
            <a:lvl1pPr>
              <a:defRPr/>
            </a:lvl1pPr>
          </a:lstStyle>
          <a:p>
            <a:fld id="{B3CE4FC1-9BFD-4D71-B62C-EB069A42157A}" type="slidenum">
              <a:rPr lang="en-US" smtClean="0">
                <a:solidFill>
                  <a:srgbClr val="000000"/>
                </a:solidFill>
              </a:rPr>
              <a:pPr/>
              <a:t>‹#›</a:t>
            </a:fld>
            <a:endParaRPr lang="en-US">
              <a:solidFill>
                <a:srgbClr val="000000"/>
              </a:solidFill>
            </a:endParaRPr>
          </a:p>
        </p:txBody>
      </p:sp>
      <p:sp>
        <p:nvSpPr>
          <p:cNvPr id="8" name="Text Placeholder 11"/>
          <p:cNvSpPr>
            <a:spLocks noGrp="1"/>
          </p:cNvSpPr>
          <p:nvPr>
            <p:ph type="body" sz="quarter" idx="13" hasCustomPrompt="1"/>
          </p:nvPr>
        </p:nvSpPr>
        <p:spPr>
          <a:xfrm>
            <a:off x="239187" y="2181578"/>
            <a:ext cx="8736139" cy="1463446"/>
          </a:xfrm>
          <a:prstGeom prst="rect">
            <a:avLst/>
          </a:prstGeom>
        </p:spPr>
        <p:txBody>
          <a:bodyPr vert="horz">
            <a:normAutofit/>
          </a:bodyPr>
          <a:lstStyle>
            <a:lvl1pPr marL="0" indent="0">
              <a:buNone/>
              <a:defRPr sz="2400" b="1">
                <a:solidFill>
                  <a:schemeClr val="bg1"/>
                </a:solidFill>
                <a:effectLst/>
              </a:defRPr>
            </a:lvl1pPr>
          </a:lstStyle>
          <a:p>
            <a:pPr lvl="0"/>
            <a:r>
              <a:rPr lang="en-US"/>
              <a:t>Section Title</a:t>
            </a:r>
          </a:p>
        </p:txBody>
      </p:sp>
      <p:sp>
        <p:nvSpPr>
          <p:cNvPr id="9" name="Text Placeholder 11"/>
          <p:cNvSpPr>
            <a:spLocks noGrp="1"/>
          </p:cNvSpPr>
          <p:nvPr>
            <p:ph type="body" sz="quarter" idx="14" hasCustomPrompt="1"/>
          </p:nvPr>
        </p:nvSpPr>
        <p:spPr>
          <a:xfrm>
            <a:off x="239187" y="1266925"/>
            <a:ext cx="8736139" cy="561756"/>
          </a:xfrm>
          <a:prstGeom prst="rect">
            <a:avLst/>
          </a:prstGeom>
        </p:spPr>
        <p:txBody>
          <a:bodyPr vert="horz" anchor="b">
            <a:normAutofit/>
          </a:bodyPr>
          <a:lstStyle>
            <a:lvl1pPr marL="0" indent="0">
              <a:buNone/>
              <a:defRPr sz="1349" b="0">
                <a:solidFill>
                  <a:schemeClr val="bg1"/>
                </a:solidFill>
              </a:defRPr>
            </a:lvl1pPr>
          </a:lstStyle>
          <a:p>
            <a:pPr lvl="0"/>
            <a:r>
              <a:rPr lang="en-US"/>
              <a:t>Section #</a:t>
            </a:r>
          </a:p>
        </p:txBody>
      </p:sp>
      <p:sp>
        <p:nvSpPr>
          <p:cNvPr id="11" name="Rectangle 4"/>
          <p:cNvSpPr>
            <a:spLocks noGrp="1" noChangeArrowheads="1"/>
          </p:cNvSpPr>
          <p:nvPr>
            <p:ph type="ftr" sz="quarter" idx="11"/>
          </p:nvPr>
        </p:nvSpPr>
        <p:spPr>
          <a:xfrm>
            <a:off x="239187" y="6400800"/>
            <a:ext cx="9409211" cy="457200"/>
          </a:xfrm>
          <a:prstGeom prst="rect">
            <a:avLst/>
          </a:prstGeom>
          <a:ln/>
        </p:spPr>
        <p:txBody>
          <a:bodyPr/>
          <a:lstStyle>
            <a:lvl1pPr>
              <a:defRPr/>
            </a:lvl1pPr>
          </a:lstStyle>
          <a:p>
            <a:endParaRPr lang="en-US">
              <a:solidFill>
                <a:srgbClr val="000000"/>
              </a:solidFill>
            </a:endParaRPr>
          </a:p>
        </p:txBody>
      </p:sp>
      <p:pic>
        <p:nvPicPr>
          <p:cNvPr id="14" name="Picture 3"/>
          <p:cNvPicPr>
            <a:picLocks noChangeAspect="1" noChangeArrowheads="1"/>
          </p:cNvPicPr>
          <p:nvPr/>
        </p:nvPicPr>
        <p:blipFill rotWithShape="1">
          <a:blip r:embed="rId6">
            <a:extLst>
              <a:ext uri="{28A0092B-C50C-407E-A947-70E740481C1C}">
                <a14:useLocalDpi xmlns:a14="http://schemas.microsoft.com/office/drawing/2010/main" val="0"/>
              </a:ext>
            </a:extLst>
          </a:blip>
          <a:srcRect t="13116" r="76604" b="25471"/>
          <a:stretch/>
        </p:blipFill>
        <p:spPr bwMode="auto">
          <a:xfrm>
            <a:off x="11399103" y="3113153"/>
            <a:ext cx="627692" cy="53187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35" name="Straight Connector 34"/>
          <p:cNvCxnSpPr/>
          <p:nvPr/>
        </p:nvCxnSpPr>
        <p:spPr bwMode="auto">
          <a:xfrm>
            <a:off x="239187" y="2006353"/>
            <a:ext cx="8875152" cy="0"/>
          </a:xfrm>
          <a:prstGeom prst="line">
            <a:avLst/>
          </a:prstGeom>
          <a:ln w="28575">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133657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Title + Text Box Layout">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custDataLst>
              <p:tags r:id="rId1"/>
            </p:custDataLst>
          </p:nvPr>
        </p:nvGraphicFramePr>
        <p:xfrm>
          <a:off x="1592" y="1594"/>
          <a:ext cx="1588" cy="1587"/>
        </p:xfrm>
        <a:graphic>
          <a:graphicData uri="http://schemas.openxmlformats.org/presentationml/2006/ole">
            <mc:AlternateContent xmlns:mc="http://schemas.openxmlformats.org/markup-compatibility/2006">
              <mc:Choice xmlns:v="urn:schemas-microsoft-com:vml" Requires="v">
                <p:oleObj name="think-cell Slide" r:id="rId3" imgW="430" imgH="433" progId="TCLayout.ActiveDocument.1">
                  <p:embed/>
                </p:oleObj>
              </mc:Choice>
              <mc:Fallback>
                <p:oleObj name="think-cell Slide" r:id="rId3" imgW="430" imgH="433" progId="TCLayout.ActiveDocument.1">
                  <p:embed/>
                  <p:pic>
                    <p:nvPicPr>
                      <p:cNvPr id="2" name="Object 1" hidden="1"/>
                      <p:cNvPicPr/>
                      <p:nvPr/>
                    </p:nvPicPr>
                    <p:blipFill>
                      <a:blip r:embed="rId4"/>
                      <a:stretch>
                        <a:fillRect/>
                      </a:stretch>
                    </p:blipFill>
                    <p:spPr>
                      <a:xfrm>
                        <a:off x="1592" y="1594"/>
                        <a:ext cx="1588" cy="1587"/>
                      </a:xfrm>
                      <a:prstGeom prst="rect">
                        <a:avLst/>
                      </a:prstGeom>
                    </p:spPr>
                  </p:pic>
                </p:oleObj>
              </mc:Fallback>
            </mc:AlternateContent>
          </a:graphicData>
        </a:graphic>
      </p:graphicFrame>
      <p:sp>
        <p:nvSpPr>
          <p:cNvPr id="6" name="Title 1"/>
          <p:cNvSpPr>
            <a:spLocks noGrp="1"/>
          </p:cNvSpPr>
          <p:nvPr>
            <p:ph type="title"/>
          </p:nvPr>
        </p:nvSpPr>
        <p:spPr>
          <a:xfrm>
            <a:off x="239188" y="0"/>
            <a:ext cx="10273307" cy="648000"/>
          </a:xfrm>
          <a:prstGeom prst="rect">
            <a:avLst/>
          </a:prstGeom>
        </p:spPr>
        <p:txBody>
          <a:bodyPr lIns="0" tIns="0" rIns="0" bIns="0" anchor="ctr">
            <a:normAutofit/>
          </a:bodyPr>
          <a:lstStyle>
            <a:lvl1pPr>
              <a:defRPr sz="1500">
                <a:latin typeface="Calibri" panose="020F0502020204030204" pitchFamily="34" charset="0"/>
              </a:defRPr>
            </a:lvl1pPr>
          </a:lstStyle>
          <a:p>
            <a:r>
              <a:rPr lang="en-US"/>
              <a:t>Click to edit Master title style</a:t>
            </a:r>
            <a:endParaRPr lang="en-GB"/>
          </a:p>
        </p:txBody>
      </p:sp>
      <p:sp>
        <p:nvSpPr>
          <p:cNvPr id="7" name="Rectangle 4"/>
          <p:cNvSpPr>
            <a:spLocks noGrp="1" noChangeArrowheads="1"/>
          </p:cNvSpPr>
          <p:nvPr>
            <p:ph type="ftr" sz="quarter" idx="11"/>
          </p:nvPr>
        </p:nvSpPr>
        <p:spPr>
          <a:xfrm>
            <a:off x="239187" y="6400800"/>
            <a:ext cx="9409211" cy="457200"/>
          </a:xfrm>
          <a:prstGeom prst="rect">
            <a:avLst/>
          </a:prstGeom>
          <a:ln/>
        </p:spPr>
        <p:txBody>
          <a:bodyPr/>
          <a:lstStyle>
            <a:lvl1pPr>
              <a:defRPr/>
            </a:lvl1pPr>
          </a:lstStyle>
          <a:p>
            <a:endParaRPr lang="en-US">
              <a:solidFill>
                <a:srgbClr val="000000"/>
              </a:solidFill>
            </a:endParaRPr>
          </a:p>
        </p:txBody>
      </p:sp>
      <p:sp>
        <p:nvSpPr>
          <p:cNvPr id="8" name="Rectangle 5"/>
          <p:cNvSpPr>
            <a:spLocks noGrp="1" noChangeArrowheads="1"/>
          </p:cNvSpPr>
          <p:nvPr>
            <p:ph type="sldNum" sz="quarter" idx="12"/>
          </p:nvPr>
        </p:nvSpPr>
        <p:spPr>
          <a:xfrm>
            <a:off x="11664622" y="6400800"/>
            <a:ext cx="527381" cy="457200"/>
          </a:xfrm>
          <a:ln/>
        </p:spPr>
        <p:txBody>
          <a:bodyPr/>
          <a:lstStyle>
            <a:lvl1pPr>
              <a:defRPr/>
            </a:lvl1pPr>
          </a:lstStyle>
          <a:p>
            <a:fld id="{B3CE4FC1-9BFD-4D71-B62C-EB069A42157A}" type="slidenum">
              <a:rPr lang="en-US" smtClean="0">
                <a:solidFill>
                  <a:srgbClr val="000000"/>
                </a:solidFill>
              </a:rPr>
              <a:pPr/>
              <a:t>‹#›</a:t>
            </a:fld>
            <a:endParaRPr lang="en-US">
              <a:solidFill>
                <a:srgbClr val="000000"/>
              </a:solidFill>
            </a:endParaRPr>
          </a:p>
        </p:txBody>
      </p:sp>
      <p:sp>
        <p:nvSpPr>
          <p:cNvPr id="5" name="Text Placeholder 4"/>
          <p:cNvSpPr>
            <a:spLocks noGrp="1"/>
          </p:cNvSpPr>
          <p:nvPr>
            <p:ph type="body" sz="quarter" idx="13" hasCustomPrompt="1"/>
          </p:nvPr>
        </p:nvSpPr>
        <p:spPr>
          <a:xfrm>
            <a:off x="239187" y="836712"/>
            <a:ext cx="11329424" cy="1655762"/>
          </a:xfrm>
          <a:prstGeom prst="rect">
            <a:avLst/>
          </a:prstGeom>
        </p:spPr>
        <p:txBody>
          <a:bodyPr/>
          <a:lstStyle>
            <a:lvl1pPr marL="0" marR="0" indent="0" algn="l" defTabSz="685817" rtl="0" eaLnBrk="1" fontAlgn="base" latinLnBrk="0" hangingPunct="1">
              <a:lnSpc>
                <a:spcPct val="100000"/>
              </a:lnSpc>
              <a:spcBef>
                <a:spcPct val="20000"/>
              </a:spcBef>
              <a:spcAft>
                <a:spcPct val="0"/>
              </a:spcAft>
              <a:buClr>
                <a:srgbClr val="C00000"/>
              </a:buClr>
              <a:buSzTx/>
              <a:buFontTx/>
              <a:buNone/>
              <a:tabLst/>
              <a:defRPr kumimoji="0" lang="en-US" sz="1349" b="0" i="0" u="none" strike="noStrike" kern="0" cap="none" spc="0" normalizeH="0" baseline="0" noProof="0">
                <a:ln>
                  <a:noFill/>
                </a:ln>
                <a:solidFill>
                  <a:schemeClr val="tx1"/>
                </a:solidFill>
                <a:effectLst/>
                <a:uLnTx/>
                <a:uFillTx/>
              </a:defRPr>
            </a:lvl1pPr>
            <a:lvl2pPr marL="557227" marR="0" indent="-214319" algn="l" defTabSz="685817" rtl="0" eaLnBrk="1" fontAlgn="base" latinLnBrk="0" hangingPunct="1">
              <a:lnSpc>
                <a:spcPct val="100000"/>
              </a:lnSpc>
              <a:spcBef>
                <a:spcPct val="20000"/>
              </a:spcBef>
              <a:spcAft>
                <a:spcPct val="0"/>
              </a:spcAft>
              <a:buClr>
                <a:srgbClr val="C00000"/>
              </a:buClr>
              <a:buSzTx/>
              <a:buFontTx/>
              <a:buChar char="–"/>
              <a:tabLst/>
              <a:defRPr kumimoji="0" lang="en-US" sz="1200" b="0" i="0" u="none" strike="noStrike" kern="0" cap="none" spc="0" normalizeH="0" baseline="0" noProof="0">
                <a:ln>
                  <a:noFill/>
                </a:ln>
                <a:solidFill>
                  <a:schemeClr val="tx1"/>
                </a:solidFill>
                <a:effectLst/>
                <a:uLnTx/>
                <a:uFillTx/>
              </a:defRPr>
            </a:lvl2pPr>
            <a:lvl3pPr marL="857271" marR="0" indent="-171455" algn="l" defTabSz="685817" rtl="0" eaLnBrk="1" fontAlgn="base" latinLnBrk="0" hangingPunct="1">
              <a:lnSpc>
                <a:spcPct val="100000"/>
              </a:lnSpc>
              <a:spcBef>
                <a:spcPct val="20000"/>
              </a:spcBef>
              <a:spcAft>
                <a:spcPct val="0"/>
              </a:spcAft>
              <a:buClr>
                <a:srgbClr val="C00000"/>
              </a:buClr>
              <a:buSzTx/>
              <a:buFontTx/>
              <a:buChar char="•"/>
              <a:tabLst/>
              <a:defRPr kumimoji="0" lang="en-US" sz="1051" b="0" i="0" u="none" strike="noStrike" kern="0" cap="none" spc="0" normalizeH="0" baseline="0" noProof="0">
                <a:ln>
                  <a:noFill/>
                </a:ln>
                <a:solidFill>
                  <a:schemeClr val="tx1"/>
                </a:solidFill>
                <a:effectLst/>
                <a:uLnTx/>
                <a:uFillTx/>
              </a:defRPr>
            </a:lvl3pPr>
            <a:lvl4pPr marL="1200180" marR="0" indent="-171455" algn="l" defTabSz="685817" rtl="0" eaLnBrk="1" fontAlgn="base" latinLnBrk="0" hangingPunct="1">
              <a:lnSpc>
                <a:spcPct val="100000"/>
              </a:lnSpc>
              <a:spcBef>
                <a:spcPct val="20000"/>
              </a:spcBef>
              <a:spcAft>
                <a:spcPct val="0"/>
              </a:spcAft>
              <a:buClr>
                <a:srgbClr val="C00000"/>
              </a:buClr>
              <a:buSzTx/>
              <a:buFontTx/>
              <a:buChar char="–"/>
              <a:tabLst/>
              <a:defRPr kumimoji="0" lang="en-US" sz="1051" b="0" i="0" u="none" strike="noStrike" kern="0" cap="none" spc="0" normalizeH="0" baseline="0" noProof="0">
                <a:ln>
                  <a:noFill/>
                </a:ln>
                <a:solidFill>
                  <a:schemeClr val="tx1"/>
                </a:solidFill>
                <a:effectLst/>
                <a:uLnTx/>
                <a:uFillTx/>
              </a:defRPr>
            </a:lvl4pPr>
            <a:lvl5pPr marL="1543088" marR="0" indent="-171455" algn="l" defTabSz="685817" rtl="0" eaLnBrk="1" fontAlgn="base" latinLnBrk="0" hangingPunct="1">
              <a:lnSpc>
                <a:spcPct val="100000"/>
              </a:lnSpc>
              <a:spcBef>
                <a:spcPct val="20000"/>
              </a:spcBef>
              <a:spcAft>
                <a:spcPct val="0"/>
              </a:spcAft>
              <a:buClr>
                <a:srgbClr val="C00000"/>
              </a:buClr>
              <a:buSzTx/>
              <a:buFontTx/>
              <a:buChar char="»"/>
              <a:tabLst/>
              <a:defRPr kumimoji="0" lang="en-US" sz="1051" b="0" i="0" u="none" strike="noStrike" kern="0" cap="none" spc="0" normalizeH="0" baseline="0" noProof="0">
                <a:ln>
                  <a:noFill/>
                </a:ln>
                <a:solidFill>
                  <a:schemeClr val="tx1"/>
                </a:solidFill>
                <a:effectLst/>
                <a:uLnTx/>
                <a:uFillTx/>
              </a:defRPr>
            </a:lvl5pPr>
            <a:lvl6pPr marL="0" marR="0" indent="0" algn="l" defTabSz="685817" rtl="0" eaLnBrk="1" fontAlgn="base" latinLnBrk="0" hangingPunct="1">
              <a:lnSpc>
                <a:spcPct val="100000"/>
              </a:lnSpc>
              <a:spcBef>
                <a:spcPct val="20000"/>
              </a:spcBef>
              <a:spcAft>
                <a:spcPct val="0"/>
              </a:spcAft>
              <a:buClr>
                <a:srgbClr val="C00000"/>
              </a:buClr>
              <a:buSzTx/>
              <a:buFontTx/>
              <a:buNone/>
              <a:tabLst/>
              <a:defRPr>
                <a:solidFill>
                  <a:schemeClr val="tx1"/>
                </a:solidFill>
              </a:defRPr>
            </a:lvl6pPr>
            <a:lvl8pPr marL="0" marR="0" indent="0" algn="l" defTabSz="685817" rtl="0" eaLnBrk="1" fontAlgn="base" latinLnBrk="0" hangingPunct="1">
              <a:lnSpc>
                <a:spcPct val="100000"/>
              </a:lnSpc>
              <a:spcBef>
                <a:spcPct val="20000"/>
              </a:spcBef>
              <a:spcAft>
                <a:spcPct val="0"/>
              </a:spcAft>
              <a:buClrTx/>
              <a:buSzTx/>
              <a:buFontTx/>
              <a:buNone/>
              <a:tabLst/>
              <a:defRPr/>
            </a:lvl8pPr>
            <a:lvl9pPr marL="0" marR="0" indent="0" algn="l" defTabSz="685817" rtl="0" eaLnBrk="1" fontAlgn="base" latinLnBrk="0" hangingPunct="1">
              <a:lnSpc>
                <a:spcPct val="100000"/>
              </a:lnSpc>
              <a:spcBef>
                <a:spcPct val="20000"/>
              </a:spcBef>
              <a:spcAft>
                <a:spcPct val="0"/>
              </a:spcAft>
              <a:buClrTx/>
              <a:buSzTx/>
              <a:buFontTx/>
              <a:buNone/>
              <a:tabLst/>
              <a:defRPr/>
            </a:lvl9pPr>
          </a:lstStyle>
          <a:p>
            <a:pPr marL="257182" marR="0" lvl="0" indent="-257182" algn="l" defTabSz="685817" rtl="0" eaLnBrk="1" fontAlgn="base" latinLnBrk="0" hangingPunct="1">
              <a:lnSpc>
                <a:spcPct val="100000"/>
              </a:lnSpc>
              <a:spcBef>
                <a:spcPct val="20000"/>
              </a:spcBef>
              <a:spcAft>
                <a:spcPct val="0"/>
              </a:spcAft>
              <a:buClrTx/>
              <a:buSzTx/>
              <a:buFontTx/>
              <a:buChar char="•"/>
              <a:tabLst/>
              <a:defRPr/>
            </a:pPr>
            <a:r>
              <a:rPr kumimoji="0" lang="en-US" sz="1349" b="0" i="0" u="none" strike="noStrike" kern="0" cap="none" spc="0" normalizeH="0" baseline="0" noProof="0">
                <a:ln>
                  <a:noFill/>
                </a:ln>
                <a:solidFill>
                  <a:srgbClr val="575757"/>
                </a:solidFill>
                <a:effectLst/>
                <a:uLnTx/>
                <a:uFillTx/>
                <a:latin typeface="+mn-lt"/>
              </a:rPr>
              <a:t>Edit Master text styles</a:t>
            </a:r>
          </a:p>
          <a:p>
            <a:pPr marL="557227" marR="0" lvl="1" indent="-214319" algn="l" defTabSz="685817" rtl="0" eaLnBrk="1" fontAlgn="base" latinLnBrk="0" hangingPunct="1">
              <a:lnSpc>
                <a:spcPct val="100000"/>
              </a:lnSpc>
              <a:spcBef>
                <a:spcPct val="20000"/>
              </a:spcBef>
              <a:spcAft>
                <a:spcPct val="0"/>
              </a:spcAft>
              <a:buClrTx/>
              <a:buSzTx/>
              <a:buFontTx/>
              <a:buChar char="–"/>
              <a:tabLst/>
              <a:defRPr/>
            </a:pPr>
            <a:r>
              <a:rPr kumimoji="0" lang="en-US" sz="1200" b="0" i="0" u="none" strike="noStrike" kern="0" cap="none" spc="0" normalizeH="0" baseline="0" noProof="0">
                <a:ln>
                  <a:noFill/>
                </a:ln>
                <a:solidFill>
                  <a:srgbClr val="575757"/>
                </a:solidFill>
                <a:effectLst/>
                <a:uLnTx/>
                <a:uFillTx/>
                <a:latin typeface="+mn-lt"/>
              </a:rPr>
              <a:t>Second level</a:t>
            </a:r>
          </a:p>
          <a:p>
            <a:pPr marL="857271" marR="0" lvl="2" indent="-171455" algn="l" defTabSz="685817" rtl="0" eaLnBrk="1" fontAlgn="base" latinLnBrk="0" hangingPunct="1">
              <a:lnSpc>
                <a:spcPct val="100000"/>
              </a:lnSpc>
              <a:spcBef>
                <a:spcPct val="20000"/>
              </a:spcBef>
              <a:spcAft>
                <a:spcPct val="0"/>
              </a:spcAft>
              <a:buClrTx/>
              <a:buSzTx/>
              <a:buFontTx/>
              <a:buChar char="•"/>
              <a:tabLst/>
              <a:defRPr/>
            </a:pPr>
            <a:r>
              <a:rPr kumimoji="0" lang="en-US" sz="1051" b="0" i="0" u="none" strike="noStrike" kern="0" cap="none" spc="0" normalizeH="0" baseline="0" noProof="0">
                <a:ln>
                  <a:noFill/>
                </a:ln>
                <a:solidFill>
                  <a:srgbClr val="575757"/>
                </a:solidFill>
                <a:effectLst/>
                <a:uLnTx/>
                <a:uFillTx/>
                <a:latin typeface="+mn-lt"/>
              </a:rPr>
              <a:t>Third level</a:t>
            </a:r>
          </a:p>
          <a:p>
            <a:pPr marL="1200180" marR="0" lvl="3" indent="-171455" algn="l" defTabSz="685817" rtl="0" eaLnBrk="1" fontAlgn="base" latinLnBrk="0" hangingPunct="1">
              <a:lnSpc>
                <a:spcPct val="100000"/>
              </a:lnSpc>
              <a:spcBef>
                <a:spcPct val="20000"/>
              </a:spcBef>
              <a:spcAft>
                <a:spcPct val="0"/>
              </a:spcAft>
              <a:buClrTx/>
              <a:buSzTx/>
              <a:buFontTx/>
              <a:buChar char="–"/>
              <a:tabLst/>
              <a:defRPr/>
            </a:pPr>
            <a:r>
              <a:rPr kumimoji="0" lang="en-US" sz="1051" b="0" i="0" u="none" strike="noStrike" kern="0" cap="none" spc="0" normalizeH="0" baseline="0" noProof="0">
                <a:ln>
                  <a:noFill/>
                </a:ln>
                <a:solidFill>
                  <a:srgbClr val="575757"/>
                </a:solidFill>
                <a:effectLst/>
                <a:uLnTx/>
                <a:uFillTx/>
                <a:latin typeface="+mn-lt"/>
              </a:rPr>
              <a:t>Fourth level</a:t>
            </a:r>
          </a:p>
          <a:p>
            <a:pPr marL="1543088" marR="0" lvl="4" indent="-171455" algn="l" defTabSz="685817" rtl="0" eaLnBrk="1" fontAlgn="base" latinLnBrk="0" hangingPunct="1">
              <a:lnSpc>
                <a:spcPct val="100000"/>
              </a:lnSpc>
              <a:spcBef>
                <a:spcPct val="20000"/>
              </a:spcBef>
              <a:spcAft>
                <a:spcPct val="0"/>
              </a:spcAft>
              <a:buClrTx/>
              <a:buSzTx/>
              <a:buFontTx/>
              <a:buChar char="»"/>
              <a:tabLst/>
              <a:defRPr/>
            </a:pPr>
            <a:r>
              <a:rPr kumimoji="0" lang="en-US" sz="1051" b="0" i="0" u="none" strike="noStrike" kern="0" cap="none" spc="0" normalizeH="0" baseline="0" noProof="0">
                <a:ln>
                  <a:noFill/>
                </a:ln>
                <a:solidFill>
                  <a:srgbClr val="575757"/>
                </a:solidFill>
                <a:effectLst/>
                <a:uLnTx/>
                <a:uFillTx/>
                <a:latin typeface="+mn-lt"/>
              </a:rPr>
              <a:t>Fifth level</a:t>
            </a:r>
          </a:p>
          <a:p>
            <a:pPr marL="1885997" marR="0" lvl="5" indent="-171455" algn="l" defTabSz="685817" rtl="0" eaLnBrk="1" fontAlgn="base" latinLnBrk="0" hangingPunct="1">
              <a:lnSpc>
                <a:spcPct val="100000"/>
              </a:lnSpc>
              <a:spcBef>
                <a:spcPct val="20000"/>
              </a:spcBef>
              <a:spcAft>
                <a:spcPct val="0"/>
              </a:spcAft>
              <a:buClrTx/>
              <a:buSzTx/>
              <a:buFontTx/>
              <a:buChar char="»"/>
              <a:tabLst/>
              <a:defRPr/>
            </a:pPr>
            <a:r>
              <a:rPr kumimoji="0" lang="en-US" sz="1349" b="0" i="0" u="none" strike="noStrike" kern="0" cap="none" spc="0" normalizeH="0" baseline="0" noProof="0">
                <a:ln>
                  <a:noFill/>
                </a:ln>
                <a:solidFill>
                  <a:srgbClr val="575757"/>
                </a:solidFill>
                <a:effectLst/>
                <a:uLnTx/>
                <a:uFillTx/>
                <a:latin typeface="+mn-lt"/>
              </a:rPr>
              <a:t>Level six</a:t>
            </a:r>
          </a:p>
          <a:p>
            <a:pPr marL="0" marR="0" lvl="5" indent="0" algn="l" defTabSz="685817" rtl="0" eaLnBrk="1" fontAlgn="base" latinLnBrk="0" hangingPunct="1">
              <a:lnSpc>
                <a:spcPct val="100000"/>
              </a:lnSpc>
              <a:spcBef>
                <a:spcPct val="20000"/>
              </a:spcBef>
              <a:spcAft>
                <a:spcPct val="0"/>
              </a:spcAft>
              <a:buClrTx/>
              <a:buSzTx/>
              <a:buFontTx/>
              <a:buNone/>
              <a:tabLst/>
              <a:defRPr/>
            </a:pPr>
            <a:r>
              <a:rPr kumimoji="0" lang="en-US" sz="1349" b="1" i="0" u="none" strike="noStrike" kern="0" cap="none" spc="0" normalizeH="0" baseline="0" noProof="0">
                <a:ln>
                  <a:noFill/>
                </a:ln>
                <a:solidFill>
                  <a:schemeClr val="accent3"/>
                </a:solidFill>
                <a:effectLst/>
                <a:uLnTx/>
                <a:uFillTx/>
                <a:latin typeface="+mn-lt"/>
              </a:rPr>
              <a:t>Level seven</a:t>
            </a:r>
          </a:p>
          <a:p>
            <a:pPr marL="0" marR="0" lvl="7" indent="0" algn="l" defTabSz="685817" rtl="0" eaLnBrk="1" fontAlgn="base" latinLnBrk="0" hangingPunct="1">
              <a:lnSpc>
                <a:spcPct val="100000"/>
              </a:lnSpc>
              <a:spcBef>
                <a:spcPct val="20000"/>
              </a:spcBef>
              <a:spcAft>
                <a:spcPct val="0"/>
              </a:spcAft>
              <a:buClrTx/>
              <a:buSzTx/>
              <a:buFontTx/>
              <a:buNone/>
              <a:tabLst/>
              <a:defRPr/>
            </a:pPr>
            <a:r>
              <a:rPr kumimoji="0" lang="en-US" sz="1349" b="0" i="0" u="none" strike="noStrike" kern="0" cap="none" spc="0" normalizeH="0" baseline="0" noProof="0">
                <a:ln>
                  <a:noFill/>
                </a:ln>
                <a:solidFill>
                  <a:srgbClr val="C00000"/>
                </a:solidFill>
                <a:effectLst/>
                <a:uLnTx/>
                <a:uFillTx/>
                <a:latin typeface="+mn-lt"/>
              </a:rPr>
              <a:t>Level eight</a:t>
            </a:r>
          </a:p>
          <a:p>
            <a:pPr marL="0" marR="0" lvl="8" indent="0" algn="l" defTabSz="685817" rtl="0" eaLnBrk="1" fontAlgn="base" latinLnBrk="0" hangingPunct="1">
              <a:lnSpc>
                <a:spcPct val="100000"/>
              </a:lnSpc>
              <a:spcBef>
                <a:spcPct val="20000"/>
              </a:spcBef>
              <a:spcAft>
                <a:spcPct val="0"/>
              </a:spcAft>
              <a:buClrTx/>
              <a:buSzTx/>
              <a:buFontTx/>
              <a:buNone/>
              <a:tabLst/>
              <a:defRPr/>
            </a:pPr>
            <a:r>
              <a:rPr kumimoji="0" lang="en-US" sz="1200" b="0" i="0" u="none" strike="noStrike" kern="0" cap="none" spc="0" normalizeH="0" baseline="0" noProof="0">
                <a:ln>
                  <a:noFill/>
                </a:ln>
                <a:solidFill>
                  <a:srgbClr val="575757"/>
                </a:solidFill>
                <a:effectLst/>
                <a:uLnTx/>
                <a:uFillTx/>
                <a:latin typeface="+mn-lt"/>
              </a:rPr>
              <a:t>Level nine</a:t>
            </a:r>
          </a:p>
        </p:txBody>
      </p:sp>
    </p:spTree>
    <p:extLst>
      <p:ext uri="{BB962C8B-B14F-4D97-AF65-F5344CB8AC3E}">
        <p14:creationId xmlns:p14="http://schemas.microsoft.com/office/powerpoint/2010/main" val="3463373682"/>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5120" userDrawn="1">
          <p15:clr>
            <a:srgbClr val="FBAE40"/>
          </p15:clr>
        </p15:guide>
        <p15:guide id="3" pos="190" userDrawn="1">
          <p15:clr>
            <a:srgbClr val="FBAE40"/>
          </p15:clr>
        </p15:guide>
        <p15:guide id="4" pos="10050" userDrawn="1">
          <p15:clr>
            <a:srgbClr val="FBAE40"/>
          </p15:clr>
        </p15:guide>
        <p15:guide id="5" orient="horz" pos="4020" userDrawn="1">
          <p15:clr>
            <a:srgbClr val="FBAE40"/>
          </p15:clr>
        </p15:guide>
        <p15:guide id="6" orient="horz" pos="527" userDrawn="1">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Title Only Layout">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custDataLst>
              <p:tags r:id="rId1"/>
            </p:custDataLst>
          </p:nvPr>
        </p:nvGraphicFramePr>
        <p:xfrm>
          <a:off x="2119" y="1595"/>
          <a:ext cx="2116" cy="1587"/>
        </p:xfrm>
        <a:graphic>
          <a:graphicData uri="http://schemas.openxmlformats.org/presentationml/2006/ole">
            <mc:AlternateContent xmlns:mc="http://schemas.openxmlformats.org/markup-compatibility/2006">
              <mc:Choice xmlns:v="urn:schemas-microsoft-com:vml" Requires="v">
                <p:oleObj name="think-cell Slide" r:id="rId3" imgW="430" imgH="433" progId="TCLayout.ActiveDocument.1">
                  <p:embed/>
                </p:oleObj>
              </mc:Choice>
              <mc:Fallback>
                <p:oleObj name="think-cell Slide" r:id="rId3" imgW="430" imgH="433" progId="TCLayout.ActiveDocument.1">
                  <p:embed/>
                  <p:pic>
                    <p:nvPicPr>
                      <p:cNvPr id="2" name="Object 1" hidden="1"/>
                      <p:cNvPicPr/>
                      <p:nvPr/>
                    </p:nvPicPr>
                    <p:blipFill>
                      <a:blip r:embed="rId4"/>
                      <a:stretch>
                        <a:fillRect/>
                      </a:stretch>
                    </p:blipFill>
                    <p:spPr>
                      <a:xfrm>
                        <a:off x="2119" y="1595"/>
                        <a:ext cx="2116" cy="1587"/>
                      </a:xfrm>
                      <a:prstGeom prst="rect">
                        <a:avLst/>
                      </a:prstGeom>
                    </p:spPr>
                  </p:pic>
                </p:oleObj>
              </mc:Fallback>
            </mc:AlternateContent>
          </a:graphicData>
        </a:graphic>
      </p:graphicFrame>
      <p:sp>
        <p:nvSpPr>
          <p:cNvPr id="8" name="Rectangle 5"/>
          <p:cNvSpPr>
            <a:spLocks noGrp="1" noChangeArrowheads="1"/>
          </p:cNvSpPr>
          <p:nvPr>
            <p:ph type="sldNum" sz="quarter" idx="12"/>
          </p:nvPr>
        </p:nvSpPr>
        <p:spPr>
          <a:xfrm>
            <a:off x="11664622" y="6400800"/>
            <a:ext cx="527381" cy="457200"/>
          </a:xfrm>
          <a:ln/>
        </p:spPr>
        <p:txBody>
          <a:bodyPr/>
          <a:lstStyle>
            <a:lvl1pPr>
              <a:defRPr/>
            </a:lvl1pPr>
          </a:lstStyle>
          <a:p>
            <a:fld id="{B3CE4FC1-9BFD-4D71-B62C-EB069A42157A}" type="slidenum">
              <a:rPr lang="en-US" smtClean="0">
                <a:solidFill>
                  <a:srgbClr val="000000"/>
                </a:solidFill>
              </a:rPr>
              <a:pPr/>
              <a:t>‹#›</a:t>
            </a:fld>
            <a:endParaRPr lang="en-US">
              <a:solidFill>
                <a:srgbClr val="000000"/>
              </a:solidFill>
            </a:endParaRPr>
          </a:p>
        </p:txBody>
      </p:sp>
      <p:sp>
        <p:nvSpPr>
          <p:cNvPr id="9" name="Title 1"/>
          <p:cNvSpPr>
            <a:spLocks noGrp="1"/>
          </p:cNvSpPr>
          <p:nvPr>
            <p:ph type="title"/>
          </p:nvPr>
        </p:nvSpPr>
        <p:spPr>
          <a:xfrm>
            <a:off x="239188" y="0"/>
            <a:ext cx="10273307" cy="648000"/>
          </a:xfrm>
          <a:prstGeom prst="rect">
            <a:avLst/>
          </a:prstGeom>
        </p:spPr>
        <p:txBody>
          <a:bodyPr lIns="0" tIns="0" rIns="0" bIns="0" anchor="ctr">
            <a:normAutofit/>
          </a:bodyPr>
          <a:lstStyle>
            <a:lvl1pPr>
              <a:defRPr sz="1500">
                <a:latin typeface="Calibri" panose="020F0502020204030204" pitchFamily="34" charset="0"/>
              </a:defRPr>
            </a:lvl1pPr>
          </a:lstStyle>
          <a:p>
            <a:r>
              <a:rPr lang="en-US"/>
              <a:t>Click to edit Master title style</a:t>
            </a:r>
            <a:endParaRPr lang="en-GB"/>
          </a:p>
        </p:txBody>
      </p:sp>
      <p:sp>
        <p:nvSpPr>
          <p:cNvPr id="6" name="Rectangle 4"/>
          <p:cNvSpPr>
            <a:spLocks noGrp="1" noChangeArrowheads="1"/>
          </p:cNvSpPr>
          <p:nvPr>
            <p:ph type="ftr" sz="quarter" idx="11"/>
          </p:nvPr>
        </p:nvSpPr>
        <p:spPr>
          <a:xfrm>
            <a:off x="239187" y="6400800"/>
            <a:ext cx="9409211" cy="457200"/>
          </a:xfrm>
          <a:prstGeom prst="rect">
            <a:avLst/>
          </a:prstGeom>
          <a:ln/>
        </p:spPr>
        <p:txBody>
          <a:bodyPr/>
          <a:lstStyle>
            <a:lvl1pPr>
              <a:defRPr/>
            </a:lvl1pPr>
          </a:lstStyle>
          <a:p>
            <a:endParaRPr lang="en-US">
              <a:solidFill>
                <a:srgbClr val="000000"/>
              </a:solidFill>
            </a:endParaRPr>
          </a:p>
        </p:txBody>
      </p:sp>
    </p:spTree>
    <p:extLst>
      <p:ext uri="{BB962C8B-B14F-4D97-AF65-F5344CB8AC3E}">
        <p14:creationId xmlns:p14="http://schemas.microsoft.com/office/powerpoint/2010/main" val="141962897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5120" userDrawn="1">
          <p15:clr>
            <a:srgbClr val="FBAE40"/>
          </p15:clr>
        </p15:guide>
        <p15:guide id="3" pos="190" userDrawn="1">
          <p15:clr>
            <a:srgbClr val="FBAE40"/>
          </p15:clr>
        </p15:guide>
        <p15:guide id="4" pos="10050" userDrawn="1">
          <p15:clr>
            <a:srgbClr val="FBAE40"/>
          </p15:clr>
        </p15:guide>
        <p15:guide id="5" orient="horz" pos="527" userDrawn="1">
          <p15:clr>
            <a:srgbClr val="FBAE40"/>
          </p15:clr>
        </p15:guide>
        <p15:guide id="6" orient="horz" pos="4020" userDrawn="1">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type="blank" preserve="1">
  <p:cSld name="Blank Layout">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p:custDataLst>
              <p:tags r:id="rId1"/>
            </p:custDataLst>
          </p:nvPr>
        </p:nvGraphicFramePr>
        <p:xfrm>
          <a:off x="2119" y="1595"/>
          <a:ext cx="2116" cy="1587"/>
        </p:xfrm>
        <a:graphic>
          <a:graphicData uri="http://schemas.openxmlformats.org/presentationml/2006/ole">
            <mc:AlternateContent xmlns:mc="http://schemas.openxmlformats.org/markup-compatibility/2006">
              <mc:Choice xmlns:v="urn:schemas-microsoft-com:vml" Requires="v">
                <p:oleObj name="think-cell Slide" r:id="rId4" imgW="430" imgH="433" progId="TCLayout.ActiveDocument.1">
                  <p:embed/>
                </p:oleObj>
              </mc:Choice>
              <mc:Fallback>
                <p:oleObj name="think-cell Slide" r:id="rId4" imgW="430" imgH="433" progId="TCLayout.ActiveDocument.1">
                  <p:embed/>
                  <p:pic>
                    <p:nvPicPr>
                      <p:cNvPr id="6" name="Object 5" hidden="1"/>
                      <p:cNvPicPr/>
                      <p:nvPr/>
                    </p:nvPicPr>
                    <p:blipFill>
                      <a:blip r:embed="rId5"/>
                      <a:stretch>
                        <a:fillRect/>
                      </a:stretch>
                    </p:blipFill>
                    <p:spPr>
                      <a:xfrm>
                        <a:off x="2119" y="1595"/>
                        <a:ext cx="2116" cy="1587"/>
                      </a:xfrm>
                      <a:prstGeom prst="rect">
                        <a:avLst/>
                      </a:prstGeom>
                    </p:spPr>
                  </p:pic>
                </p:oleObj>
              </mc:Fallback>
            </mc:AlternateContent>
          </a:graphicData>
        </a:graphic>
      </p:graphicFrame>
      <p:sp>
        <p:nvSpPr>
          <p:cNvPr id="5" name="Rectangle 4" hidden="1"/>
          <p:cNvSpPr/>
          <p:nvPr>
            <p:custDataLst>
              <p:tags r:id="rId2"/>
            </p:custDataLst>
          </p:nvPr>
        </p:nvSpPr>
        <p:spPr bwMode="auto">
          <a:xfrm>
            <a:off x="2" y="0"/>
            <a:ext cx="211668" cy="158750"/>
          </a:xfrm>
          <a:prstGeom prst="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rtlCol="0" anchor="ctr" anchorCtr="0" compatLnSpc="1">
            <a:prstTxWarp prst="textNoShape">
              <a:avLst/>
            </a:prstTxWarp>
          </a:bodyPr>
          <a:lstStyle/>
          <a:p>
            <a:pPr algn="ctr" fontAlgn="base">
              <a:spcBef>
                <a:spcPct val="0"/>
              </a:spcBef>
              <a:spcAft>
                <a:spcPct val="0"/>
              </a:spcAft>
            </a:pPr>
            <a:endParaRPr lang="en-GB" sz="750">
              <a:solidFill>
                <a:srgbClr val="2D2926"/>
              </a:solidFill>
              <a:cs typeface="Times New Roman"/>
              <a:sym typeface="Calibri"/>
            </a:endParaRPr>
          </a:p>
        </p:txBody>
      </p:sp>
      <p:sp>
        <p:nvSpPr>
          <p:cNvPr id="8" name="Rectangle 5"/>
          <p:cNvSpPr>
            <a:spLocks noGrp="1" noChangeArrowheads="1"/>
          </p:cNvSpPr>
          <p:nvPr>
            <p:ph type="sldNum" sz="quarter" idx="12"/>
          </p:nvPr>
        </p:nvSpPr>
        <p:spPr>
          <a:xfrm>
            <a:off x="11664622" y="6400800"/>
            <a:ext cx="527381" cy="457200"/>
          </a:xfrm>
          <a:ln/>
        </p:spPr>
        <p:txBody>
          <a:bodyPr/>
          <a:lstStyle>
            <a:lvl1pPr>
              <a:defRPr/>
            </a:lvl1pPr>
          </a:lstStyle>
          <a:p>
            <a:fld id="{B3CE4FC1-9BFD-4D71-B62C-EB069A42157A}" type="slidenum">
              <a:rPr lang="en-US" smtClean="0">
                <a:solidFill>
                  <a:srgbClr val="000000"/>
                </a:solidFill>
              </a:rPr>
              <a:pPr/>
              <a:t>‹#›</a:t>
            </a:fld>
            <a:endParaRPr lang="en-US">
              <a:solidFill>
                <a:srgbClr val="000000"/>
              </a:solidFill>
            </a:endParaRPr>
          </a:p>
        </p:txBody>
      </p:sp>
      <p:sp>
        <p:nvSpPr>
          <p:cNvPr id="9" name="Rectangle 4"/>
          <p:cNvSpPr>
            <a:spLocks noGrp="1" noChangeArrowheads="1"/>
          </p:cNvSpPr>
          <p:nvPr>
            <p:ph type="ftr" sz="quarter" idx="11"/>
          </p:nvPr>
        </p:nvSpPr>
        <p:spPr>
          <a:xfrm>
            <a:off x="239187" y="6400800"/>
            <a:ext cx="9409211" cy="457200"/>
          </a:xfrm>
          <a:prstGeom prst="rect">
            <a:avLst/>
          </a:prstGeom>
          <a:ln/>
        </p:spPr>
        <p:txBody>
          <a:bodyPr/>
          <a:lstStyle>
            <a:lvl1pPr>
              <a:defRPr/>
            </a:lvl1pPr>
          </a:lstStyle>
          <a:p>
            <a:endParaRPr lang="en-US">
              <a:solidFill>
                <a:srgbClr val="000000"/>
              </a:solidFill>
            </a:endParaRPr>
          </a:p>
        </p:txBody>
      </p:sp>
    </p:spTree>
    <p:extLst>
      <p:ext uri="{BB962C8B-B14F-4D97-AF65-F5344CB8AC3E}">
        <p14:creationId xmlns:p14="http://schemas.microsoft.com/office/powerpoint/2010/main" val="340803638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Full Blank Layout">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p:custDataLst>
              <p:tags r:id="rId1"/>
            </p:custDataLst>
          </p:nvPr>
        </p:nvGraphicFramePr>
        <p:xfrm>
          <a:off x="2119" y="1595"/>
          <a:ext cx="2116" cy="1587"/>
        </p:xfrm>
        <a:graphic>
          <a:graphicData uri="http://schemas.openxmlformats.org/presentationml/2006/ole">
            <mc:AlternateContent xmlns:mc="http://schemas.openxmlformats.org/markup-compatibility/2006">
              <mc:Choice xmlns:v="urn:schemas-microsoft-com:vml" Requires="v">
                <p:oleObj name="think-cell Slide" r:id="rId3" imgW="430" imgH="433" progId="TCLayout.ActiveDocument.1">
                  <p:embed/>
                </p:oleObj>
              </mc:Choice>
              <mc:Fallback>
                <p:oleObj name="think-cell Slide" r:id="rId3" imgW="430" imgH="433" progId="TCLayout.ActiveDocument.1">
                  <p:embed/>
                  <p:pic>
                    <p:nvPicPr>
                      <p:cNvPr id="6" name="Object 5" hidden="1"/>
                      <p:cNvPicPr/>
                      <p:nvPr/>
                    </p:nvPicPr>
                    <p:blipFill>
                      <a:blip r:embed="rId4"/>
                      <a:stretch>
                        <a:fillRect/>
                      </a:stretch>
                    </p:blipFill>
                    <p:spPr>
                      <a:xfrm>
                        <a:off x="2119" y="1595"/>
                        <a:ext cx="2116" cy="1587"/>
                      </a:xfrm>
                      <a:prstGeom prst="rect">
                        <a:avLst/>
                      </a:prstGeom>
                    </p:spPr>
                  </p:pic>
                </p:oleObj>
              </mc:Fallback>
            </mc:AlternateContent>
          </a:graphicData>
        </a:graphic>
      </p:graphicFrame>
      <p:sp>
        <p:nvSpPr>
          <p:cNvPr id="5" name="Rectangle 4"/>
          <p:cNvSpPr/>
          <p:nvPr/>
        </p:nvSpPr>
        <p:spPr bwMode="auto">
          <a:xfrm>
            <a:off x="0" y="0"/>
            <a:ext cx="12192000" cy="1052736"/>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none" lIns="68580" tIns="34290" rIns="68580" bIns="34290" numCol="1" rtlCol="0" anchor="ctr" anchorCtr="0" compatLnSpc="1">
            <a:prstTxWarp prst="textNoShape">
              <a:avLst/>
            </a:prstTxWarp>
          </a:bodyPr>
          <a:lstStyle/>
          <a:p>
            <a:pPr algn="ctr" fontAlgn="base">
              <a:spcBef>
                <a:spcPct val="0"/>
              </a:spcBef>
              <a:spcAft>
                <a:spcPct val="0"/>
              </a:spcAft>
            </a:pPr>
            <a:endParaRPr lang="en-GB" sz="1426">
              <a:solidFill>
                <a:srgbClr val="2D2926"/>
              </a:solidFill>
              <a:latin typeface="Arial" charset="0"/>
            </a:endParaRPr>
          </a:p>
        </p:txBody>
      </p:sp>
      <p:sp>
        <p:nvSpPr>
          <p:cNvPr id="4" name="Slide Number Placeholder 3"/>
          <p:cNvSpPr>
            <a:spLocks noGrp="1"/>
          </p:cNvSpPr>
          <p:nvPr>
            <p:ph type="sldNum" sz="quarter" idx="11"/>
          </p:nvPr>
        </p:nvSpPr>
        <p:spPr/>
        <p:txBody>
          <a:bodyPr/>
          <a:lstStyle/>
          <a:p>
            <a:fld id="{B3CE4FC1-9BFD-4D71-B62C-EB069A42157A}" type="slidenum">
              <a:rPr lang="en-US" smtClean="0">
                <a:solidFill>
                  <a:srgbClr val="000000"/>
                </a:solidFill>
              </a:rPr>
              <a:pPr/>
              <a:t>‹#›</a:t>
            </a:fld>
            <a:endParaRPr lang="en-US">
              <a:solidFill>
                <a:srgbClr val="000000"/>
              </a:solidFill>
            </a:endParaRPr>
          </a:p>
        </p:txBody>
      </p:sp>
      <p:sp>
        <p:nvSpPr>
          <p:cNvPr id="7" name="Rectangle 4"/>
          <p:cNvSpPr>
            <a:spLocks noGrp="1" noChangeArrowheads="1"/>
          </p:cNvSpPr>
          <p:nvPr>
            <p:ph type="ftr" sz="quarter" idx="12"/>
          </p:nvPr>
        </p:nvSpPr>
        <p:spPr>
          <a:xfrm>
            <a:off x="239187" y="6400800"/>
            <a:ext cx="9409211" cy="457200"/>
          </a:xfrm>
          <a:prstGeom prst="rect">
            <a:avLst/>
          </a:prstGeom>
          <a:ln/>
        </p:spPr>
        <p:txBody>
          <a:bodyPr/>
          <a:lstStyle>
            <a:lvl1pPr>
              <a:defRPr/>
            </a:lvl1pPr>
          </a:lstStyle>
          <a:p>
            <a:endParaRPr lang="en-US">
              <a:solidFill>
                <a:srgbClr val="000000"/>
              </a:solidFill>
            </a:endParaRPr>
          </a:p>
        </p:txBody>
      </p:sp>
    </p:spTree>
    <p:extLst>
      <p:ext uri="{BB962C8B-B14F-4D97-AF65-F5344CB8AC3E}">
        <p14:creationId xmlns:p14="http://schemas.microsoft.com/office/powerpoint/2010/main" val="124880145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5120" userDrawn="1">
          <p15:clr>
            <a:srgbClr val="FBAE40"/>
          </p15:clr>
        </p15:guide>
        <p15:guide id="3" orient="horz" pos="4020" userDrawn="1">
          <p15:clr>
            <a:srgbClr val="FBAE40"/>
          </p15:clr>
        </p15:guide>
        <p15:guide id="4" pos="190" userDrawn="1">
          <p15:clr>
            <a:srgbClr val="FBAE40"/>
          </p15:clr>
        </p15:guide>
        <p15:guide id="5" pos="10050" userDrawn="1">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p:cSld name="Arrow half">
    <p:bg>
      <p:bgPr>
        <a:gradFill flip="none" rotWithShape="1">
          <a:gsLst>
            <a:gs pos="0">
              <a:srgbClr val="ED1D24"/>
            </a:gs>
            <a:gs pos="100000">
              <a:srgbClr val="870B0E"/>
            </a:gs>
          </a:gsLst>
          <a:lin ang="8100000" scaled="1"/>
          <a:tileRect/>
        </a:gra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93772988-BAC3-45EB-8F49-ECA66C3B6F60}"/>
              </a:ext>
            </a:extLst>
          </p:cNvPr>
          <p:cNvGraphicFramePr>
            <a:graphicFrameLocks noChangeAspect="1"/>
          </p:cNvGraphicFramePr>
          <p:nvPr>
            <p:custDataLst>
              <p:tags r:id="rId1"/>
            </p:custDataLst>
          </p:nvPr>
        </p:nvGraphicFramePr>
        <p:xfrm>
          <a:off x="1594" y="1588"/>
          <a:ext cx="1588" cy="1588"/>
        </p:xfrm>
        <a:graphic>
          <a:graphicData uri="http://schemas.openxmlformats.org/presentationml/2006/ole">
            <mc:AlternateContent xmlns:mc="http://schemas.openxmlformats.org/markup-compatibility/2006">
              <mc:Choice xmlns:v="urn:schemas-microsoft-com:vml" Requires="v">
                <p:oleObj name="think-cell Slide" r:id="rId3" imgW="286" imgH="286" progId="TCLayout.ActiveDocument.1">
                  <p:embed/>
                </p:oleObj>
              </mc:Choice>
              <mc:Fallback>
                <p:oleObj name="think-cell Slide" r:id="rId3" imgW="286" imgH="286" progId="TCLayout.ActiveDocument.1">
                  <p:embed/>
                  <p:pic>
                    <p:nvPicPr>
                      <p:cNvPr id="3" name="Object 2" hidden="1">
                        <a:extLst>
                          <a:ext uri="{FF2B5EF4-FFF2-40B4-BE49-F238E27FC236}">
                            <a16:creationId xmlns:a16="http://schemas.microsoft.com/office/drawing/2014/main" id="{93772988-BAC3-45EB-8F49-ECA66C3B6F60}"/>
                          </a:ext>
                        </a:extLst>
                      </p:cNvPr>
                      <p:cNvPicPr/>
                      <p:nvPr/>
                    </p:nvPicPr>
                    <p:blipFill>
                      <a:blip r:embed="rId4"/>
                      <a:stretch>
                        <a:fillRect/>
                      </a:stretch>
                    </p:blipFill>
                    <p:spPr>
                      <a:xfrm>
                        <a:off x="1594" y="1588"/>
                        <a:ext cx="1588" cy="1588"/>
                      </a:xfrm>
                      <a:prstGeom prst="rect">
                        <a:avLst/>
                      </a:prstGeom>
                    </p:spPr>
                  </p:pic>
                </p:oleObj>
              </mc:Fallback>
            </mc:AlternateContent>
          </a:graphicData>
        </a:graphic>
      </p:graphicFrame>
      <p:sp>
        <p:nvSpPr>
          <p:cNvPr id="18" name="Copyright" hidden="1"/>
          <p:cNvSpPr txBox="1"/>
          <p:nvPr/>
        </p:nvSpPr>
        <p:spPr>
          <a:xfrm rot="16200000">
            <a:off x="9486906" y="3934681"/>
            <a:ext cx="5133975" cy="72584"/>
          </a:xfrm>
          <a:prstGeom prst="rect">
            <a:avLst/>
          </a:prstGeom>
          <a:noFill/>
        </p:spPr>
        <p:txBody>
          <a:bodyPr wrap="square" lIns="0" tIns="0" rIns="0" bIns="0" rtlCol="0" anchor="t">
            <a:spAutoFit/>
          </a:bodyPr>
          <a:lstStyle/>
          <a:p>
            <a:pPr>
              <a:lnSpc>
                <a:spcPct val="90000"/>
              </a:lnSpc>
              <a:spcAft>
                <a:spcPts val="450"/>
              </a:spcAft>
            </a:pPr>
            <a:r>
              <a:rPr lang="en-US" sz="524">
                <a:solidFill>
                  <a:schemeClr val="bg1"/>
                </a:solidFill>
                <a:latin typeface="+mn-lt"/>
                <a:ea typeface="+mn-ea"/>
                <a:cs typeface="+mn-cs"/>
                <a:sym typeface="Trebuchet MS" panose="020B0603020202020204" pitchFamily="34" charset="0"/>
              </a:rPr>
              <a:t>Copyright © 2022 by Boston Consulting Group. All rights reserved.</a:t>
            </a:r>
          </a:p>
        </p:txBody>
      </p:sp>
      <p:sp>
        <p:nvSpPr>
          <p:cNvPr id="14" name="Pentagon 8"/>
          <p:cNvSpPr/>
          <p:nvPr/>
        </p:nvSpPr>
        <p:spPr bwMode="white">
          <a:xfrm>
            <a:off x="2" y="0"/>
            <a:ext cx="6363547" cy="6858000"/>
          </a:xfrm>
          <a:prstGeom prst="homePlate">
            <a:avLst>
              <a:gd name="adj" fmla="val 12939"/>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750"/>
              </a:spcAft>
            </a:pPr>
            <a:endParaRPr lang="en-US" sz="900">
              <a:solidFill>
                <a:prstClr val="white"/>
              </a:solidFill>
              <a:latin typeface="+mn-lt"/>
              <a:ea typeface="+mn-ea"/>
              <a:cs typeface="+mn-cs"/>
              <a:sym typeface="Trebuchet MS" panose="020B0603020202020204" pitchFamily="34" charset="0"/>
            </a:endParaRPr>
          </a:p>
        </p:txBody>
      </p:sp>
      <p:sp>
        <p:nvSpPr>
          <p:cNvPr id="16" name="Title 2"/>
          <p:cNvSpPr>
            <a:spLocks noGrp="1"/>
          </p:cNvSpPr>
          <p:nvPr>
            <p:ph type="title" hasCustomPrompt="1"/>
          </p:nvPr>
        </p:nvSpPr>
        <p:spPr>
          <a:xfrm>
            <a:off x="630004" y="622800"/>
            <a:ext cx="4673646" cy="353045"/>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2549" b="0" i="0" u="none" kern="1200" spc="0">
                <a:solidFill>
                  <a:srgbClr val="ED1D24"/>
                </a:solidFill>
                <a:latin typeface="+mj-lt"/>
                <a:ea typeface="+mj-ea"/>
                <a:cs typeface="+mj-cs"/>
                <a:sym typeface="Trebuchet MS" panose="020B0603020202020204" pitchFamily="34" charset="0"/>
              </a:defRPr>
            </a:lvl1pPr>
          </a:lstStyle>
          <a:p>
            <a:pPr lvl="0"/>
            <a:r>
              <a:rPr lang="en-US"/>
              <a:t>Click to add title</a:t>
            </a:r>
          </a:p>
        </p:txBody>
      </p:sp>
      <p:pic>
        <p:nvPicPr>
          <p:cNvPr id="9" name="Picture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97804" y="3589607"/>
            <a:ext cx="1365252" cy="3382962"/>
          </a:xfrm>
          <a:custGeom>
            <a:avLst/>
            <a:gdLst>
              <a:gd name="connsiteX0" fmla="*/ 920598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320782 h 3382962"/>
              <a:gd name="connsiteX5" fmla="*/ 126694 w 1365250"/>
              <a:gd name="connsiteY5" fmla="*/ 3320782 h 3382962"/>
              <a:gd name="connsiteX6" fmla="*/ 0 w 1365250"/>
              <a:gd name="connsiteY6" fmla="*/ 0 h 3382962"/>
              <a:gd name="connsiteX7" fmla="*/ 908172 w 1365250"/>
              <a:gd name="connsiteY7" fmla="*/ 0 h 3382962"/>
              <a:gd name="connsiteX8" fmla="*/ 0 w 1365250"/>
              <a:gd name="connsiteY8" fmla="*/ 289035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20598" y="0"/>
                </a:moveTo>
                <a:lnTo>
                  <a:pt x="1365250" y="0"/>
                </a:lnTo>
                <a:lnTo>
                  <a:pt x="1365250" y="3382962"/>
                </a:lnTo>
                <a:lnTo>
                  <a:pt x="0" y="3382962"/>
                </a:lnTo>
                <a:lnTo>
                  <a:pt x="0" y="3320782"/>
                </a:lnTo>
                <a:lnTo>
                  <a:pt x="126694" y="3320782"/>
                </a:lnTo>
                <a:close/>
                <a:moveTo>
                  <a:pt x="0" y="0"/>
                </a:moveTo>
                <a:lnTo>
                  <a:pt x="908172" y="0"/>
                </a:lnTo>
                <a:lnTo>
                  <a:pt x="0" y="2890357"/>
                </a:lnTo>
                <a:close/>
              </a:path>
            </a:pathLst>
          </a:cu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21203FE9-A075-4BF8-987F-E3175D587168}"/>
              </a:ext>
            </a:extLst>
          </p:cNvPr>
          <p:cNvSpPr txBox="1"/>
          <p:nvPr/>
        </p:nvSpPr>
        <p:spPr>
          <a:xfrm>
            <a:off x="11757837" y="6700053"/>
            <a:ext cx="381001" cy="115416"/>
          </a:xfrm>
          <a:prstGeom prst="rect">
            <a:avLst/>
          </a:prstGeom>
          <a:noFill/>
        </p:spPr>
        <p:txBody>
          <a:bodyPr wrap="square" lIns="0" tIns="0" rIns="0" bIns="0" rtlCol="0" anchor="b">
            <a:spAutoFit/>
          </a:bodyPr>
          <a:lstStyle/>
          <a:p>
            <a:pPr marL="0" marR="0" indent="0" algn="r" defTabSz="685817" rtl="0" eaLnBrk="1" fontAlgn="auto" latinLnBrk="0" hangingPunct="1">
              <a:lnSpc>
                <a:spcPct val="100000"/>
              </a:lnSpc>
              <a:spcBef>
                <a:spcPts val="0"/>
              </a:spcBef>
              <a:spcAft>
                <a:spcPts val="0"/>
              </a:spcAft>
              <a:buClrTx/>
              <a:buSzTx/>
              <a:buFontTx/>
              <a:buNone/>
              <a:tabLst/>
              <a:defRPr/>
            </a:pPr>
            <a:fld id="{DFCF27A5-1A5B-48D3-A060-2758FFBB1ADD}" type="slidenum">
              <a:rPr lang="en-US" sz="750" kern="1200" smtClean="0">
                <a:solidFill>
                  <a:schemeClr val="bg1"/>
                </a:solidFill>
                <a:latin typeface="+mn-lt"/>
                <a:ea typeface="+mn-ea"/>
                <a:cs typeface="+mn-cs"/>
                <a:sym typeface="Trebuchet MS" panose="020B0603020202020204" pitchFamily="34" charset="0"/>
              </a:rPr>
              <a:pPr marL="0" marR="0" indent="0" algn="r" defTabSz="685817" rtl="0" eaLnBrk="1" fontAlgn="auto" latinLnBrk="0" hangingPunct="1">
                <a:lnSpc>
                  <a:spcPct val="100000"/>
                </a:lnSpc>
                <a:spcBef>
                  <a:spcPts val="0"/>
                </a:spcBef>
                <a:spcAft>
                  <a:spcPts val="0"/>
                </a:spcAft>
                <a:buClrTx/>
                <a:buSzTx/>
                <a:buFontTx/>
                <a:buNone/>
                <a:tabLst/>
                <a:defRPr/>
              </a:pPr>
              <a:t>‹#›</a:t>
            </a:fld>
            <a:endParaRPr lang="en-US" sz="750" kern="1200">
              <a:solidFill>
                <a:schemeClr val="bg1"/>
              </a:solidFill>
              <a:latin typeface="+mn-lt"/>
              <a:ea typeface="+mn-ea"/>
              <a:cs typeface="+mn-cs"/>
              <a:sym typeface="Trebuchet MS" panose="020B0603020202020204" pitchFamily="34" charset="0"/>
            </a:endParaRPr>
          </a:p>
        </p:txBody>
      </p:sp>
      <p:pic>
        <p:nvPicPr>
          <p:cNvPr id="12" name="Picture 11">
            <a:extLst>
              <a:ext uri="{FF2B5EF4-FFF2-40B4-BE49-F238E27FC236}">
                <a16:creationId xmlns:a16="http://schemas.microsoft.com/office/drawing/2014/main" id="{DB280514-AAB0-4C3F-BD7F-3099741B263A}"/>
              </a:ext>
            </a:extLst>
          </p:cNvPr>
          <p:cNvPicPr>
            <a:picLocks noChangeAspect="1"/>
          </p:cNvPicPr>
          <p:nvPr/>
        </p:nvPicPr>
        <p:blipFill rotWithShape="1">
          <a:blip r:embed="rId6">
            <a:extLst>
              <a:ext uri="{BEBA8EAE-BF5A-486C-A8C5-ECC9F3942E4B}">
                <a14:imgProps xmlns:a14="http://schemas.microsoft.com/office/drawing/2010/main">
                  <a14:imgLayer r:embed="rId7">
                    <a14:imgEffect>
                      <a14:brightnessContrast bright="100000"/>
                    </a14:imgEffect>
                  </a14:imgLayer>
                </a14:imgProps>
              </a:ext>
              <a:ext uri="{28A0092B-C50C-407E-A947-70E740481C1C}">
                <a14:useLocalDpi xmlns:a14="http://schemas.microsoft.com/office/drawing/2010/main" val="0"/>
              </a:ext>
            </a:extLst>
          </a:blip>
          <a:srcRect l="23666" t="40333" b="40333"/>
          <a:stretch/>
        </p:blipFill>
        <p:spPr>
          <a:xfrm>
            <a:off x="10109202" y="6445250"/>
            <a:ext cx="1454151" cy="368300"/>
          </a:xfrm>
          <a:prstGeom prst="rect">
            <a:avLst/>
          </a:prstGeom>
        </p:spPr>
      </p:pic>
    </p:spTree>
    <p:extLst>
      <p:ext uri="{BB962C8B-B14F-4D97-AF65-F5344CB8AC3E}">
        <p14:creationId xmlns:p14="http://schemas.microsoft.com/office/powerpoint/2010/main" val="198798427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304805"/>
            <a:ext cx="8534400" cy="473075"/>
          </a:xfrm>
          <a:prstGeom prst="rect">
            <a:avLst/>
          </a:prstGeom>
        </p:spPr>
        <p:txBody>
          <a:bodyPr/>
          <a:lstStyle/>
          <a:p>
            <a:r>
              <a:rPr lang="en-GB" noProof="0"/>
              <a:t>Click to edit Master title style</a:t>
            </a:r>
          </a:p>
        </p:txBody>
      </p:sp>
      <p:sp>
        <p:nvSpPr>
          <p:cNvPr id="3" name="Content Placeholder 2"/>
          <p:cNvSpPr>
            <a:spLocks noGrp="1"/>
          </p:cNvSpPr>
          <p:nvPr>
            <p:ph idx="1"/>
          </p:nvPr>
        </p:nvSpPr>
        <p:spPr>
          <a:xfrm>
            <a:off x="609600" y="1600203"/>
            <a:ext cx="10972800" cy="4525963"/>
          </a:xfrm>
          <a:prstGeom prst="rect">
            <a:avLst/>
          </a:prstGeom>
        </p:spPr>
        <p:txBody>
          <a:body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4" name="Rectangle 6"/>
          <p:cNvSpPr>
            <a:spLocks noGrp="1" noChangeArrowheads="1"/>
          </p:cNvSpPr>
          <p:nvPr>
            <p:ph type="sldNum" sz="quarter" idx="4"/>
          </p:nvPr>
        </p:nvSpPr>
        <p:spPr>
          <a:xfrm>
            <a:off x="11272284" y="6624251"/>
            <a:ext cx="914400" cy="233749"/>
          </a:xfrm>
          <a:prstGeom prst="rect">
            <a:avLst/>
          </a:prstGeom>
        </p:spPr>
        <p:txBody>
          <a:bodyPr/>
          <a:lstStyle>
            <a:lvl1pPr algn="ctr">
              <a:defRPr sz="1200" b="1">
                <a:solidFill>
                  <a:schemeClr val="tx1"/>
                </a:solidFill>
                <a:latin typeface="+mj-lt"/>
              </a:defRPr>
            </a:lvl1pPr>
          </a:lstStyle>
          <a:p>
            <a:pPr>
              <a:defRPr/>
            </a:pPr>
            <a:fld id="{6516E9BE-843C-4425-80E4-36155279AD5E}" type="slidenum">
              <a:rPr lang="en-GB" smtClean="0"/>
              <a:pPr>
                <a:defRPr/>
              </a:pPr>
              <a:t>‹#›</a:t>
            </a:fld>
            <a:endParaRPr lang="en-GB"/>
          </a:p>
        </p:txBody>
      </p:sp>
    </p:spTree>
    <p:extLst>
      <p:ext uri="{BB962C8B-B14F-4D97-AF65-F5344CB8AC3E}">
        <p14:creationId xmlns:p14="http://schemas.microsoft.com/office/powerpoint/2010/main" val="347673616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1_Title + Text Box Layout">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430" imgH="433" progId="TCLayout.ActiveDocument.1">
                  <p:embed/>
                </p:oleObj>
              </mc:Choice>
              <mc:Fallback>
                <p:oleObj name="think-cell Slide" r:id="rId3" imgW="430" imgH="433"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7" name="Rectangle 4"/>
          <p:cNvSpPr>
            <a:spLocks noGrp="1" noChangeArrowheads="1"/>
          </p:cNvSpPr>
          <p:nvPr>
            <p:ph type="ftr" sz="quarter" idx="11"/>
          </p:nvPr>
        </p:nvSpPr>
        <p:spPr>
          <a:xfrm>
            <a:off x="239184" y="6400800"/>
            <a:ext cx="9409211" cy="457200"/>
          </a:xfrm>
          <a:prstGeom prst="rect">
            <a:avLst/>
          </a:prstGeom>
          <a:ln/>
        </p:spPr>
        <p:txBody>
          <a:bodyPr/>
          <a:lstStyle>
            <a:lvl1pPr>
              <a:defRPr sz="1000"/>
            </a:lvl1pPr>
          </a:lstStyle>
          <a:p>
            <a:pPr defTabSz="914363"/>
            <a:endParaRPr lang="en-GB">
              <a:solidFill>
                <a:prstClr val="black">
                  <a:lumMod val="50000"/>
                  <a:lumOff val="50000"/>
                </a:prstClr>
              </a:solidFill>
            </a:endParaRPr>
          </a:p>
        </p:txBody>
      </p:sp>
      <p:sp>
        <p:nvSpPr>
          <p:cNvPr id="8" name="Rectangle 5"/>
          <p:cNvSpPr>
            <a:spLocks noGrp="1" noChangeArrowheads="1"/>
          </p:cNvSpPr>
          <p:nvPr>
            <p:ph type="sldNum" sz="quarter" idx="12"/>
          </p:nvPr>
        </p:nvSpPr>
        <p:spPr>
          <a:xfrm>
            <a:off x="11664620" y="6400800"/>
            <a:ext cx="527381" cy="457200"/>
          </a:xfrm>
          <a:ln/>
        </p:spPr>
        <p:txBody>
          <a:bodyPr/>
          <a:lstStyle>
            <a:lvl1pPr>
              <a:defRPr sz="1000"/>
            </a:lvl1pPr>
          </a:lstStyle>
          <a:p>
            <a:fld id="{20314B1F-90EF-4791-B992-945A908ADE38}" type="slidenum">
              <a:rPr lang="en-GB" smtClean="0">
                <a:solidFill>
                  <a:prstClr val="black">
                    <a:lumMod val="50000"/>
                    <a:lumOff val="50000"/>
                  </a:prstClr>
                </a:solidFill>
              </a:rPr>
              <a:pPr/>
              <a:t>‹#›</a:t>
            </a:fld>
            <a:endParaRPr lang="en-GB">
              <a:solidFill>
                <a:prstClr val="black">
                  <a:lumMod val="50000"/>
                  <a:lumOff val="50000"/>
                </a:prstClr>
              </a:solidFill>
            </a:endParaRPr>
          </a:p>
        </p:txBody>
      </p:sp>
      <p:sp>
        <p:nvSpPr>
          <p:cNvPr id="3" name="Text Placeholder 2"/>
          <p:cNvSpPr>
            <a:spLocks noGrp="1"/>
          </p:cNvSpPr>
          <p:nvPr>
            <p:ph type="body" sz="quarter" idx="13"/>
          </p:nvPr>
        </p:nvSpPr>
        <p:spPr>
          <a:xfrm>
            <a:off x="239184" y="836613"/>
            <a:ext cx="11713635" cy="5472112"/>
          </a:xfrm>
          <a:prstGeom prst="rect">
            <a:avLst/>
          </a:prstGeom>
        </p:spPr>
        <p:txBody>
          <a:bodyPr lIns="0" tIns="0" rIns="0" bIns="0"/>
          <a:lstStyle>
            <a:lvl1pPr>
              <a:defRPr sz="1400"/>
            </a:lvl1pPr>
            <a:lvl2pPr marL="557213" indent="-214313">
              <a:buFont typeface="Courier New" panose="02070309020205020404" pitchFamily="49" charset="0"/>
              <a:buChar char="o"/>
              <a:defRPr sz="1400"/>
            </a:lvl2pPr>
            <a:lvl3pPr marL="857250" indent="-171450">
              <a:buFont typeface="Wingdings" panose="05000000000000000000" pitchFamily="2" charset="2"/>
              <a:buChar char="Ø"/>
              <a:defRPr sz="1200"/>
            </a:lvl3pPr>
            <a:lvl4pPr>
              <a:defRPr sz="1200"/>
            </a:lvl4pPr>
            <a:lvl5pPr>
              <a:defRPr sz="1200"/>
            </a:lvl5pPr>
            <a:lvl6pPr>
              <a:defRPr sz="900" baseline="0"/>
            </a:lvl6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420071845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4963126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Tx">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27ED9C8-F09A-4D9E-BEC0-4725162E21FF}" type="datetimeFigureOut">
              <a:rPr lang="en-US" smtClean="0"/>
              <a:t>17-Apr-26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58114515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graphicFrame>
        <p:nvGraphicFramePr>
          <p:cNvPr id="8" name="Object 7" hidden="1"/>
          <p:cNvGraphicFramePr>
            <a:graphicFrameLocks noChangeAspect="1"/>
          </p:cNvGraphicFramePr>
          <p:nvPr>
            <p:custDataLst>
              <p:tags r:id="rId1"/>
            </p:custDataLst>
          </p:nvPr>
        </p:nvGraphicFramePr>
        <p:xfrm>
          <a:off x="2119" y="1597"/>
          <a:ext cx="2116" cy="1587"/>
        </p:xfrm>
        <a:graphic>
          <a:graphicData uri="http://schemas.openxmlformats.org/presentationml/2006/ole">
            <mc:AlternateContent xmlns:mc="http://schemas.openxmlformats.org/markup-compatibility/2006">
              <mc:Choice xmlns:v="urn:schemas-microsoft-com:vml" Requires="v">
                <p:oleObj name="think-cell Slide" r:id="rId3" imgW="430" imgH="433" progId="TCLayout.ActiveDocument.1">
                  <p:embed/>
                </p:oleObj>
              </mc:Choice>
              <mc:Fallback>
                <p:oleObj name="think-cell Slide" r:id="rId3" imgW="430" imgH="433" progId="TCLayout.ActiveDocument.1">
                  <p:embed/>
                  <p:pic>
                    <p:nvPicPr>
                      <p:cNvPr id="8" name="Object 7" hidden="1"/>
                      <p:cNvPicPr/>
                      <p:nvPr/>
                    </p:nvPicPr>
                    <p:blipFill>
                      <a:blip r:embed="rId4"/>
                      <a:stretch>
                        <a:fillRect/>
                      </a:stretch>
                    </p:blipFill>
                    <p:spPr>
                      <a:xfrm>
                        <a:off x="2119" y="1597"/>
                        <a:ext cx="2116" cy="1587"/>
                      </a:xfrm>
                      <a:prstGeom prst="rect">
                        <a:avLst/>
                      </a:prstGeom>
                    </p:spPr>
                  </p:pic>
                </p:oleObj>
              </mc:Fallback>
            </mc:AlternateContent>
          </a:graphicData>
        </a:graphic>
      </p:graphicFrame>
      <p:pic>
        <p:nvPicPr>
          <p:cNvPr id="33" name="Picture 32"/>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 y="7"/>
            <a:ext cx="12192000" cy="6857433"/>
          </a:xfrm>
          <a:prstGeom prst="rect">
            <a:avLst/>
          </a:prstGeom>
          <a:ln>
            <a:noFill/>
          </a:ln>
        </p:spPr>
      </p:pic>
      <p:sp>
        <p:nvSpPr>
          <p:cNvPr id="7" name="Rectangle 6"/>
          <p:cNvSpPr/>
          <p:nvPr/>
        </p:nvSpPr>
        <p:spPr bwMode="auto">
          <a:xfrm>
            <a:off x="2" y="1809000"/>
            <a:ext cx="12192000" cy="3240000"/>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none" lIns="51435" tIns="25717" rIns="51435" bIns="25717" numCol="1" rtlCol="0" anchor="ctr" anchorCtr="0" compatLnSpc="1">
            <a:prstTxWarp prst="textNoShape">
              <a:avLst/>
            </a:prstTxWarp>
          </a:bodyPr>
          <a:lstStyle/>
          <a:p>
            <a:pPr algn="ctr" defTabSz="514362" fontAlgn="base">
              <a:spcBef>
                <a:spcPct val="0"/>
              </a:spcBef>
              <a:spcAft>
                <a:spcPct val="0"/>
              </a:spcAft>
            </a:pPr>
            <a:endParaRPr lang="en-GB" sz="1068">
              <a:solidFill>
                <a:srgbClr val="2D2926"/>
              </a:solidFill>
              <a:latin typeface="Arial" charset="0"/>
            </a:endParaRPr>
          </a:p>
        </p:txBody>
      </p:sp>
      <p:sp>
        <p:nvSpPr>
          <p:cNvPr id="4" name="Date Placeholder 3"/>
          <p:cNvSpPr>
            <a:spLocks noGrp="1" noChangeArrowheads="1"/>
          </p:cNvSpPr>
          <p:nvPr>
            <p:ph type="dt" sz="half" idx="10"/>
          </p:nvPr>
        </p:nvSpPr>
        <p:spPr>
          <a:xfrm>
            <a:off x="0" y="6400800"/>
            <a:ext cx="2540000" cy="457200"/>
          </a:xfrm>
          <a:prstGeom prst="rect">
            <a:avLst/>
          </a:prstGeom>
          <a:ln/>
        </p:spPr>
        <p:txBody>
          <a:bodyPr lIns="36000" tIns="36000" rIns="36000" bIns="36000" anchor="b"/>
          <a:lstStyle>
            <a:lvl1pPr>
              <a:defRPr sz="676">
                <a:solidFill>
                  <a:schemeClr val="bg1"/>
                </a:solidFill>
                <a:latin typeface="+mn-lt"/>
              </a:defRPr>
            </a:lvl1pPr>
          </a:lstStyle>
          <a:p>
            <a:endParaRPr lang="en-US">
              <a:solidFill>
                <a:srgbClr val="FFFFFF"/>
              </a:solidFill>
            </a:endParaRPr>
          </a:p>
        </p:txBody>
      </p:sp>
      <p:sp>
        <p:nvSpPr>
          <p:cNvPr id="6" name="Rectangle 5"/>
          <p:cNvSpPr>
            <a:spLocks noGrp="1" noChangeArrowheads="1"/>
          </p:cNvSpPr>
          <p:nvPr>
            <p:ph type="sldNum" sz="quarter" idx="12"/>
          </p:nvPr>
        </p:nvSpPr>
        <p:spPr>
          <a:ln/>
        </p:spPr>
        <p:txBody>
          <a:bodyPr anchor="b"/>
          <a:lstStyle>
            <a:lvl1pPr>
              <a:defRPr sz="676">
                <a:solidFill>
                  <a:schemeClr val="bg1"/>
                </a:solidFill>
                <a:latin typeface="+mn-lt"/>
              </a:defRPr>
            </a:lvl1pPr>
          </a:lstStyle>
          <a:p>
            <a:fld id="{B3CE4FC1-9BFD-4D71-B62C-EB069A42157A}" type="slidenum">
              <a:rPr lang="en-US" smtClean="0">
                <a:solidFill>
                  <a:srgbClr val="FFFFFF"/>
                </a:solidFill>
              </a:rPr>
              <a:pPr/>
              <a:t>‹#›</a:t>
            </a:fld>
            <a:endParaRPr lang="en-US">
              <a:solidFill>
                <a:srgbClr val="FFFFFF"/>
              </a:solidFill>
            </a:endParaRPr>
          </a:p>
        </p:txBody>
      </p:sp>
      <p:sp>
        <p:nvSpPr>
          <p:cNvPr id="2" name="Title 1"/>
          <p:cNvSpPr>
            <a:spLocks noGrp="1"/>
          </p:cNvSpPr>
          <p:nvPr>
            <p:ph type="ctrTitle"/>
          </p:nvPr>
        </p:nvSpPr>
        <p:spPr>
          <a:xfrm>
            <a:off x="286572" y="2390408"/>
            <a:ext cx="11616000" cy="1918823"/>
          </a:xfrm>
          <a:prstGeom prst="rect">
            <a:avLst/>
          </a:prstGeom>
        </p:spPr>
        <p:txBody>
          <a:bodyPr anchor="ctr"/>
          <a:lstStyle>
            <a:lvl1pPr algn="l">
              <a:defRPr sz="2100" b="1">
                <a:solidFill>
                  <a:schemeClr val="tx1"/>
                </a:solidFill>
                <a:effectLst/>
                <a:latin typeface="Calibri" panose="020F0502020204030204" pitchFamily="34" charset="0"/>
              </a:defRPr>
            </a:lvl1pPr>
          </a:lstStyle>
          <a:p>
            <a:r>
              <a:rPr lang="en-US"/>
              <a:t>Click to edit Master title style</a:t>
            </a:r>
          </a:p>
        </p:txBody>
      </p:sp>
      <p:sp>
        <p:nvSpPr>
          <p:cNvPr id="3" name="Subtitle 2"/>
          <p:cNvSpPr>
            <a:spLocks noGrp="1"/>
          </p:cNvSpPr>
          <p:nvPr>
            <p:ph type="subTitle" idx="1"/>
          </p:nvPr>
        </p:nvSpPr>
        <p:spPr>
          <a:xfrm>
            <a:off x="286571" y="5140422"/>
            <a:ext cx="5088000" cy="1080000"/>
          </a:xfrm>
          <a:prstGeom prst="rect">
            <a:avLst/>
          </a:prstGeom>
        </p:spPr>
        <p:txBody>
          <a:bodyPr/>
          <a:lstStyle>
            <a:lvl1pPr marL="0" indent="0" algn="l">
              <a:buNone/>
              <a:defRPr sz="1051" b="1">
                <a:solidFill>
                  <a:schemeClr val="bg1"/>
                </a:solidFill>
                <a:effectLst>
                  <a:outerShdw blurRad="38100" dist="38100" dir="2700000" algn="tl">
                    <a:srgbClr val="000000">
                      <a:alpha val="43137"/>
                    </a:srgbClr>
                  </a:outerShdw>
                </a:effectLst>
                <a:latin typeface="Calibri" panose="020F0502020204030204" pitchFamily="34" charset="0"/>
              </a:defRPr>
            </a:lvl1pPr>
            <a:lvl2pPr marL="257182" indent="0" algn="ctr">
              <a:buNone/>
              <a:defRPr/>
            </a:lvl2pPr>
            <a:lvl3pPr marL="514362" indent="0" algn="ctr">
              <a:buNone/>
              <a:defRPr/>
            </a:lvl3pPr>
            <a:lvl4pPr marL="771544" indent="0" algn="ctr">
              <a:buNone/>
              <a:defRPr/>
            </a:lvl4pPr>
            <a:lvl5pPr marL="1028726" indent="0" algn="ctr">
              <a:buNone/>
              <a:defRPr/>
            </a:lvl5pPr>
            <a:lvl6pPr marL="1285908" indent="0" algn="ctr">
              <a:buNone/>
              <a:defRPr/>
            </a:lvl6pPr>
            <a:lvl7pPr marL="1543088" indent="0" algn="ctr">
              <a:buNone/>
              <a:defRPr/>
            </a:lvl7pPr>
            <a:lvl8pPr marL="1800271" indent="0" algn="ctr">
              <a:buNone/>
              <a:defRPr/>
            </a:lvl8pPr>
            <a:lvl9pPr marL="2057451" indent="0" algn="ctr">
              <a:buNone/>
              <a:defRPr/>
            </a:lvl9pPr>
          </a:lstStyle>
          <a:p>
            <a:r>
              <a:rPr lang="en-US"/>
              <a:t>Click to edit Master subtitle style</a:t>
            </a:r>
          </a:p>
        </p:txBody>
      </p:sp>
      <p:sp>
        <p:nvSpPr>
          <p:cNvPr id="12" name="Rectangle 11"/>
          <p:cNvSpPr/>
          <p:nvPr/>
        </p:nvSpPr>
        <p:spPr bwMode="auto">
          <a:xfrm>
            <a:off x="5104665" y="6755907"/>
            <a:ext cx="2925191" cy="102094"/>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none" lIns="51435" tIns="25717" rIns="51435" bIns="25717" numCol="1" rtlCol="0" anchor="ctr" anchorCtr="0" compatLnSpc="1">
            <a:prstTxWarp prst="textNoShape">
              <a:avLst/>
            </a:prstTxWarp>
          </a:bodyPr>
          <a:lstStyle/>
          <a:p>
            <a:pPr algn="ctr" defTabSz="514362" fontAlgn="base">
              <a:spcBef>
                <a:spcPct val="0"/>
              </a:spcBef>
              <a:spcAft>
                <a:spcPct val="0"/>
              </a:spcAft>
            </a:pPr>
            <a:endParaRPr lang="en-GB" sz="676">
              <a:solidFill>
                <a:srgbClr val="2D2926"/>
              </a:solidFill>
            </a:endParaRPr>
          </a:p>
        </p:txBody>
      </p:sp>
      <p:pic>
        <p:nvPicPr>
          <p:cNvPr id="9" name="Picture 8"/>
          <p:cNvPicPr>
            <a:picLocks noChangeAspect="1"/>
          </p:cNvPicPr>
          <p:nvPr/>
        </p:nvPicPr>
        <p:blipFill>
          <a:blip r:embed="rId6"/>
          <a:stretch>
            <a:fillRect/>
          </a:stretch>
        </p:blipFill>
        <p:spPr>
          <a:xfrm>
            <a:off x="8429746" y="526501"/>
            <a:ext cx="2876434" cy="756000"/>
          </a:xfrm>
          <a:prstGeom prst="rect">
            <a:avLst/>
          </a:prstGeom>
        </p:spPr>
      </p:pic>
      <p:pic>
        <p:nvPicPr>
          <p:cNvPr id="11" name="Picture 10"/>
          <p:cNvPicPr>
            <a:picLocks noChangeAspect="1"/>
          </p:cNvPicPr>
          <p:nvPr/>
        </p:nvPicPr>
        <p:blipFill rotWithShape="1">
          <a:blip r:embed="rId7">
            <a:extLst>
              <a:ext uri="{28A0092B-C50C-407E-A947-70E740481C1C}">
                <a14:useLocalDpi xmlns:a14="http://schemas.microsoft.com/office/drawing/2010/main" val="0"/>
              </a:ext>
            </a:extLst>
          </a:blip>
          <a:srcRect l="37353" t="8741" r="101" b="27"/>
          <a:stretch/>
        </p:blipFill>
        <p:spPr bwMode="ltGray">
          <a:xfrm rot="16200000" flipH="1">
            <a:off x="9058187" y="-962476"/>
            <a:ext cx="369901" cy="5915488"/>
          </a:xfrm>
          <a:prstGeom prst="rect">
            <a:avLst/>
          </a:prstGeom>
        </p:spPr>
      </p:pic>
    </p:spTree>
    <p:extLst>
      <p:ext uri="{BB962C8B-B14F-4D97-AF65-F5344CB8AC3E}">
        <p14:creationId xmlns:p14="http://schemas.microsoft.com/office/powerpoint/2010/main" val="137144405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p:custDataLst>
              <p:tags r:id="rId1"/>
            </p:custDataLst>
          </p:nvPr>
        </p:nvGraphicFramePr>
        <p:xfrm>
          <a:off x="2119" y="1595"/>
          <a:ext cx="2116" cy="1587"/>
        </p:xfrm>
        <a:graphic>
          <a:graphicData uri="http://schemas.openxmlformats.org/presentationml/2006/ole">
            <mc:AlternateContent xmlns:mc="http://schemas.openxmlformats.org/markup-compatibility/2006">
              <mc:Choice xmlns:v="urn:schemas-microsoft-com:vml" Requires="v">
                <p:oleObj name="think-cell Slide" r:id="rId3" imgW="430" imgH="433" progId="TCLayout.ActiveDocument.1">
                  <p:embed/>
                </p:oleObj>
              </mc:Choice>
              <mc:Fallback>
                <p:oleObj name="think-cell Slide" r:id="rId3" imgW="430" imgH="433" progId="TCLayout.ActiveDocument.1">
                  <p:embed/>
                  <p:pic>
                    <p:nvPicPr>
                      <p:cNvPr id="3" name="Object 2" hidden="1"/>
                      <p:cNvPicPr/>
                      <p:nvPr/>
                    </p:nvPicPr>
                    <p:blipFill>
                      <a:blip r:embed="rId4"/>
                      <a:stretch>
                        <a:fillRect/>
                      </a:stretch>
                    </p:blipFill>
                    <p:spPr>
                      <a:xfrm>
                        <a:off x="2119" y="1595"/>
                        <a:ext cx="2116" cy="1587"/>
                      </a:xfrm>
                      <a:prstGeom prst="rect">
                        <a:avLst/>
                      </a:prstGeom>
                    </p:spPr>
                  </p:pic>
                </p:oleObj>
              </mc:Fallback>
            </mc:AlternateContent>
          </a:graphicData>
        </a:graphic>
      </p:graphicFrame>
      <p:sp>
        <p:nvSpPr>
          <p:cNvPr id="10" name="Rectangle 9"/>
          <p:cNvSpPr/>
          <p:nvPr/>
        </p:nvSpPr>
        <p:spPr bwMode="auto">
          <a:xfrm>
            <a:off x="0" y="0"/>
            <a:ext cx="12192000" cy="1052736"/>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none" lIns="68580" tIns="34290" rIns="68580" bIns="34290" numCol="1" rtlCol="0" anchor="ctr" anchorCtr="0" compatLnSpc="1">
            <a:prstTxWarp prst="textNoShape">
              <a:avLst/>
            </a:prstTxWarp>
          </a:bodyPr>
          <a:lstStyle/>
          <a:p>
            <a:pPr algn="ctr" fontAlgn="base">
              <a:spcBef>
                <a:spcPct val="0"/>
              </a:spcBef>
              <a:spcAft>
                <a:spcPct val="0"/>
              </a:spcAft>
            </a:pPr>
            <a:endParaRPr lang="en-GB" sz="1426">
              <a:solidFill>
                <a:srgbClr val="2D2926"/>
              </a:solidFill>
              <a:latin typeface="Arial" charset="0"/>
            </a:endParaRPr>
          </a:p>
        </p:txBody>
      </p:sp>
      <p:pic>
        <p:nvPicPr>
          <p:cNvPr id="2" name="Picture 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616327" y="477844"/>
            <a:ext cx="5575676" cy="5543451"/>
          </a:xfrm>
          <a:prstGeom prst="rect">
            <a:avLst/>
          </a:prstGeom>
        </p:spPr>
      </p:pic>
      <p:sp>
        <p:nvSpPr>
          <p:cNvPr id="6" name="Rectangle 5"/>
          <p:cNvSpPr>
            <a:spLocks noGrp="1" noChangeArrowheads="1"/>
          </p:cNvSpPr>
          <p:nvPr>
            <p:ph type="sldNum" sz="quarter" idx="12"/>
          </p:nvPr>
        </p:nvSpPr>
        <p:spPr>
          <a:ln/>
        </p:spPr>
        <p:txBody>
          <a:bodyPr/>
          <a:lstStyle>
            <a:lvl1pPr>
              <a:defRPr/>
            </a:lvl1pPr>
          </a:lstStyle>
          <a:p>
            <a:fld id="{B3CE4FC1-9BFD-4D71-B62C-EB069A42157A}" type="slidenum">
              <a:rPr lang="en-US" smtClean="0">
                <a:solidFill>
                  <a:srgbClr val="000000"/>
                </a:solidFill>
              </a:rPr>
              <a:pPr/>
              <a:t>‹#›</a:t>
            </a:fld>
            <a:endParaRPr lang="en-US">
              <a:solidFill>
                <a:srgbClr val="000000"/>
              </a:solidFill>
            </a:endParaRPr>
          </a:p>
        </p:txBody>
      </p:sp>
      <p:pic>
        <p:nvPicPr>
          <p:cNvPr id="7" name="Picture 6"/>
          <p:cNvPicPr>
            <a:picLocks noChangeAspect="1"/>
          </p:cNvPicPr>
          <p:nvPr/>
        </p:nvPicPr>
        <p:blipFill>
          <a:blip r:embed="rId6"/>
          <a:stretch>
            <a:fillRect/>
          </a:stretch>
        </p:blipFill>
        <p:spPr>
          <a:xfrm>
            <a:off x="239188" y="1964571"/>
            <a:ext cx="11713634" cy="65091"/>
          </a:xfrm>
          <a:prstGeom prst="rect">
            <a:avLst/>
          </a:prstGeom>
        </p:spPr>
      </p:pic>
      <p:sp>
        <p:nvSpPr>
          <p:cNvPr id="8" name="Text Placeholder 11"/>
          <p:cNvSpPr>
            <a:spLocks noGrp="1"/>
          </p:cNvSpPr>
          <p:nvPr>
            <p:ph type="body" sz="quarter" idx="13" hasCustomPrompt="1"/>
          </p:nvPr>
        </p:nvSpPr>
        <p:spPr>
          <a:xfrm>
            <a:off x="239188" y="2181578"/>
            <a:ext cx="11713634" cy="1463446"/>
          </a:xfrm>
          <a:prstGeom prst="rect">
            <a:avLst/>
          </a:prstGeom>
        </p:spPr>
        <p:txBody>
          <a:bodyPr vert="horz">
            <a:normAutofit/>
          </a:bodyPr>
          <a:lstStyle>
            <a:lvl1pPr marL="0" indent="0">
              <a:buNone/>
              <a:defRPr sz="2400" b="1">
                <a:solidFill>
                  <a:schemeClr val="tx1"/>
                </a:solidFill>
                <a:effectLst/>
              </a:defRPr>
            </a:lvl1pPr>
          </a:lstStyle>
          <a:p>
            <a:pPr lvl="0"/>
            <a:r>
              <a:rPr lang="en-US"/>
              <a:t>Section Title</a:t>
            </a:r>
          </a:p>
        </p:txBody>
      </p:sp>
      <p:sp>
        <p:nvSpPr>
          <p:cNvPr id="9" name="Text Placeholder 11"/>
          <p:cNvSpPr>
            <a:spLocks noGrp="1"/>
          </p:cNvSpPr>
          <p:nvPr>
            <p:ph type="body" sz="quarter" idx="14" hasCustomPrompt="1"/>
          </p:nvPr>
        </p:nvSpPr>
        <p:spPr>
          <a:xfrm>
            <a:off x="239188" y="1266925"/>
            <a:ext cx="11713634" cy="561756"/>
          </a:xfrm>
          <a:prstGeom prst="rect">
            <a:avLst/>
          </a:prstGeom>
        </p:spPr>
        <p:txBody>
          <a:bodyPr vert="horz" anchor="b">
            <a:normAutofit/>
          </a:bodyPr>
          <a:lstStyle>
            <a:lvl1pPr marL="0" indent="0">
              <a:buNone/>
              <a:defRPr sz="1349" b="0">
                <a:solidFill>
                  <a:schemeClr val="tx1">
                    <a:lumMod val="50000"/>
                    <a:lumOff val="50000"/>
                  </a:schemeClr>
                </a:solidFill>
              </a:defRPr>
            </a:lvl1pPr>
          </a:lstStyle>
          <a:p>
            <a:pPr lvl="0"/>
            <a:r>
              <a:rPr lang="en-US"/>
              <a:t>Section #</a:t>
            </a:r>
          </a:p>
        </p:txBody>
      </p:sp>
      <p:sp>
        <p:nvSpPr>
          <p:cNvPr id="11" name="Rectangle 4"/>
          <p:cNvSpPr>
            <a:spLocks noGrp="1" noChangeArrowheads="1"/>
          </p:cNvSpPr>
          <p:nvPr>
            <p:ph type="ftr" sz="quarter" idx="11"/>
          </p:nvPr>
        </p:nvSpPr>
        <p:spPr>
          <a:xfrm>
            <a:off x="239187" y="6400800"/>
            <a:ext cx="9409211" cy="457200"/>
          </a:xfrm>
          <a:prstGeom prst="rect">
            <a:avLst/>
          </a:prstGeom>
          <a:ln/>
        </p:spPr>
        <p:txBody>
          <a:bodyPr/>
          <a:lstStyle>
            <a:lvl1pPr>
              <a:defRPr/>
            </a:lvl1pPr>
          </a:lstStyle>
          <a:p>
            <a:endParaRPr lang="en-US">
              <a:solidFill>
                <a:srgbClr val="000000"/>
              </a:solidFill>
            </a:endParaRPr>
          </a:p>
        </p:txBody>
      </p:sp>
    </p:spTree>
    <p:extLst>
      <p:ext uri="{BB962C8B-B14F-4D97-AF65-F5344CB8AC3E}">
        <p14:creationId xmlns:p14="http://schemas.microsoft.com/office/powerpoint/2010/main" val="166872714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1_Section Header">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p:custDataLst>
              <p:tags r:id="rId1"/>
            </p:custDataLst>
          </p:nvPr>
        </p:nvGraphicFramePr>
        <p:xfrm>
          <a:off x="2119" y="1595"/>
          <a:ext cx="2116" cy="1587"/>
        </p:xfrm>
        <a:graphic>
          <a:graphicData uri="http://schemas.openxmlformats.org/presentationml/2006/ole">
            <mc:AlternateContent xmlns:mc="http://schemas.openxmlformats.org/markup-compatibility/2006">
              <mc:Choice xmlns:v="urn:schemas-microsoft-com:vml" Requires="v">
                <p:oleObj name="think-cell Slide" r:id="rId3" imgW="430" imgH="433" progId="TCLayout.ActiveDocument.1">
                  <p:embed/>
                </p:oleObj>
              </mc:Choice>
              <mc:Fallback>
                <p:oleObj name="think-cell Slide" r:id="rId3" imgW="430" imgH="433" progId="TCLayout.ActiveDocument.1">
                  <p:embed/>
                  <p:pic>
                    <p:nvPicPr>
                      <p:cNvPr id="3" name="Object 2" hidden="1"/>
                      <p:cNvPicPr/>
                      <p:nvPr/>
                    </p:nvPicPr>
                    <p:blipFill>
                      <a:blip r:embed="rId4"/>
                      <a:stretch>
                        <a:fillRect/>
                      </a:stretch>
                    </p:blipFill>
                    <p:spPr>
                      <a:xfrm>
                        <a:off x="2119" y="1595"/>
                        <a:ext cx="2116" cy="1587"/>
                      </a:xfrm>
                      <a:prstGeom prst="rect">
                        <a:avLst/>
                      </a:prstGeom>
                    </p:spPr>
                  </p:pic>
                </p:oleObj>
              </mc:Fallback>
            </mc:AlternateContent>
          </a:graphicData>
        </a:graphic>
      </p:graphicFrame>
      <p:grpSp>
        <p:nvGrpSpPr>
          <p:cNvPr id="2" name="Group 1"/>
          <p:cNvGrpSpPr/>
          <p:nvPr/>
        </p:nvGrpSpPr>
        <p:grpSpPr>
          <a:xfrm>
            <a:off x="0" y="1178585"/>
            <a:ext cx="12192000" cy="2547336"/>
            <a:chOff x="0" y="1178584"/>
            <a:chExt cx="12192000" cy="2547336"/>
          </a:xfrm>
        </p:grpSpPr>
        <p:grpSp>
          <p:nvGrpSpPr>
            <p:cNvPr id="5" name="Group 4"/>
            <p:cNvGrpSpPr/>
            <p:nvPr/>
          </p:nvGrpSpPr>
          <p:grpSpPr>
            <a:xfrm>
              <a:off x="4584735" y="1178585"/>
              <a:ext cx="7607265" cy="1277860"/>
              <a:chOff x="4242374" y="1266924"/>
              <a:chExt cx="7607265" cy="1277860"/>
            </a:xfrm>
          </p:grpSpPr>
          <p:pic>
            <p:nvPicPr>
              <p:cNvPr id="15"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l="66788"/>
              <a:stretch/>
            </p:blipFill>
            <p:spPr bwMode="auto">
              <a:xfrm>
                <a:off x="7458055" y="1266924"/>
                <a:ext cx="4049222" cy="6921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6"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r="97157" b="17268"/>
              <a:stretch/>
            </p:blipFill>
            <p:spPr bwMode="auto">
              <a:xfrm>
                <a:off x="4242374" y="1266924"/>
                <a:ext cx="3215680" cy="12778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8"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t="12683" r="99340" b="31624"/>
              <a:stretch/>
            </p:blipFill>
            <p:spPr bwMode="auto">
              <a:xfrm>
                <a:off x="10873398" y="1505214"/>
                <a:ext cx="616085" cy="38548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9"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l="66788" b="7541"/>
              <a:stretch/>
            </p:blipFill>
            <p:spPr bwMode="auto">
              <a:xfrm>
                <a:off x="6747364" y="1904828"/>
                <a:ext cx="4049222" cy="63995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7"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r="99746" b="50292"/>
              <a:stretch/>
            </p:blipFill>
            <p:spPr bwMode="auto">
              <a:xfrm>
                <a:off x="10181088" y="2094605"/>
                <a:ext cx="526195" cy="288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t="12683" r="99340" b="31624"/>
              <a:stretch/>
            </p:blipFill>
            <p:spPr bwMode="auto">
              <a:xfrm>
                <a:off x="11005120" y="1266924"/>
                <a:ext cx="844519" cy="12778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1"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t="12683" r="99340" b="31624"/>
              <a:stretch/>
            </p:blipFill>
            <p:spPr bwMode="auto">
              <a:xfrm>
                <a:off x="10662759" y="1724108"/>
                <a:ext cx="1186880" cy="82067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grpSp>
          <p:nvGrpSpPr>
            <p:cNvPr id="23" name="Group 22"/>
            <p:cNvGrpSpPr/>
            <p:nvPr/>
          </p:nvGrpSpPr>
          <p:grpSpPr>
            <a:xfrm>
              <a:off x="3169032" y="2448060"/>
              <a:ext cx="7607265" cy="1277860"/>
              <a:chOff x="4242374" y="1266924"/>
              <a:chExt cx="7607265" cy="1277860"/>
            </a:xfrm>
          </p:grpSpPr>
          <p:pic>
            <p:nvPicPr>
              <p:cNvPr id="24"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l="66788"/>
              <a:stretch/>
            </p:blipFill>
            <p:spPr bwMode="auto">
              <a:xfrm>
                <a:off x="7458055" y="1266924"/>
                <a:ext cx="4049222" cy="6921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5"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r="97157" b="17268"/>
              <a:stretch/>
            </p:blipFill>
            <p:spPr bwMode="auto">
              <a:xfrm>
                <a:off x="4242374" y="1266924"/>
                <a:ext cx="3215680" cy="12778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6"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t="12683" r="99340" b="31624"/>
              <a:stretch/>
            </p:blipFill>
            <p:spPr bwMode="auto">
              <a:xfrm>
                <a:off x="10873398" y="1505214"/>
                <a:ext cx="616085" cy="38548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7"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l="66788" b="7541"/>
              <a:stretch/>
            </p:blipFill>
            <p:spPr bwMode="auto">
              <a:xfrm>
                <a:off x="6747364" y="1904828"/>
                <a:ext cx="4049222" cy="63995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8"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r="99746" b="50292"/>
              <a:stretch/>
            </p:blipFill>
            <p:spPr bwMode="auto">
              <a:xfrm>
                <a:off x="10181088" y="2094605"/>
                <a:ext cx="526195" cy="288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9"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t="12683" r="99340" b="31624"/>
              <a:stretch/>
            </p:blipFill>
            <p:spPr bwMode="auto">
              <a:xfrm>
                <a:off x="11005120" y="1266924"/>
                <a:ext cx="844519" cy="12778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t="12683" r="99340" b="31624"/>
              <a:stretch/>
            </p:blipFill>
            <p:spPr bwMode="auto">
              <a:xfrm>
                <a:off x="10662759" y="1724108"/>
                <a:ext cx="1186880" cy="82067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pic>
          <p:nvPicPr>
            <p:cNvPr id="31"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t="12683" r="99340" b="31624"/>
            <a:stretch/>
          </p:blipFill>
          <p:spPr bwMode="auto">
            <a:xfrm>
              <a:off x="10662758" y="2453554"/>
              <a:ext cx="1529242" cy="127236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2"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t="12683" r="99340" b="31624"/>
            <a:stretch/>
          </p:blipFill>
          <p:spPr bwMode="auto">
            <a:xfrm>
              <a:off x="0" y="1178584"/>
              <a:ext cx="4648131" cy="254733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sp>
        <p:nvSpPr>
          <p:cNvPr id="10" name="Rectangle 9"/>
          <p:cNvSpPr/>
          <p:nvPr/>
        </p:nvSpPr>
        <p:spPr bwMode="auto">
          <a:xfrm>
            <a:off x="0" y="0"/>
            <a:ext cx="12192000" cy="1052736"/>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none" lIns="68580" tIns="34290" rIns="68580" bIns="34290" numCol="1" rtlCol="0" anchor="ctr" anchorCtr="0" compatLnSpc="1">
            <a:prstTxWarp prst="textNoShape">
              <a:avLst/>
            </a:prstTxWarp>
          </a:bodyPr>
          <a:lstStyle/>
          <a:p>
            <a:pPr algn="ctr" fontAlgn="base">
              <a:spcBef>
                <a:spcPct val="0"/>
              </a:spcBef>
              <a:spcAft>
                <a:spcPct val="0"/>
              </a:spcAft>
            </a:pPr>
            <a:endParaRPr lang="en-GB" sz="1426">
              <a:solidFill>
                <a:srgbClr val="2D2926"/>
              </a:solidFill>
              <a:latin typeface="Arial" charset="0"/>
            </a:endParaRPr>
          </a:p>
        </p:txBody>
      </p:sp>
      <p:sp>
        <p:nvSpPr>
          <p:cNvPr id="6" name="Rectangle 5"/>
          <p:cNvSpPr>
            <a:spLocks noGrp="1" noChangeArrowheads="1"/>
          </p:cNvSpPr>
          <p:nvPr>
            <p:ph type="sldNum" sz="quarter" idx="12"/>
          </p:nvPr>
        </p:nvSpPr>
        <p:spPr>
          <a:ln/>
        </p:spPr>
        <p:txBody>
          <a:bodyPr/>
          <a:lstStyle>
            <a:lvl1pPr>
              <a:defRPr/>
            </a:lvl1pPr>
          </a:lstStyle>
          <a:p>
            <a:fld id="{B3CE4FC1-9BFD-4D71-B62C-EB069A42157A}" type="slidenum">
              <a:rPr lang="en-US" smtClean="0">
                <a:solidFill>
                  <a:srgbClr val="000000"/>
                </a:solidFill>
              </a:rPr>
              <a:pPr/>
              <a:t>‹#›</a:t>
            </a:fld>
            <a:endParaRPr lang="en-US">
              <a:solidFill>
                <a:srgbClr val="000000"/>
              </a:solidFill>
            </a:endParaRPr>
          </a:p>
        </p:txBody>
      </p:sp>
      <p:sp>
        <p:nvSpPr>
          <p:cNvPr id="8" name="Text Placeholder 11"/>
          <p:cNvSpPr>
            <a:spLocks noGrp="1"/>
          </p:cNvSpPr>
          <p:nvPr>
            <p:ph type="body" sz="quarter" idx="13" hasCustomPrompt="1"/>
          </p:nvPr>
        </p:nvSpPr>
        <p:spPr>
          <a:xfrm>
            <a:off x="239187" y="2181578"/>
            <a:ext cx="8736139" cy="1463446"/>
          </a:xfrm>
          <a:prstGeom prst="rect">
            <a:avLst/>
          </a:prstGeom>
        </p:spPr>
        <p:txBody>
          <a:bodyPr vert="horz">
            <a:normAutofit/>
          </a:bodyPr>
          <a:lstStyle>
            <a:lvl1pPr marL="0" indent="0">
              <a:buNone/>
              <a:defRPr sz="2400" b="1">
                <a:solidFill>
                  <a:schemeClr val="bg1"/>
                </a:solidFill>
                <a:effectLst/>
              </a:defRPr>
            </a:lvl1pPr>
          </a:lstStyle>
          <a:p>
            <a:pPr lvl="0"/>
            <a:r>
              <a:rPr lang="en-US"/>
              <a:t>Section Title</a:t>
            </a:r>
          </a:p>
        </p:txBody>
      </p:sp>
      <p:sp>
        <p:nvSpPr>
          <p:cNvPr id="9" name="Text Placeholder 11"/>
          <p:cNvSpPr>
            <a:spLocks noGrp="1"/>
          </p:cNvSpPr>
          <p:nvPr>
            <p:ph type="body" sz="quarter" idx="14" hasCustomPrompt="1"/>
          </p:nvPr>
        </p:nvSpPr>
        <p:spPr>
          <a:xfrm>
            <a:off x="239187" y="1266925"/>
            <a:ext cx="8736139" cy="561756"/>
          </a:xfrm>
          <a:prstGeom prst="rect">
            <a:avLst/>
          </a:prstGeom>
        </p:spPr>
        <p:txBody>
          <a:bodyPr vert="horz" anchor="b">
            <a:normAutofit/>
          </a:bodyPr>
          <a:lstStyle>
            <a:lvl1pPr marL="0" indent="0">
              <a:buNone/>
              <a:defRPr sz="1349" b="0">
                <a:solidFill>
                  <a:schemeClr val="bg1"/>
                </a:solidFill>
              </a:defRPr>
            </a:lvl1pPr>
          </a:lstStyle>
          <a:p>
            <a:pPr lvl="0"/>
            <a:r>
              <a:rPr lang="en-US"/>
              <a:t>Section #</a:t>
            </a:r>
          </a:p>
        </p:txBody>
      </p:sp>
      <p:sp>
        <p:nvSpPr>
          <p:cNvPr id="11" name="Rectangle 4"/>
          <p:cNvSpPr>
            <a:spLocks noGrp="1" noChangeArrowheads="1"/>
          </p:cNvSpPr>
          <p:nvPr>
            <p:ph type="ftr" sz="quarter" idx="11"/>
          </p:nvPr>
        </p:nvSpPr>
        <p:spPr>
          <a:xfrm>
            <a:off x="239187" y="6400800"/>
            <a:ext cx="9409211" cy="457200"/>
          </a:xfrm>
          <a:prstGeom prst="rect">
            <a:avLst/>
          </a:prstGeom>
          <a:ln/>
        </p:spPr>
        <p:txBody>
          <a:bodyPr/>
          <a:lstStyle>
            <a:lvl1pPr>
              <a:defRPr/>
            </a:lvl1pPr>
          </a:lstStyle>
          <a:p>
            <a:endParaRPr lang="en-US">
              <a:solidFill>
                <a:srgbClr val="000000"/>
              </a:solidFill>
            </a:endParaRPr>
          </a:p>
        </p:txBody>
      </p:sp>
      <p:pic>
        <p:nvPicPr>
          <p:cNvPr id="14" name="Picture 3"/>
          <p:cNvPicPr>
            <a:picLocks noChangeAspect="1" noChangeArrowheads="1"/>
          </p:cNvPicPr>
          <p:nvPr/>
        </p:nvPicPr>
        <p:blipFill rotWithShape="1">
          <a:blip r:embed="rId6">
            <a:extLst>
              <a:ext uri="{28A0092B-C50C-407E-A947-70E740481C1C}">
                <a14:useLocalDpi xmlns:a14="http://schemas.microsoft.com/office/drawing/2010/main" val="0"/>
              </a:ext>
            </a:extLst>
          </a:blip>
          <a:srcRect t="13116" r="76604" b="25471"/>
          <a:stretch/>
        </p:blipFill>
        <p:spPr bwMode="auto">
          <a:xfrm>
            <a:off x="11399103" y="3113153"/>
            <a:ext cx="627692" cy="53187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35" name="Straight Connector 34"/>
          <p:cNvCxnSpPr/>
          <p:nvPr/>
        </p:nvCxnSpPr>
        <p:spPr bwMode="auto">
          <a:xfrm>
            <a:off x="239187" y="2006353"/>
            <a:ext cx="8875152" cy="0"/>
          </a:xfrm>
          <a:prstGeom prst="line">
            <a:avLst/>
          </a:prstGeom>
          <a:ln w="28575">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4924077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Title + Text Box Layout">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custDataLst>
              <p:tags r:id="rId1"/>
            </p:custDataLst>
          </p:nvPr>
        </p:nvGraphicFramePr>
        <p:xfrm>
          <a:off x="1592" y="1594"/>
          <a:ext cx="1588" cy="1587"/>
        </p:xfrm>
        <a:graphic>
          <a:graphicData uri="http://schemas.openxmlformats.org/presentationml/2006/ole">
            <mc:AlternateContent xmlns:mc="http://schemas.openxmlformats.org/markup-compatibility/2006">
              <mc:Choice xmlns:v="urn:schemas-microsoft-com:vml" Requires="v">
                <p:oleObj name="think-cell Slide" r:id="rId3" imgW="430" imgH="433" progId="TCLayout.ActiveDocument.1">
                  <p:embed/>
                </p:oleObj>
              </mc:Choice>
              <mc:Fallback>
                <p:oleObj name="think-cell Slide" r:id="rId3" imgW="430" imgH="433" progId="TCLayout.ActiveDocument.1">
                  <p:embed/>
                  <p:pic>
                    <p:nvPicPr>
                      <p:cNvPr id="2" name="Object 1" hidden="1"/>
                      <p:cNvPicPr/>
                      <p:nvPr/>
                    </p:nvPicPr>
                    <p:blipFill>
                      <a:blip r:embed="rId4"/>
                      <a:stretch>
                        <a:fillRect/>
                      </a:stretch>
                    </p:blipFill>
                    <p:spPr>
                      <a:xfrm>
                        <a:off x="1592" y="1594"/>
                        <a:ext cx="1588" cy="1587"/>
                      </a:xfrm>
                      <a:prstGeom prst="rect">
                        <a:avLst/>
                      </a:prstGeom>
                    </p:spPr>
                  </p:pic>
                </p:oleObj>
              </mc:Fallback>
            </mc:AlternateContent>
          </a:graphicData>
        </a:graphic>
      </p:graphicFrame>
      <p:sp>
        <p:nvSpPr>
          <p:cNvPr id="6" name="Title 1"/>
          <p:cNvSpPr>
            <a:spLocks noGrp="1"/>
          </p:cNvSpPr>
          <p:nvPr>
            <p:ph type="title"/>
          </p:nvPr>
        </p:nvSpPr>
        <p:spPr>
          <a:xfrm>
            <a:off x="239188" y="0"/>
            <a:ext cx="10273307" cy="648000"/>
          </a:xfrm>
          <a:prstGeom prst="rect">
            <a:avLst/>
          </a:prstGeom>
        </p:spPr>
        <p:txBody>
          <a:bodyPr lIns="0" tIns="0" rIns="0" bIns="0" anchor="ctr">
            <a:normAutofit/>
          </a:bodyPr>
          <a:lstStyle>
            <a:lvl1pPr>
              <a:defRPr sz="1500">
                <a:latin typeface="Calibri" panose="020F0502020204030204" pitchFamily="34" charset="0"/>
              </a:defRPr>
            </a:lvl1pPr>
          </a:lstStyle>
          <a:p>
            <a:r>
              <a:rPr lang="en-US"/>
              <a:t>Click to edit Master title style</a:t>
            </a:r>
            <a:endParaRPr lang="en-GB"/>
          </a:p>
        </p:txBody>
      </p:sp>
      <p:sp>
        <p:nvSpPr>
          <p:cNvPr id="7" name="Rectangle 4"/>
          <p:cNvSpPr>
            <a:spLocks noGrp="1" noChangeArrowheads="1"/>
          </p:cNvSpPr>
          <p:nvPr>
            <p:ph type="ftr" sz="quarter" idx="11"/>
          </p:nvPr>
        </p:nvSpPr>
        <p:spPr>
          <a:xfrm>
            <a:off x="239187" y="6400800"/>
            <a:ext cx="9409211" cy="457200"/>
          </a:xfrm>
          <a:prstGeom prst="rect">
            <a:avLst/>
          </a:prstGeom>
          <a:ln/>
        </p:spPr>
        <p:txBody>
          <a:bodyPr/>
          <a:lstStyle>
            <a:lvl1pPr>
              <a:defRPr/>
            </a:lvl1pPr>
          </a:lstStyle>
          <a:p>
            <a:endParaRPr lang="en-US">
              <a:solidFill>
                <a:srgbClr val="000000"/>
              </a:solidFill>
            </a:endParaRPr>
          </a:p>
        </p:txBody>
      </p:sp>
      <p:sp>
        <p:nvSpPr>
          <p:cNvPr id="8" name="Rectangle 5"/>
          <p:cNvSpPr>
            <a:spLocks noGrp="1" noChangeArrowheads="1"/>
          </p:cNvSpPr>
          <p:nvPr>
            <p:ph type="sldNum" sz="quarter" idx="12"/>
          </p:nvPr>
        </p:nvSpPr>
        <p:spPr>
          <a:xfrm>
            <a:off x="11664622" y="6400800"/>
            <a:ext cx="527381" cy="457200"/>
          </a:xfrm>
          <a:ln/>
        </p:spPr>
        <p:txBody>
          <a:bodyPr/>
          <a:lstStyle>
            <a:lvl1pPr>
              <a:defRPr/>
            </a:lvl1pPr>
          </a:lstStyle>
          <a:p>
            <a:fld id="{B3CE4FC1-9BFD-4D71-B62C-EB069A42157A}" type="slidenum">
              <a:rPr lang="en-US" smtClean="0">
                <a:solidFill>
                  <a:srgbClr val="000000"/>
                </a:solidFill>
              </a:rPr>
              <a:pPr/>
              <a:t>‹#›</a:t>
            </a:fld>
            <a:endParaRPr lang="en-US">
              <a:solidFill>
                <a:srgbClr val="000000"/>
              </a:solidFill>
            </a:endParaRPr>
          </a:p>
        </p:txBody>
      </p:sp>
      <p:sp>
        <p:nvSpPr>
          <p:cNvPr id="5" name="Text Placeholder 4"/>
          <p:cNvSpPr>
            <a:spLocks noGrp="1"/>
          </p:cNvSpPr>
          <p:nvPr>
            <p:ph type="body" sz="quarter" idx="13" hasCustomPrompt="1"/>
          </p:nvPr>
        </p:nvSpPr>
        <p:spPr>
          <a:xfrm>
            <a:off x="239187" y="836712"/>
            <a:ext cx="11329424" cy="1655762"/>
          </a:xfrm>
          <a:prstGeom prst="rect">
            <a:avLst/>
          </a:prstGeom>
        </p:spPr>
        <p:txBody>
          <a:bodyPr/>
          <a:lstStyle>
            <a:lvl1pPr marL="0" marR="0" indent="0" algn="l" defTabSz="685817" rtl="0" eaLnBrk="1" fontAlgn="base" latinLnBrk="0" hangingPunct="1">
              <a:lnSpc>
                <a:spcPct val="100000"/>
              </a:lnSpc>
              <a:spcBef>
                <a:spcPct val="20000"/>
              </a:spcBef>
              <a:spcAft>
                <a:spcPct val="0"/>
              </a:spcAft>
              <a:buClr>
                <a:srgbClr val="C00000"/>
              </a:buClr>
              <a:buSzTx/>
              <a:buFontTx/>
              <a:buNone/>
              <a:tabLst/>
              <a:defRPr kumimoji="0" lang="en-US" sz="1349" b="0" i="0" u="none" strike="noStrike" kern="0" cap="none" spc="0" normalizeH="0" baseline="0" noProof="0">
                <a:ln>
                  <a:noFill/>
                </a:ln>
                <a:solidFill>
                  <a:schemeClr val="tx1"/>
                </a:solidFill>
                <a:effectLst/>
                <a:uLnTx/>
                <a:uFillTx/>
              </a:defRPr>
            </a:lvl1pPr>
            <a:lvl2pPr marL="557227" marR="0" indent="-214319" algn="l" defTabSz="685817" rtl="0" eaLnBrk="1" fontAlgn="base" latinLnBrk="0" hangingPunct="1">
              <a:lnSpc>
                <a:spcPct val="100000"/>
              </a:lnSpc>
              <a:spcBef>
                <a:spcPct val="20000"/>
              </a:spcBef>
              <a:spcAft>
                <a:spcPct val="0"/>
              </a:spcAft>
              <a:buClr>
                <a:srgbClr val="C00000"/>
              </a:buClr>
              <a:buSzTx/>
              <a:buFontTx/>
              <a:buChar char="–"/>
              <a:tabLst/>
              <a:defRPr kumimoji="0" lang="en-US" sz="1200" b="0" i="0" u="none" strike="noStrike" kern="0" cap="none" spc="0" normalizeH="0" baseline="0" noProof="0">
                <a:ln>
                  <a:noFill/>
                </a:ln>
                <a:solidFill>
                  <a:schemeClr val="tx1"/>
                </a:solidFill>
                <a:effectLst/>
                <a:uLnTx/>
                <a:uFillTx/>
              </a:defRPr>
            </a:lvl2pPr>
            <a:lvl3pPr marL="857271" marR="0" indent="-171455" algn="l" defTabSz="685817" rtl="0" eaLnBrk="1" fontAlgn="base" latinLnBrk="0" hangingPunct="1">
              <a:lnSpc>
                <a:spcPct val="100000"/>
              </a:lnSpc>
              <a:spcBef>
                <a:spcPct val="20000"/>
              </a:spcBef>
              <a:spcAft>
                <a:spcPct val="0"/>
              </a:spcAft>
              <a:buClr>
                <a:srgbClr val="C00000"/>
              </a:buClr>
              <a:buSzTx/>
              <a:buFontTx/>
              <a:buChar char="•"/>
              <a:tabLst/>
              <a:defRPr kumimoji="0" lang="en-US" sz="1051" b="0" i="0" u="none" strike="noStrike" kern="0" cap="none" spc="0" normalizeH="0" baseline="0" noProof="0">
                <a:ln>
                  <a:noFill/>
                </a:ln>
                <a:solidFill>
                  <a:schemeClr val="tx1"/>
                </a:solidFill>
                <a:effectLst/>
                <a:uLnTx/>
                <a:uFillTx/>
              </a:defRPr>
            </a:lvl3pPr>
            <a:lvl4pPr marL="1200180" marR="0" indent="-171455" algn="l" defTabSz="685817" rtl="0" eaLnBrk="1" fontAlgn="base" latinLnBrk="0" hangingPunct="1">
              <a:lnSpc>
                <a:spcPct val="100000"/>
              </a:lnSpc>
              <a:spcBef>
                <a:spcPct val="20000"/>
              </a:spcBef>
              <a:spcAft>
                <a:spcPct val="0"/>
              </a:spcAft>
              <a:buClr>
                <a:srgbClr val="C00000"/>
              </a:buClr>
              <a:buSzTx/>
              <a:buFontTx/>
              <a:buChar char="–"/>
              <a:tabLst/>
              <a:defRPr kumimoji="0" lang="en-US" sz="1051" b="0" i="0" u="none" strike="noStrike" kern="0" cap="none" spc="0" normalizeH="0" baseline="0" noProof="0">
                <a:ln>
                  <a:noFill/>
                </a:ln>
                <a:solidFill>
                  <a:schemeClr val="tx1"/>
                </a:solidFill>
                <a:effectLst/>
                <a:uLnTx/>
                <a:uFillTx/>
              </a:defRPr>
            </a:lvl4pPr>
            <a:lvl5pPr marL="1543088" marR="0" indent="-171455" algn="l" defTabSz="685817" rtl="0" eaLnBrk="1" fontAlgn="base" latinLnBrk="0" hangingPunct="1">
              <a:lnSpc>
                <a:spcPct val="100000"/>
              </a:lnSpc>
              <a:spcBef>
                <a:spcPct val="20000"/>
              </a:spcBef>
              <a:spcAft>
                <a:spcPct val="0"/>
              </a:spcAft>
              <a:buClr>
                <a:srgbClr val="C00000"/>
              </a:buClr>
              <a:buSzTx/>
              <a:buFontTx/>
              <a:buChar char="»"/>
              <a:tabLst/>
              <a:defRPr kumimoji="0" lang="en-US" sz="1051" b="0" i="0" u="none" strike="noStrike" kern="0" cap="none" spc="0" normalizeH="0" baseline="0" noProof="0">
                <a:ln>
                  <a:noFill/>
                </a:ln>
                <a:solidFill>
                  <a:schemeClr val="tx1"/>
                </a:solidFill>
                <a:effectLst/>
                <a:uLnTx/>
                <a:uFillTx/>
              </a:defRPr>
            </a:lvl5pPr>
            <a:lvl6pPr marL="0" marR="0" indent="0" algn="l" defTabSz="685817" rtl="0" eaLnBrk="1" fontAlgn="base" latinLnBrk="0" hangingPunct="1">
              <a:lnSpc>
                <a:spcPct val="100000"/>
              </a:lnSpc>
              <a:spcBef>
                <a:spcPct val="20000"/>
              </a:spcBef>
              <a:spcAft>
                <a:spcPct val="0"/>
              </a:spcAft>
              <a:buClr>
                <a:srgbClr val="C00000"/>
              </a:buClr>
              <a:buSzTx/>
              <a:buFontTx/>
              <a:buNone/>
              <a:tabLst/>
              <a:defRPr>
                <a:solidFill>
                  <a:schemeClr val="tx1"/>
                </a:solidFill>
              </a:defRPr>
            </a:lvl6pPr>
            <a:lvl8pPr marL="0" marR="0" indent="0" algn="l" defTabSz="685817" rtl="0" eaLnBrk="1" fontAlgn="base" latinLnBrk="0" hangingPunct="1">
              <a:lnSpc>
                <a:spcPct val="100000"/>
              </a:lnSpc>
              <a:spcBef>
                <a:spcPct val="20000"/>
              </a:spcBef>
              <a:spcAft>
                <a:spcPct val="0"/>
              </a:spcAft>
              <a:buClrTx/>
              <a:buSzTx/>
              <a:buFontTx/>
              <a:buNone/>
              <a:tabLst/>
              <a:defRPr/>
            </a:lvl8pPr>
            <a:lvl9pPr marL="0" marR="0" indent="0" algn="l" defTabSz="685817" rtl="0" eaLnBrk="1" fontAlgn="base" latinLnBrk="0" hangingPunct="1">
              <a:lnSpc>
                <a:spcPct val="100000"/>
              </a:lnSpc>
              <a:spcBef>
                <a:spcPct val="20000"/>
              </a:spcBef>
              <a:spcAft>
                <a:spcPct val="0"/>
              </a:spcAft>
              <a:buClrTx/>
              <a:buSzTx/>
              <a:buFontTx/>
              <a:buNone/>
              <a:tabLst/>
              <a:defRPr/>
            </a:lvl9pPr>
          </a:lstStyle>
          <a:p>
            <a:pPr marL="257182" marR="0" lvl="0" indent="-257182" algn="l" defTabSz="685817" rtl="0" eaLnBrk="1" fontAlgn="base" latinLnBrk="0" hangingPunct="1">
              <a:lnSpc>
                <a:spcPct val="100000"/>
              </a:lnSpc>
              <a:spcBef>
                <a:spcPct val="20000"/>
              </a:spcBef>
              <a:spcAft>
                <a:spcPct val="0"/>
              </a:spcAft>
              <a:buClrTx/>
              <a:buSzTx/>
              <a:buFontTx/>
              <a:buChar char="•"/>
              <a:tabLst/>
              <a:defRPr/>
            </a:pPr>
            <a:r>
              <a:rPr kumimoji="0" lang="en-US" sz="1349" b="0" i="0" u="none" strike="noStrike" kern="0" cap="none" spc="0" normalizeH="0" baseline="0" noProof="0">
                <a:ln>
                  <a:noFill/>
                </a:ln>
                <a:solidFill>
                  <a:srgbClr val="575757"/>
                </a:solidFill>
                <a:effectLst/>
                <a:uLnTx/>
                <a:uFillTx/>
                <a:latin typeface="+mn-lt"/>
              </a:rPr>
              <a:t>Edit Master text styles</a:t>
            </a:r>
          </a:p>
          <a:p>
            <a:pPr marL="557227" marR="0" lvl="1" indent="-214319" algn="l" defTabSz="685817" rtl="0" eaLnBrk="1" fontAlgn="base" latinLnBrk="0" hangingPunct="1">
              <a:lnSpc>
                <a:spcPct val="100000"/>
              </a:lnSpc>
              <a:spcBef>
                <a:spcPct val="20000"/>
              </a:spcBef>
              <a:spcAft>
                <a:spcPct val="0"/>
              </a:spcAft>
              <a:buClrTx/>
              <a:buSzTx/>
              <a:buFontTx/>
              <a:buChar char="–"/>
              <a:tabLst/>
              <a:defRPr/>
            </a:pPr>
            <a:r>
              <a:rPr kumimoji="0" lang="en-US" sz="1200" b="0" i="0" u="none" strike="noStrike" kern="0" cap="none" spc="0" normalizeH="0" baseline="0" noProof="0">
                <a:ln>
                  <a:noFill/>
                </a:ln>
                <a:solidFill>
                  <a:srgbClr val="575757"/>
                </a:solidFill>
                <a:effectLst/>
                <a:uLnTx/>
                <a:uFillTx/>
                <a:latin typeface="+mn-lt"/>
              </a:rPr>
              <a:t>Second level</a:t>
            </a:r>
          </a:p>
          <a:p>
            <a:pPr marL="857271" marR="0" lvl="2" indent="-171455" algn="l" defTabSz="685817" rtl="0" eaLnBrk="1" fontAlgn="base" latinLnBrk="0" hangingPunct="1">
              <a:lnSpc>
                <a:spcPct val="100000"/>
              </a:lnSpc>
              <a:spcBef>
                <a:spcPct val="20000"/>
              </a:spcBef>
              <a:spcAft>
                <a:spcPct val="0"/>
              </a:spcAft>
              <a:buClrTx/>
              <a:buSzTx/>
              <a:buFontTx/>
              <a:buChar char="•"/>
              <a:tabLst/>
              <a:defRPr/>
            </a:pPr>
            <a:r>
              <a:rPr kumimoji="0" lang="en-US" sz="1051" b="0" i="0" u="none" strike="noStrike" kern="0" cap="none" spc="0" normalizeH="0" baseline="0" noProof="0">
                <a:ln>
                  <a:noFill/>
                </a:ln>
                <a:solidFill>
                  <a:srgbClr val="575757"/>
                </a:solidFill>
                <a:effectLst/>
                <a:uLnTx/>
                <a:uFillTx/>
                <a:latin typeface="+mn-lt"/>
              </a:rPr>
              <a:t>Third level</a:t>
            </a:r>
          </a:p>
          <a:p>
            <a:pPr marL="1200180" marR="0" lvl="3" indent="-171455" algn="l" defTabSz="685817" rtl="0" eaLnBrk="1" fontAlgn="base" latinLnBrk="0" hangingPunct="1">
              <a:lnSpc>
                <a:spcPct val="100000"/>
              </a:lnSpc>
              <a:spcBef>
                <a:spcPct val="20000"/>
              </a:spcBef>
              <a:spcAft>
                <a:spcPct val="0"/>
              </a:spcAft>
              <a:buClrTx/>
              <a:buSzTx/>
              <a:buFontTx/>
              <a:buChar char="–"/>
              <a:tabLst/>
              <a:defRPr/>
            </a:pPr>
            <a:r>
              <a:rPr kumimoji="0" lang="en-US" sz="1051" b="0" i="0" u="none" strike="noStrike" kern="0" cap="none" spc="0" normalizeH="0" baseline="0" noProof="0">
                <a:ln>
                  <a:noFill/>
                </a:ln>
                <a:solidFill>
                  <a:srgbClr val="575757"/>
                </a:solidFill>
                <a:effectLst/>
                <a:uLnTx/>
                <a:uFillTx/>
                <a:latin typeface="+mn-lt"/>
              </a:rPr>
              <a:t>Fourth level</a:t>
            </a:r>
          </a:p>
          <a:p>
            <a:pPr marL="1543088" marR="0" lvl="4" indent="-171455" algn="l" defTabSz="685817" rtl="0" eaLnBrk="1" fontAlgn="base" latinLnBrk="0" hangingPunct="1">
              <a:lnSpc>
                <a:spcPct val="100000"/>
              </a:lnSpc>
              <a:spcBef>
                <a:spcPct val="20000"/>
              </a:spcBef>
              <a:spcAft>
                <a:spcPct val="0"/>
              </a:spcAft>
              <a:buClrTx/>
              <a:buSzTx/>
              <a:buFontTx/>
              <a:buChar char="»"/>
              <a:tabLst/>
              <a:defRPr/>
            </a:pPr>
            <a:r>
              <a:rPr kumimoji="0" lang="en-US" sz="1051" b="0" i="0" u="none" strike="noStrike" kern="0" cap="none" spc="0" normalizeH="0" baseline="0" noProof="0">
                <a:ln>
                  <a:noFill/>
                </a:ln>
                <a:solidFill>
                  <a:srgbClr val="575757"/>
                </a:solidFill>
                <a:effectLst/>
                <a:uLnTx/>
                <a:uFillTx/>
                <a:latin typeface="+mn-lt"/>
              </a:rPr>
              <a:t>Fifth level</a:t>
            </a:r>
          </a:p>
          <a:p>
            <a:pPr marL="1885997" marR="0" lvl="5" indent="-171455" algn="l" defTabSz="685817" rtl="0" eaLnBrk="1" fontAlgn="base" latinLnBrk="0" hangingPunct="1">
              <a:lnSpc>
                <a:spcPct val="100000"/>
              </a:lnSpc>
              <a:spcBef>
                <a:spcPct val="20000"/>
              </a:spcBef>
              <a:spcAft>
                <a:spcPct val="0"/>
              </a:spcAft>
              <a:buClrTx/>
              <a:buSzTx/>
              <a:buFontTx/>
              <a:buChar char="»"/>
              <a:tabLst/>
              <a:defRPr/>
            </a:pPr>
            <a:r>
              <a:rPr kumimoji="0" lang="en-US" sz="1349" b="0" i="0" u="none" strike="noStrike" kern="0" cap="none" spc="0" normalizeH="0" baseline="0" noProof="0">
                <a:ln>
                  <a:noFill/>
                </a:ln>
                <a:solidFill>
                  <a:srgbClr val="575757"/>
                </a:solidFill>
                <a:effectLst/>
                <a:uLnTx/>
                <a:uFillTx/>
                <a:latin typeface="+mn-lt"/>
              </a:rPr>
              <a:t>Level six</a:t>
            </a:r>
          </a:p>
          <a:p>
            <a:pPr marL="0" marR="0" lvl="5" indent="0" algn="l" defTabSz="685817" rtl="0" eaLnBrk="1" fontAlgn="base" latinLnBrk="0" hangingPunct="1">
              <a:lnSpc>
                <a:spcPct val="100000"/>
              </a:lnSpc>
              <a:spcBef>
                <a:spcPct val="20000"/>
              </a:spcBef>
              <a:spcAft>
                <a:spcPct val="0"/>
              </a:spcAft>
              <a:buClrTx/>
              <a:buSzTx/>
              <a:buFontTx/>
              <a:buNone/>
              <a:tabLst/>
              <a:defRPr/>
            </a:pPr>
            <a:r>
              <a:rPr kumimoji="0" lang="en-US" sz="1349" b="1" i="0" u="none" strike="noStrike" kern="0" cap="none" spc="0" normalizeH="0" baseline="0" noProof="0">
                <a:ln>
                  <a:noFill/>
                </a:ln>
                <a:solidFill>
                  <a:schemeClr val="accent3"/>
                </a:solidFill>
                <a:effectLst/>
                <a:uLnTx/>
                <a:uFillTx/>
                <a:latin typeface="+mn-lt"/>
              </a:rPr>
              <a:t>Level seven</a:t>
            </a:r>
          </a:p>
          <a:p>
            <a:pPr marL="0" marR="0" lvl="7" indent="0" algn="l" defTabSz="685817" rtl="0" eaLnBrk="1" fontAlgn="base" latinLnBrk="0" hangingPunct="1">
              <a:lnSpc>
                <a:spcPct val="100000"/>
              </a:lnSpc>
              <a:spcBef>
                <a:spcPct val="20000"/>
              </a:spcBef>
              <a:spcAft>
                <a:spcPct val="0"/>
              </a:spcAft>
              <a:buClrTx/>
              <a:buSzTx/>
              <a:buFontTx/>
              <a:buNone/>
              <a:tabLst/>
              <a:defRPr/>
            </a:pPr>
            <a:r>
              <a:rPr kumimoji="0" lang="en-US" sz="1349" b="0" i="0" u="none" strike="noStrike" kern="0" cap="none" spc="0" normalizeH="0" baseline="0" noProof="0">
                <a:ln>
                  <a:noFill/>
                </a:ln>
                <a:solidFill>
                  <a:srgbClr val="C00000"/>
                </a:solidFill>
                <a:effectLst/>
                <a:uLnTx/>
                <a:uFillTx/>
                <a:latin typeface="+mn-lt"/>
              </a:rPr>
              <a:t>Level eight</a:t>
            </a:r>
          </a:p>
          <a:p>
            <a:pPr marL="0" marR="0" lvl="8" indent="0" algn="l" defTabSz="685817" rtl="0" eaLnBrk="1" fontAlgn="base" latinLnBrk="0" hangingPunct="1">
              <a:lnSpc>
                <a:spcPct val="100000"/>
              </a:lnSpc>
              <a:spcBef>
                <a:spcPct val="20000"/>
              </a:spcBef>
              <a:spcAft>
                <a:spcPct val="0"/>
              </a:spcAft>
              <a:buClrTx/>
              <a:buSzTx/>
              <a:buFontTx/>
              <a:buNone/>
              <a:tabLst/>
              <a:defRPr/>
            </a:pPr>
            <a:r>
              <a:rPr kumimoji="0" lang="en-US" sz="1200" b="0" i="0" u="none" strike="noStrike" kern="0" cap="none" spc="0" normalizeH="0" baseline="0" noProof="0">
                <a:ln>
                  <a:noFill/>
                </a:ln>
                <a:solidFill>
                  <a:srgbClr val="575757"/>
                </a:solidFill>
                <a:effectLst/>
                <a:uLnTx/>
                <a:uFillTx/>
                <a:latin typeface="+mn-lt"/>
              </a:rPr>
              <a:t>Level nine</a:t>
            </a:r>
          </a:p>
        </p:txBody>
      </p:sp>
    </p:spTree>
    <p:extLst>
      <p:ext uri="{BB962C8B-B14F-4D97-AF65-F5344CB8AC3E}">
        <p14:creationId xmlns:p14="http://schemas.microsoft.com/office/powerpoint/2010/main" val="242278042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5120" userDrawn="1">
          <p15:clr>
            <a:srgbClr val="FBAE40"/>
          </p15:clr>
        </p15:guide>
        <p15:guide id="3" pos="190" userDrawn="1">
          <p15:clr>
            <a:srgbClr val="FBAE40"/>
          </p15:clr>
        </p15:guide>
        <p15:guide id="4" pos="10050" userDrawn="1">
          <p15:clr>
            <a:srgbClr val="FBAE40"/>
          </p15:clr>
        </p15:guide>
        <p15:guide id="5" orient="horz" pos="4020" userDrawn="1">
          <p15:clr>
            <a:srgbClr val="FBAE40"/>
          </p15:clr>
        </p15:guide>
        <p15:guide id="6" orient="horz" pos="527" userDrawn="1">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Title Only Layout">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custDataLst>
              <p:tags r:id="rId1"/>
            </p:custDataLst>
          </p:nvPr>
        </p:nvGraphicFramePr>
        <p:xfrm>
          <a:off x="2119" y="1595"/>
          <a:ext cx="2116" cy="1587"/>
        </p:xfrm>
        <a:graphic>
          <a:graphicData uri="http://schemas.openxmlformats.org/presentationml/2006/ole">
            <mc:AlternateContent xmlns:mc="http://schemas.openxmlformats.org/markup-compatibility/2006">
              <mc:Choice xmlns:v="urn:schemas-microsoft-com:vml" Requires="v">
                <p:oleObj name="think-cell Slide" r:id="rId3" imgW="430" imgH="433" progId="TCLayout.ActiveDocument.1">
                  <p:embed/>
                </p:oleObj>
              </mc:Choice>
              <mc:Fallback>
                <p:oleObj name="think-cell Slide" r:id="rId3" imgW="430" imgH="433" progId="TCLayout.ActiveDocument.1">
                  <p:embed/>
                  <p:pic>
                    <p:nvPicPr>
                      <p:cNvPr id="2" name="Object 1" hidden="1"/>
                      <p:cNvPicPr/>
                      <p:nvPr/>
                    </p:nvPicPr>
                    <p:blipFill>
                      <a:blip r:embed="rId4"/>
                      <a:stretch>
                        <a:fillRect/>
                      </a:stretch>
                    </p:blipFill>
                    <p:spPr>
                      <a:xfrm>
                        <a:off x="2119" y="1595"/>
                        <a:ext cx="2116" cy="1587"/>
                      </a:xfrm>
                      <a:prstGeom prst="rect">
                        <a:avLst/>
                      </a:prstGeom>
                    </p:spPr>
                  </p:pic>
                </p:oleObj>
              </mc:Fallback>
            </mc:AlternateContent>
          </a:graphicData>
        </a:graphic>
      </p:graphicFrame>
      <p:sp>
        <p:nvSpPr>
          <p:cNvPr id="8" name="Rectangle 5"/>
          <p:cNvSpPr>
            <a:spLocks noGrp="1" noChangeArrowheads="1"/>
          </p:cNvSpPr>
          <p:nvPr>
            <p:ph type="sldNum" sz="quarter" idx="12"/>
          </p:nvPr>
        </p:nvSpPr>
        <p:spPr>
          <a:xfrm>
            <a:off x="11664622" y="6400800"/>
            <a:ext cx="527381" cy="457200"/>
          </a:xfrm>
          <a:ln/>
        </p:spPr>
        <p:txBody>
          <a:bodyPr/>
          <a:lstStyle>
            <a:lvl1pPr>
              <a:defRPr/>
            </a:lvl1pPr>
          </a:lstStyle>
          <a:p>
            <a:fld id="{B3CE4FC1-9BFD-4D71-B62C-EB069A42157A}" type="slidenum">
              <a:rPr lang="en-US" smtClean="0">
                <a:solidFill>
                  <a:srgbClr val="000000"/>
                </a:solidFill>
              </a:rPr>
              <a:pPr/>
              <a:t>‹#›</a:t>
            </a:fld>
            <a:endParaRPr lang="en-US">
              <a:solidFill>
                <a:srgbClr val="000000"/>
              </a:solidFill>
            </a:endParaRPr>
          </a:p>
        </p:txBody>
      </p:sp>
      <p:sp>
        <p:nvSpPr>
          <p:cNvPr id="9" name="Title 1"/>
          <p:cNvSpPr>
            <a:spLocks noGrp="1"/>
          </p:cNvSpPr>
          <p:nvPr>
            <p:ph type="title"/>
          </p:nvPr>
        </p:nvSpPr>
        <p:spPr>
          <a:xfrm>
            <a:off x="239188" y="0"/>
            <a:ext cx="10273307" cy="648000"/>
          </a:xfrm>
          <a:prstGeom prst="rect">
            <a:avLst/>
          </a:prstGeom>
        </p:spPr>
        <p:txBody>
          <a:bodyPr lIns="0" tIns="0" rIns="0" bIns="0" anchor="ctr">
            <a:normAutofit/>
          </a:bodyPr>
          <a:lstStyle>
            <a:lvl1pPr>
              <a:defRPr sz="1500">
                <a:latin typeface="Calibri" panose="020F0502020204030204" pitchFamily="34" charset="0"/>
              </a:defRPr>
            </a:lvl1pPr>
          </a:lstStyle>
          <a:p>
            <a:r>
              <a:rPr lang="en-US"/>
              <a:t>Click to edit Master title style</a:t>
            </a:r>
            <a:endParaRPr lang="en-GB"/>
          </a:p>
        </p:txBody>
      </p:sp>
      <p:sp>
        <p:nvSpPr>
          <p:cNvPr id="6" name="Rectangle 4"/>
          <p:cNvSpPr>
            <a:spLocks noGrp="1" noChangeArrowheads="1"/>
          </p:cNvSpPr>
          <p:nvPr>
            <p:ph type="ftr" sz="quarter" idx="11"/>
          </p:nvPr>
        </p:nvSpPr>
        <p:spPr>
          <a:xfrm>
            <a:off x="239187" y="6400800"/>
            <a:ext cx="9409211" cy="457200"/>
          </a:xfrm>
          <a:prstGeom prst="rect">
            <a:avLst/>
          </a:prstGeom>
          <a:ln/>
        </p:spPr>
        <p:txBody>
          <a:bodyPr/>
          <a:lstStyle>
            <a:lvl1pPr>
              <a:defRPr/>
            </a:lvl1pPr>
          </a:lstStyle>
          <a:p>
            <a:endParaRPr lang="en-US">
              <a:solidFill>
                <a:srgbClr val="000000"/>
              </a:solidFill>
            </a:endParaRPr>
          </a:p>
        </p:txBody>
      </p:sp>
    </p:spTree>
    <p:extLst>
      <p:ext uri="{BB962C8B-B14F-4D97-AF65-F5344CB8AC3E}">
        <p14:creationId xmlns:p14="http://schemas.microsoft.com/office/powerpoint/2010/main" val="212462270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5120" userDrawn="1">
          <p15:clr>
            <a:srgbClr val="FBAE40"/>
          </p15:clr>
        </p15:guide>
        <p15:guide id="3" pos="190" userDrawn="1">
          <p15:clr>
            <a:srgbClr val="FBAE40"/>
          </p15:clr>
        </p15:guide>
        <p15:guide id="4" pos="10050" userDrawn="1">
          <p15:clr>
            <a:srgbClr val="FBAE40"/>
          </p15:clr>
        </p15:guide>
        <p15:guide id="5" orient="horz" pos="527" userDrawn="1">
          <p15:clr>
            <a:srgbClr val="FBAE40"/>
          </p15:clr>
        </p15:guide>
        <p15:guide id="6" orient="horz" pos="4020" userDrawn="1">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Blank Layout">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p:custDataLst>
              <p:tags r:id="rId1"/>
            </p:custDataLst>
          </p:nvPr>
        </p:nvGraphicFramePr>
        <p:xfrm>
          <a:off x="2119" y="1595"/>
          <a:ext cx="2116" cy="1587"/>
        </p:xfrm>
        <a:graphic>
          <a:graphicData uri="http://schemas.openxmlformats.org/presentationml/2006/ole">
            <mc:AlternateContent xmlns:mc="http://schemas.openxmlformats.org/markup-compatibility/2006">
              <mc:Choice xmlns:v="urn:schemas-microsoft-com:vml" Requires="v">
                <p:oleObj name="think-cell Slide" r:id="rId4" imgW="430" imgH="433" progId="TCLayout.ActiveDocument.1">
                  <p:embed/>
                </p:oleObj>
              </mc:Choice>
              <mc:Fallback>
                <p:oleObj name="think-cell Slide" r:id="rId4" imgW="430" imgH="433" progId="TCLayout.ActiveDocument.1">
                  <p:embed/>
                  <p:pic>
                    <p:nvPicPr>
                      <p:cNvPr id="6" name="Object 5" hidden="1"/>
                      <p:cNvPicPr/>
                      <p:nvPr/>
                    </p:nvPicPr>
                    <p:blipFill>
                      <a:blip r:embed="rId5"/>
                      <a:stretch>
                        <a:fillRect/>
                      </a:stretch>
                    </p:blipFill>
                    <p:spPr>
                      <a:xfrm>
                        <a:off x="2119" y="1595"/>
                        <a:ext cx="2116" cy="1587"/>
                      </a:xfrm>
                      <a:prstGeom prst="rect">
                        <a:avLst/>
                      </a:prstGeom>
                    </p:spPr>
                  </p:pic>
                </p:oleObj>
              </mc:Fallback>
            </mc:AlternateContent>
          </a:graphicData>
        </a:graphic>
      </p:graphicFrame>
      <p:sp>
        <p:nvSpPr>
          <p:cNvPr id="5" name="Rectangle 4" hidden="1"/>
          <p:cNvSpPr/>
          <p:nvPr>
            <p:custDataLst>
              <p:tags r:id="rId2"/>
            </p:custDataLst>
          </p:nvPr>
        </p:nvSpPr>
        <p:spPr bwMode="auto">
          <a:xfrm>
            <a:off x="2" y="0"/>
            <a:ext cx="211668" cy="158750"/>
          </a:xfrm>
          <a:prstGeom prst="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rtlCol="0" anchor="ctr" anchorCtr="0" compatLnSpc="1">
            <a:prstTxWarp prst="textNoShape">
              <a:avLst/>
            </a:prstTxWarp>
          </a:bodyPr>
          <a:lstStyle/>
          <a:p>
            <a:pPr algn="ctr" fontAlgn="base">
              <a:spcBef>
                <a:spcPct val="0"/>
              </a:spcBef>
              <a:spcAft>
                <a:spcPct val="0"/>
              </a:spcAft>
            </a:pPr>
            <a:endParaRPr lang="en-GB" sz="750">
              <a:solidFill>
                <a:srgbClr val="2D2926"/>
              </a:solidFill>
              <a:cs typeface="Times New Roman"/>
              <a:sym typeface="Calibri"/>
            </a:endParaRPr>
          </a:p>
        </p:txBody>
      </p:sp>
      <p:sp>
        <p:nvSpPr>
          <p:cNvPr id="8" name="Rectangle 5"/>
          <p:cNvSpPr>
            <a:spLocks noGrp="1" noChangeArrowheads="1"/>
          </p:cNvSpPr>
          <p:nvPr>
            <p:ph type="sldNum" sz="quarter" idx="12"/>
          </p:nvPr>
        </p:nvSpPr>
        <p:spPr>
          <a:xfrm>
            <a:off x="11664622" y="6400800"/>
            <a:ext cx="527381" cy="457200"/>
          </a:xfrm>
          <a:ln/>
        </p:spPr>
        <p:txBody>
          <a:bodyPr/>
          <a:lstStyle>
            <a:lvl1pPr>
              <a:defRPr/>
            </a:lvl1pPr>
          </a:lstStyle>
          <a:p>
            <a:fld id="{B3CE4FC1-9BFD-4D71-B62C-EB069A42157A}" type="slidenum">
              <a:rPr lang="en-US" smtClean="0">
                <a:solidFill>
                  <a:srgbClr val="000000"/>
                </a:solidFill>
              </a:rPr>
              <a:pPr/>
              <a:t>‹#›</a:t>
            </a:fld>
            <a:endParaRPr lang="en-US">
              <a:solidFill>
                <a:srgbClr val="000000"/>
              </a:solidFill>
            </a:endParaRPr>
          </a:p>
        </p:txBody>
      </p:sp>
      <p:sp>
        <p:nvSpPr>
          <p:cNvPr id="9" name="Rectangle 4"/>
          <p:cNvSpPr>
            <a:spLocks noGrp="1" noChangeArrowheads="1"/>
          </p:cNvSpPr>
          <p:nvPr>
            <p:ph type="ftr" sz="quarter" idx="11"/>
          </p:nvPr>
        </p:nvSpPr>
        <p:spPr>
          <a:xfrm>
            <a:off x="239187" y="6400800"/>
            <a:ext cx="9409211" cy="457200"/>
          </a:xfrm>
          <a:prstGeom prst="rect">
            <a:avLst/>
          </a:prstGeom>
          <a:ln/>
        </p:spPr>
        <p:txBody>
          <a:bodyPr/>
          <a:lstStyle>
            <a:lvl1pPr>
              <a:defRPr/>
            </a:lvl1pPr>
          </a:lstStyle>
          <a:p>
            <a:endParaRPr lang="en-US">
              <a:solidFill>
                <a:srgbClr val="000000"/>
              </a:solidFill>
            </a:endParaRPr>
          </a:p>
        </p:txBody>
      </p:sp>
    </p:spTree>
    <p:extLst>
      <p:ext uri="{BB962C8B-B14F-4D97-AF65-F5344CB8AC3E}">
        <p14:creationId xmlns:p14="http://schemas.microsoft.com/office/powerpoint/2010/main" val="191582109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Full Blank Layout">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p:custDataLst>
              <p:tags r:id="rId1"/>
            </p:custDataLst>
          </p:nvPr>
        </p:nvGraphicFramePr>
        <p:xfrm>
          <a:off x="2119" y="1595"/>
          <a:ext cx="2116" cy="1587"/>
        </p:xfrm>
        <a:graphic>
          <a:graphicData uri="http://schemas.openxmlformats.org/presentationml/2006/ole">
            <mc:AlternateContent xmlns:mc="http://schemas.openxmlformats.org/markup-compatibility/2006">
              <mc:Choice xmlns:v="urn:schemas-microsoft-com:vml" Requires="v">
                <p:oleObj name="think-cell Slide" r:id="rId3" imgW="430" imgH="433" progId="TCLayout.ActiveDocument.1">
                  <p:embed/>
                </p:oleObj>
              </mc:Choice>
              <mc:Fallback>
                <p:oleObj name="think-cell Slide" r:id="rId3" imgW="430" imgH="433" progId="TCLayout.ActiveDocument.1">
                  <p:embed/>
                  <p:pic>
                    <p:nvPicPr>
                      <p:cNvPr id="6" name="Object 5" hidden="1"/>
                      <p:cNvPicPr/>
                      <p:nvPr/>
                    </p:nvPicPr>
                    <p:blipFill>
                      <a:blip r:embed="rId4"/>
                      <a:stretch>
                        <a:fillRect/>
                      </a:stretch>
                    </p:blipFill>
                    <p:spPr>
                      <a:xfrm>
                        <a:off x="2119" y="1595"/>
                        <a:ext cx="2116" cy="1587"/>
                      </a:xfrm>
                      <a:prstGeom prst="rect">
                        <a:avLst/>
                      </a:prstGeom>
                    </p:spPr>
                  </p:pic>
                </p:oleObj>
              </mc:Fallback>
            </mc:AlternateContent>
          </a:graphicData>
        </a:graphic>
      </p:graphicFrame>
      <p:sp>
        <p:nvSpPr>
          <p:cNvPr id="5" name="Rectangle 4"/>
          <p:cNvSpPr/>
          <p:nvPr/>
        </p:nvSpPr>
        <p:spPr bwMode="auto">
          <a:xfrm>
            <a:off x="0" y="0"/>
            <a:ext cx="12192000" cy="1052736"/>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none" lIns="68580" tIns="34290" rIns="68580" bIns="34290" numCol="1" rtlCol="0" anchor="ctr" anchorCtr="0" compatLnSpc="1">
            <a:prstTxWarp prst="textNoShape">
              <a:avLst/>
            </a:prstTxWarp>
          </a:bodyPr>
          <a:lstStyle/>
          <a:p>
            <a:pPr algn="ctr" fontAlgn="base">
              <a:spcBef>
                <a:spcPct val="0"/>
              </a:spcBef>
              <a:spcAft>
                <a:spcPct val="0"/>
              </a:spcAft>
            </a:pPr>
            <a:endParaRPr lang="en-GB" sz="1426">
              <a:solidFill>
                <a:srgbClr val="2D2926"/>
              </a:solidFill>
              <a:latin typeface="Arial" charset="0"/>
            </a:endParaRPr>
          </a:p>
        </p:txBody>
      </p:sp>
      <p:sp>
        <p:nvSpPr>
          <p:cNvPr id="4" name="Slide Number Placeholder 3"/>
          <p:cNvSpPr>
            <a:spLocks noGrp="1"/>
          </p:cNvSpPr>
          <p:nvPr>
            <p:ph type="sldNum" sz="quarter" idx="11"/>
          </p:nvPr>
        </p:nvSpPr>
        <p:spPr/>
        <p:txBody>
          <a:bodyPr/>
          <a:lstStyle/>
          <a:p>
            <a:fld id="{B3CE4FC1-9BFD-4D71-B62C-EB069A42157A}" type="slidenum">
              <a:rPr lang="en-US" smtClean="0">
                <a:solidFill>
                  <a:srgbClr val="000000"/>
                </a:solidFill>
              </a:rPr>
              <a:pPr/>
              <a:t>‹#›</a:t>
            </a:fld>
            <a:endParaRPr lang="en-US">
              <a:solidFill>
                <a:srgbClr val="000000"/>
              </a:solidFill>
            </a:endParaRPr>
          </a:p>
        </p:txBody>
      </p:sp>
      <p:sp>
        <p:nvSpPr>
          <p:cNvPr id="7" name="Rectangle 4"/>
          <p:cNvSpPr>
            <a:spLocks noGrp="1" noChangeArrowheads="1"/>
          </p:cNvSpPr>
          <p:nvPr>
            <p:ph type="ftr" sz="quarter" idx="12"/>
          </p:nvPr>
        </p:nvSpPr>
        <p:spPr>
          <a:xfrm>
            <a:off x="239187" y="6400800"/>
            <a:ext cx="9409211" cy="457200"/>
          </a:xfrm>
          <a:prstGeom prst="rect">
            <a:avLst/>
          </a:prstGeom>
          <a:ln/>
        </p:spPr>
        <p:txBody>
          <a:bodyPr/>
          <a:lstStyle>
            <a:lvl1pPr>
              <a:defRPr/>
            </a:lvl1pPr>
          </a:lstStyle>
          <a:p>
            <a:endParaRPr lang="en-US">
              <a:solidFill>
                <a:srgbClr val="000000"/>
              </a:solidFill>
            </a:endParaRPr>
          </a:p>
        </p:txBody>
      </p:sp>
    </p:spTree>
    <p:extLst>
      <p:ext uri="{BB962C8B-B14F-4D97-AF65-F5344CB8AC3E}">
        <p14:creationId xmlns:p14="http://schemas.microsoft.com/office/powerpoint/2010/main" val="97518484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5120" userDrawn="1">
          <p15:clr>
            <a:srgbClr val="FBAE40"/>
          </p15:clr>
        </p15:guide>
        <p15:guide id="3" orient="horz" pos="4020" userDrawn="1">
          <p15:clr>
            <a:srgbClr val="FBAE40"/>
          </p15:clr>
        </p15:guide>
        <p15:guide id="4" pos="190" userDrawn="1">
          <p15:clr>
            <a:srgbClr val="FBAE40"/>
          </p15:clr>
        </p15:guide>
        <p15:guide id="5" pos="10050" userDrawn="1">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graphicFrame>
        <p:nvGraphicFramePr>
          <p:cNvPr id="8" name="Object 7" hidden="1"/>
          <p:cNvGraphicFramePr>
            <a:graphicFrameLocks noChangeAspect="1"/>
          </p:cNvGraphicFramePr>
          <p:nvPr>
            <p:custDataLst>
              <p:tags r:id="rId1"/>
            </p:custDataLst>
          </p:nvPr>
        </p:nvGraphicFramePr>
        <p:xfrm>
          <a:off x="2119" y="1597"/>
          <a:ext cx="2116" cy="1587"/>
        </p:xfrm>
        <a:graphic>
          <a:graphicData uri="http://schemas.openxmlformats.org/presentationml/2006/ole">
            <mc:AlternateContent xmlns:mc="http://schemas.openxmlformats.org/markup-compatibility/2006">
              <mc:Choice xmlns:v="urn:schemas-microsoft-com:vml" Requires="v">
                <p:oleObj name="think-cell Slide" r:id="rId3" imgW="360" imgH="360" progId="TCLayout.ActiveDocument.1">
                  <p:embed/>
                </p:oleObj>
              </mc:Choice>
              <mc:Fallback>
                <p:oleObj name="think-cell Slide" r:id="rId3" imgW="360" imgH="360" progId="TCLayout.ActiveDocument.1">
                  <p:embed/>
                  <p:pic>
                    <p:nvPicPr>
                      <p:cNvPr id="8" name="Object 7"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19" y="1597"/>
                        <a:ext cx="2116"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33" name="Picture 32"/>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 y="7"/>
            <a:ext cx="12192000" cy="6857433"/>
          </a:xfrm>
          <a:prstGeom prst="rect">
            <a:avLst/>
          </a:prstGeom>
          <a:ln>
            <a:noFill/>
          </a:ln>
        </p:spPr>
      </p:pic>
      <p:sp>
        <p:nvSpPr>
          <p:cNvPr id="7" name="Rectangle 6"/>
          <p:cNvSpPr/>
          <p:nvPr/>
        </p:nvSpPr>
        <p:spPr bwMode="auto">
          <a:xfrm>
            <a:off x="2" y="1809000"/>
            <a:ext cx="12192000" cy="3240000"/>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none" lIns="51435" tIns="25717" rIns="51435" bIns="25717" numCol="1" rtlCol="0" anchor="ctr" anchorCtr="0" compatLnSpc="1">
            <a:prstTxWarp prst="textNoShape">
              <a:avLst/>
            </a:prstTxWarp>
          </a:bodyPr>
          <a:lstStyle/>
          <a:p>
            <a:pPr algn="ctr" defTabSz="514362" fontAlgn="base">
              <a:spcBef>
                <a:spcPct val="0"/>
              </a:spcBef>
              <a:spcAft>
                <a:spcPct val="0"/>
              </a:spcAft>
            </a:pPr>
            <a:endParaRPr lang="en-GB" sz="1068">
              <a:solidFill>
                <a:srgbClr val="2D2926"/>
              </a:solidFill>
              <a:latin typeface="Arial" charset="0"/>
            </a:endParaRPr>
          </a:p>
        </p:txBody>
      </p:sp>
      <p:sp>
        <p:nvSpPr>
          <p:cNvPr id="4" name="Date Placeholder 3"/>
          <p:cNvSpPr>
            <a:spLocks noGrp="1" noChangeArrowheads="1"/>
          </p:cNvSpPr>
          <p:nvPr>
            <p:ph type="dt" sz="half" idx="10"/>
          </p:nvPr>
        </p:nvSpPr>
        <p:spPr>
          <a:xfrm>
            <a:off x="0" y="6400800"/>
            <a:ext cx="2540000" cy="457200"/>
          </a:xfrm>
          <a:prstGeom prst="rect">
            <a:avLst/>
          </a:prstGeom>
          <a:ln/>
        </p:spPr>
        <p:txBody>
          <a:bodyPr lIns="36000" tIns="36000" rIns="36000" bIns="36000" anchor="b"/>
          <a:lstStyle>
            <a:lvl1pPr>
              <a:defRPr sz="676">
                <a:solidFill>
                  <a:schemeClr val="bg1"/>
                </a:solidFill>
                <a:latin typeface="+mn-lt"/>
              </a:defRPr>
            </a:lvl1pPr>
          </a:lstStyle>
          <a:p>
            <a:endParaRPr lang="en-US">
              <a:solidFill>
                <a:srgbClr val="FFFFFF"/>
              </a:solidFill>
            </a:endParaRPr>
          </a:p>
        </p:txBody>
      </p:sp>
      <p:sp>
        <p:nvSpPr>
          <p:cNvPr id="6" name="Rectangle 5"/>
          <p:cNvSpPr>
            <a:spLocks noGrp="1" noChangeArrowheads="1"/>
          </p:cNvSpPr>
          <p:nvPr>
            <p:ph type="sldNum" sz="quarter" idx="12"/>
          </p:nvPr>
        </p:nvSpPr>
        <p:spPr>
          <a:ln/>
        </p:spPr>
        <p:txBody>
          <a:bodyPr anchor="b"/>
          <a:lstStyle>
            <a:lvl1pPr>
              <a:defRPr sz="676">
                <a:solidFill>
                  <a:schemeClr val="bg1"/>
                </a:solidFill>
                <a:latin typeface="+mn-lt"/>
              </a:defRPr>
            </a:lvl1pPr>
          </a:lstStyle>
          <a:p>
            <a:fld id="{9F560533-324B-4E85-82D9-28A85B605079}" type="slidenum">
              <a:rPr lang="en-US" smtClean="0">
                <a:solidFill>
                  <a:srgbClr val="FFFFFF"/>
                </a:solidFill>
              </a:rPr>
              <a:pPr/>
              <a:t>‹#›</a:t>
            </a:fld>
            <a:endParaRPr lang="en-US">
              <a:solidFill>
                <a:srgbClr val="FFFFFF"/>
              </a:solidFill>
            </a:endParaRPr>
          </a:p>
        </p:txBody>
      </p:sp>
      <p:sp>
        <p:nvSpPr>
          <p:cNvPr id="2" name="Title 1"/>
          <p:cNvSpPr>
            <a:spLocks noGrp="1"/>
          </p:cNvSpPr>
          <p:nvPr>
            <p:ph type="ctrTitle"/>
          </p:nvPr>
        </p:nvSpPr>
        <p:spPr>
          <a:xfrm>
            <a:off x="286572" y="2390408"/>
            <a:ext cx="11616000" cy="1918823"/>
          </a:xfrm>
          <a:prstGeom prst="rect">
            <a:avLst/>
          </a:prstGeom>
        </p:spPr>
        <p:txBody>
          <a:bodyPr anchor="ctr"/>
          <a:lstStyle>
            <a:lvl1pPr algn="l">
              <a:defRPr sz="2100" b="1">
                <a:solidFill>
                  <a:schemeClr val="tx1"/>
                </a:solidFill>
                <a:effectLst/>
                <a:latin typeface="Calibri" panose="020F0502020204030204" pitchFamily="34" charset="0"/>
              </a:defRPr>
            </a:lvl1pPr>
          </a:lstStyle>
          <a:p>
            <a:r>
              <a:rPr lang="en-US"/>
              <a:t>Click to edit Master title style</a:t>
            </a:r>
          </a:p>
        </p:txBody>
      </p:sp>
      <p:sp>
        <p:nvSpPr>
          <p:cNvPr id="3" name="Subtitle 2"/>
          <p:cNvSpPr>
            <a:spLocks noGrp="1"/>
          </p:cNvSpPr>
          <p:nvPr>
            <p:ph type="subTitle" idx="1"/>
          </p:nvPr>
        </p:nvSpPr>
        <p:spPr>
          <a:xfrm>
            <a:off x="286571" y="5140422"/>
            <a:ext cx="5088000" cy="1080000"/>
          </a:xfrm>
          <a:prstGeom prst="rect">
            <a:avLst/>
          </a:prstGeom>
        </p:spPr>
        <p:txBody>
          <a:bodyPr/>
          <a:lstStyle>
            <a:lvl1pPr marL="0" indent="0" algn="l">
              <a:buNone/>
              <a:defRPr sz="1051" b="1">
                <a:solidFill>
                  <a:schemeClr val="bg1"/>
                </a:solidFill>
                <a:effectLst>
                  <a:outerShdw blurRad="38100" dist="38100" dir="2700000" algn="tl">
                    <a:srgbClr val="000000">
                      <a:alpha val="43137"/>
                    </a:srgbClr>
                  </a:outerShdw>
                </a:effectLst>
                <a:latin typeface="Calibri" panose="020F0502020204030204" pitchFamily="34" charset="0"/>
              </a:defRPr>
            </a:lvl1pPr>
            <a:lvl2pPr marL="257182" indent="0" algn="ctr">
              <a:buNone/>
              <a:defRPr/>
            </a:lvl2pPr>
            <a:lvl3pPr marL="514362" indent="0" algn="ctr">
              <a:buNone/>
              <a:defRPr/>
            </a:lvl3pPr>
            <a:lvl4pPr marL="771544" indent="0" algn="ctr">
              <a:buNone/>
              <a:defRPr/>
            </a:lvl4pPr>
            <a:lvl5pPr marL="1028726" indent="0" algn="ctr">
              <a:buNone/>
              <a:defRPr/>
            </a:lvl5pPr>
            <a:lvl6pPr marL="1285908" indent="0" algn="ctr">
              <a:buNone/>
              <a:defRPr/>
            </a:lvl6pPr>
            <a:lvl7pPr marL="1543088" indent="0" algn="ctr">
              <a:buNone/>
              <a:defRPr/>
            </a:lvl7pPr>
            <a:lvl8pPr marL="1800271" indent="0" algn="ctr">
              <a:buNone/>
              <a:defRPr/>
            </a:lvl8pPr>
            <a:lvl9pPr marL="2057451" indent="0" algn="ctr">
              <a:buNone/>
              <a:defRPr/>
            </a:lvl9pPr>
          </a:lstStyle>
          <a:p>
            <a:r>
              <a:rPr lang="en-US"/>
              <a:t>Click to edit Master subtitle style</a:t>
            </a:r>
          </a:p>
        </p:txBody>
      </p:sp>
      <p:sp>
        <p:nvSpPr>
          <p:cNvPr id="12" name="Rectangle 11"/>
          <p:cNvSpPr/>
          <p:nvPr/>
        </p:nvSpPr>
        <p:spPr bwMode="auto">
          <a:xfrm>
            <a:off x="5104665" y="6755907"/>
            <a:ext cx="2925191" cy="102094"/>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none" lIns="51435" tIns="25717" rIns="51435" bIns="25717" numCol="1" rtlCol="0" anchor="ctr" anchorCtr="0" compatLnSpc="1">
            <a:prstTxWarp prst="textNoShape">
              <a:avLst/>
            </a:prstTxWarp>
          </a:bodyPr>
          <a:lstStyle/>
          <a:p>
            <a:pPr algn="ctr" defTabSz="514362" fontAlgn="base">
              <a:spcBef>
                <a:spcPct val="0"/>
              </a:spcBef>
              <a:spcAft>
                <a:spcPct val="0"/>
              </a:spcAft>
            </a:pPr>
            <a:endParaRPr lang="en-GB" sz="676">
              <a:solidFill>
                <a:srgbClr val="2D2926"/>
              </a:solidFill>
            </a:endParaRPr>
          </a:p>
        </p:txBody>
      </p:sp>
      <p:pic>
        <p:nvPicPr>
          <p:cNvPr id="9" name="Picture 8"/>
          <p:cNvPicPr>
            <a:picLocks noChangeAspect="1"/>
          </p:cNvPicPr>
          <p:nvPr/>
        </p:nvPicPr>
        <p:blipFill>
          <a:blip r:embed="rId6" cstate="print"/>
          <a:stretch>
            <a:fillRect/>
          </a:stretch>
        </p:blipFill>
        <p:spPr>
          <a:xfrm>
            <a:off x="8429746" y="526501"/>
            <a:ext cx="2876434" cy="756000"/>
          </a:xfrm>
          <a:prstGeom prst="rect">
            <a:avLst/>
          </a:prstGeom>
        </p:spPr>
      </p:pic>
    </p:spTree>
    <p:extLst>
      <p:ext uri="{BB962C8B-B14F-4D97-AF65-F5344CB8AC3E}">
        <p14:creationId xmlns:p14="http://schemas.microsoft.com/office/powerpoint/2010/main" val="3514121132"/>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p:custDataLst>
              <p:tags r:id="rId1"/>
            </p:custDataLst>
          </p:nvPr>
        </p:nvGraphicFramePr>
        <p:xfrm>
          <a:off x="2119" y="1595"/>
          <a:ext cx="2116" cy="1587"/>
        </p:xfrm>
        <a:graphic>
          <a:graphicData uri="http://schemas.openxmlformats.org/presentationml/2006/ole">
            <mc:AlternateContent xmlns:mc="http://schemas.openxmlformats.org/markup-compatibility/2006">
              <mc:Choice xmlns:v="urn:schemas-microsoft-com:vml" Requires="v">
                <p:oleObj name="think-cell Slide" r:id="rId3" imgW="360" imgH="360" progId="TCLayout.ActiveDocument.1">
                  <p:embed/>
                </p:oleObj>
              </mc:Choice>
              <mc:Fallback>
                <p:oleObj name="think-cell Slide" r:id="rId3" imgW="360" imgH="360" progId="TCLayout.ActiveDocument.1">
                  <p:embed/>
                  <p:pic>
                    <p:nvPicPr>
                      <p:cNvPr id="3" name="Object 2"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19" y="1595"/>
                        <a:ext cx="2116"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Rectangle 9"/>
          <p:cNvSpPr/>
          <p:nvPr/>
        </p:nvSpPr>
        <p:spPr bwMode="auto">
          <a:xfrm>
            <a:off x="0" y="0"/>
            <a:ext cx="12192000" cy="1052736"/>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none" lIns="68580" tIns="34290" rIns="68580" bIns="34290" numCol="1" rtlCol="0" anchor="ctr" anchorCtr="0" compatLnSpc="1">
            <a:prstTxWarp prst="textNoShape">
              <a:avLst/>
            </a:prstTxWarp>
          </a:bodyPr>
          <a:lstStyle/>
          <a:p>
            <a:pPr algn="ctr" fontAlgn="base">
              <a:spcBef>
                <a:spcPct val="0"/>
              </a:spcBef>
              <a:spcAft>
                <a:spcPct val="0"/>
              </a:spcAft>
            </a:pPr>
            <a:endParaRPr lang="en-GB" sz="1426">
              <a:solidFill>
                <a:srgbClr val="2D2926"/>
              </a:solidFill>
              <a:latin typeface="Arial" charset="0"/>
            </a:endParaRPr>
          </a:p>
        </p:txBody>
      </p:sp>
      <p:pic>
        <p:nvPicPr>
          <p:cNvPr id="2" name="Picture 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616327" y="477844"/>
            <a:ext cx="5575676" cy="5543451"/>
          </a:xfrm>
          <a:prstGeom prst="rect">
            <a:avLst/>
          </a:prstGeom>
        </p:spPr>
      </p:pic>
      <p:sp>
        <p:nvSpPr>
          <p:cNvPr id="6" name="Rectangle 5"/>
          <p:cNvSpPr>
            <a:spLocks noGrp="1" noChangeArrowheads="1"/>
          </p:cNvSpPr>
          <p:nvPr>
            <p:ph type="sldNum" sz="quarter" idx="12"/>
          </p:nvPr>
        </p:nvSpPr>
        <p:spPr>
          <a:ln/>
        </p:spPr>
        <p:txBody>
          <a:bodyPr/>
          <a:lstStyle>
            <a:lvl1pPr>
              <a:defRPr/>
            </a:lvl1pPr>
          </a:lstStyle>
          <a:p>
            <a:fld id="{9F560533-324B-4E85-82D9-28A85B605079}" type="slidenum">
              <a:rPr lang="en-US" smtClean="0">
                <a:solidFill>
                  <a:srgbClr val="000000"/>
                </a:solidFill>
              </a:rPr>
              <a:pPr/>
              <a:t>‹#›</a:t>
            </a:fld>
            <a:endParaRPr lang="en-US">
              <a:solidFill>
                <a:srgbClr val="000000"/>
              </a:solidFill>
            </a:endParaRPr>
          </a:p>
        </p:txBody>
      </p:sp>
      <p:pic>
        <p:nvPicPr>
          <p:cNvPr id="7" name="Picture 6"/>
          <p:cNvPicPr>
            <a:picLocks noChangeAspect="1"/>
          </p:cNvPicPr>
          <p:nvPr/>
        </p:nvPicPr>
        <p:blipFill>
          <a:blip r:embed="rId6" cstate="print"/>
          <a:stretch>
            <a:fillRect/>
          </a:stretch>
        </p:blipFill>
        <p:spPr>
          <a:xfrm>
            <a:off x="239188" y="1964571"/>
            <a:ext cx="11713634" cy="65091"/>
          </a:xfrm>
          <a:prstGeom prst="rect">
            <a:avLst/>
          </a:prstGeom>
        </p:spPr>
      </p:pic>
      <p:sp>
        <p:nvSpPr>
          <p:cNvPr id="8" name="Text Placeholder 11"/>
          <p:cNvSpPr>
            <a:spLocks noGrp="1"/>
          </p:cNvSpPr>
          <p:nvPr>
            <p:ph type="body" sz="quarter" idx="13" hasCustomPrompt="1"/>
          </p:nvPr>
        </p:nvSpPr>
        <p:spPr>
          <a:xfrm>
            <a:off x="239188" y="2181578"/>
            <a:ext cx="11713634" cy="1463446"/>
          </a:xfrm>
          <a:prstGeom prst="rect">
            <a:avLst/>
          </a:prstGeom>
        </p:spPr>
        <p:txBody>
          <a:bodyPr vert="horz">
            <a:normAutofit/>
          </a:bodyPr>
          <a:lstStyle>
            <a:lvl1pPr marL="0" indent="0">
              <a:buNone/>
              <a:defRPr sz="2400" b="1">
                <a:solidFill>
                  <a:schemeClr val="tx1"/>
                </a:solidFill>
                <a:effectLst/>
              </a:defRPr>
            </a:lvl1pPr>
          </a:lstStyle>
          <a:p>
            <a:pPr lvl="0"/>
            <a:r>
              <a:rPr lang="en-US"/>
              <a:t>Section Title</a:t>
            </a:r>
          </a:p>
        </p:txBody>
      </p:sp>
      <p:sp>
        <p:nvSpPr>
          <p:cNvPr id="9" name="Text Placeholder 11"/>
          <p:cNvSpPr>
            <a:spLocks noGrp="1"/>
          </p:cNvSpPr>
          <p:nvPr>
            <p:ph type="body" sz="quarter" idx="14" hasCustomPrompt="1"/>
          </p:nvPr>
        </p:nvSpPr>
        <p:spPr>
          <a:xfrm>
            <a:off x="239188" y="1266925"/>
            <a:ext cx="11713634" cy="561756"/>
          </a:xfrm>
          <a:prstGeom prst="rect">
            <a:avLst/>
          </a:prstGeom>
        </p:spPr>
        <p:txBody>
          <a:bodyPr vert="horz" anchor="b">
            <a:normAutofit/>
          </a:bodyPr>
          <a:lstStyle>
            <a:lvl1pPr marL="0" indent="0">
              <a:buNone/>
              <a:defRPr sz="1349" b="0">
                <a:solidFill>
                  <a:schemeClr val="tx1">
                    <a:lumMod val="50000"/>
                    <a:lumOff val="50000"/>
                  </a:schemeClr>
                </a:solidFill>
              </a:defRPr>
            </a:lvl1pPr>
          </a:lstStyle>
          <a:p>
            <a:pPr lvl="0"/>
            <a:r>
              <a:rPr lang="en-US"/>
              <a:t>Section #</a:t>
            </a:r>
          </a:p>
        </p:txBody>
      </p:sp>
      <p:sp>
        <p:nvSpPr>
          <p:cNvPr id="11" name="Rectangle 4"/>
          <p:cNvSpPr>
            <a:spLocks noGrp="1" noChangeArrowheads="1"/>
          </p:cNvSpPr>
          <p:nvPr>
            <p:ph type="ftr" sz="quarter" idx="11"/>
          </p:nvPr>
        </p:nvSpPr>
        <p:spPr>
          <a:xfrm>
            <a:off x="239187" y="6400800"/>
            <a:ext cx="9409211" cy="457200"/>
          </a:xfrm>
          <a:prstGeom prst="rect">
            <a:avLst/>
          </a:prstGeom>
          <a:ln/>
        </p:spPr>
        <p:txBody>
          <a:bodyPr/>
          <a:lstStyle>
            <a:lvl1pPr>
              <a:defRPr/>
            </a:lvl1pPr>
          </a:lstStyle>
          <a:p>
            <a:endParaRPr lang="en-US">
              <a:solidFill>
                <a:srgbClr val="000000"/>
              </a:solidFill>
            </a:endParaRPr>
          </a:p>
        </p:txBody>
      </p:sp>
    </p:spTree>
    <p:extLst>
      <p:ext uri="{BB962C8B-B14F-4D97-AF65-F5344CB8AC3E}">
        <p14:creationId xmlns:p14="http://schemas.microsoft.com/office/powerpoint/2010/main" val="1794180732"/>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1_Section Header">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p:custDataLst>
              <p:tags r:id="rId1"/>
            </p:custDataLst>
          </p:nvPr>
        </p:nvGraphicFramePr>
        <p:xfrm>
          <a:off x="2119" y="1595"/>
          <a:ext cx="2116" cy="1587"/>
        </p:xfrm>
        <a:graphic>
          <a:graphicData uri="http://schemas.openxmlformats.org/presentationml/2006/ole">
            <mc:AlternateContent xmlns:mc="http://schemas.openxmlformats.org/markup-compatibility/2006">
              <mc:Choice xmlns:v="urn:schemas-microsoft-com:vml" Requires="v">
                <p:oleObj name="think-cell Slide" r:id="rId3" imgW="360" imgH="360" progId="TCLayout.ActiveDocument.1">
                  <p:embed/>
                </p:oleObj>
              </mc:Choice>
              <mc:Fallback>
                <p:oleObj name="think-cell Slide" r:id="rId3" imgW="360" imgH="360" progId="TCLayout.ActiveDocument.1">
                  <p:embed/>
                  <p:pic>
                    <p:nvPicPr>
                      <p:cNvPr id="3" name="Object 2"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19" y="1595"/>
                        <a:ext cx="2116"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5" name="Group 4"/>
          <p:cNvGrpSpPr/>
          <p:nvPr/>
        </p:nvGrpSpPr>
        <p:grpSpPr>
          <a:xfrm>
            <a:off x="4584740" y="1178585"/>
            <a:ext cx="7607266" cy="2547334"/>
            <a:chOff x="4242374" y="1266924"/>
            <a:chExt cx="7607265" cy="1277860"/>
          </a:xfrm>
        </p:grpSpPr>
        <p:pic>
          <p:nvPicPr>
            <p:cNvPr id="15" name="Picture 3"/>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l="66788"/>
            <a:stretch/>
          </p:blipFill>
          <p:spPr bwMode="auto">
            <a:xfrm>
              <a:off x="7458055" y="1266924"/>
              <a:ext cx="4049222" cy="6921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6" name="Picture 3"/>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r="97157" b="17268"/>
            <a:stretch/>
          </p:blipFill>
          <p:spPr bwMode="auto">
            <a:xfrm>
              <a:off x="4242374" y="1266924"/>
              <a:ext cx="3215680" cy="12778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8" name="Picture 3"/>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t="12683" r="99340" b="31624"/>
            <a:stretch/>
          </p:blipFill>
          <p:spPr bwMode="auto">
            <a:xfrm>
              <a:off x="10873398" y="1505214"/>
              <a:ext cx="616085" cy="38548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9" name="Picture 3"/>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l="66788" b="7541"/>
            <a:stretch/>
          </p:blipFill>
          <p:spPr bwMode="auto">
            <a:xfrm>
              <a:off x="6747364" y="1904828"/>
              <a:ext cx="4049222" cy="63995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7" name="Picture 3"/>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r="99746" b="50292"/>
            <a:stretch/>
          </p:blipFill>
          <p:spPr bwMode="auto">
            <a:xfrm>
              <a:off x="10181088" y="2094605"/>
              <a:ext cx="526195" cy="288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 name="Picture 3"/>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t="12683" r="99340" b="31624"/>
            <a:stretch/>
          </p:blipFill>
          <p:spPr bwMode="auto">
            <a:xfrm>
              <a:off x="11005120" y="1266924"/>
              <a:ext cx="844519" cy="12778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1" name="Picture 3"/>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t="12683" r="99340" b="31624"/>
            <a:stretch/>
          </p:blipFill>
          <p:spPr bwMode="auto">
            <a:xfrm>
              <a:off x="10662759" y="1724108"/>
              <a:ext cx="1186880" cy="82067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pic>
        <p:nvPicPr>
          <p:cNvPr id="32" name="Picture 3"/>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t="12683" r="99340" b="31624"/>
          <a:stretch/>
        </p:blipFill>
        <p:spPr bwMode="auto">
          <a:xfrm>
            <a:off x="2" y="1178588"/>
            <a:ext cx="4648132" cy="254733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0" name="Rectangle 9"/>
          <p:cNvSpPr/>
          <p:nvPr/>
        </p:nvSpPr>
        <p:spPr bwMode="auto">
          <a:xfrm>
            <a:off x="0" y="0"/>
            <a:ext cx="12192000" cy="1052736"/>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none" lIns="68580" tIns="34290" rIns="68580" bIns="34290" numCol="1" rtlCol="0" anchor="ctr" anchorCtr="0" compatLnSpc="1">
            <a:prstTxWarp prst="textNoShape">
              <a:avLst/>
            </a:prstTxWarp>
          </a:bodyPr>
          <a:lstStyle/>
          <a:p>
            <a:pPr algn="ctr" fontAlgn="base">
              <a:spcBef>
                <a:spcPct val="0"/>
              </a:spcBef>
              <a:spcAft>
                <a:spcPct val="0"/>
              </a:spcAft>
            </a:pPr>
            <a:endParaRPr lang="en-GB" sz="1426">
              <a:solidFill>
                <a:srgbClr val="2D2926"/>
              </a:solidFill>
              <a:latin typeface="Arial" charset="0"/>
            </a:endParaRPr>
          </a:p>
        </p:txBody>
      </p:sp>
      <p:sp>
        <p:nvSpPr>
          <p:cNvPr id="6" name="Rectangle 5"/>
          <p:cNvSpPr>
            <a:spLocks noGrp="1" noChangeArrowheads="1"/>
          </p:cNvSpPr>
          <p:nvPr>
            <p:ph type="sldNum" sz="quarter" idx="12"/>
          </p:nvPr>
        </p:nvSpPr>
        <p:spPr>
          <a:ln/>
        </p:spPr>
        <p:txBody>
          <a:bodyPr/>
          <a:lstStyle>
            <a:lvl1pPr>
              <a:defRPr/>
            </a:lvl1pPr>
          </a:lstStyle>
          <a:p>
            <a:fld id="{9F560533-324B-4E85-82D9-28A85B605079}" type="slidenum">
              <a:rPr lang="en-US" smtClean="0">
                <a:solidFill>
                  <a:srgbClr val="000000"/>
                </a:solidFill>
              </a:rPr>
              <a:pPr/>
              <a:t>‹#›</a:t>
            </a:fld>
            <a:endParaRPr lang="en-US">
              <a:solidFill>
                <a:srgbClr val="000000"/>
              </a:solidFill>
            </a:endParaRPr>
          </a:p>
        </p:txBody>
      </p:sp>
      <p:sp>
        <p:nvSpPr>
          <p:cNvPr id="8" name="Text Placeholder 11"/>
          <p:cNvSpPr>
            <a:spLocks noGrp="1"/>
          </p:cNvSpPr>
          <p:nvPr>
            <p:ph type="body" sz="quarter" idx="13" hasCustomPrompt="1"/>
          </p:nvPr>
        </p:nvSpPr>
        <p:spPr>
          <a:xfrm>
            <a:off x="239187" y="2181578"/>
            <a:ext cx="8736139" cy="1463446"/>
          </a:xfrm>
          <a:prstGeom prst="rect">
            <a:avLst/>
          </a:prstGeom>
        </p:spPr>
        <p:txBody>
          <a:bodyPr vert="horz">
            <a:normAutofit/>
          </a:bodyPr>
          <a:lstStyle>
            <a:lvl1pPr marL="0" indent="0">
              <a:buNone/>
              <a:defRPr sz="2400" b="1">
                <a:solidFill>
                  <a:schemeClr val="bg1"/>
                </a:solidFill>
                <a:effectLst/>
              </a:defRPr>
            </a:lvl1pPr>
          </a:lstStyle>
          <a:p>
            <a:pPr lvl="0"/>
            <a:r>
              <a:rPr lang="en-US"/>
              <a:t>Section Title</a:t>
            </a:r>
          </a:p>
        </p:txBody>
      </p:sp>
      <p:sp>
        <p:nvSpPr>
          <p:cNvPr id="9" name="Text Placeholder 11"/>
          <p:cNvSpPr>
            <a:spLocks noGrp="1"/>
          </p:cNvSpPr>
          <p:nvPr>
            <p:ph type="body" sz="quarter" idx="14" hasCustomPrompt="1"/>
          </p:nvPr>
        </p:nvSpPr>
        <p:spPr>
          <a:xfrm>
            <a:off x="239187" y="1266925"/>
            <a:ext cx="8736139" cy="561756"/>
          </a:xfrm>
          <a:prstGeom prst="rect">
            <a:avLst/>
          </a:prstGeom>
        </p:spPr>
        <p:txBody>
          <a:bodyPr vert="horz" anchor="b">
            <a:normAutofit/>
          </a:bodyPr>
          <a:lstStyle>
            <a:lvl1pPr marL="0" indent="0">
              <a:buNone/>
              <a:defRPr sz="1349" b="0">
                <a:solidFill>
                  <a:schemeClr val="bg1"/>
                </a:solidFill>
              </a:defRPr>
            </a:lvl1pPr>
          </a:lstStyle>
          <a:p>
            <a:pPr lvl="0"/>
            <a:r>
              <a:rPr lang="en-US"/>
              <a:t>Section #</a:t>
            </a:r>
          </a:p>
        </p:txBody>
      </p:sp>
      <p:sp>
        <p:nvSpPr>
          <p:cNvPr id="11" name="Rectangle 4"/>
          <p:cNvSpPr>
            <a:spLocks noGrp="1" noChangeArrowheads="1"/>
          </p:cNvSpPr>
          <p:nvPr>
            <p:ph type="ftr" sz="quarter" idx="11"/>
          </p:nvPr>
        </p:nvSpPr>
        <p:spPr>
          <a:xfrm>
            <a:off x="239187" y="6400800"/>
            <a:ext cx="9409211" cy="457200"/>
          </a:xfrm>
          <a:prstGeom prst="rect">
            <a:avLst/>
          </a:prstGeom>
          <a:ln/>
        </p:spPr>
        <p:txBody>
          <a:bodyPr/>
          <a:lstStyle>
            <a:lvl1pPr>
              <a:defRPr/>
            </a:lvl1pPr>
          </a:lstStyle>
          <a:p>
            <a:endParaRPr lang="en-US">
              <a:solidFill>
                <a:srgbClr val="000000"/>
              </a:solidFill>
            </a:endParaRPr>
          </a:p>
        </p:txBody>
      </p:sp>
      <p:pic>
        <p:nvPicPr>
          <p:cNvPr id="14" name="Picture 3"/>
          <p:cNvPicPr>
            <a:picLocks noChangeAspect="1" noChangeArrowheads="1"/>
          </p:cNvPicPr>
          <p:nvPr/>
        </p:nvPicPr>
        <p:blipFill rotWithShape="1">
          <a:blip r:embed="rId6" cstate="print">
            <a:extLst>
              <a:ext uri="{28A0092B-C50C-407E-A947-70E740481C1C}">
                <a14:useLocalDpi xmlns:a14="http://schemas.microsoft.com/office/drawing/2010/main" val="0"/>
              </a:ext>
            </a:extLst>
          </a:blip>
          <a:srcRect t="13116" r="76604" b="25471"/>
          <a:stretch/>
        </p:blipFill>
        <p:spPr bwMode="auto">
          <a:xfrm>
            <a:off x="11399103" y="3113153"/>
            <a:ext cx="627692" cy="53187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35" name="Straight Connector 34"/>
          <p:cNvCxnSpPr/>
          <p:nvPr/>
        </p:nvCxnSpPr>
        <p:spPr bwMode="auto">
          <a:xfrm>
            <a:off x="239187" y="2006353"/>
            <a:ext cx="8875152" cy="0"/>
          </a:xfrm>
          <a:prstGeom prst="line">
            <a:avLst/>
          </a:prstGeom>
          <a:ln w="28575">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11246728"/>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Title + Text Box Layout">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custDataLst>
              <p:tags r:id="rId1"/>
            </p:custDataLst>
          </p:nvPr>
        </p:nvGraphicFramePr>
        <p:xfrm>
          <a:off x="1592" y="1594"/>
          <a:ext cx="1588" cy="1587"/>
        </p:xfrm>
        <a:graphic>
          <a:graphicData uri="http://schemas.openxmlformats.org/presentationml/2006/ole">
            <mc:AlternateContent xmlns:mc="http://schemas.openxmlformats.org/markup-compatibility/2006">
              <mc:Choice xmlns:v="urn:schemas-microsoft-com:vml" Requires="v">
                <p:oleObj name="think-cell Slide" r:id="rId3" imgW="360" imgH="360" progId="TCLayout.ActiveDocument.1">
                  <p:embed/>
                </p:oleObj>
              </mc:Choice>
              <mc:Fallback>
                <p:oleObj name="think-cell Slide" r:id="rId3" imgW="360" imgH="360" progId="TCLayout.ActiveDocument.1">
                  <p:embed/>
                  <p:pic>
                    <p:nvPicPr>
                      <p:cNvPr id="2" name="Object 1"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92" y="1594"/>
                        <a:ext cx="1588"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Title 1"/>
          <p:cNvSpPr>
            <a:spLocks noGrp="1"/>
          </p:cNvSpPr>
          <p:nvPr>
            <p:ph type="title"/>
          </p:nvPr>
        </p:nvSpPr>
        <p:spPr>
          <a:xfrm>
            <a:off x="239188" y="0"/>
            <a:ext cx="10273307" cy="648000"/>
          </a:xfrm>
          <a:prstGeom prst="rect">
            <a:avLst/>
          </a:prstGeom>
        </p:spPr>
        <p:txBody>
          <a:bodyPr lIns="0" tIns="0" rIns="0" bIns="0" anchor="ctr">
            <a:normAutofit/>
          </a:bodyPr>
          <a:lstStyle>
            <a:lvl1pPr>
              <a:defRPr sz="1500" b="1">
                <a:latin typeface="Calibri" panose="020F0502020204030204" pitchFamily="34" charset="0"/>
              </a:defRPr>
            </a:lvl1pPr>
          </a:lstStyle>
          <a:p>
            <a:r>
              <a:rPr lang="en-US"/>
              <a:t>Click to edit Master title style</a:t>
            </a:r>
            <a:endParaRPr lang="en-GB"/>
          </a:p>
        </p:txBody>
      </p:sp>
      <p:sp>
        <p:nvSpPr>
          <p:cNvPr id="7" name="Rectangle 4"/>
          <p:cNvSpPr>
            <a:spLocks noGrp="1" noChangeArrowheads="1"/>
          </p:cNvSpPr>
          <p:nvPr>
            <p:ph type="ftr" sz="quarter" idx="11"/>
          </p:nvPr>
        </p:nvSpPr>
        <p:spPr>
          <a:xfrm>
            <a:off x="239187" y="6400800"/>
            <a:ext cx="9409211" cy="457200"/>
          </a:xfrm>
          <a:prstGeom prst="rect">
            <a:avLst/>
          </a:prstGeom>
          <a:ln/>
        </p:spPr>
        <p:txBody>
          <a:bodyPr/>
          <a:lstStyle>
            <a:lvl1pPr>
              <a:defRPr/>
            </a:lvl1pPr>
          </a:lstStyle>
          <a:p>
            <a:endParaRPr lang="en-US">
              <a:solidFill>
                <a:srgbClr val="000000"/>
              </a:solidFill>
            </a:endParaRPr>
          </a:p>
        </p:txBody>
      </p:sp>
      <p:sp>
        <p:nvSpPr>
          <p:cNvPr id="8" name="Rectangle 5"/>
          <p:cNvSpPr>
            <a:spLocks noGrp="1" noChangeArrowheads="1"/>
          </p:cNvSpPr>
          <p:nvPr>
            <p:ph type="sldNum" sz="quarter" idx="12"/>
          </p:nvPr>
        </p:nvSpPr>
        <p:spPr>
          <a:xfrm>
            <a:off x="11664622" y="6400800"/>
            <a:ext cx="527381" cy="457200"/>
          </a:xfrm>
          <a:ln/>
        </p:spPr>
        <p:txBody>
          <a:bodyPr/>
          <a:lstStyle>
            <a:lvl1pPr>
              <a:defRPr/>
            </a:lvl1pPr>
          </a:lstStyle>
          <a:p>
            <a:fld id="{9F560533-324B-4E85-82D9-28A85B605079}" type="slidenum">
              <a:rPr lang="en-US" smtClean="0">
                <a:solidFill>
                  <a:srgbClr val="000000"/>
                </a:solidFill>
              </a:rPr>
              <a:pPr/>
              <a:t>‹#›</a:t>
            </a:fld>
            <a:endParaRPr lang="en-US">
              <a:solidFill>
                <a:srgbClr val="000000"/>
              </a:solidFill>
            </a:endParaRPr>
          </a:p>
        </p:txBody>
      </p:sp>
      <p:sp>
        <p:nvSpPr>
          <p:cNvPr id="5" name="Text Placeholder 4"/>
          <p:cNvSpPr>
            <a:spLocks noGrp="1"/>
          </p:cNvSpPr>
          <p:nvPr>
            <p:ph type="body" sz="quarter" idx="13" hasCustomPrompt="1"/>
          </p:nvPr>
        </p:nvSpPr>
        <p:spPr>
          <a:xfrm>
            <a:off x="239187" y="836712"/>
            <a:ext cx="11329424" cy="1655762"/>
          </a:xfrm>
          <a:prstGeom prst="rect">
            <a:avLst/>
          </a:prstGeom>
        </p:spPr>
        <p:txBody>
          <a:bodyPr/>
          <a:lstStyle>
            <a:lvl1pPr marL="0" marR="0" indent="0" algn="l" defTabSz="685817" rtl="0" eaLnBrk="1" fontAlgn="base" latinLnBrk="0" hangingPunct="1">
              <a:lnSpc>
                <a:spcPct val="100000"/>
              </a:lnSpc>
              <a:spcBef>
                <a:spcPct val="20000"/>
              </a:spcBef>
              <a:spcAft>
                <a:spcPct val="0"/>
              </a:spcAft>
              <a:buClr>
                <a:srgbClr val="C00000"/>
              </a:buClr>
              <a:buSzTx/>
              <a:buFontTx/>
              <a:buNone/>
              <a:tabLst/>
              <a:defRPr kumimoji="0" lang="en-US" sz="1349" b="0" i="0" u="none" strike="noStrike" kern="0" cap="none" spc="0" normalizeH="0" baseline="0" noProof="0">
                <a:ln>
                  <a:noFill/>
                </a:ln>
                <a:solidFill>
                  <a:schemeClr val="tx1"/>
                </a:solidFill>
                <a:effectLst/>
                <a:uLnTx/>
                <a:uFillTx/>
              </a:defRPr>
            </a:lvl1pPr>
            <a:lvl2pPr marL="557227" marR="0" indent="-214319" algn="l" defTabSz="685817" rtl="0" eaLnBrk="1" fontAlgn="base" latinLnBrk="0" hangingPunct="1">
              <a:lnSpc>
                <a:spcPct val="100000"/>
              </a:lnSpc>
              <a:spcBef>
                <a:spcPct val="20000"/>
              </a:spcBef>
              <a:spcAft>
                <a:spcPct val="0"/>
              </a:spcAft>
              <a:buClr>
                <a:srgbClr val="C00000"/>
              </a:buClr>
              <a:buSzTx/>
              <a:buFontTx/>
              <a:buChar char="–"/>
              <a:tabLst/>
              <a:defRPr kumimoji="0" lang="en-US" sz="1200" b="0" i="0" u="none" strike="noStrike" kern="0" cap="none" spc="0" normalizeH="0" baseline="0" noProof="0">
                <a:ln>
                  <a:noFill/>
                </a:ln>
                <a:solidFill>
                  <a:schemeClr val="tx1"/>
                </a:solidFill>
                <a:effectLst/>
                <a:uLnTx/>
                <a:uFillTx/>
              </a:defRPr>
            </a:lvl2pPr>
            <a:lvl3pPr marL="857271" marR="0" indent="-171455" algn="l" defTabSz="685817" rtl="0" eaLnBrk="1" fontAlgn="base" latinLnBrk="0" hangingPunct="1">
              <a:lnSpc>
                <a:spcPct val="100000"/>
              </a:lnSpc>
              <a:spcBef>
                <a:spcPct val="20000"/>
              </a:spcBef>
              <a:spcAft>
                <a:spcPct val="0"/>
              </a:spcAft>
              <a:buClr>
                <a:srgbClr val="C00000"/>
              </a:buClr>
              <a:buSzTx/>
              <a:buFontTx/>
              <a:buChar char="•"/>
              <a:tabLst/>
              <a:defRPr kumimoji="0" lang="en-US" sz="1051" b="0" i="0" u="none" strike="noStrike" kern="0" cap="none" spc="0" normalizeH="0" baseline="0" noProof="0">
                <a:ln>
                  <a:noFill/>
                </a:ln>
                <a:solidFill>
                  <a:schemeClr val="tx1"/>
                </a:solidFill>
                <a:effectLst/>
                <a:uLnTx/>
                <a:uFillTx/>
              </a:defRPr>
            </a:lvl3pPr>
            <a:lvl4pPr marL="1200180" marR="0" indent="-171455" algn="l" defTabSz="685817" rtl="0" eaLnBrk="1" fontAlgn="base" latinLnBrk="0" hangingPunct="1">
              <a:lnSpc>
                <a:spcPct val="100000"/>
              </a:lnSpc>
              <a:spcBef>
                <a:spcPct val="20000"/>
              </a:spcBef>
              <a:spcAft>
                <a:spcPct val="0"/>
              </a:spcAft>
              <a:buClr>
                <a:srgbClr val="C00000"/>
              </a:buClr>
              <a:buSzTx/>
              <a:buFontTx/>
              <a:buChar char="–"/>
              <a:tabLst/>
              <a:defRPr kumimoji="0" lang="en-US" sz="1051" b="0" i="0" u="none" strike="noStrike" kern="0" cap="none" spc="0" normalizeH="0" baseline="0" noProof="0">
                <a:ln>
                  <a:noFill/>
                </a:ln>
                <a:solidFill>
                  <a:schemeClr val="tx1"/>
                </a:solidFill>
                <a:effectLst/>
                <a:uLnTx/>
                <a:uFillTx/>
              </a:defRPr>
            </a:lvl4pPr>
            <a:lvl5pPr marL="1543088" marR="0" indent="-171455" algn="l" defTabSz="685817" rtl="0" eaLnBrk="1" fontAlgn="base" latinLnBrk="0" hangingPunct="1">
              <a:lnSpc>
                <a:spcPct val="100000"/>
              </a:lnSpc>
              <a:spcBef>
                <a:spcPct val="20000"/>
              </a:spcBef>
              <a:spcAft>
                <a:spcPct val="0"/>
              </a:spcAft>
              <a:buClr>
                <a:srgbClr val="C00000"/>
              </a:buClr>
              <a:buSzTx/>
              <a:buFontTx/>
              <a:buChar char="»"/>
              <a:tabLst/>
              <a:defRPr kumimoji="0" lang="en-US" sz="1051" b="0" i="0" u="none" strike="noStrike" kern="0" cap="none" spc="0" normalizeH="0" baseline="0" noProof="0">
                <a:ln>
                  <a:noFill/>
                </a:ln>
                <a:solidFill>
                  <a:schemeClr val="tx1"/>
                </a:solidFill>
                <a:effectLst/>
                <a:uLnTx/>
                <a:uFillTx/>
              </a:defRPr>
            </a:lvl5pPr>
            <a:lvl6pPr marL="0" marR="0" indent="0" algn="l" defTabSz="685817" rtl="0" eaLnBrk="1" fontAlgn="base" latinLnBrk="0" hangingPunct="1">
              <a:lnSpc>
                <a:spcPct val="100000"/>
              </a:lnSpc>
              <a:spcBef>
                <a:spcPct val="20000"/>
              </a:spcBef>
              <a:spcAft>
                <a:spcPct val="0"/>
              </a:spcAft>
              <a:buClr>
                <a:srgbClr val="C00000"/>
              </a:buClr>
              <a:buSzTx/>
              <a:buFontTx/>
              <a:buNone/>
              <a:tabLst/>
              <a:defRPr>
                <a:solidFill>
                  <a:schemeClr val="tx1"/>
                </a:solidFill>
              </a:defRPr>
            </a:lvl6pPr>
            <a:lvl8pPr marL="0" marR="0" indent="0" algn="l" defTabSz="685817" rtl="0" eaLnBrk="1" fontAlgn="base" latinLnBrk="0" hangingPunct="1">
              <a:lnSpc>
                <a:spcPct val="100000"/>
              </a:lnSpc>
              <a:spcBef>
                <a:spcPct val="20000"/>
              </a:spcBef>
              <a:spcAft>
                <a:spcPct val="0"/>
              </a:spcAft>
              <a:buClrTx/>
              <a:buSzTx/>
              <a:buFontTx/>
              <a:buNone/>
              <a:tabLst/>
              <a:defRPr/>
            </a:lvl8pPr>
            <a:lvl9pPr marL="0" marR="0" indent="0" algn="l" defTabSz="685817" rtl="0" eaLnBrk="1" fontAlgn="base" latinLnBrk="0" hangingPunct="1">
              <a:lnSpc>
                <a:spcPct val="100000"/>
              </a:lnSpc>
              <a:spcBef>
                <a:spcPct val="20000"/>
              </a:spcBef>
              <a:spcAft>
                <a:spcPct val="0"/>
              </a:spcAft>
              <a:buClrTx/>
              <a:buSzTx/>
              <a:buFontTx/>
              <a:buNone/>
              <a:tabLst/>
              <a:defRPr/>
            </a:lvl9pPr>
          </a:lstStyle>
          <a:p>
            <a:pPr marL="257182" marR="0" lvl="0" indent="-257182" algn="l" defTabSz="685817" rtl="0" eaLnBrk="1" fontAlgn="base" latinLnBrk="0" hangingPunct="1">
              <a:lnSpc>
                <a:spcPct val="100000"/>
              </a:lnSpc>
              <a:spcBef>
                <a:spcPct val="20000"/>
              </a:spcBef>
              <a:spcAft>
                <a:spcPct val="0"/>
              </a:spcAft>
              <a:buClrTx/>
              <a:buSzTx/>
              <a:buFontTx/>
              <a:buChar char="•"/>
              <a:tabLst/>
              <a:defRPr/>
            </a:pPr>
            <a:r>
              <a:rPr kumimoji="0" lang="en-US" sz="1349" b="0" i="0" u="none" strike="noStrike" kern="0" cap="none" spc="0" normalizeH="0" baseline="0" noProof="0">
                <a:ln>
                  <a:noFill/>
                </a:ln>
                <a:solidFill>
                  <a:srgbClr val="575757"/>
                </a:solidFill>
                <a:effectLst/>
                <a:uLnTx/>
                <a:uFillTx/>
                <a:latin typeface="+mn-lt"/>
              </a:rPr>
              <a:t>Edit Master text styles</a:t>
            </a:r>
          </a:p>
          <a:p>
            <a:pPr marL="557227" marR="0" lvl="1" indent="-214319" algn="l" defTabSz="685817" rtl="0" eaLnBrk="1" fontAlgn="base" latinLnBrk="0" hangingPunct="1">
              <a:lnSpc>
                <a:spcPct val="100000"/>
              </a:lnSpc>
              <a:spcBef>
                <a:spcPct val="20000"/>
              </a:spcBef>
              <a:spcAft>
                <a:spcPct val="0"/>
              </a:spcAft>
              <a:buClrTx/>
              <a:buSzTx/>
              <a:buFontTx/>
              <a:buChar char="–"/>
              <a:tabLst/>
              <a:defRPr/>
            </a:pPr>
            <a:r>
              <a:rPr kumimoji="0" lang="en-US" sz="1200" b="0" i="0" u="none" strike="noStrike" kern="0" cap="none" spc="0" normalizeH="0" baseline="0" noProof="0">
                <a:ln>
                  <a:noFill/>
                </a:ln>
                <a:solidFill>
                  <a:srgbClr val="575757"/>
                </a:solidFill>
                <a:effectLst/>
                <a:uLnTx/>
                <a:uFillTx/>
                <a:latin typeface="+mn-lt"/>
              </a:rPr>
              <a:t>Second level</a:t>
            </a:r>
          </a:p>
          <a:p>
            <a:pPr marL="857271" marR="0" lvl="2" indent="-171455" algn="l" defTabSz="685817" rtl="0" eaLnBrk="1" fontAlgn="base" latinLnBrk="0" hangingPunct="1">
              <a:lnSpc>
                <a:spcPct val="100000"/>
              </a:lnSpc>
              <a:spcBef>
                <a:spcPct val="20000"/>
              </a:spcBef>
              <a:spcAft>
                <a:spcPct val="0"/>
              </a:spcAft>
              <a:buClrTx/>
              <a:buSzTx/>
              <a:buFontTx/>
              <a:buChar char="•"/>
              <a:tabLst/>
              <a:defRPr/>
            </a:pPr>
            <a:r>
              <a:rPr kumimoji="0" lang="en-US" sz="1051" b="0" i="0" u="none" strike="noStrike" kern="0" cap="none" spc="0" normalizeH="0" baseline="0" noProof="0">
                <a:ln>
                  <a:noFill/>
                </a:ln>
                <a:solidFill>
                  <a:srgbClr val="575757"/>
                </a:solidFill>
                <a:effectLst/>
                <a:uLnTx/>
                <a:uFillTx/>
                <a:latin typeface="+mn-lt"/>
              </a:rPr>
              <a:t>Third level</a:t>
            </a:r>
          </a:p>
          <a:p>
            <a:pPr marL="1200180" marR="0" lvl="3" indent="-171455" algn="l" defTabSz="685817" rtl="0" eaLnBrk="1" fontAlgn="base" latinLnBrk="0" hangingPunct="1">
              <a:lnSpc>
                <a:spcPct val="100000"/>
              </a:lnSpc>
              <a:spcBef>
                <a:spcPct val="20000"/>
              </a:spcBef>
              <a:spcAft>
                <a:spcPct val="0"/>
              </a:spcAft>
              <a:buClrTx/>
              <a:buSzTx/>
              <a:buFontTx/>
              <a:buChar char="–"/>
              <a:tabLst/>
              <a:defRPr/>
            </a:pPr>
            <a:r>
              <a:rPr kumimoji="0" lang="en-US" sz="1051" b="0" i="0" u="none" strike="noStrike" kern="0" cap="none" spc="0" normalizeH="0" baseline="0" noProof="0">
                <a:ln>
                  <a:noFill/>
                </a:ln>
                <a:solidFill>
                  <a:srgbClr val="575757"/>
                </a:solidFill>
                <a:effectLst/>
                <a:uLnTx/>
                <a:uFillTx/>
                <a:latin typeface="+mn-lt"/>
              </a:rPr>
              <a:t>Fourth level</a:t>
            </a:r>
          </a:p>
          <a:p>
            <a:pPr marL="1543088" marR="0" lvl="4" indent="-171455" algn="l" defTabSz="685817" rtl="0" eaLnBrk="1" fontAlgn="base" latinLnBrk="0" hangingPunct="1">
              <a:lnSpc>
                <a:spcPct val="100000"/>
              </a:lnSpc>
              <a:spcBef>
                <a:spcPct val="20000"/>
              </a:spcBef>
              <a:spcAft>
                <a:spcPct val="0"/>
              </a:spcAft>
              <a:buClrTx/>
              <a:buSzTx/>
              <a:buFontTx/>
              <a:buChar char="»"/>
              <a:tabLst/>
              <a:defRPr/>
            </a:pPr>
            <a:r>
              <a:rPr kumimoji="0" lang="en-US" sz="1051" b="0" i="0" u="none" strike="noStrike" kern="0" cap="none" spc="0" normalizeH="0" baseline="0" noProof="0">
                <a:ln>
                  <a:noFill/>
                </a:ln>
                <a:solidFill>
                  <a:srgbClr val="575757"/>
                </a:solidFill>
                <a:effectLst/>
                <a:uLnTx/>
                <a:uFillTx/>
                <a:latin typeface="+mn-lt"/>
              </a:rPr>
              <a:t>Fifth level</a:t>
            </a:r>
          </a:p>
          <a:p>
            <a:pPr marL="1885997" marR="0" lvl="5" indent="-171455" algn="l" defTabSz="685817" rtl="0" eaLnBrk="1" fontAlgn="base" latinLnBrk="0" hangingPunct="1">
              <a:lnSpc>
                <a:spcPct val="100000"/>
              </a:lnSpc>
              <a:spcBef>
                <a:spcPct val="20000"/>
              </a:spcBef>
              <a:spcAft>
                <a:spcPct val="0"/>
              </a:spcAft>
              <a:buClrTx/>
              <a:buSzTx/>
              <a:buFontTx/>
              <a:buChar char="»"/>
              <a:tabLst/>
              <a:defRPr/>
            </a:pPr>
            <a:r>
              <a:rPr kumimoji="0" lang="en-US" sz="1349" b="0" i="0" u="none" strike="noStrike" kern="0" cap="none" spc="0" normalizeH="0" baseline="0" noProof="0">
                <a:ln>
                  <a:noFill/>
                </a:ln>
                <a:solidFill>
                  <a:srgbClr val="575757"/>
                </a:solidFill>
                <a:effectLst/>
                <a:uLnTx/>
                <a:uFillTx/>
                <a:latin typeface="+mn-lt"/>
              </a:rPr>
              <a:t>Level six</a:t>
            </a:r>
          </a:p>
          <a:p>
            <a:pPr marL="0" marR="0" lvl="5" indent="0" algn="l" defTabSz="685817" rtl="0" eaLnBrk="1" fontAlgn="base" latinLnBrk="0" hangingPunct="1">
              <a:lnSpc>
                <a:spcPct val="100000"/>
              </a:lnSpc>
              <a:spcBef>
                <a:spcPct val="20000"/>
              </a:spcBef>
              <a:spcAft>
                <a:spcPct val="0"/>
              </a:spcAft>
              <a:buClrTx/>
              <a:buSzTx/>
              <a:buFontTx/>
              <a:buNone/>
              <a:tabLst/>
              <a:defRPr/>
            </a:pPr>
            <a:r>
              <a:rPr kumimoji="0" lang="en-US" sz="1349" b="1" i="0" u="none" strike="noStrike" kern="0" cap="none" spc="0" normalizeH="0" baseline="0" noProof="0">
                <a:ln>
                  <a:noFill/>
                </a:ln>
                <a:solidFill>
                  <a:schemeClr val="accent3"/>
                </a:solidFill>
                <a:effectLst/>
                <a:uLnTx/>
                <a:uFillTx/>
                <a:latin typeface="+mn-lt"/>
              </a:rPr>
              <a:t>Level seven</a:t>
            </a:r>
          </a:p>
          <a:p>
            <a:pPr marL="0" marR="0" lvl="7" indent="0" algn="l" defTabSz="685817" rtl="0" eaLnBrk="1" fontAlgn="base" latinLnBrk="0" hangingPunct="1">
              <a:lnSpc>
                <a:spcPct val="100000"/>
              </a:lnSpc>
              <a:spcBef>
                <a:spcPct val="20000"/>
              </a:spcBef>
              <a:spcAft>
                <a:spcPct val="0"/>
              </a:spcAft>
              <a:buClrTx/>
              <a:buSzTx/>
              <a:buFontTx/>
              <a:buNone/>
              <a:tabLst/>
              <a:defRPr/>
            </a:pPr>
            <a:r>
              <a:rPr kumimoji="0" lang="en-US" sz="1349" b="0" i="0" u="none" strike="noStrike" kern="0" cap="none" spc="0" normalizeH="0" baseline="0" noProof="0">
                <a:ln>
                  <a:noFill/>
                </a:ln>
                <a:solidFill>
                  <a:srgbClr val="C00000"/>
                </a:solidFill>
                <a:effectLst/>
                <a:uLnTx/>
                <a:uFillTx/>
                <a:latin typeface="+mn-lt"/>
              </a:rPr>
              <a:t>Level eight</a:t>
            </a:r>
          </a:p>
          <a:p>
            <a:pPr marL="0" marR="0" lvl="8" indent="0" algn="l" defTabSz="685817" rtl="0" eaLnBrk="1" fontAlgn="base" latinLnBrk="0" hangingPunct="1">
              <a:lnSpc>
                <a:spcPct val="100000"/>
              </a:lnSpc>
              <a:spcBef>
                <a:spcPct val="20000"/>
              </a:spcBef>
              <a:spcAft>
                <a:spcPct val="0"/>
              </a:spcAft>
              <a:buClrTx/>
              <a:buSzTx/>
              <a:buFontTx/>
              <a:buNone/>
              <a:tabLst/>
              <a:defRPr/>
            </a:pPr>
            <a:r>
              <a:rPr kumimoji="0" lang="en-US" sz="1200" b="0" i="0" u="none" strike="noStrike" kern="0" cap="none" spc="0" normalizeH="0" baseline="0" noProof="0">
                <a:ln>
                  <a:noFill/>
                </a:ln>
                <a:solidFill>
                  <a:srgbClr val="575757"/>
                </a:solidFill>
                <a:effectLst/>
                <a:uLnTx/>
                <a:uFillTx/>
                <a:latin typeface="+mn-lt"/>
              </a:rPr>
              <a:t>Level nine</a:t>
            </a:r>
          </a:p>
        </p:txBody>
      </p:sp>
    </p:spTree>
    <p:extLst>
      <p:ext uri="{BB962C8B-B14F-4D97-AF65-F5344CB8AC3E}">
        <p14:creationId xmlns:p14="http://schemas.microsoft.com/office/powerpoint/2010/main" val="150250491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5120" userDrawn="1">
          <p15:clr>
            <a:srgbClr val="FBAE40"/>
          </p15:clr>
        </p15:guide>
        <p15:guide id="3" pos="190" userDrawn="1">
          <p15:clr>
            <a:srgbClr val="FBAE40"/>
          </p15:clr>
        </p15:guide>
        <p15:guide id="4" pos="10050" userDrawn="1">
          <p15:clr>
            <a:srgbClr val="FBAE40"/>
          </p15:clr>
        </p15:guide>
        <p15:guide id="5" orient="horz" pos="4020" userDrawn="1">
          <p15:clr>
            <a:srgbClr val="FBAE40"/>
          </p15:clr>
        </p15:guide>
        <p15:guide id="6" orient="horz" pos="527" userDrawn="1">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Title Only Layout">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custDataLst>
              <p:tags r:id="rId1"/>
            </p:custDataLst>
          </p:nvPr>
        </p:nvGraphicFramePr>
        <p:xfrm>
          <a:off x="2119" y="1595"/>
          <a:ext cx="2116" cy="1587"/>
        </p:xfrm>
        <a:graphic>
          <a:graphicData uri="http://schemas.openxmlformats.org/presentationml/2006/ole">
            <mc:AlternateContent xmlns:mc="http://schemas.openxmlformats.org/markup-compatibility/2006">
              <mc:Choice xmlns:v="urn:schemas-microsoft-com:vml" Requires="v">
                <p:oleObj name="think-cell Slide" r:id="rId3" imgW="360" imgH="360" progId="TCLayout.ActiveDocument.1">
                  <p:embed/>
                </p:oleObj>
              </mc:Choice>
              <mc:Fallback>
                <p:oleObj name="think-cell Slide" r:id="rId3" imgW="360" imgH="360" progId="TCLayout.ActiveDocument.1">
                  <p:embed/>
                  <p:pic>
                    <p:nvPicPr>
                      <p:cNvPr id="2" name="Object 1"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19" y="1595"/>
                        <a:ext cx="2116"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 name="Rectangle 5"/>
          <p:cNvSpPr>
            <a:spLocks noGrp="1" noChangeArrowheads="1"/>
          </p:cNvSpPr>
          <p:nvPr>
            <p:ph type="sldNum" sz="quarter" idx="12"/>
          </p:nvPr>
        </p:nvSpPr>
        <p:spPr>
          <a:xfrm>
            <a:off x="11664622" y="6400800"/>
            <a:ext cx="527381" cy="457200"/>
          </a:xfrm>
          <a:ln/>
        </p:spPr>
        <p:txBody>
          <a:bodyPr/>
          <a:lstStyle>
            <a:lvl1pPr>
              <a:defRPr/>
            </a:lvl1pPr>
          </a:lstStyle>
          <a:p>
            <a:fld id="{9F560533-324B-4E85-82D9-28A85B605079}" type="slidenum">
              <a:rPr lang="en-US" smtClean="0">
                <a:solidFill>
                  <a:srgbClr val="000000"/>
                </a:solidFill>
              </a:rPr>
              <a:pPr/>
              <a:t>‹#›</a:t>
            </a:fld>
            <a:endParaRPr lang="en-US">
              <a:solidFill>
                <a:srgbClr val="000000"/>
              </a:solidFill>
            </a:endParaRPr>
          </a:p>
        </p:txBody>
      </p:sp>
      <p:sp>
        <p:nvSpPr>
          <p:cNvPr id="9" name="Title 1"/>
          <p:cNvSpPr>
            <a:spLocks noGrp="1"/>
          </p:cNvSpPr>
          <p:nvPr>
            <p:ph type="title"/>
          </p:nvPr>
        </p:nvSpPr>
        <p:spPr>
          <a:xfrm>
            <a:off x="239188" y="0"/>
            <a:ext cx="10273307" cy="648000"/>
          </a:xfrm>
          <a:prstGeom prst="rect">
            <a:avLst/>
          </a:prstGeom>
        </p:spPr>
        <p:txBody>
          <a:bodyPr lIns="0" tIns="0" rIns="0" bIns="0" anchor="ctr">
            <a:normAutofit/>
          </a:bodyPr>
          <a:lstStyle>
            <a:lvl1pPr>
              <a:defRPr sz="1500" b="1">
                <a:latin typeface="Calibri" panose="020F0502020204030204" pitchFamily="34" charset="0"/>
              </a:defRPr>
            </a:lvl1pPr>
          </a:lstStyle>
          <a:p>
            <a:r>
              <a:rPr lang="en-US"/>
              <a:t>Click to edit Master title style</a:t>
            </a:r>
            <a:endParaRPr lang="en-GB"/>
          </a:p>
        </p:txBody>
      </p:sp>
      <p:sp>
        <p:nvSpPr>
          <p:cNvPr id="6" name="Rectangle 4"/>
          <p:cNvSpPr>
            <a:spLocks noGrp="1" noChangeArrowheads="1"/>
          </p:cNvSpPr>
          <p:nvPr>
            <p:ph type="ftr" sz="quarter" idx="11"/>
          </p:nvPr>
        </p:nvSpPr>
        <p:spPr>
          <a:xfrm>
            <a:off x="239187" y="6400800"/>
            <a:ext cx="9409211" cy="457200"/>
          </a:xfrm>
          <a:prstGeom prst="rect">
            <a:avLst/>
          </a:prstGeom>
          <a:ln/>
        </p:spPr>
        <p:txBody>
          <a:bodyPr/>
          <a:lstStyle>
            <a:lvl1pPr>
              <a:defRPr/>
            </a:lvl1pPr>
          </a:lstStyle>
          <a:p>
            <a:endParaRPr lang="en-US">
              <a:solidFill>
                <a:srgbClr val="000000"/>
              </a:solidFill>
            </a:endParaRPr>
          </a:p>
        </p:txBody>
      </p:sp>
    </p:spTree>
    <p:extLst>
      <p:ext uri="{BB962C8B-B14F-4D97-AF65-F5344CB8AC3E}">
        <p14:creationId xmlns:p14="http://schemas.microsoft.com/office/powerpoint/2010/main" val="317945880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5120" userDrawn="1">
          <p15:clr>
            <a:srgbClr val="FBAE40"/>
          </p15:clr>
        </p15:guide>
        <p15:guide id="3" pos="190" userDrawn="1">
          <p15:clr>
            <a:srgbClr val="FBAE40"/>
          </p15:clr>
        </p15:guide>
        <p15:guide id="4" pos="10050" userDrawn="1">
          <p15:clr>
            <a:srgbClr val="FBAE40"/>
          </p15:clr>
        </p15:guide>
        <p15:guide id="5" orient="horz" pos="527" userDrawn="1">
          <p15:clr>
            <a:srgbClr val="FBAE40"/>
          </p15:clr>
        </p15:guide>
        <p15:guide id="6" orient="horz" pos="4020" userDrawn="1">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2_Title Only Layout">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custDataLst>
              <p:tags r:id="rId1"/>
            </p:custDataLst>
          </p:nvPr>
        </p:nvGraphicFramePr>
        <p:xfrm>
          <a:off x="2119" y="1595"/>
          <a:ext cx="2116" cy="1587"/>
        </p:xfrm>
        <a:graphic>
          <a:graphicData uri="http://schemas.openxmlformats.org/presentationml/2006/ole">
            <mc:AlternateContent xmlns:mc="http://schemas.openxmlformats.org/markup-compatibility/2006">
              <mc:Choice xmlns:v="urn:schemas-microsoft-com:vml" Requires="v">
                <p:oleObj name="think-cell Slide" r:id="rId3" imgW="360" imgH="360" progId="TCLayout.ActiveDocument.1">
                  <p:embed/>
                </p:oleObj>
              </mc:Choice>
              <mc:Fallback>
                <p:oleObj name="think-cell Slide" r:id="rId3" imgW="360" imgH="360" progId="TCLayout.ActiveDocument.1">
                  <p:embed/>
                  <p:pic>
                    <p:nvPicPr>
                      <p:cNvPr id="2" name="Object 1"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19" y="1595"/>
                        <a:ext cx="2116"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 name="Rectangle 5"/>
          <p:cNvSpPr>
            <a:spLocks noGrp="1" noChangeArrowheads="1"/>
          </p:cNvSpPr>
          <p:nvPr>
            <p:ph type="sldNum" sz="quarter" idx="12"/>
          </p:nvPr>
        </p:nvSpPr>
        <p:spPr>
          <a:xfrm>
            <a:off x="11664622" y="6400800"/>
            <a:ext cx="527381" cy="457200"/>
          </a:xfrm>
          <a:ln/>
        </p:spPr>
        <p:txBody>
          <a:bodyPr/>
          <a:lstStyle>
            <a:lvl1pPr>
              <a:defRPr/>
            </a:lvl1pPr>
          </a:lstStyle>
          <a:p>
            <a:fld id="{9F560533-324B-4E85-82D9-28A85B605079}" type="slidenum">
              <a:rPr lang="en-US" smtClean="0">
                <a:solidFill>
                  <a:srgbClr val="000000"/>
                </a:solidFill>
              </a:rPr>
              <a:pPr/>
              <a:t>‹#›</a:t>
            </a:fld>
            <a:endParaRPr lang="en-US">
              <a:solidFill>
                <a:srgbClr val="000000"/>
              </a:solidFill>
            </a:endParaRPr>
          </a:p>
        </p:txBody>
      </p:sp>
      <p:sp>
        <p:nvSpPr>
          <p:cNvPr id="9" name="Title 1"/>
          <p:cNvSpPr>
            <a:spLocks noGrp="1"/>
          </p:cNvSpPr>
          <p:nvPr>
            <p:ph type="title"/>
          </p:nvPr>
        </p:nvSpPr>
        <p:spPr>
          <a:xfrm>
            <a:off x="239188" y="0"/>
            <a:ext cx="10273307" cy="648000"/>
          </a:xfrm>
          <a:prstGeom prst="rect">
            <a:avLst/>
          </a:prstGeom>
        </p:spPr>
        <p:txBody>
          <a:bodyPr lIns="0" tIns="0" rIns="0" bIns="0" anchor="ctr">
            <a:normAutofit/>
          </a:bodyPr>
          <a:lstStyle>
            <a:lvl1pPr algn="l">
              <a:defRPr sz="1500" b="1">
                <a:latin typeface="Calibri" panose="020F0502020204030204" pitchFamily="34" charset="0"/>
              </a:defRPr>
            </a:lvl1pPr>
          </a:lstStyle>
          <a:p>
            <a:r>
              <a:rPr lang="en-US"/>
              <a:t>Click to edit Master title style</a:t>
            </a:r>
            <a:endParaRPr lang="en-GB"/>
          </a:p>
        </p:txBody>
      </p:sp>
      <p:sp>
        <p:nvSpPr>
          <p:cNvPr id="6" name="Rectangle 4"/>
          <p:cNvSpPr>
            <a:spLocks noGrp="1" noChangeArrowheads="1"/>
          </p:cNvSpPr>
          <p:nvPr>
            <p:ph type="ftr" sz="quarter" idx="11"/>
          </p:nvPr>
        </p:nvSpPr>
        <p:spPr>
          <a:xfrm>
            <a:off x="239187" y="6400800"/>
            <a:ext cx="9409211" cy="457200"/>
          </a:xfrm>
          <a:prstGeom prst="rect">
            <a:avLst/>
          </a:prstGeom>
          <a:ln/>
        </p:spPr>
        <p:txBody>
          <a:bodyPr/>
          <a:lstStyle>
            <a:lvl1pPr>
              <a:defRPr/>
            </a:lvl1pPr>
          </a:lstStyle>
          <a:p>
            <a:endParaRPr lang="en-US">
              <a:solidFill>
                <a:srgbClr val="000000"/>
              </a:solidFill>
            </a:endParaRPr>
          </a:p>
        </p:txBody>
      </p:sp>
      <p:sp>
        <p:nvSpPr>
          <p:cNvPr id="11" name="Text Placeholder 4"/>
          <p:cNvSpPr>
            <a:spLocks noGrp="1"/>
          </p:cNvSpPr>
          <p:nvPr>
            <p:ph type="body" sz="quarter" idx="13"/>
          </p:nvPr>
        </p:nvSpPr>
        <p:spPr>
          <a:xfrm>
            <a:off x="239716" y="686328"/>
            <a:ext cx="10275886" cy="365760"/>
          </a:xfrm>
          <a:prstGeom prst="rect">
            <a:avLst/>
          </a:prstGeom>
        </p:spPr>
        <p:txBody>
          <a:bodyPr/>
          <a:lstStyle>
            <a:lvl1pPr marL="0" indent="0">
              <a:buNone/>
              <a:defRPr sz="1200" b="1"/>
            </a:lvl1pPr>
          </a:lstStyle>
          <a:p>
            <a:pPr lvl="0"/>
            <a:r>
              <a:rPr lang="en-US"/>
              <a:t>Click to edit Master text styles</a:t>
            </a:r>
          </a:p>
        </p:txBody>
      </p:sp>
    </p:spTree>
    <p:extLst>
      <p:ext uri="{BB962C8B-B14F-4D97-AF65-F5344CB8AC3E}">
        <p14:creationId xmlns:p14="http://schemas.microsoft.com/office/powerpoint/2010/main" val="179874060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5120" userDrawn="1">
          <p15:clr>
            <a:srgbClr val="FBAE40"/>
          </p15:clr>
        </p15:guide>
        <p15:guide id="3" pos="190" userDrawn="1">
          <p15:clr>
            <a:srgbClr val="FBAE40"/>
          </p15:clr>
        </p15:guide>
        <p15:guide id="4" pos="10050" userDrawn="1">
          <p15:clr>
            <a:srgbClr val="FBAE40"/>
          </p15:clr>
        </p15:guide>
        <p15:guide id="5" orient="horz" pos="527" userDrawn="1">
          <p15:clr>
            <a:srgbClr val="FBAE40"/>
          </p15:clr>
        </p15:guide>
        <p15:guide id="6" orient="horz" pos="4020" userDrawn="1">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1_Title Only Layout">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custDataLst>
              <p:tags r:id="rId1"/>
            </p:custDataLst>
          </p:nvPr>
        </p:nvGraphicFramePr>
        <p:xfrm>
          <a:off x="2119" y="1595"/>
          <a:ext cx="2116" cy="1587"/>
        </p:xfrm>
        <a:graphic>
          <a:graphicData uri="http://schemas.openxmlformats.org/presentationml/2006/ole">
            <mc:AlternateContent xmlns:mc="http://schemas.openxmlformats.org/markup-compatibility/2006">
              <mc:Choice xmlns:v="urn:schemas-microsoft-com:vml" Requires="v">
                <p:oleObj name="think-cell Slide" r:id="rId3" imgW="360" imgH="360" progId="TCLayout.ActiveDocument.1">
                  <p:embed/>
                </p:oleObj>
              </mc:Choice>
              <mc:Fallback>
                <p:oleObj name="think-cell Slide" r:id="rId3" imgW="360" imgH="360" progId="TCLayout.ActiveDocument.1">
                  <p:embed/>
                  <p:pic>
                    <p:nvPicPr>
                      <p:cNvPr id="2" name="Object 1"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19" y="1595"/>
                        <a:ext cx="2116"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 name="Rectangle 5"/>
          <p:cNvSpPr>
            <a:spLocks noGrp="1" noChangeArrowheads="1"/>
          </p:cNvSpPr>
          <p:nvPr>
            <p:ph type="sldNum" sz="quarter" idx="12"/>
          </p:nvPr>
        </p:nvSpPr>
        <p:spPr>
          <a:xfrm>
            <a:off x="11664622" y="6400800"/>
            <a:ext cx="527381" cy="457200"/>
          </a:xfrm>
          <a:ln/>
        </p:spPr>
        <p:txBody>
          <a:bodyPr/>
          <a:lstStyle>
            <a:lvl1pPr>
              <a:defRPr/>
            </a:lvl1pPr>
          </a:lstStyle>
          <a:p>
            <a:fld id="{9F560533-324B-4E85-82D9-28A85B605079}" type="slidenum">
              <a:rPr lang="en-US" smtClean="0">
                <a:solidFill>
                  <a:srgbClr val="000000"/>
                </a:solidFill>
              </a:rPr>
              <a:pPr/>
              <a:t>‹#›</a:t>
            </a:fld>
            <a:endParaRPr lang="en-US">
              <a:solidFill>
                <a:srgbClr val="000000"/>
              </a:solidFill>
            </a:endParaRPr>
          </a:p>
        </p:txBody>
      </p:sp>
      <p:sp>
        <p:nvSpPr>
          <p:cNvPr id="9" name="Title 1"/>
          <p:cNvSpPr>
            <a:spLocks noGrp="1"/>
          </p:cNvSpPr>
          <p:nvPr>
            <p:ph type="title"/>
          </p:nvPr>
        </p:nvSpPr>
        <p:spPr>
          <a:xfrm>
            <a:off x="239188" y="0"/>
            <a:ext cx="10273307" cy="648000"/>
          </a:xfrm>
          <a:prstGeom prst="rect">
            <a:avLst/>
          </a:prstGeom>
        </p:spPr>
        <p:txBody>
          <a:bodyPr lIns="0" tIns="0" rIns="0" bIns="0" anchor="ctr">
            <a:normAutofit/>
          </a:bodyPr>
          <a:lstStyle>
            <a:lvl1pPr>
              <a:defRPr sz="1500" b="1">
                <a:latin typeface="Calibri" panose="020F0502020204030204" pitchFamily="34" charset="0"/>
              </a:defRPr>
            </a:lvl1pPr>
          </a:lstStyle>
          <a:p>
            <a:r>
              <a:rPr lang="en-US"/>
              <a:t>Click to edit Master title style</a:t>
            </a:r>
            <a:endParaRPr lang="en-GB"/>
          </a:p>
        </p:txBody>
      </p:sp>
      <p:sp>
        <p:nvSpPr>
          <p:cNvPr id="6" name="Rectangle 4"/>
          <p:cNvSpPr>
            <a:spLocks noGrp="1" noChangeArrowheads="1"/>
          </p:cNvSpPr>
          <p:nvPr>
            <p:ph type="ftr" sz="quarter" idx="11"/>
          </p:nvPr>
        </p:nvSpPr>
        <p:spPr>
          <a:xfrm>
            <a:off x="239187" y="6400800"/>
            <a:ext cx="9409211" cy="457200"/>
          </a:xfrm>
          <a:prstGeom prst="rect">
            <a:avLst/>
          </a:prstGeom>
          <a:ln/>
        </p:spPr>
        <p:txBody>
          <a:bodyPr/>
          <a:lstStyle>
            <a:lvl1pPr>
              <a:defRPr/>
            </a:lvl1pPr>
          </a:lstStyle>
          <a:p>
            <a:endParaRPr lang="en-US">
              <a:solidFill>
                <a:srgbClr val="000000"/>
              </a:solidFill>
            </a:endParaRPr>
          </a:p>
        </p:txBody>
      </p:sp>
      <p:sp>
        <p:nvSpPr>
          <p:cNvPr id="3" name="Rectangle 2"/>
          <p:cNvSpPr/>
          <p:nvPr/>
        </p:nvSpPr>
        <p:spPr bwMode="auto">
          <a:xfrm>
            <a:off x="9833117" y="6368498"/>
            <a:ext cx="1722782" cy="476250"/>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none" lIns="68580" tIns="34290" rIns="68580" bIns="34290" numCol="1" rtlCol="0" anchor="ctr" anchorCtr="0" compatLnSpc="1">
            <a:prstTxWarp prst="textNoShape">
              <a:avLst/>
            </a:prstTxWarp>
          </a:bodyPr>
          <a:lstStyle/>
          <a:p>
            <a:pPr algn="ctr" fontAlgn="base">
              <a:spcBef>
                <a:spcPct val="0"/>
              </a:spcBef>
              <a:spcAft>
                <a:spcPct val="0"/>
              </a:spcAft>
            </a:pPr>
            <a:endParaRPr lang="en-US" sz="1426">
              <a:solidFill>
                <a:srgbClr val="2D2926"/>
              </a:solidFill>
              <a:latin typeface="Arial" charset="0"/>
            </a:endParaRPr>
          </a:p>
        </p:txBody>
      </p:sp>
      <p:sp>
        <p:nvSpPr>
          <p:cNvPr id="5" name="Text Placeholder 4"/>
          <p:cNvSpPr>
            <a:spLocks noGrp="1"/>
          </p:cNvSpPr>
          <p:nvPr>
            <p:ph type="body" sz="quarter" idx="13"/>
          </p:nvPr>
        </p:nvSpPr>
        <p:spPr>
          <a:xfrm>
            <a:off x="239716" y="686328"/>
            <a:ext cx="10275886" cy="365760"/>
          </a:xfrm>
          <a:prstGeom prst="rect">
            <a:avLst/>
          </a:prstGeom>
        </p:spPr>
        <p:txBody>
          <a:bodyPr/>
          <a:lstStyle>
            <a:lvl1pPr marL="0" indent="0">
              <a:buNone/>
              <a:defRPr sz="1200" b="1"/>
            </a:lvl1pPr>
          </a:lstStyle>
          <a:p>
            <a:pPr lvl="0"/>
            <a:r>
              <a:rPr lang="en-US"/>
              <a:t>Click to edit Master text styles</a:t>
            </a:r>
          </a:p>
        </p:txBody>
      </p:sp>
    </p:spTree>
    <p:extLst>
      <p:ext uri="{BB962C8B-B14F-4D97-AF65-F5344CB8AC3E}">
        <p14:creationId xmlns:p14="http://schemas.microsoft.com/office/powerpoint/2010/main" val="193355348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5120" userDrawn="1">
          <p15:clr>
            <a:srgbClr val="FBAE40"/>
          </p15:clr>
        </p15:guide>
        <p15:guide id="3" pos="190" userDrawn="1">
          <p15:clr>
            <a:srgbClr val="FBAE40"/>
          </p15:clr>
        </p15:guide>
        <p15:guide id="4" pos="10050" userDrawn="1">
          <p15:clr>
            <a:srgbClr val="FBAE40"/>
          </p15:clr>
        </p15:guide>
        <p15:guide id="5" orient="horz" pos="527" userDrawn="1">
          <p15:clr>
            <a:srgbClr val="FBAE40"/>
          </p15:clr>
        </p15:guide>
        <p15:guide id="6" orient="horz" pos="4020" userDrawn="1">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type="blank" preserve="1">
  <p:cSld name="Blank Layout">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p:custDataLst>
              <p:tags r:id="rId1"/>
            </p:custDataLst>
          </p:nvPr>
        </p:nvGraphicFramePr>
        <p:xfrm>
          <a:off x="2119" y="1595"/>
          <a:ext cx="2116" cy="1587"/>
        </p:xfrm>
        <a:graphic>
          <a:graphicData uri="http://schemas.openxmlformats.org/presentationml/2006/ole">
            <mc:AlternateContent xmlns:mc="http://schemas.openxmlformats.org/markup-compatibility/2006">
              <mc:Choice xmlns:v="urn:schemas-microsoft-com:vml" Requires="v">
                <p:oleObj name="think-cell Slide" r:id="rId4" imgW="360" imgH="360" progId="TCLayout.ActiveDocument.1">
                  <p:embed/>
                </p:oleObj>
              </mc:Choice>
              <mc:Fallback>
                <p:oleObj name="think-cell Slide" r:id="rId4" imgW="360" imgH="360" progId="TCLayout.ActiveDocument.1">
                  <p:embed/>
                  <p:pic>
                    <p:nvPicPr>
                      <p:cNvPr id="6" name="Object 5" hidden="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19" y="1595"/>
                        <a:ext cx="2116"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 name="Rectangle 4" hidden="1"/>
          <p:cNvSpPr/>
          <p:nvPr>
            <p:custDataLst>
              <p:tags r:id="rId2"/>
            </p:custDataLst>
          </p:nvPr>
        </p:nvSpPr>
        <p:spPr bwMode="auto">
          <a:xfrm>
            <a:off x="2" y="0"/>
            <a:ext cx="211668" cy="158750"/>
          </a:xfrm>
          <a:prstGeom prst="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rtlCol="0" anchor="ctr" anchorCtr="0" compatLnSpc="1">
            <a:prstTxWarp prst="textNoShape">
              <a:avLst/>
            </a:prstTxWarp>
          </a:bodyPr>
          <a:lstStyle/>
          <a:p>
            <a:pPr algn="ctr" fontAlgn="base">
              <a:spcBef>
                <a:spcPct val="0"/>
              </a:spcBef>
              <a:spcAft>
                <a:spcPct val="0"/>
              </a:spcAft>
            </a:pPr>
            <a:endParaRPr lang="en-GB" sz="750">
              <a:solidFill>
                <a:srgbClr val="2D2926"/>
              </a:solidFill>
              <a:cs typeface="Times New Roman"/>
              <a:sym typeface="Calibri"/>
            </a:endParaRPr>
          </a:p>
        </p:txBody>
      </p:sp>
      <p:sp>
        <p:nvSpPr>
          <p:cNvPr id="8" name="Rectangle 5"/>
          <p:cNvSpPr>
            <a:spLocks noGrp="1" noChangeArrowheads="1"/>
          </p:cNvSpPr>
          <p:nvPr>
            <p:ph type="sldNum" sz="quarter" idx="12"/>
          </p:nvPr>
        </p:nvSpPr>
        <p:spPr>
          <a:xfrm>
            <a:off x="11664622" y="6400800"/>
            <a:ext cx="527381" cy="457200"/>
          </a:xfrm>
          <a:ln/>
        </p:spPr>
        <p:txBody>
          <a:bodyPr/>
          <a:lstStyle>
            <a:lvl1pPr>
              <a:defRPr/>
            </a:lvl1pPr>
          </a:lstStyle>
          <a:p>
            <a:fld id="{9F560533-324B-4E85-82D9-28A85B605079}" type="slidenum">
              <a:rPr lang="en-US" smtClean="0">
                <a:solidFill>
                  <a:srgbClr val="000000"/>
                </a:solidFill>
              </a:rPr>
              <a:pPr/>
              <a:t>‹#›</a:t>
            </a:fld>
            <a:endParaRPr lang="en-US">
              <a:solidFill>
                <a:srgbClr val="000000"/>
              </a:solidFill>
            </a:endParaRPr>
          </a:p>
        </p:txBody>
      </p:sp>
      <p:sp>
        <p:nvSpPr>
          <p:cNvPr id="9" name="Rectangle 4"/>
          <p:cNvSpPr>
            <a:spLocks noGrp="1" noChangeArrowheads="1"/>
          </p:cNvSpPr>
          <p:nvPr>
            <p:ph type="ftr" sz="quarter" idx="11"/>
          </p:nvPr>
        </p:nvSpPr>
        <p:spPr>
          <a:xfrm>
            <a:off x="239187" y="6400800"/>
            <a:ext cx="9409211" cy="457200"/>
          </a:xfrm>
          <a:prstGeom prst="rect">
            <a:avLst/>
          </a:prstGeom>
          <a:ln/>
        </p:spPr>
        <p:txBody>
          <a:bodyPr/>
          <a:lstStyle>
            <a:lvl1pPr>
              <a:defRPr/>
            </a:lvl1pPr>
          </a:lstStyle>
          <a:p>
            <a:endParaRPr lang="en-US">
              <a:solidFill>
                <a:srgbClr val="000000"/>
              </a:solidFill>
            </a:endParaRPr>
          </a:p>
        </p:txBody>
      </p:sp>
    </p:spTree>
    <p:extLst>
      <p:ext uri="{BB962C8B-B14F-4D97-AF65-F5344CB8AC3E}">
        <p14:creationId xmlns:p14="http://schemas.microsoft.com/office/powerpoint/2010/main" val="3221777049"/>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Full Blank Layout">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p:custDataLst>
              <p:tags r:id="rId1"/>
            </p:custDataLst>
          </p:nvPr>
        </p:nvGraphicFramePr>
        <p:xfrm>
          <a:off x="2119" y="1595"/>
          <a:ext cx="2116" cy="1587"/>
        </p:xfrm>
        <a:graphic>
          <a:graphicData uri="http://schemas.openxmlformats.org/presentationml/2006/ole">
            <mc:AlternateContent xmlns:mc="http://schemas.openxmlformats.org/markup-compatibility/2006">
              <mc:Choice xmlns:v="urn:schemas-microsoft-com:vml" Requires="v">
                <p:oleObj name="think-cell Slide" r:id="rId3" imgW="360" imgH="360" progId="TCLayout.ActiveDocument.1">
                  <p:embed/>
                </p:oleObj>
              </mc:Choice>
              <mc:Fallback>
                <p:oleObj name="think-cell Slide" r:id="rId3" imgW="360" imgH="360" progId="TCLayout.ActiveDocument.1">
                  <p:embed/>
                  <p:pic>
                    <p:nvPicPr>
                      <p:cNvPr id="6" name="Object 5"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19" y="1595"/>
                        <a:ext cx="2116"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 name="Rectangle 4"/>
          <p:cNvSpPr/>
          <p:nvPr/>
        </p:nvSpPr>
        <p:spPr bwMode="auto">
          <a:xfrm>
            <a:off x="0" y="0"/>
            <a:ext cx="12192000" cy="1052736"/>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none" lIns="68580" tIns="34290" rIns="68580" bIns="34290" numCol="1" rtlCol="0" anchor="ctr" anchorCtr="0" compatLnSpc="1">
            <a:prstTxWarp prst="textNoShape">
              <a:avLst/>
            </a:prstTxWarp>
          </a:bodyPr>
          <a:lstStyle/>
          <a:p>
            <a:pPr algn="ctr" fontAlgn="base">
              <a:spcBef>
                <a:spcPct val="0"/>
              </a:spcBef>
              <a:spcAft>
                <a:spcPct val="0"/>
              </a:spcAft>
            </a:pPr>
            <a:endParaRPr lang="en-GB" sz="1426">
              <a:solidFill>
                <a:srgbClr val="2D2926"/>
              </a:solidFill>
              <a:latin typeface="Arial" charset="0"/>
            </a:endParaRPr>
          </a:p>
        </p:txBody>
      </p:sp>
      <p:sp>
        <p:nvSpPr>
          <p:cNvPr id="4" name="Slide Number Placeholder 3"/>
          <p:cNvSpPr>
            <a:spLocks noGrp="1"/>
          </p:cNvSpPr>
          <p:nvPr>
            <p:ph type="sldNum" sz="quarter" idx="11"/>
          </p:nvPr>
        </p:nvSpPr>
        <p:spPr/>
        <p:txBody>
          <a:bodyPr/>
          <a:lstStyle/>
          <a:p>
            <a:fld id="{9F560533-324B-4E85-82D9-28A85B605079}" type="slidenum">
              <a:rPr lang="en-US" smtClean="0">
                <a:solidFill>
                  <a:srgbClr val="000000"/>
                </a:solidFill>
              </a:rPr>
              <a:pPr/>
              <a:t>‹#›</a:t>
            </a:fld>
            <a:endParaRPr lang="en-US">
              <a:solidFill>
                <a:srgbClr val="000000"/>
              </a:solidFill>
            </a:endParaRPr>
          </a:p>
        </p:txBody>
      </p:sp>
      <p:sp>
        <p:nvSpPr>
          <p:cNvPr id="7" name="Rectangle 4"/>
          <p:cNvSpPr>
            <a:spLocks noGrp="1" noChangeArrowheads="1"/>
          </p:cNvSpPr>
          <p:nvPr>
            <p:ph type="ftr" sz="quarter" idx="12"/>
          </p:nvPr>
        </p:nvSpPr>
        <p:spPr>
          <a:xfrm>
            <a:off x="239187" y="6400800"/>
            <a:ext cx="9409211" cy="457200"/>
          </a:xfrm>
          <a:prstGeom prst="rect">
            <a:avLst/>
          </a:prstGeom>
          <a:ln/>
        </p:spPr>
        <p:txBody>
          <a:bodyPr/>
          <a:lstStyle>
            <a:lvl1pPr>
              <a:defRPr/>
            </a:lvl1pPr>
          </a:lstStyle>
          <a:p>
            <a:endParaRPr lang="en-US">
              <a:solidFill>
                <a:srgbClr val="000000"/>
              </a:solidFill>
            </a:endParaRPr>
          </a:p>
        </p:txBody>
      </p:sp>
    </p:spTree>
    <p:extLst>
      <p:ext uri="{BB962C8B-B14F-4D97-AF65-F5344CB8AC3E}">
        <p14:creationId xmlns:p14="http://schemas.microsoft.com/office/powerpoint/2010/main" val="398769517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5120" userDrawn="1">
          <p15:clr>
            <a:srgbClr val="FBAE40"/>
          </p15:clr>
        </p15:guide>
        <p15:guide id="3" orient="horz" pos="4020" userDrawn="1">
          <p15:clr>
            <a:srgbClr val="FBAE40"/>
          </p15:clr>
        </p15:guide>
        <p15:guide id="4" pos="190" userDrawn="1">
          <p15:clr>
            <a:srgbClr val="FBAE40"/>
          </p15:clr>
        </p15:guide>
        <p15:guide id="5" pos="10050" userDrawn="1">
          <p15:clr>
            <a:srgbClr val="FBAE4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p:cSld name="D. Green left arrow">
    <p:bg>
      <p:bgPr>
        <a:solidFill>
          <a:schemeClr val="bg1"/>
        </a:solidFill>
        <a:effectLst/>
      </p:bgPr>
    </p:bg>
    <p:spTree>
      <p:nvGrpSpPr>
        <p:cNvPr id="1" name=""/>
        <p:cNvGrpSpPr/>
        <p:nvPr/>
      </p:nvGrpSpPr>
      <p:grpSpPr>
        <a:xfrm>
          <a:off x="0" y="0"/>
          <a:ext cx="0" cy="0"/>
          <a:chOff x="0" y="0"/>
          <a:chExt cx="0" cy="0"/>
        </a:xfrm>
      </p:grpSpPr>
      <p:sp>
        <p:nvSpPr>
          <p:cNvPr id="10" name="Freeform 14"/>
          <p:cNvSpPr/>
          <p:nvPr/>
        </p:nvSpPr>
        <p:spPr bwMode="ltGray">
          <a:xfrm>
            <a:off x="1525" y="1310"/>
            <a:ext cx="4088313"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gradFill>
            <a:gsLst>
              <a:gs pos="100000">
                <a:schemeClr val="tx2"/>
              </a:gs>
              <a:gs pos="99000">
                <a:srgbClr val="AF4946"/>
              </a:gs>
              <a:gs pos="79000">
                <a:schemeClr val="tx2"/>
              </a:gs>
              <a:gs pos="100000">
                <a:schemeClr val="accent2"/>
              </a:gs>
            </a:gsLst>
            <a:lin ang="8100000" scaled="1"/>
          </a:gra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750"/>
              </a:spcAft>
            </a:pPr>
            <a:endParaRPr lang="en-US" sz="900">
              <a:solidFill>
                <a:prstClr val="white"/>
              </a:solidFill>
              <a:sym typeface="Trebuchet MS" panose="020B0603020202020204" pitchFamily="34" charset="0"/>
            </a:endParaRPr>
          </a:p>
        </p:txBody>
      </p:sp>
      <p:sp>
        <p:nvSpPr>
          <p:cNvPr id="5" name="Title 4"/>
          <p:cNvSpPr>
            <a:spLocks noGrp="1"/>
          </p:cNvSpPr>
          <p:nvPr>
            <p:ph type="title" hasCustomPrompt="1"/>
          </p:nvPr>
        </p:nvSpPr>
        <p:spPr>
          <a:xfrm>
            <a:off x="630004" y="2764209"/>
            <a:ext cx="2478638" cy="1314311"/>
          </a:xfrm>
          <a:prstGeom prst="rect">
            <a:avLst/>
          </a:prstGeom>
        </p:spPr>
        <p:txBody>
          <a:bodyPr anchor="ctr" anchorCtr="0">
            <a:noAutofit/>
          </a:bodyPr>
          <a:lstStyle>
            <a:lvl1pPr>
              <a:defRPr>
                <a:solidFill>
                  <a:srgbClr val="FFFFFF"/>
                </a:solidFill>
                <a:latin typeface="+mj-lt"/>
              </a:defRPr>
            </a:lvl1pPr>
          </a:lstStyle>
          <a:p>
            <a:r>
              <a:rPr lang="en-US"/>
              <a:t>Click to add title</a:t>
            </a:r>
          </a:p>
        </p:txBody>
      </p:sp>
      <p:sp>
        <p:nvSpPr>
          <p:cNvPr id="19" name="FooterSimple" hidden="1"/>
          <p:cNvSpPr txBox="1"/>
          <p:nvPr>
            <p:custDataLst>
              <p:tags r:id="rId1"/>
            </p:custDataLst>
          </p:nvPr>
        </p:nvSpPr>
        <p:spPr>
          <a:xfrm rot="16200000">
            <a:off x="10561321" y="5130067"/>
            <a:ext cx="2743200" cy="72584"/>
          </a:xfrm>
          <a:prstGeom prst="rect">
            <a:avLst/>
          </a:prstGeom>
          <a:noFill/>
        </p:spPr>
        <p:txBody>
          <a:bodyPr wrap="square" lIns="0" tIns="0" rIns="0" bIns="0" rtlCol="0" anchor="b">
            <a:spAutoFit/>
          </a:bodyPr>
          <a:lstStyle/>
          <a:p>
            <a:pPr>
              <a:lnSpc>
                <a:spcPct val="90000"/>
              </a:lnSpc>
              <a:spcAft>
                <a:spcPts val="450"/>
              </a:spcAft>
            </a:pPr>
            <a:r>
              <a:rPr lang="en-US" sz="524">
                <a:solidFill>
                  <a:prstClr val="white">
                    <a:lumMod val="50000"/>
                  </a:prstClr>
                </a:solidFill>
                <a:sym typeface="Trebuchet MS" panose="020B0603020202020204" pitchFamily="34" charset="0"/>
              </a:rPr>
              <a:t>180211 RAKBANK Strategy 2018-2020_ExCo presentation_vF BSC.pptx</a:t>
            </a:r>
          </a:p>
        </p:txBody>
      </p:sp>
      <p:sp>
        <p:nvSpPr>
          <p:cNvPr id="9" name="Slide Number Placeholder 3"/>
          <p:cNvSpPr>
            <a:spLocks noGrp="1"/>
          </p:cNvSpPr>
          <p:nvPr>
            <p:ph type="sldNum" sz="quarter" idx="11"/>
          </p:nvPr>
        </p:nvSpPr>
        <p:spPr>
          <a:xfrm>
            <a:off x="11664622" y="6400800"/>
            <a:ext cx="527381" cy="457200"/>
          </a:xfrm>
        </p:spPr>
        <p:txBody>
          <a:bodyPr/>
          <a:lstStyle/>
          <a:p>
            <a:fld id="{9F560533-324B-4E85-82D9-28A85B605079}" type="slidenum">
              <a:rPr lang="en-US" smtClean="0">
                <a:solidFill>
                  <a:srgbClr val="000000"/>
                </a:solidFill>
              </a:rPr>
              <a:pPr/>
              <a:t>‹#›</a:t>
            </a:fld>
            <a:endParaRPr lang="en-US">
              <a:solidFill>
                <a:srgbClr val="000000"/>
              </a:solidFill>
            </a:endParaRPr>
          </a:p>
        </p:txBody>
      </p:sp>
      <p:sp>
        <p:nvSpPr>
          <p:cNvPr id="12" name="Rectangle 4"/>
          <p:cNvSpPr>
            <a:spLocks noGrp="1" noChangeArrowheads="1"/>
          </p:cNvSpPr>
          <p:nvPr>
            <p:ph type="ftr" sz="quarter" idx="12"/>
          </p:nvPr>
        </p:nvSpPr>
        <p:spPr>
          <a:xfrm>
            <a:off x="239187" y="6400800"/>
            <a:ext cx="9409211" cy="457200"/>
          </a:xfrm>
          <a:prstGeom prst="rect">
            <a:avLst/>
          </a:prstGeom>
          <a:ln/>
        </p:spPr>
        <p:txBody>
          <a:bodyPr/>
          <a:lstStyle>
            <a:lvl1pPr>
              <a:defRPr/>
            </a:lvl1pPr>
          </a:lstStyle>
          <a:p>
            <a:endParaRPr lang="en-US">
              <a:solidFill>
                <a:srgbClr val="000000"/>
              </a:solidFill>
            </a:endParaRPr>
          </a:p>
        </p:txBody>
      </p:sp>
      <p:pic>
        <p:nvPicPr>
          <p:cNvPr id="13" name="Picture 4"/>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840416" y="6597352"/>
            <a:ext cx="1698137" cy="216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Text Placeholder 2"/>
          <p:cNvSpPr>
            <a:spLocks noGrp="1"/>
          </p:cNvSpPr>
          <p:nvPr>
            <p:ph type="body" sz="quarter" idx="13"/>
          </p:nvPr>
        </p:nvSpPr>
        <p:spPr>
          <a:xfrm>
            <a:off x="4655444" y="203199"/>
            <a:ext cx="7406640" cy="5943600"/>
          </a:xfrm>
          <a:prstGeom prst="rect">
            <a:avLst/>
          </a:prstGeom>
        </p:spPr>
        <p:txBody>
          <a:bodyPr/>
          <a:lstStyle>
            <a:lvl1pPr>
              <a:buClr>
                <a:srgbClr val="C00000"/>
              </a:buClr>
              <a:defRPr/>
            </a:lvl1pPr>
            <a:lvl2pPr>
              <a:buClr>
                <a:srgbClr val="C00000"/>
              </a:buClr>
              <a:defRPr/>
            </a:lvl2pPr>
            <a:lvl3pPr>
              <a:buClr>
                <a:srgbClr val="C00000"/>
              </a:buClr>
              <a:defRPr/>
            </a:lvl3pPr>
            <a:lvl4pPr>
              <a:buClr>
                <a:srgbClr val="C00000"/>
              </a:buClr>
              <a:defRPr/>
            </a:lvl4pPr>
            <a:lvl5pPr>
              <a:buClr>
                <a:srgbClr val="C00000"/>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2077315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p:cSld name="Agenda D. Two-Thirds">
    <p:bg>
      <p:bgPr>
        <a:gradFill>
          <a:gsLst>
            <a:gs pos="100000">
              <a:srgbClr val="C00000"/>
            </a:gs>
            <a:gs pos="8100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custDataLst>
              <p:tags r:id="rId1"/>
            </p:custDataLst>
          </p:nvPr>
        </p:nvGraphicFramePr>
        <p:xfrm>
          <a:off x="1592" y="1594"/>
          <a:ext cx="1588" cy="1587"/>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2" name="Object 1" hidden="1"/>
                      <p:cNvPicPr/>
                      <p:nvPr/>
                    </p:nvPicPr>
                    <p:blipFill>
                      <a:blip r:embed="rId5"/>
                      <a:stretch>
                        <a:fillRect/>
                      </a:stretch>
                    </p:blipFill>
                    <p:spPr>
                      <a:xfrm>
                        <a:off x="1592" y="1594"/>
                        <a:ext cx="1588" cy="1587"/>
                      </a:xfrm>
                      <a:prstGeom prst="rect">
                        <a:avLst/>
                      </a:prstGeom>
                    </p:spPr>
                  </p:pic>
                </p:oleObj>
              </mc:Fallback>
            </mc:AlternateContent>
          </a:graphicData>
        </a:graphic>
      </p:graphicFrame>
      <p:sp>
        <p:nvSpPr>
          <p:cNvPr id="26" name="Rectangle 25"/>
          <p:cNvSpPr/>
          <p:nvPr/>
        </p:nvSpPr>
        <p:spPr bwMode="ltGray">
          <a:xfrm>
            <a:off x="4080767" y="-1307"/>
            <a:ext cx="8111237" cy="6859309"/>
          </a:xfrm>
          <a:prstGeom prst="rect">
            <a:avLst/>
          </a:prstGeom>
          <a:solidFill>
            <a:schemeClr val="bg1"/>
          </a:solidFill>
          <a:ln>
            <a:noFill/>
          </a:ln>
          <a:effectLst>
            <a:outerShdw blurRad="50800" dist="508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en-US" sz="900">
              <a:solidFill>
                <a:prstClr val="white"/>
              </a:solidFill>
              <a:sym typeface="Trebuchet MS" panose="020B0603020202020204" pitchFamily="34" charset="0"/>
            </a:endParaRPr>
          </a:p>
        </p:txBody>
      </p:sp>
      <p:sp>
        <p:nvSpPr>
          <p:cNvPr id="11" name="FooterSimple" hidden="1"/>
          <p:cNvSpPr txBox="1"/>
          <p:nvPr>
            <p:custDataLst>
              <p:tags r:id="rId2"/>
            </p:custDataLst>
          </p:nvPr>
        </p:nvSpPr>
        <p:spPr>
          <a:xfrm rot="16200000">
            <a:off x="10561321" y="5130067"/>
            <a:ext cx="2743200" cy="72584"/>
          </a:xfrm>
          <a:prstGeom prst="rect">
            <a:avLst/>
          </a:prstGeom>
          <a:noFill/>
        </p:spPr>
        <p:txBody>
          <a:bodyPr wrap="square" lIns="0" tIns="0" rIns="0" bIns="0" rtlCol="0" anchor="b">
            <a:spAutoFit/>
          </a:bodyPr>
          <a:lstStyle/>
          <a:p>
            <a:pPr>
              <a:lnSpc>
                <a:spcPct val="90000"/>
              </a:lnSpc>
              <a:spcAft>
                <a:spcPts val="450"/>
              </a:spcAft>
            </a:pPr>
            <a:r>
              <a:rPr lang="en-US" sz="524">
                <a:solidFill>
                  <a:prstClr val="white">
                    <a:lumMod val="50000"/>
                  </a:prstClr>
                </a:solidFill>
                <a:sym typeface="Trebuchet MS" panose="020B0603020202020204" pitchFamily="34" charset="0"/>
              </a:rPr>
              <a:t>180211 RAKBANK Strategy 2018-2020_ExCo presentation_vF BSC.pptx</a:t>
            </a:r>
          </a:p>
        </p:txBody>
      </p:sp>
      <p:sp>
        <p:nvSpPr>
          <p:cNvPr id="9" name="Slide Number Placeholder 3"/>
          <p:cNvSpPr>
            <a:spLocks noGrp="1"/>
          </p:cNvSpPr>
          <p:nvPr>
            <p:ph type="sldNum" sz="quarter" idx="11"/>
          </p:nvPr>
        </p:nvSpPr>
        <p:spPr>
          <a:xfrm>
            <a:off x="11664622" y="6400800"/>
            <a:ext cx="527381" cy="457200"/>
          </a:xfrm>
        </p:spPr>
        <p:txBody>
          <a:bodyPr/>
          <a:lstStyle/>
          <a:p>
            <a:fld id="{9F560533-324B-4E85-82D9-28A85B605079}" type="slidenum">
              <a:rPr lang="en-US" smtClean="0">
                <a:solidFill>
                  <a:srgbClr val="000000"/>
                </a:solidFill>
              </a:rPr>
              <a:pPr/>
              <a:t>‹#›</a:t>
            </a:fld>
            <a:endParaRPr lang="en-US">
              <a:solidFill>
                <a:srgbClr val="000000"/>
              </a:solidFill>
            </a:endParaRPr>
          </a:p>
        </p:txBody>
      </p:sp>
      <p:sp>
        <p:nvSpPr>
          <p:cNvPr id="12" name="Rectangle 4"/>
          <p:cNvSpPr>
            <a:spLocks noGrp="1" noChangeArrowheads="1"/>
          </p:cNvSpPr>
          <p:nvPr>
            <p:ph type="ftr" sz="quarter" idx="12"/>
          </p:nvPr>
        </p:nvSpPr>
        <p:spPr>
          <a:xfrm>
            <a:off x="239187" y="6400800"/>
            <a:ext cx="9409211" cy="457200"/>
          </a:xfrm>
          <a:prstGeom prst="rect">
            <a:avLst/>
          </a:prstGeom>
          <a:ln/>
        </p:spPr>
        <p:txBody>
          <a:bodyPr/>
          <a:lstStyle>
            <a:lvl1pPr>
              <a:defRPr/>
            </a:lvl1pPr>
          </a:lstStyle>
          <a:p>
            <a:endParaRPr lang="en-US">
              <a:solidFill>
                <a:srgbClr val="000000"/>
              </a:solidFill>
            </a:endParaRPr>
          </a:p>
        </p:txBody>
      </p:sp>
      <p:pic>
        <p:nvPicPr>
          <p:cNvPr id="13" name="Picture 4"/>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9840416" y="6597352"/>
            <a:ext cx="1698137" cy="216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4" name="Title 4"/>
          <p:cNvSpPr>
            <a:spLocks noGrp="1"/>
          </p:cNvSpPr>
          <p:nvPr>
            <p:ph type="title" hasCustomPrompt="1"/>
          </p:nvPr>
        </p:nvSpPr>
        <p:spPr>
          <a:xfrm>
            <a:off x="630004" y="2764209"/>
            <a:ext cx="2478638" cy="1314311"/>
          </a:xfrm>
          <a:prstGeom prst="rect">
            <a:avLst/>
          </a:prstGeom>
        </p:spPr>
        <p:txBody>
          <a:bodyPr anchor="ctr" anchorCtr="0">
            <a:noAutofit/>
          </a:bodyPr>
          <a:lstStyle>
            <a:lvl1pPr>
              <a:defRPr>
                <a:solidFill>
                  <a:srgbClr val="FFFFFF"/>
                </a:solidFill>
                <a:latin typeface="+mj-lt"/>
              </a:defRPr>
            </a:lvl1pPr>
          </a:lstStyle>
          <a:p>
            <a:r>
              <a:rPr lang="en-US"/>
              <a:t>Click to add title</a:t>
            </a:r>
          </a:p>
        </p:txBody>
      </p:sp>
      <p:sp>
        <p:nvSpPr>
          <p:cNvPr id="10" name="Text Placeholder 2"/>
          <p:cNvSpPr>
            <a:spLocks noGrp="1"/>
          </p:cNvSpPr>
          <p:nvPr>
            <p:ph type="body" sz="quarter" idx="13"/>
          </p:nvPr>
        </p:nvSpPr>
        <p:spPr>
          <a:xfrm>
            <a:off x="4655444" y="203199"/>
            <a:ext cx="7406640" cy="5943600"/>
          </a:xfrm>
          <a:prstGeom prst="rect">
            <a:avLst/>
          </a:prstGeom>
        </p:spPr>
        <p:txBody>
          <a:bodyPr/>
          <a:lstStyle>
            <a:lvl1pPr>
              <a:buClr>
                <a:srgbClr val="C00000"/>
              </a:buClr>
              <a:defRPr/>
            </a:lvl1pPr>
            <a:lvl2pPr>
              <a:buClr>
                <a:srgbClr val="C00000"/>
              </a:buClr>
              <a:defRPr/>
            </a:lvl2pPr>
            <a:lvl3pPr>
              <a:buClr>
                <a:srgbClr val="C00000"/>
              </a:buClr>
              <a:defRPr/>
            </a:lvl3pPr>
            <a:lvl4pPr>
              <a:buClr>
                <a:srgbClr val="C00000"/>
              </a:buClr>
              <a:defRPr/>
            </a:lvl4pPr>
            <a:lvl5pPr>
              <a:buClr>
                <a:srgbClr val="C00000"/>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1812448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graphicFrame>
        <p:nvGraphicFramePr>
          <p:cNvPr id="8" name="Object 7" hidden="1"/>
          <p:cNvGraphicFramePr>
            <a:graphicFrameLocks noChangeAspect="1"/>
          </p:cNvGraphicFramePr>
          <p:nvPr>
            <p:custDataLst>
              <p:tags r:id="rId1"/>
            </p:custDataLst>
          </p:nvPr>
        </p:nvGraphicFramePr>
        <p:xfrm>
          <a:off x="2119" y="1597"/>
          <a:ext cx="2116" cy="1587"/>
        </p:xfrm>
        <a:graphic>
          <a:graphicData uri="http://schemas.openxmlformats.org/presentationml/2006/ole">
            <mc:AlternateContent xmlns:mc="http://schemas.openxmlformats.org/markup-compatibility/2006">
              <mc:Choice xmlns:v="urn:schemas-microsoft-com:vml" Requires="v">
                <p:oleObj name="think-cell Slide" r:id="rId3" imgW="430" imgH="433" progId="TCLayout.ActiveDocument.1">
                  <p:embed/>
                </p:oleObj>
              </mc:Choice>
              <mc:Fallback>
                <p:oleObj name="think-cell Slide" r:id="rId3" imgW="430" imgH="433" progId="TCLayout.ActiveDocument.1">
                  <p:embed/>
                  <p:pic>
                    <p:nvPicPr>
                      <p:cNvPr id="8" name="Object 7" hidden="1"/>
                      <p:cNvPicPr/>
                      <p:nvPr/>
                    </p:nvPicPr>
                    <p:blipFill>
                      <a:blip r:embed="rId4"/>
                      <a:stretch>
                        <a:fillRect/>
                      </a:stretch>
                    </p:blipFill>
                    <p:spPr>
                      <a:xfrm>
                        <a:off x="2119" y="1597"/>
                        <a:ext cx="2116" cy="1587"/>
                      </a:xfrm>
                      <a:prstGeom prst="rect">
                        <a:avLst/>
                      </a:prstGeom>
                    </p:spPr>
                  </p:pic>
                </p:oleObj>
              </mc:Fallback>
            </mc:AlternateContent>
          </a:graphicData>
        </a:graphic>
      </p:graphicFrame>
      <p:pic>
        <p:nvPicPr>
          <p:cNvPr id="33" name="Picture 32"/>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 y="7"/>
            <a:ext cx="12192000" cy="6857433"/>
          </a:xfrm>
          <a:prstGeom prst="rect">
            <a:avLst/>
          </a:prstGeom>
          <a:ln>
            <a:noFill/>
          </a:ln>
        </p:spPr>
      </p:pic>
      <p:sp>
        <p:nvSpPr>
          <p:cNvPr id="7" name="Rectangle 6"/>
          <p:cNvSpPr/>
          <p:nvPr/>
        </p:nvSpPr>
        <p:spPr bwMode="auto">
          <a:xfrm>
            <a:off x="2" y="1809000"/>
            <a:ext cx="12192000" cy="3240000"/>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none" lIns="38576" tIns="19289" rIns="38576" bIns="19289" numCol="1" rtlCol="0" anchor="ctr" anchorCtr="0" compatLnSpc="1">
            <a:prstTxWarp prst="textNoShape">
              <a:avLst/>
            </a:prstTxWarp>
          </a:bodyPr>
          <a:lstStyle/>
          <a:p>
            <a:pPr algn="ctr" defTabSz="385774"/>
            <a:endParaRPr lang="en-GB" sz="802">
              <a:solidFill>
                <a:srgbClr val="2D2926"/>
              </a:solidFill>
            </a:endParaRPr>
          </a:p>
        </p:txBody>
      </p:sp>
      <p:sp>
        <p:nvSpPr>
          <p:cNvPr id="4" name="Date Placeholder 3"/>
          <p:cNvSpPr>
            <a:spLocks noGrp="1" noChangeArrowheads="1"/>
          </p:cNvSpPr>
          <p:nvPr>
            <p:ph type="dt" sz="half" idx="10"/>
          </p:nvPr>
        </p:nvSpPr>
        <p:spPr>
          <a:xfrm>
            <a:off x="0" y="6400800"/>
            <a:ext cx="2540000" cy="457200"/>
          </a:xfrm>
          <a:prstGeom prst="rect">
            <a:avLst/>
          </a:prstGeom>
          <a:ln/>
        </p:spPr>
        <p:txBody>
          <a:bodyPr lIns="36000" tIns="36000" rIns="36000" bIns="36000" anchor="b"/>
          <a:lstStyle>
            <a:lvl1pPr>
              <a:defRPr sz="507">
                <a:solidFill>
                  <a:schemeClr val="bg1"/>
                </a:solidFill>
                <a:latin typeface="+mn-lt"/>
              </a:defRPr>
            </a:lvl1pPr>
          </a:lstStyle>
          <a:p>
            <a:endParaRPr lang="en-US">
              <a:solidFill>
                <a:srgbClr val="FFFFFF"/>
              </a:solidFill>
            </a:endParaRPr>
          </a:p>
        </p:txBody>
      </p:sp>
      <p:sp>
        <p:nvSpPr>
          <p:cNvPr id="6" name="Rectangle 5"/>
          <p:cNvSpPr>
            <a:spLocks noGrp="1" noChangeArrowheads="1"/>
          </p:cNvSpPr>
          <p:nvPr>
            <p:ph type="sldNum" sz="quarter" idx="12"/>
          </p:nvPr>
        </p:nvSpPr>
        <p:spPr>
          <a:ln/>
        </p:spPr>
        <p:txBody>
          <a:bodyPr anchor="b"/>
          <a:lstStyle>
            <a:lvl1pPr>
              <a:defRPr sz="507">
                <a:solidFill>
                  <a:schemeClr val="bg1"/>
                </a:solidFill>
                <a:latin typeface="+mn-lt"/>
              </a:defRPr>
            </a:lvl1pPr>
          </a:lstStyle>
          <a:p>
            <a:fld id="{B3CE4FC1-9BFD-4D71-B62C-EB069A42157A}" type="slidenum">
              <a:rPr lang="en-US" smtClean="0">
                <a:solidFill>
                  <a:srgbClr val="FFFFFF"/>
                </a:solidFill>
              </a:rPr>
              <a:pPr/>
              <a:t>‹#›</a:t>
            </a:fld>
            <a:endParaRPr lang="en-US">
              <a:solidFill>
                <a:srgbClr val="FFFFFF"/>
              </a:solidFill>
            </a:endParaRPr>
          </a:p>
        </p:txBody>
      </p:sp>
      <p:sp>
        <p:nvSpPr>
          <p:cNvPr id="2" name="Title 1"/>
          <p:cNvSpPr>
            <a:spLocks noGrp="1"/>
          </p:cNvSpPr>
          <p:nvPr>
            <p:ph type="ctrTitle"/>
          </p:nvPr>
        </p:nvSpPr>
        <p:spPr>
          <a:xfrm>
            <a:off x="286572" y="2390408"/>
            <a:ext cx="11616000" cy="1918823"/>
          </a:xfrm>
          <a:prstGeom prst="rect">
            <a:avLst/>
          </a:prstGeom>
        </p:spPr>
        <p:txBody>
          <a:bodyPr anchor="ctr"/>
          <a:lstStyle>
            <a:lvl1pPr algn="l">
              <a:defRPr sz="1575" b="1">
                <a:solidFill>
                  <a:schemeClr val="tx1"/>
                </a:solidFill>
                <a:effectLst/>
                <a:latin typeface="Calibri" panose="020F0502020204030204" pitchFamily="34" charset="0"/>
              </a:defRPr>
            </a:lvl1pPr>
          </a:lstStyle>
          <a:p>
            <a:r>
              <a:rPr lang="en-US"/>
              <a:t>Click to edit Master title style</a:t>
            </a:r>
          </a:p>
        </p:txBody>
      </p:sp>
      <p:sp>
        <p:nvSpPr>
          <p:cNvPr id="3" name="Subtitle 2"/>
          <p:cNvSpPr>
            <a:spLocks noGrp="1"/>
          </p:cNvSpPr>
          <p:nvPr>
            <p:ph type="subTitle" idx="1"/>
          </p:nvPr>
        </p:nvSpPr>
        <p:spPr>
          <a:xfrm>
            <a:off x="286571" y="5140422"/>
            <a:ext cx="5088000" cy="1080000"/>
          </a:xfrm>
          <a:prstGeom prst="rect">
            <a:avLst/>
          </a:prstGeom>
        </p:spPr>
        <p:txBody>
          <a:bodyPr/>
          <a:lstStyle>
            <a:lvl1pPr marL="0" indent="0" algn="l">
              <a:buNone/>
              <a:defRPr sz="788" b="1">
                <a:solidFill>
                  <a:schemeClr val="bg1"/>
                </a:solidFill>
                <a:effectLst>
                  <a:outerShdw blurRad="38100" dist="38100" dir="2700000" algn="tl">
                    <a:srgbClr val="000000">
                      <a:alpha val="43137"/>
                    </a:srgbClr>
                  </a:outerShdw>
                </a:effectLst>
                <a:latin typeface="Calibri" panose="020F0502020204030204" pitchFamily="34" charset="0"/>
              </a:defRPr>
            </a:lvl1pPr>
            <a:lvl2pPr marL="192886" indent="0" algn="ctr">
              <a:buNone/>
              <a:defRPr/>
            </a:lvl2pPr>
            <a:lvl3pPr marL="385774" indent="0" algn="ctr">
              <a:buNone/>
              <a:defRPr/>
            </a:lvl3pPr>
            <a:lvl4pPr marL="578658" indent="0" algn="ctr">
              <a:buNone/>
              <a:defRPr/>
            </a:lvl4pPr>
            <a:lvl5pPr marL="771544" indent="0" algn="ctr">
              <a:buNone/>
              <a:defRPr/>
            </a:lvl5pPr>
            <a:lvl6pPr marL="964430" indent="0" algn="ctr">
              <a:buNone/>
              <a:defRPr/>
            </a:lvl6pPr>
            <a:lvl7pPr marL="1157318" indent="0" algn="ctr">
              <a:buNone/>
              <a:defRPr/>
            </a:lvl7pPr>
            <a:lvl8pPr marL="1350204" indent="0" algn="ctr">
              <a:buNone/>
              <a:defRPr/>
            </a:lvl8pPr>
            <a:lvl9pPr marL="1543088" indent="0" algn="ctr">
              <a:buNone/>
              <a:defRPr/>
            </a:lvl9pPr>
          </a:lstStyle>
          <a:p>
            <a:r>
              <a:rPr lang="en-US"/>
              <a:t>Click to edit Master subtitle style</a:t>
            </a:r>
          </a:p>
        </p:txBody>
      </p:sp>
      <p:sp>
        <p:nvSpPr>
          <p:cNvPr id="12" name="Rectangle 11"/>
          <p:cNvSpPr/>
          <p:nvPr/>
        </p:nvSpPr>
        <p:spPr bwMode="auto">
          <a:xfrm>
            <a:off x="5104665" y="6755907"/>
            <a:ext cx="2925191" cy="102094"/>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none" lIns="38576" tIns="19289" rIns="38576" bIns="19289" numCol="1" rtlCol="0" anchor="ctr" anchorCtr="0" compatLnSpc="1">
            <a:prstTxWarp prst="textNoShape">
              <a:avLst/>
            </a:prstTxWarp>
          </a:bodyPr>
          <a:lstStyle/>
          <a:p>
            <a:pPr algn="ctr" defTabSz="385774"/>
            <a:endParaRPr lang="en-GB" sz="507">
              <a:solidFill>
                <a:srgbClr val="2D2926"/>
              </a:solidFill>
            </a:endParaRPr>
          </a:p>
        </p:txBody>
      </p:sp>
      <p:pic>
        <p:nvPicPr>
          <p:cNvPr id="9" name="Picture 8"/>
          <p:cNvPicPr>
            <a:picLocks noChangeAspect="1"/>
          </p:cNvPicPr>
          <p:nvPr/>
        </p:nvPicPr>
        <p:blipFill>
          <a:blip r:embed="rId6"/>
          <a:stretch>
            <a:fillRect/>
          </a:stretch>
        </p:blipFill>
        <p:spPr>
          <a:xfrm>
            <a:off x="8429746" y="526501"/>
            <a:ext cx="2876434" cy="756000"/>
          </a:xfrm>
          <a:prstGeom prst="rect">
            <a:avLst/>
          </a:prstGeom>
        </p:spPr>
      </p:pic>
      <p:pic>
        <p:nvPicPr>
          <p:cNvPr id="11" name="Picture 10"/>
          <p:cNvPicPr>
            <a:picLocks noChangeAspect="1"/>
          </p:cNvPicPr>
          <p:nvPr/>
        </p:nvPicPr>
        <p:blipFill rotWithShape="1">
          <a:blip r:embed="rId7">
            <a:extLst>
              <a:ext uri="{28A0092B-C50C-407E-A947-70E740481C1C}">
                <a14:useLocalDpi xmlns:a14="http://schemas.microsoft.com/office/drawing/2010/main" val="0"/>
              </a:ext>
            </a:extLst>
          </a:blip>
          <a:srcRect l="37353" t="8741" r="101" b="27"/>
          <a:stretch/>
        </p:blipFill>
        <p:spPr bwMode="ltGray">
          <a:xfrm rot="16200000" flipH="1">
            <a:off x="9058187" y="-962476"/>
            <a:ext cx="369901" cy="5915488"/>
          </a:xfrm>
          <a:prstGeom prst="rect">
            <a:avLst/>
          </a:prstGeom>
        </p:spPr>
      </p:pic>
    </p:spTree>
    <p:extLst>
      <p:ext uri="{BB962C8B-B14F-4D97-AF65-F5344CB8AC3E}">
        <p14:creationId xmlns:p14="http://schemas.microsoft.com/office/powerpoint/2010/main" val="2392818238"/>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p:custDataLst>
              <p:tags r:id="rId1"/>
            </p:custDataLst>
          </p:nvPr>
        </p:nvGraphicFramePr>
        <p:xfrm>
          <a:off x="2119" y="1595"/>
          <a:ext cx="2116" cy="1587"/>
        </p:xfrm>
        <a:graphic>
          <a:graphicData uri="http://schemas.openxmlformats.org/presentationml/2006/ole">
            <mc:AlternateContent xmlns:mc="http://schemas.openxmlformats.org/markup-compatibility/2006">
              <mc:Choice xmlns:v="urn:schemas-microsoft-com:vml" Requires="v">
                <p:oleObj name="think-cell Slide" r:id="rId3" imgW="430" imgH="433" progId="TCLayout.ActiveDocument.1">
                  <p:embed/>
                </p:oleObj>
              </mc:Choice>
              <mc:Fallback>
                <p:oleObj name="think-cell Slide" r:id="rId3" imgW="430" imgH="433" progId="TCLayout.ActiveDocument.1">
                  <p:embed/>
                  <p:pic>
                    <p:nvPicPr>
                      <p:cNvPr id="3" name="Object 2" hidden="1"/>
                      <p:cNvPicPr/>
                      <p:nvPr/>
                    </p:nvPicPr>
                    <p:blipFill>
                      <a:blip r:embed="rId4"/>
                      <a:stretch>
                        <a:fillRect/>
                      </a:stretch>
                    </p:blipFill>
                    <p:spPr>
                      <a:xfrm>
                        <a:off x="2119" y="1595"/>
                        <a:ext cx="2116" cy="1587"/>
                      </a:xfrm>
                      <a:prstGeom prst="rect">
                        <a:avLst/>
                      </a:prstGeom>
                    </p:spPr>
                  </p:pic>
                </p:oleObj>
              </mc:Fallback>
            </mc:AlternateContent>
          </a:graphicData>
        </a:graphic>
      </p:graphicFrame>
      <p:sp>
        <p:nvSpPr>
          <p:cNvPr id="10" name="Rectangle 9"/>
          <p:cNvSpPr/>
          <p:nvPr/>
        </p:nvSpPr>
        <p:spPr bwMode="auto">
          <a:xfrm>
            <a:off x="0" y="0"/>
            <a:ext cx="12192000" cy="1052736"/>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none" lIns="51435" tIns="25717" rIns="51435" bIns="25717" numCol="1" rtlCol="0" anchor="ctr" anchorCtr="0" compatLnSpc="1">
            <a:prstTxWarp prst="textNoShape">
              <a:avLst/>
            </a:prstTxWarp>
          </a:bodyPr>
          <a:lstStyle/>
          <a:p>
            <a:pPr algn="ctr"/>
            <a:endParaRPr lang="en-GB" sz="1068">
              <a:solidFill>
                <a:srgbClr val="2D2926"/>
              </a:solidFill>
            </a:endParaRPr>
          </a:p>
        </p:txBody>
      </p:sp>
      <p:pic>
        <p:nvPicPr>
          <p:cNvPr id="2" name="Picture 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616327" y="477844"/>
            <a:ext cx="5575676" cy="5543451"/>
          </a:xfrm>
          <a:prstGeom prst="rect">
            <a:avLst/>
          </a:prstGeom>
        </p:spPr>
      </p:pic>
      <p:sp>
        <p:nvSpPr>
          <p:cNvPr id="6" name="Rectangle 5"/>
          <p:cNvSpPr>
            <a:spLocks noGrp="1" noChangeArrowheads="1"/>
          </p:cNvSpPr>
          <p:nvPr>
            <p:ph type="sldNum" sz="quarter" idx="12"/>
          </p:nvPr>
        </p:nvSpPr>
        <p:spPr>
          <a:ln/>
        </p:spPr>
        <p:txBody>
          <a:bodyPr/>
          <a:lstStyle>
            <a:lvl1pPr>
              <a:defRPr/>
            </a:lvl1pPr>
          </a:lstStyle>
          <a:p>
            <a:fld id="{B3CE4FC1-9BFD-4D71-B62C-EB069A42157A}" type="slidenum">
              <a:rPr lang="en-US" smtClean="0">
                <a:solidFill>
                  <a:srgbClr val="000000"/>
                </a:solidFill>
              </a:rPr>
              <a:pPr/>
              <a:t>‹#›</a:t>
            </a:fld>
            <a:endParaRPr lang="en-US">
              <a:solidFill>
                <a:srgbClr val="000000"/>
              </a:solidFill>
            </a:endParaRPr>
          </a:p>
        </p:txBody>
      </p:sp>
      <p:pic>
        <p:nvPicPr>
          <p:cNvPr id="7" name="Picture 6"/>
          <p:cNvPicPr>
            <a:picLocks noChangeAspect="1"/>
          </p:cNvPicPr>
          <p:nvPr/>
        </p:nvPicPr>
        <p:blipFill>
          <a:blip r:embed="rId6"/>
          <a:stretch>
            <a:fillRect/>
          </a:stretch>
        </p:blipFill>
        <p:spPr>
          <a:xfrm>
            <a:off x="239188" y="1964571"/>
            <a:ext cx="11713634" cy="65091"/>
          </a:xfrm>
          <a:prstGeom prst="rect">
            <a:avLst/>
          </a:prstGeom>
        </p:spPr>
      </p:pic>
      <p:sp>
        <p:nvSpPr>
          <p:cNvPr id="8" name="Text Placeholder 11"/>
          <p:cNvSpPr>
            <a:spLocks noGrp="1"/>
          </p:cNvSpPr>
          <p:nvPr>
            <p:ph type="body" sz="quarter" idx="13" hasCustomPrompt="1"/>
          </p:nvPr>
        </p:nvSpPr>
        <p:spPr>
          <a:xfrm>
            <a:off x="239188" y="2181578"/>
            <a:ext cx="11713634" cy="1463446"/>
          </a:xfrm>
          <a:prstGeom prst="rect">
            <a:avLst/>
          </a:prstGeom>
        </p:spPr>
        <p:txBody>
          <a:bodyPr vert="horz">
            <a:normAutofit/>
          </a:bodyPr>
          <a:lstStyle>
            <a:lvl1pPr marL="0" indent="0">
              <a:buNone/>
              <a:defRPr sz="1801" b="1">
                <a:solidFill>
                  <a:schemeClr val="tx1"/>
                </a:solidFill>
                <a:effectLst/>
              </a:defRPr>
            </a:lvl1pPr>
          </a:lstStyle>
          <a:p>
            <a:pPr lvl="0"/>
            <a:r>
              <a:rPr lang="en-US"/>
              <a:t>Section Title</a:t>
            </a:r>
          </a:p>
        </p:txBody>
      </p:sp>
      <p:sp>
        <p:nvSpPr>
          <p:cNvPr id="9" name="Text Placeholder 11"/>
          <p:cNvSpPr>
            <a:spLocks noGrp="1"/>
          </p:cNvSpPr>
          <p:nvPr>
            <p:ph type="body" sz="quarter" idx="14" hasCustomPrompt="1"/>
          </p:nvPr>
        </p:nvSpPr>
        <p:spPr>
          <a:xfrm>
            <a:off x="239188" y="1266925"/>
            <a:ext cx="11713634" cy="561756"/>
          </a:xfrm>
          <a:prstGeom prst="rect">
            <a:avLst/>
          </a:prstGeom>
        </p:spPr>
        <p:txBody>
          <a:bodyPr vert="horz" anchor="b">
            <a:normAutofit/>
          </a:bodyPr>
          <a:lstStyle>
            <a:lvl1pPr marL="0" indent="0">
              <a:buNone/>
              <a:defRPr sz="1013" b="0">
                <a:solidFill>
                  <a:schemeClr val="tx1">
                    <a:lumMod val="50000"/>
                    <a:lumOff val="50000"/>
                  </a:schemeClr>
                </a:solidFill>
              </a:defRPr>
            </a:lvl1pPr>
          </a:lstStyle>
          <a:p>
            <a:pPr lvl="0"/>
            <a:r>
              <a:rPr lang="en-US"/>
              <a:t>Section #</a:t>
            </a:r>
          </a:p>
        </p:txBody>
      </p:sp>
      <p:sp>
        <p:nvSpPr>
          <p:cNvPr id="11" name="Rectangle 4"/>
          <p:cNvSpPr>
            <a:spLocks noGrp="1" noChangeArrowheads="1"/>
          </p:cNvSpPr>
          <p:nvPr>
            <p:ph type="ftr" sz="quarter" idx="11"/>
          </p:nvPr>
        </p:nvSpPr>
        <p:spPr>
          <a:xfrm>
            <a:off x="239187" y="6400800"/>
            <a:ext cx="9409211" cy="457200"/>
          </a:xfrm>
          <a:prstGeom prst="rect">
            <a:avLst/>
          </a:prstGeom>
          <a:ln/>
        </p:spPr>
        <p:txBody>
          <a:bodyPr/>
          <a:lstStyle>
            <a:lvl1pPr>
              <a:defRPr/>
            </a:lvl1pPr>
          </a:lstStyle>
          <a:p>
            <a:endParaRPr lang="en-US">
              <a:solidFill>
                <a:srgbClr val="000000"/>
              </a:solidFill>
            </a:endParaRPr>
          </a:p>
        </p:txBody>
      </p:sp>
    </p:spTree>
    <p:extLst>
      <p:ext uri="{BB962C8B-B14F-4D97-AF65-F5344CB8AC3E}">
        <p14:creationId xmlns:p14="http://schemas.microsoft.com/office/powerpoint/2010/main" val="1404054948"/>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1_Section Header">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p:custDataLst>
              <p:tags r:id="rId1"/>
            </p:custDataLst>
          </p:nvPr>
        </p:nvGraphicFramePr>
        <p:xfrm>
          <a:off x="2119" y="1595"/>
          <a:ext cx="2116" cy="1587"/>
        </p:xfrm>
        <a:graphic>
          <a:graphicData uri="http://schemas.openxmlformats.org/presentationml/2006/ole">
            <mc:AlternateContent xmlns:mc="http://schemas.openxmlformats.org/markup-compatibility/2006">
              <mc:Choice xmlns:v="urn:schemas-microsoft-com:vml" Requires="v">
                <p:oleObj name="think-cell Slide" r:id="rId3" imgW="430" imgH="433" progId="TCLayout.ActiveDocument.1">
                  <p:embed/>
                </p:oleObj>
              </mc:Choice>
              <mc:Fallback>
                <p:oleObj name="think-cell Slide" r:id="rId3" imgW="430" imgH="433" progId="TCLayout.ActiveDocument.1">
                  <p:embed/>
                  <p:pic>
                    <p:nvPicPr>
                      <p:cNvPr id="3" name="Object 2" hidden="1"/>
                      <p:cNvPicPr/>
                      <p:nvPr/>
                    </p:nvPicPr>
                    <p:blipFill>
                      <a:blip r:embed="rId4"/>
                      <a:stretch>
                        <a:fillRect/>
                      </a:stretch>
                    </p:blipFill>
                    <p:spPr>
                      <a:xfrm>
                        <a:off x="2119" y="1595"/>
                        <a:ext cx="2116" cy="1587"/>
                      </a:xfrm>
                      <a:prstGeom prst="rect">
                        <a:avLst/>
                      </a:prstGeom>
                    </p:spPr>
                  </p:pic>
                </p:oleObj>
              </mc:Fallback>
            </mc:AlternateContent>
          </a:graphicData>
        </a:graphic>
      </p:graphicFrame>
      <p:grpSp>
        <p:nvGrpSpPr>
          <p:cNvPr id="2" name="Group 1"/>
          <p:cNvGrpSpPr/>
          <p:nvPr/>
        </p:nvGrpSpPr>
        <p:grpSpPr>
          <a:xfrm>
            <a:off x="0" y="1178585"/>
            <a:ext cx="12192000" cy="2547336"/>
            <a:chOff x="0" y="1178584"/>
            <a:chExt cx="12192000" cy="2547336"/>
          </a:xfrm>
        </p:grpSpPr>
        <p:grpSp>
          <p:nvGrpSpPr>
            <p:cNvPr id="5" name="Group 4"/>
            <p:cNvGrpSpPr/>
            <p:nvPr/>
          </p:nvGrpSpPr>
          <p:grpSpPr>
            <a:xfrm>
              <a:off x="4584735" y="1178585"/>
              <a:ext cx="7607265" cy="1277860"/>
              <a:chOff x="4242374" y="1266924"/>
              <a:chExt cx="7607265" cy="1277860"/>
            </a:xfrm>
          </p:grpSpPr>
          <p:pic>
            <p:nvPicPr>
              <p:cNvPr id="15"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l="66788"/>
              <a:stretch/>
            </p:blipFill>
            <p:spPr bwMode="auto">
              <a:xfrm>
                <a:off x="7458055" y="1266924"/>
                <a:ext cx="4049222" cy="6921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6"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r="97157" b="17268"/>
              <a:stretch/>
            </p:blipFill>
            <p:spPr bwMode="auto">
              <a:xfrm>
                <a:off x="4242374" y="1266924"/>
                <a:ext cx="3215680" cy="12778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8"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t="12683" r="99340" b="31624"/>
              <a:stretch/>
            </p:blipFill>
            <p:spPr bwMode="auto">
              <a:xfrm>
                <a:off x="10873398" y="1505214"/>
                <a:ext cx="616085" cy="38548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9"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l="66788" b="7541"/>
              <a:stretch/>
            </p:blipFill>
            <p:spPr bwMode="auto">
              <a:xfrm>
                <a:off x="6747364" y="1904828"/>
                <a:ext cx="4049222" cy="63995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7"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r="99746" b="50292"/>
              <a:stretch/>
            </p:blipFill>
            <p:spPr bwMode="auto">
              <a:xfrm>
                <a:off x="10181088" y="2094605"/>
                <a:ext cx="526195" cy="288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t="12683" r="99340" b="31624"/>
              <a:stretch/>
            </p:blipFill>
            <p:spPr bwMode="auto">
              <a:xfrm>
                <a:off x="11005120" y="1266924"/>
                <a:ext cx="844519" cy="12778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1"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t="12683" r="99340" b="31624"/>
              <a:stretch/>
            </p:blipFill>
            <p:spPr bwMode="auto">
              <a:xfrm>
                <a:off x="10662759" y="1724108"/>
                <a:ext cx="1186880" cy="82067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grpSp>
          <p:nvGrpSpPr>
            <p:cNvPr id="23" name="Group 22"/>
            <p:cNvGrpSpPr/>
            <p:nvPr/>
          </p:nvGrpSpPr>
          <p:grpSpPr>
            <a:xfrm>
              <a:off x="3169032" y="2448060"/>
              <a:ext cx="7607265" cy="1277860"/>
              <a:chOff x="4242374" y="1266924"/>
              <a:chExt cx="7607265" cy="1277860"/>
            </a:xfrm>
          </p:grpSpPr>
          <p:pic>
            <p:nvPicPr>
              <p:cNvPr id="24"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l="66788"/>
              <a:stretch/>
            </p:blipFill>
            <p:spPr bwMode="auto">
              <a:xfrm>
                <a:off x="7458055" y="1266924"/>
                <a:ext cx="4049222" cy="6921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5"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r="97157" b="17268"/>
              <a:stretch/>
            </p:blipFill>
            <p:spPr bwMode="auto">
              <a:xfrm>
                <a:off x="4242374" y="1266924"/>
                <a:ext cx="3215680" cy="12778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6"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t="12683" r="99340" b="31624"/>
              <a:stretch/>
            </p:blipFill>
            <p:spPr bwMode="auto">
              <a:xfrm>
                <a:off x="10873398" y="1505214"/>
                <a:ext cx="616085" cy="38548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7"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l="66788" b="7541"/>
              <a:stretch/>
            </p:blipFill>
            <p:spPr bwMode="auto">
              <a:xfrm>
                <a:off x="6747364" y="1904828"/>
                <a:ext cx="4049222" cy="63995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8"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r="99746" b="50292"/>
              <a:stretch/>
            </p:blipFill>
            <p:spPr bwMode="auto">
              <a:xfrm>
                <a:off x="10181088" y="2094605"/>
                <a:ext cx="526195" cy="288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9"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t="12683" r="99340" b="31624"/>
              <a:stretch/>
            </p:blipFill>
            <p:spPr bwMode="auto">
              <a:xfrm>
                <a:off x="11005120" y="1266924"/>
                <a:ext cx="844519" cy="12778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t="12683" r="99340" b="31624"/>
              <a:stretch/>
            </p:blipFill>
            <p:spPr bwMode="auto">
              <a:xfrm>
                <a:off x="10662759" y="1724108"/>
                <a:ext cx="1186880" cy="82067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pic>
          <p:nvPicPr>
            <p:cNvPr id="31"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t="12683" r="99340" b="31624"/>
            <a:stretch/>
          </p:blipFill>
          <p:spPr bwMode="auto">
            <a:xfrm>
              <a:off x="10662758" y="2453554"/>
              <a:ext cx="1529242" cy="127236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2"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t="12683" r="99340" b="31624"/>
            <a:stretch/>
          </p:blipFill>
          <p:spPr bwMode="auto">
            <a:xfrm>
              <a:off x="0" y="1178584"/>
              <a:ext cx="4648131" cy="254733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sp>
        <p:nvSpPr>
          <p:cNvPr id="10" name="Rectangle 9"/>
          <p:cNvSpPr/>
          <p:nvPr/>
        </p:nvSpPr>
        <p:spPr bwMode="auto">
          <a:xfrm>
            <a:off x="0" y="0"/>
            <a:ext cx="12192000" cy="1052736"/>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none" lIns="51435" tIns="25717" rIns="51435" bIns="25717" numCol="1" rtlCol="0" anchor="ctr" anchorCtr="0" compatLnSpc="1">
            <a:prstTxWarp prst="textNoShape">
              <a:avLst/>
            </a:prstTxWarp>
          </a:bodyPr>
          <a:lstStyle/>
          <a:p>
            <a:pPr algn="ctr"/>
            <a:endParaRPr lang="en-GB" sz="1068">
              <a:solidFill>
                <a:srgbClr val="2D2926"/>
              </a:solidFill>
            </a:endParaRPr>
          </a:p>
        </p:txBody>
      </p:sp>
      <p:sp>
        <p:nvSpPr>
          <p:cNvPr id="6" name="Rectangle 5"/>
          <p:cNvSpPr>
            <a:spLocks noGrp="1" noChangeArrowheads="1"/>
          </p:cNvSpPr>
          <p:nvPr>
            <p:ph type="sldNum" sz="quarter" idx="12"/>
          </p:nvPr>
        </p:nvSpPr>
        <p:spPr>
          <a:ln/>
        </p:spPr>
        <p:txBody>
          <a:bodyPr/>
          <a:lstStyle>
            <a:lvl1pPr>
              <a:defRPr/>
            </a:lvl1pPr>
          </a:lstStyle>
          <a:p>
            <a:fld id="{B3CE4FC1-9BFD-4D71-B62C-EB069A42157A}" type="slidenum">
              <a:rPr lang="en-US" smtClean="0">
                <a:solidFill>
                  <a:srgbClr val="000000"/>
                </a:solidFill>
              </a:rPr>
              <a:pPr/>
              <a:t>‹#›</a:t>
            </a:fld>
            <a:endParaRPr lang="en-US">
              <a:solidFill>
                <a:srgbClr val="000000"/>
              </a:solidFill>
            </a:endParaRPr>
          </a:p>
        </p:txBody>
      </p:sp>
      <p:sp>
        <p:nvSpPr>
          <p:cNvPr id="8" name="Text Placeholder 11"/>
          <p:cNvSpPr>
            <a:spLocks noGrp="1"/>
          </p:cNvSpPr>
          <p:nvPr>
            <p:ph type="body" sz="quarter" idx="13" hasCustomPrompt="1"/>
          </p:nvPr>
        </p:nvSpPr>
        <p:spPr>
          <a:xfrm>
            <a:off x="239187" y="2181578"/>
            <a:ext cx="8736139" cy="1463446"/>
          </a:xfrm>
          <a:prstGeom prst="rect">
            <a:avLst/>
          </a:prstGeom>
        </p:spPr>
        <p:txBody>
          <a:bodyPr vert="horz">
            <a:normAutofit/>
          </a:bodyPr>
          <a:lstStyle>
            <a:lvl1pPr marL="0" indent="0">
              <a:buNone/>
              <a:defRPr sz="1801" b="1">
                <a:solidFill>
                  <a:schemeClr val="bg1"/>
                </a:solidFill>
                <a:effectLst/>
              </a:defRPr>
            </a:lvl1pPr>
          </a:lstStyle>
          <a:p>
            <a:pPr lvl="0"/>
            <a:r>
              <a:rPr lang="en-US"/>
              <a:t>Section Title</a:t>
            </a:r>
          </a:p>
        </p:txBody>
      </p:sp>
      <p:sp>
        <p:nvSpPr>
          <p:cNvPr id="9" name="Text Placeholder 11"/>
          <p:cNvSpPr>
            <a:spLocks noGrp="1"/>
          </p:cNvSpPr>
          <p:nvPr>
            <p:ph type="body" sz="quarter" idx="14" hasCustomPrompt="1"/>
          </p:nvPr>
        </p:nvSpPr>
        <p:spPr>
          <a:xfrm>
            <a:off x="239187" y="1266925"/>
            <a:ext cx="8736139" cy="561756"/>
          </a:xfrm>
          <a:prstGeom prst="rect">
            <a:avLst/>
          </a:prstGeom>
        </p:spPr>
        <p:txBody>
          <a:bodyPr vert="horz" anchor="b">
            <a:normAutofit/>
          </a:bodyPr>
          <a:lstStyle>
            <a:lvl1pPr marL="0" indent="0">
              <a:buNone/>
              <a:defRPr sz="1013" b="0">
                <a:solidFill>
                  <a:schemeClr val="bg1"/>
                </a:solidFill>
              </a:defRPr>
            </a:lvl1pPr>
          </a:lstStyle>
          <a:p>
            <a:pPr lvl="0"/>
            <a:r>
              <a:rPr lang="en-US"/>
              <a:t>Section #</a:t>
            </a:r>
          </a:p>
        </p:txBody>
      </p:sp>
      <p:sp>
        <p:nvSpPr>
          <p:cNvPr id="11" name="Rectangle 4"/>
          <p:cNvSpPr>
            <a:spLocks noGrp="1" noChangeArrowheads="1"/>
          </p:cNvSpPr>
          <p:nvPr>
            <p:ph type="ftr" sz="quarter" idx="11"/>
          </p:nvPr>
        </p:nvSpPr>
        <p:spPr>
          <a:xfrm>
            <a:off x="239187" y="6400800"/>
            <a:ext cx="9409211" cy="457200"/>
          </a:xfrm>
          <a:prstGeom prst="rect">
            <a:avLst/>
          </a:prstGeom>
          <a:ln/>
        </p:spPr>
        <p:txBody>
          <a:bodyPr/>
          <a:lstStyle>
            <a:lvl1pPr>
              <a:defRPr/>
            </a:lvl1pPr>
          </a:lstStyle>
          <a:p>
            <a:endParaRPr lang="en-US">
              <a:solidFill>
                <a:srgbClr val="000000"/>
              </a:solidFill>
            </a:endParaRPr>
          </a:p>
        </p:txBody>
      </p:sp>
      <p:pic>
        <p:nvPicPr>
          <p:cNvPr id="14" name="Picture 3"/>
          <p:cNvPicPr>
            <a:picLocks noChangeAspect="1" noChangeArrowheads="1"/>
          </p:cNvPicPr>
          <p:nvPr/>
        </p:nvPicPr>
        <p:blipFill rotWithShape="1">
          <a:blip r:embed="rId6">
            <a:extLst>
              <a:ext uri="{28A0092B-C50C-407E-A947-70E740481C1C}">
                <a14:useLocalDpi xmlns:a14="http://schemas.microsoft.com/office/drawing/2010/main" val="0"/>
              </a:ext>
            </a:extLst>
          </a:blip>
          <a:srcRect t="13116" r="76604" b="25471"/>
          <a:stretch/>
        </p:blipFill>
        <p:spPr bwMode="auto">
          <a:xfrm>
            <a:off x="11399103" y="3113153"/>
            <a:ext cx="627692" cy="53187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35" name="Straight Connector 34"/>
          <p:cNvCxnSpPr/>
          <p:nvPr/>
        </p:nvCxnSpPr>
        <p:spPr bwMode="auto">
          <a:xfrm>
            <a:off x="239187" y="2006353"/>
            <a:ext cx="8875152" cy="0"/>
          </a:xfrm>
          <a:prstGeom prst="line">
            <a:avLst/>
          </a:prstGeom>
          <a:ln w="28575">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22314368"/>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Title + Text Box Layout">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custDataLst>
              <p:tags r:id="rId1"/>
            </p:custDataLst>
          </p:nvPr>
        </p:nvGraphicFramePr>
        <p:xfrm>
          <a:off x="1592" y="1594"/>
          <a:ext cx="1588" cy="1587"/>
        </p:xfrm>
        <a:graphic>
          <a:graphicData uri="http://schemas.openxmlformats.org/presentationml/2006/ole">
            <mc:AlternateContent xmlns:mc="http://schemas.openxmlformats.org/markup-compatibility/2006">
              <mc:Choice xmlns:v="urn:schemas-microsoft-com:vml" Requires="v">
                <p:oleObj name="think-cell Slide" r:id="rId3" imgW="430" imgH="433" progId="TCLayout.ActiveDocument.1">
                  <p:embed/>
                </p:oleObj>
              </mc:Choice>
              <mc:Fallback>
                <p:oleObj name="think-cell Slide" r:id="rId3" imgW="430" imgH="433" progId="TCLayout.ActiveDocument.1">
                  <p:embed/>
                  <p:pic>
                    <p:nvPicPr>
                      <p:cNvPr id="2" name="Object 1" hidden="1"/>
                      <p:cNvPicPr/>
                      <p:nvPr/>
                    </p:nvPicPr>
                    <p:blipFill>
                      <a:blip r:embed="rId4"/>
                      <a:stretch>
                        <a:fillRect/>
                      </a:stretch>
                    </p:blipFill>
                    <p:spPr>
                      <a:xfrm>
                        <a:off x="1592" y="1594"/>
                        <a:ext cx="1588" cy="1587"/>
                      </a:xfrm>
                      <a:prstGeom prst="rect">
                        <a:avLst/>
                      </a:prstGeom>
                    </p:spPr>
                  </p:pic>
                </p:oleObj>
              </mc:Fallback>
            </mc:AlternateContent>
          </a:graphicData>
        </a:graphic>
      </p:graphicFrame>
      <p:sp>
        <p:nvSpPr>
          <p:cNvPr id="6" name="Title 1"/>
          <p:cNvSpPr>
            <a:spLocks noGrp="1"/>
          </p:cNvSpPr>
          <p:nvPr>
            <p:ph type="title"/>
          </p:nvPr>
        </p:nvSpPr>
        <p:spPr>
          <a:xfrm>
            <a:off x="239188" y="0"/>
            <a:ext cx="10273307" cy="648000"/>
          </a:xfrm>
          <a:prstGeom prst="rect">
            <a:avLst/>
          </a:prstGeom>
        </p:spPr>
        <p:txBody>
          <a:bodyPr lIns="0" tIns="0" rIns="0" bIns="0" anchor="ctr">
            <a:normAutofit/>
          </a:bodyPr>
          <a:lstStyle>
            <a:lvl1pPr>
              <a:defRPr sz="1125">
                <a:latin typeface="Calibri" panose="020F0502020204030204" pitchFamily="34" charset="0"/>
              </a:defRPr>
            </a:lvl1pPr>
          </a:lstStyle>
          <a:p>
            <a:r>
              <a:rPr lang="en-US"/>
              <a:t>Click to edit Master title style</a:t>
            </a:r>
            <a:endParaRPr lang="en-GB"/>
          </a:p>
        </p:txBody>
      </p:sp>
      <p:sp>
        <p:nvSpPr>
          <p:cNvPr id="7" name="Rectangle 4"/>
          <p:cNvSpPr>
            <a:spLocks noGrp="1" noChangeArrowheads="1"/>
          </p:cNvSpPr>
          <p:nvPr>
            <p:ph type="ftr" sz="quarter" idx="11"/>
          </p:nvPr>
        </p:nvSpPr>
        <p:spPr>
          <a:xfrm>
            <a:off x="239187" y="6400800"/>
            <a:ext cx="9409211" cy="457200"/>
          </a:xfrm>
          <a:prstGeom prst="rect">
            <a:avLst/>
          </a:prstGeom>
          <a:ln/>
        </p:spPr>
        <p:txBody>
          <a:bodyPr/>
          <a:lstStyle>
            <a:lvl1pPr>
              <a:defRPr/>
            </a:lvl1pPr>
          </a:lstStyle>
          <a:p>
            <a:endParaRPr lang="en-US">
              <a:solidFill>
                <a:srgbClr val="000000"/>
              </a:solidFill>
            </a:endParaRPr>
          </a:p>
        </p:txBody>
      </p:sp>
      <p:sp>
        <p:nvSpPr>
          <p:cNvPr id="8" name="Rectangle 5"/>
          <p:cNvSpPr>
            <a:spLocks noGrp="1" noChangeArrowheads="1"/>
          </p:cNvSpPr>
          <p:nvPr>
            <p:ph type="sldNum" sz="quarter" idx="12"/>
          </p:nvPr>
        </p:nvSpPr>
        <p:spPr>
          <a:xfrm>
            <a:off x="11664622" y="6400800"/>
            <a:ext cx="527381" cy="457200"/>
          </a:xfrm>
          <a:ln/>
        </p:spPr>
        <p:txBody>
          <a:bodyPr/>
          <a:lstStyle>
            <a:lvl1pPr>
              <a:defRPr/>
            </a:lvl1pPr>
          </a:lstStyle>
          <a:p>
            <a:fld id="{B3CE4FC1-9BFD-4D71-B62C-EB069A42157A}" type="slidenum">
              <a:rPr lang="en-US" smtClean="0">
                <a:solidFill>
                  <a:srgbClr val="000000"/>
                </a:solidFill>
              </a:rPr>
              <a:pPr/>
              <a:t>‹#›</a:t>
            </a:fld>
            <a:endParaRPr lang="en-US">
              <a:solidFill>
                <a:srgbClr val="000000"/>
              </a:solidFill>
            </a:endParaRPr>
          </a:p>
        </p:txBody>
      </p:sp>
      <p:sp>
        <p:nvSpPr>
          <p:cNvPr id="5" name="Text Placeholder 4"/>
          <p:cNvSpPr>
            <a:spLocks noGrp="1"/>
          </p:cNvSpPr>
          <p:nvPr>
            <p:ph type="body" sz="quarter" idx="13" hasCustomPrompt="1"/>
          </p:nvPr>
        </p:nvSpPr>
        <p:spPr>
          <a:xfrm>
            <a:off x="239187" y="836712"/>
            <a:ext cx="11329424" cy="1655762"/>
          </a:xfrm>
          <a:prstGeom prst="rect">
            <a:avLst/>
          </a:prstGeom>
        </p:spPr>
        <p:txBody>
          <a:bodyPr/>
          <a:lstStyle>
            <a:lvl1pPr marL="0" marR="0" indent="0" algn="l" defTabSz="514362" rtl="0" eaLnBrk="1" fontAlgn="base" latinLnBrk="0" hangingPunct="1">
              <a:lnSpc>
                <a:spcPct val="100000"/>
              </a:lnSpc>
              <a:spcBef>
                <a:spcPct val="20000"/>
              </a:spcBef>
              <a:spcAft>
                <a:spcPct val="0"/>
              </a:spcAft>
              <a:buClr>
                <a:srgbClr val="C00000"/>
              </a:buClr>
              <a:buSzTx/>
              <a:buFontTx/>
              <a:buNone/>
              <a:tabLst/>
              <a:defRPr kumimoji="0" lang="en-US" sz="1013" b="0" i="0" u="none" strike="noStrike" kern="0" cap="none" spc="0" normalizeH="0" baseline="0" noProof="0">
                <a:ln>
                  <a:noFill/>
                </a:ln>
                <a:solidFill>
                  <a:schemeClr val="tx1"/>
                </a:solidFill>
                <a:effectLst/>
                <a:uLnTx/>
                <a:uFillTx/>
              </a:defRPr>
            </a:lvl1pPr>
            <a:lvl2pPr marL="417920" marR="0" indent="-160740" algn="l" defTabSz="514362" rtl="0" eaLnBrk="1" fontAlgn="base" latinLnBrk="0" hangingPunct="1">
              <a:lnSpc>
                <a:spcPct val="100000"/>
              </a:lnSpc>
              <a:spcBef>
                <a:spcPct val="20000"/>
              </a:spcBef>
              <a:spcAft>
                <a:spcPct val="0"/>
              </a:spcAft>
              <a:buClr>
                <a:srgbClr val="C00000"/>
              </a:buClr>
              <a:buSzTx/>
              <a:buFontTx/>
              <a:buChar char="–"/>
              <a:tabLst/>
              <a:defRPr kumimoji="0" lang="en-US" sz="900" b="0" i="0" u="none" strike="noStrike" kern="0" cap="none" spc="0" normalizeH="0" baseline="0" noProof="0">
                <a:ln>
                  <a:noFill/>
                </a:ln>
                <a:solidFill>
                  <a:schemeClr val="tx1"/>
                </a:solidFill>
                <a:effectLst/>
                <a:uLnTx/>
                <a:uFillTx/>
              </a:defRPr>
            </a:lvl2pPr>
            <a:lvl3pPr marL="642954" marR="0" indent="-128592" algn="l" defTabSz="514362" rtl="0" eaLnBrk="1" fontAlgn="base" latinLnBrk="0" hangingPunct="1">
              <a:lnSpc>
                <a:spcPct val="100000"/>
              </a:lnSpc>
              <a:spcBef>
                <a:spcPct val="20000"/>
              </a:spcBef>
              <a:spcAft>
                <a:spcPct val="0"/>
              </a:spcAft>
              <a:buClr>
                <a:srgbClr val="C00000"/>
              </a:buClr>
              <a:buSzTx/>
              <a:buFontTx/>
              <a:buChar char="•"/>
              <a:tabLst/>
              <a:defRPr kumimoji="0" lang="en-US" sz="788" b="0" i="0" u="none" strike="noStrike" kern="0" cap="none" spc="0" normalizeH="0" baseline="0" noProof="0">
                <a:ln>
                  <a:noFill/>
                </a:ln>
                <a:solidFill>
                  <a:schemeClr val="tx1"/>
                </a:solidFill>
                <a:effectLst/>
                <a:uLnTx/>
                <a:uFillTx/>
              </a:defRPr>
            </a:lvl3pPr>
            <a:lvl4pPr marL="900136" marR="0" indent="-128592" algn="l" defTabSz="514362" rtl="0" eaLnBrk="1" fontAlgn="base" latinLnBrk="0" hangingPunct="1">
              <a:lnSpc>
                <a:spcPct val="100000"/>
              </a:lnSpc>
              <a:spcBef>
                <a:spcPct val="20000"/>
              </a:spcBef>
              <a:spcAft>
                <a:spcPct val="0"/>
              </a:spcAft>
              <a:buClr>
                <a:srgbClr val="C00000"/>
              </a:buClr>
              <a:buSzTx/>
              <a:buFontTx/>
              <a:buChar char="–"/>
              <a:tabLst/>
              <a:defRPr kumimoji="0" lang="en-US" sz="788" b="0" i="0" u="none" strike="noStrike" kern="0" cap="none" spc="0" normalizeH="0" baseline="0" noProof="0">
                <a:ln>
                  <a:noFill/>
                </a:ln>
                <a:solidFill>
                  <a:schemeClr val="tx1"/>
                </a:solidFill>
                <a:effectLst/>
                <a:uLnTx/>
                <a:uFillTx/>
              </a:defRPr>
            </a:lvl4pPr>
            <a:lvl5pPr marL="1157318" marR="0" indent="-128592" algn="l" defTabSz="514362" rtl="0" eaLnBrk="1" fontAlgn="base" latinLnBrk="0" hangingPunct="1">
              <a:lnSpc>
                <a:spcPct val="100000"/>
              </a:lnSpc>
              <a:spcBef>
                <a:spcPct val="20000"/>
              </a:spcBef>
              <a:spcAft>
                <a:spcPct val="0"/>
              </a:spcAft>
              <a:buClr>
                <a:srgbClr val="C00000"/>
              </a:buClr>
              <a:buSzTx/>
              <a:buFontTx/>
              <a:buChar char="»"/>
              <a:tabLst/>
              <a:defRPr kumimoji="0" lang="en-US" sz="788" b="0" i="0" u="none" strike="noStrike" kern="0" cap="none" spc="0" normalizeH="0" baseline="0" noProof="0">
                <a:ln>
                  <a:noFill/>
                </a:ln>
                <a:solidFill>
                  <a:schemeClr val="tx1"/>
                </a:solidFill>
                <a:effectLst/>
                <a:uLnTx/>
                <a:uFillTx/>
              </a:defRPr>
            </a:lvl5pPr>
            <a:lvl6pPr marL="0" marR="0" indent="0" algn="l" defTabSz="514362" rtl="0" eaLnBrk="1" fontAlgn="base" latinLnBrk="0" hangingPunct="1">
              <a:lnSpc>
                <a:spcPct val="100000"/>
              </a:lnSpc>
              <a:spcBef>
                <a:spcPct val="20000"/>
              </a:spcBef>
              <a:spcAft>
                <a:spcPct val="0"/>
              </a:spcAft>
              <a:buClr>
                <a:srgbClr val="C00000"/>
              </a:buClr>
              <a:buSzTx/>
              <a:buFontTx/>
              <a:buNone/>
              <a:tabLst/>
              <a:defRPr>
                <a:solidFill>
                  <a:schemeClr val="tx1"/>
                </a:solidFill>
              </a:defRPr>
            </a:lvl6pPr>
            <a:lvl8pPr marL="0" marR="0" indent="0" algn="l" defTabSz="514362" rtl="0" eaLnBrk="1" fontAlgn="base" latinLnBrk="0" hangingPunct="1">
              <a:lnSpc>
                <a:spcPct val="100000"/>
              </a:lnSpc>
              <a:spcBef>
                <a:spcPct val="20000"/>
              </a:spcBef>
              <a:spcAft>
                <a:spcPct val="0"/>
              </a:spcAft>
              <a:buClrTx/>
              <a:buSzTx/>
              <a:buFontTx/>
              <a:buNone/>
              <a:tabLst/>
              <a:defRPr/>
            </a:lvl8pPr>
            <a:lvl9pPr marL="0" marR="0" indent="0" algn="l" defTabSz="514362" rtl="0" eaLnBrk="1" fontAlgn="base" latinLnBrk="0" hangingPunct="1">
              <a:lnSpc>
                <a:spcPct val="100000"/>
              </a:lnSpc>
              <a:spcBef>
                <a:spcPct val="20000"/>
              </a:spcBef>
              <a:spcAft>
                <a:spcPct val="0"/>
              </a:spcAft>
              <a:buClrTx/>
              <a:buSzTx/>
              <a:buFontTx/>
              <a:buNone/>
              <a:tabLst/>
              <a:defRPr/>
            </a:lvl9pPr>
          </a:lstStyle>
          <a:p>
            <a:pPr marL="192886" marR="0" lvl="0" indent="-192886" algn="l" defTabSz="514362" rtl="0" eaLnBrk="1" fontAlgn="base" latinLnBrk="0" hangingPunct="1">
              <a:lnSpc>
                <a:spcPct val="100000"/>
              </a:lnSpc>
              <a:spcBef>
                <a:spcPct val="20000"/>
              </a:spcBef>
              <a:spcAft>
                <a:spcPct val="0"/>
              </a:spcAft>
              <a:buClrTx/>
              <a:buSzTx/>
              <a:buFontTx/>
              <a:buChar char="•"/>
              <a:tabLst/>
              <a:defRPr/>
            </a:pPr>
            <a:r>
              <a:rPr kumimoji="0" lang="en-US" sz="1013" b="0" i="0" u="none" strike="noStrike" kern="0" cap="none" spc="0" normalizeH="0" baseline="0" noProof="0">
                <a:ln>
                  <a:noFill/>
                </a:ln>
                <a:solidFill>
                  <a:srgbClr val="575757"/>
                </a:solidFill>
                <a:effectLst/>
                <a:uLnTx/>
                <a:uFillTx/>
                <a:latin typeface="+mn-lt"/>
              </a:rPr>
              <a:t>Edit Master text styles</a:t>
            </a:r>
          </a:p>
          <a:p>
            <a:pPr marL="417920" marR="0" lvl="1" indent="-160740" algn="l" defTabSz="514362" rtl="0" eaLnBrk="1" fontAlgn="base" latinLnBrk="0" hangingPunct="1">
              <a:lnSpc>
                <a:spcPct val="100000"/>
              </a:lnSpc>
              <a:spcBef>
                <a:spcPct val="20000"/>
              </a:spcBef>
              <a:spcAft>
                <a:spcPct val="0"/>
              </a:spcAft>
              <a:buClrTx/>
              <a:buSzTx/>
              <a:buFontTx/>
              <a:buChar char="–"/>
              <a:tabLst/>
              <a:defRPr/>
            </a:pPr>
            <a:r>
              <a:rPr kumimoji="0" lang="en-US" sz="900" b="0" i="0" u="none" strike="noStrike" kern="0" cap="none" spc="0" normalizeH="0" baseline="0" noProof="0">
                <a:ln>
                  <a:noFill/>
                </a:ln>
                <a:solidFill>
                  <a:srgbClr val="575757"/>
                </a:solidFill>
                <a:effectLst/>
                <a:uLnTx/>
                <a:uFillTx/>
                <a:latin typeface="+mn-lt"/>
              </a:rPr>
              <a:t>Second level</a:t>
            </a:r>
          </a:p>
          <a:p>
            <a:pPr marL="642954" marR="0" lvl="2" indent="-128592" algn="l" defTabSz="514362" rtl="0" eaLnBrk="1" fontAlgn="base" latinLnBrk="0" hangingPunct="1">
              <a:lnSpc>
                <a:spcPct val="100000"/>
              </a:lnSpc>
              <a:spcBef>
                <a:spcPct val="20000"/>
              </a:spcBef>
              <a:spcAft>
                <a:spcPct val="0"/>
              </a:spcAft>
              <a:buClrTx/>
              <a:buSzTx/>
              <a:buFontTx/>
              <a:buChar char="•"/>
              <a:tabLst/>
              <a:defRPr/>
            </a:pPr>
            <a:r>
              <a:rPr kumimoji="0" lang="en-US" sz="788" b="0" i="0" u="none" strike="noStrike" kern="0" cap="none" spc="0" normalizeH="0" baseline="0" noProof="0">
                <a:ln>
                  <a:noFill/>
                </a:ln>
                <a:solidFill>
                  <a:srgbClr val="575757"/>
                </a:solidFill>
                <a:effectLst/>
                <a:uLnTx/>
                <a:uFillTx/>
                <a:latin typeface="+mn-lt"/>
              </a:rPr>
              <a:t>Third level</a:t>
            </a:r>
          </a:p>
          <a:p>
            <a:pPr marL="900136" marR="0" lvl="3" indent="-128592" algn="l" defTabSz="514362" rtl="0" eaLnBrk="1" fontAlgn="base" latinLnBrk="0" hangingPunct="1">
              <a:lnSpc>
                <a:spcPct val="100000"/>
              </a:lnSpc>
              <a:spcBef>
                <a:spcPct val="20000"/>
              </a:spcBef>
              <a:spcAft>
                <a:spcPct val="0"/>
              </a:spcAft>
              <a:buClrTx/>
              <a:buSzTx/>
              <a:buFontTx/>
              <a:buChar char="–"/>
              <a:tabLst/>
              <a:defRPr/>
            </a:pPr>
            <a:r>
              <a:rPr kumimoji="0" lang="en-US" sz="788" b="0" i="0" u="none" strike="noStrike" kern="0" cap="none" spc="0" normalizeH="0" baseline="0" noProof="0">
                <a:ln>
                  <a:noFill/>
                </a:ln>
                <a:solidFill>
                  <a:srgbClr val="575757"/>
                </a:solidFill>
                <a:effectLst/>
                <a:uLnTx/>
                <a:uFillTx/>
                <a:latin typeface="+mn-lt"/>
              </a:rPr>
              <a:t>Fourth level</a:t>
            </a:r>
          </a:p>
          <a:p>
            <a:pPr marL="1157318" marR="0" lvl="4" indent="-128592" algn="l" defTabSz="514362" rtl="0" eaLnBrk="1" fontAlgn="base" latinLnBrk="0" hangingPunct="1">
              <a:lnSpc>
                <a:spcPct val="100000"/>
              </a:lnSpc>
              <a:spcBef>
                <a:spcPct val="20000"/>
              </a:spcBef>
              <a:spcAft>
                <a:spcPct val="0"/>
              </a:spcAft>
              <a:buClrTx/>
              <a:buSzTx/>
              <a:buFontTx/>
              <a:buChar char="»"/>
              <a:tabLst/>
              <a:defRPr/>
            </a:pPr>
            <a:r>
              <a:rPr kumimoji="0" lang="en-US" sz="788" b="0" i="0" u="none" strike="noStrike" kern="0" cap="none" spc="0" normalizeH="0" baseline="0" noProof="0">
                <a:ln>
                  <a:noFill/>
                </a:ln>
                <a:solidFill>
                  <a:srgbClr val="575757"/>
                </a:solidFill>
                <a:effectLst/>
                <a:uLnTx/>
                <a:uFillTx/>
                <a:latin typeface="+mn-lt"/>
              </a:rPr>
              <a:t>Fifth level</a:t>
            </a:r>
          </a:p>
          <a:p>
            <a:pPr marL="1414499" marR="0" lvl="5" indent="-128592" algn="l" defTabSz="514362" rtl="0" eaLnBrk="1" fontAlgn="base" latinLnBrk="0" hangingPunct="1">
              <a:lnSpc>
                <a:spcPct val="100000"/>
              </a:lnSpc>
              <a:spcBef>
                <a:spcPct val="20000"/>
              </a:spcBef>
              <a:spcAft>
                <a:spcPct val="0"/>
              </a:spcAft>
              <a:buClrTx/>
              <a:buSzTx/>
              <a:buFontTx/>
              <a:buChar char="»"/>
              <a:tabLst/>
              <a:defRPr/>
            </a:pPr>
            <a:r>
              <a:rPr kumimoji="0" lang="en-US" sz="1013" b="0" i="0" u="none" strike="noStrike" kern="0" cap="none" spc="0" normalizeH="0" baseline="0" noProof="0">
                <a:ln>
                  <a:noFill/>
                </a:ln>
                <a:solidFill>
                  <a:srgbClr val="575757"/>
                </a:solidFill>
                <a:effectLst/>
                <a:uLnTx/>
                <a:uFillTx/>
                <a:latin typeface="+mn-lt"/>
              </a:rPr>
              <a:t>Level six</a:t>
            </a:r>
          </a:p>
          <a:p>
            <a:pPr marL="0" marR="0" lvl="5" indent="0" algn="l" defTabSz="514362" rtl="0" eaLnBrk="1" fontAlgn="base" latinLnBrk="0" hangingPunct="1">
              <a:lnSpc>
                <a:spcPct val="100000"/>
              </a:lnSpc>
              <a:spcBef>
                <a:spcPct val="20000"/>
              </a:spcBef>
              <a:spcAft>
                <a:spcPct val="0"/>
              </a:spcAft>
              <a:buClrTx/>
              <a:buSzTx/>
              <a:buFontTx/>
              <a:buNone/>
              <a:tabLst/>
              <a:defRPr/>
            </a:pPr>
            <a:r>
              <a:rPr kumimoji="0" lang="en-US" sz="1013" b="1" i="0" u="none" strike="noStrike" kern="0" cap="none" spc="0" normalizeH="0" baseline="0" noProof="0">
                <a:ln>
                  <a:noFill/>
                </a:ln>
                <a:solidFill>
                  <a:schemeClr val="accent3"/>
                </a:solidFill>
                <a:effectLst/>
                <a:uLnTx/>
                <a:uFillTx/>
                <a:latin typeface="+mn-lt"/>
              </a:rPr>
              <a:t>Level seven</a:t>
            </a:r>
          </a:p>
          <a:p>
            <a:pPr marL="0" marR="0" lvl="7" indent="0" algn="l" defTabSz="514362" rtl="0" eaLnBrk="1" fontAlgn="base" latinLnBrk="0" hangingPunct="1">
              <a:lnSpc>
                <a:spcPct val="100000"/>
              </a:lnSpc>
              <a:spcBef>
                <a:spcPct val="20000"/>
              </a:spcBef>
              <a:spcAft>
                <a:spcPct val="0"/>
              </a:spcAft>
              <a:buClrTx/>
              <a:buSzTx/>
              <a:buFontTx/>
              <a:buNone/>
              <a:tabLst/>
              <a:defRPr/>
            </a:pPr>
            <a:r>
              <a:rPr kumimoji="0" lang="en-US" sz="1013" b="0" i="0" u="none" strike="noStrike" kern="0" cap="none" spc="0" normalizeH="0" baseline="0" noProof="0">
                <a:ln>
                  <a:noFill/>
                </a:ln>
                <a:solidFill>
                  <a:srgbClr val="C00000"/>
                </a:solidFill>
                <a:effectLst/>
                <a:uLnTx/>
                <a:uFillTx/>
                <a:latin typeface="+mn-lt"/>
              </a:rPr>
              <a:t>Level eight</a:t>
            </a:r>
          </a:p>
          <a:p>
            <a:pPr marL="0" marR="0" lvl="8" indent="0" algn="l" defTabSz="514362" rtl="0" eaLnBrk="1" fontAlgn="base" latinLnBrk="0" hangingPunct="1">
              <a:lnSpc>
                <a:spcPct val="100000"/>
              </a:lnSpc>
              <a:spcBef>
                <a:spcPct val="20000"/>
              </a:spcBef>
              <a:spcAft>
                <a:spcPct val="0"/>
              </a:spcAft>
              <a:buClrTx/>
              <a:buSzTx/>
              <a:buFontTx/>
              <a:buNone/>
              <a:tabLst/>
              <a:defRPr/>
            </a:pPr>
            <a:r>
              <a:rPr kumimoji="0" lang="en-US" sz="900" b="0" i="0" u="none" strike="noStrike" kern="0" cap="none" spc="0" normalizeH="0" baseline="0" noProof="0">
                <a:ln>
                  <a:noFill/>
                </a:ln>
                <a:solidFill>
                  <a:srgbClr val="575757"/>
                </a:solidFill>
                <a:effectLst/>
                <a:uLnTx/>
                <a:uFillTx/>
                <a:latin typeface="+mn-lt"/>
              </a:rPr>
              <a:t>Level nine</a:t>
            </a:r>
          </a:p>
        </p:txBody>
      </p:sp>
    </p:spTree>
    <p:extLst>
      <p:ext uri="{BB962C8B-B14F-4D97-AF65-F5344CB8AC3E}">
        <p14:creationId xmlns:p14="http://schemas.microsoft.com/office/powerpoint/2010/main" val="193819026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6827" userDrawn="1">
          <p15:clr>
            <a:srgbClr val="FBAE40"/>
          </p15:clr>
        </p15:guide>
        <p15:guide id="3" pos="254" userDrawn="1">
          <p15:clr>
            <a:srgbClr val="FBAE40"/>
          </p15:clr>
        </p15:guide>
        <p15:guide id="4" pos="13399" userDrawn="1">
          <p15:clr>
            <a:srgbClr val="FBAE40"/>
          </p15:clr>
        </p15:guide>
        <p15:guide id="5" orient="horz" pos="4020" userDrawn="1">
          <p15:clr>
            <a:srgbClr val="FBAE40"/>
          </p15:clr>
        </p15:guide>
        <p15:guide id="6" orient="horz" pos="527" userDrawn="1">
          <p15:clr>
            <a:srgbClr val="FBAE4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Title Only Layout">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custDataLst>
              <p:tags r:id="rId1"/>
            </p:custDataLst>
          </p:nvPr>
        </p:nvGraphicFramePr>
        <p:xfrm>
          <a:off x="2119" y="1595"/>
          <a:ext cx="2116" cy="1587"/>
        </p:xfrm>
        <a:graphic>
          <a:graphicData uri="http://schemas.openxmlformats.org/presentationml/2006/ole">
            <mc:AlternateContent xmlns:mc="http://schemas.openxmlformats.org/markup-compatibility/2006">
              <mc:Choice xmlns:v="urn:schemas-microsoft-com:vml" Requires="v">
                <p:oleObj name="think-cell Slide" r:id="rId3" imgW="430" imgH="433" progId="TCLayout.ActiveDocument.1">
                  <p:embed/>
                </p:oleObj>
              </mc:Choice>
              <mc:Fallback>
                <p:oleObj name="think-cell Slide" r:id="rId3" imgW="430" imgH="433" progId="TCLayout.ActiveDocument.1">
                  <p:embed/>
                  <p:pic>
                    <p:nvPicPr>
                      <p:cNvPr id="2" name="Object 1" hidden="1"/>
                      <p:cNvPicPr/>
                      <p:nvPr/>
                    </p:nvPicPr>
                    <p:blipFill>
                      <a:blip r:embed="rId4"/>
                      <a:stretch>
                        <a:fillRect/>
                      </a:stretch>
                    </p:blipFill>
                    <p:spPr>
                      <a:xfrm>
                        <a:off x="2119" y="1595"/>
                        <a:ext cx="2116" cy="1587"/>
                      </a:xfrm>
                      <a:prstGeom prst="rect">
                        <a:avLst/>
                      </a:prstGeom>
                    </p:spPr>
                  </p:pic>
                </p:oleObj>
              </mc:Fallback>
            </mc:AlternateContent>
          </a:graphicData>
        </a:graphic>
      </p:graphicFrame>
      <p:sp>
        <p:nvSpPr>
          <p:cNvPr id="8" name="Rectangle 5"/>
          <p:cNvSpPr>
            <a:spLocks noGrp="1" noChangeArrowheads="1"/>
          </p:cNvSpPr>
          <p:nvPr>
            <p:ph type="sldNum" sz="quarter" idx="12"/>
          </p:nvPr>
        </p:nvSpPr>
        <p:spPr>
          <a:xfrm>
            <a:off x="11664622" y="6400800"/>
            <a:ext cx="527381" cy="457200"/>
          </a:xfrm>
          <a:ln/>
        </p:spPr>
        <p:txBody>
          <a:bodyPr/>
          <a:lstStyle>
            <a:lvl1pPr>
              <a:defRPr/>
            </a:lvl1pPr>
          </a:lstStyle>
          <a:p>
            <a:fld id="{B3CE4FC1-9BFD-4D71-B62C-EB069A42157A}" type="slidenum">
              <a:rPr lang="en-US" smtClean="0">
                <a:solidFill>
                  <a:srgbClr val="000000"/>
                </a:solidFill>
              </a:rPr>
              <a:pPr/>
              <a:t>‹#›</a:t>
            </a:fld>
            <a:endParaRPr lang="en-US">
              <a:solidFill>
                <a:srgbClr val="000000"/>
              </a:solidFill>
            </a:endParaRPr>
          </a:p>
        </p:txBody>
      </p:sp>
      <p:sp>
        <p:nvSpPr>
          <p:cNvPr id="9" name="Title 1"/>
          <p:cNvSpPr>
            <a:spLocks noGrp="1"/>
          </p:cNvSpPr>
          <p:nvPr>
            <p:ph type="title"/>
          </p:nvPr>
        </p:nvSpPr>
        <p:spPr>
          <a:xfrm>
            <a:off x="239188" y="0"/>
            <a:ext cx="10273307" cy="648000"/>
          </a:xfrm>
          <a:prstGeom prst="rect">
            <a:avLst/>
          </a:prstGeom>
        </p:spPr>
        <p:txBody>
          <a:bodyPr lIns="0" tIns="0" rIns="0" bIns="0" anchor="ctr">
            <a:normAutofit/>
          </a:bodyPr>
          <a:lstStyle>
            <a:lvl1pPr>
              <a:defRPr sz="1125">
                <a:latin typeface="Calibri" panose="020F0502020204030204" pitchFamily="34" charset="0"/>
              </a:defRPr>
            </a:lvl1pPr>
          </a:lstStyle>
          <a:p>
            <a:r>
              <a:rPr lang="en-US"/>
              <a:t>Click to edit Master title style</a:t>
            </a:r>
            <a:endParaRPr lang="en-GB"/>
          </a:p>
        </p:txBody>
      </p:sp>
      <p:sp>
        <p:nvSpPr>
          <p:cNvPr id="6" name="Rectangle 4"/>
          <p:cNvSpPr>
            <a:spLocks noGrp="1" noChangeArrowheads="1"/>
          </p:cNvSpPr>
          <p:nvPr>
            <p:ph type="ftr" sz="quarter" idx="11"/>
          </p:nvPr>
        </p:nvSpPr>
        <p:spPr>
          <a:xfrm>
            <a:off x="239187" y="6400800"/>
            <a:ext cx="9409211" cy="457200"/>
          </a:xfrm>
          <a:prstGeom prst="rect">
            <a:avLst/>
          </a:prstGeom>
          <a:ln/>
        </p:spPr>
        <p:txBody>
          <a:bodyPr/>
          <a:lstStyle>
            <a:lvl1pPr>
              <a:defRPr/>
            </a:lvl1pPr>
          </a:lstStyle>
          <a:p>
            <a:endParaRPr lang="en-US">
              <a:solidFill>
                <a:srgbClr val="000000"/>
              </a:solidFill>
            </a:endParaRPr>
          </a:p>
        </p:txBody>
      </p:sp>
    </p:spTree>
    <p:extLst>
      <p:ext uri="{BB962C8B-B14F-4D97-AF65-F5344CB8AC3E}">
        <p14:creationId xmlns:p14="http://schemas.microsoft.com/office/powerpoint/2010/main" val="23538461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6827" userDrawn="1">
          <p15:clr>
            <a:srgbClr val="FBAE40"/>
          </p15:clr>
        </p15:guide>
        <p15:guide id="3" pos="254" userDrawn="1">
          <p15:clr>
            <a:srgbClr val="FBAE40"/>
          </p15:clr>
        </p15:guide>
        <p15:guide id="4" pos="13399" userDrawn="1">
          <p15:clr>
            <a:srgbClr val="FBAE40"/>
          </p15:clr>
        </p15:guide>
        <p15:guide id="5" orient="horz" pos="527" userDrawn="1">
          <p15:clr>
            <a:srgbClr val="FBAE40"/>
          </p15:clr>
        </p15:guide>
        <p15:guide id="6" orient="horz" pos="4020" userDrawn="1">
          <p15:clr>
            <a:srgbClr val="FBAE4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type="blank" preserve="1">
  <p:cSld name="Blank Layout">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p:custDataLst>
              <p:tags r:id="rId1"/>
            </p:custDataLst>
          </p:nvPr>
        </p:nvGraphicFramePr>
        <p:xfrm>
          <a:off x="2119" y="1595"/>
          <a:ext cx="2116" cy="1587"/>
        </p:xfrm>
        <a:graphic>
          <a:graphicData uri="http://schemas.openxmlformats.org/presentationml/2006/ole">
            <mc:AlternateContent xmlns:mc="http://schemas.openxmlformats.org/markup-compatibility/2006">
              <mc:Choice xmlns:v="urn:schemas-microsoft-com:vml" Requires="v">
                <p:oleObj name="think-cell Slide" r:id="rId4" imgW="430" imgH="433" progId="TCLayout.ActiveDocument.1">
                  <p:embed/>
                </p:oleObj>
              </mc:Choice>
              <mc:Fallback>
                <p:oleObj name="think-cell Slide" r:id="rId4" imgW="430" imgH="433" progId="TCLayout.ActiveDocument.1">
                  <p:embed/>
                  <p:pic>
                    <p:nvPicPr>
                      <p:cNvPr id="6" name="Object 5" hidden="1"/>
                      <p:cNvPicPr/>
                      <p:nvPr/>
                    </p:nvPicPr>
                    <p:blipFill>
                      <a:blip r:embed="rId5"/>
                      <a:stretch>
                        <a:fillRect/>
                      </a:stretch>
                    </p:blipFill>
                    <p:spPr>
                      <a:xfrm>
                        <a:off x="2119" y="1595"/>
                        <a:ext cx="2116" cy="1587"/>
                      </a:xfrm>
                      <a:prstGeom prst="rect">
                        <a:avLst/>
                      </a:prstGeom>
                    </p:spPr>
                  </p:pic>
                </p:oleObj>
              </mc:Fallback>
            </mc:AlternateContent>
          </a:graphicData>
        </a:graphic>
      </p:graphicFrame>
      <p:sp>
        <p:nvSpPr>
          <p:cNvPr id="5" name="Rectangle 4" hidden="1"/>
          <p:cNvSpPr/>
          <p:nvPr>
            <p:custDataLst>
              <p:tags r:id="rId2"/>
            </p:custDataLst>
          </p:nvPr>
        </p:nvSpPr>
        <p:spPr bwMode="auto">
          <a:xfrm>
            <a:off x="2" y="0"/>
            <a:ext cx="211668" cy="158750"/>
          </a:xfrm>
          <a:prstGeom prst="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rtlCol="0" anchor="ctr" anchorCtr="0" compatLnSpc="1">
            <a:prstTxWarp prst="textNoShape">
              <a:avLst/>
            </a:prstTxWarp>
          </a:bodyPr>
          <a:lstStyle/>
          <a:p>
            <a:pPr algn="ctr"/>
            <a:endParaRPr lang="en-GB" sz="564">
              <a:solidFill>
                <a:srgbClr val="2D2926"/>
              </a:solidFill>
              <a:cs typeface="Times New Roman"/>
              <a:sym typeface="Calibri"/>
            </a:endParaRPr>
          </a:p>
        </p:txBody>
      </p:sp>
      <p:sp>
        <p:nvSpPr>
          <p:cNvPr id="8" name="Rectangle 5"/>
          <p:cNvSpPr>
            <a:spLocks noGrp="1" noChangeArrowheads="1"/>
          </p:cNvSpPr>
          <p:nvPr>
            <p:ph type="sldNum" sz="quarter" idx="12"/>
          </p:nvPr>
        </p:nvSpPr>
        <p:spPr>
          <a:xfrm>
            <a:off x="11664622" y="6400800"/>
            <a:ext cx="527381" cy="457200"/>
          </a:xfrm>
          <a:ln/>
        </p:spPr>
        <p:txBody>
          <a:bodyPr/>
          <a:lstStyle>
            <a:lvl1pPr>
              <a:defRPr/>
            </a:lvl1pPr>
          </a:lstStyle>
          <a:p>
            <a:fld id="{B3CE4FC1-9BFD-4D71-B62C-EB069A42157A}" type="slidenum">
              <a:rPr lang="en-US" smtClean="0">
                <a:solidFill>
                  <a:srgbClr val="000000"/>
                </a:solidFill>
              </a:rPr>
              <a:pPr/>
              <a:t>‹#›</a:t>
            </a:fld>
            <a:endParaRPr lang="en-US">
              <a:solidFill>
                <a:srgbClr val="000000"/>
              </a:solidFill>
            </a:endParaRPr>
          </a:p>
        </p:txBody>
      </p:sp>
      <p:sp>
        <p:nvSpPr>
          <p:cNvPr id="9" name="Rectangle 4"/>
          <p:cNvSpPr>
            <a:spLocks noGrp="1" noChangeArrowheads="1"/>
          </p:cNvSpPr>
          <p:nvPr>
            <p:ph type="ftr" sz="quarter" idx="11"/>
          </p:nvPr>
        </p:nvSpPr>
        <p:spPr>
          <a:xfrm>
            <a:off x="239187" y="6400800"/>
            <a:ext cx="9409211" cy="457200"/>
          </a:xfrm>
          <a:prstGeom prst="rect">
            <a:avLst/>
          </a:prstGeom>
          <a:ln/>
        </p:spPr>
        <p:txBody>
          <a:bodyPr/>
          <a:lstStyle>
            <a:lvl1pPr>
              <a:defRPr/>
            </a:lvl1pPr>
          </a:lstStyle>
          <a:p>
            <a:endParaRPr lang="en-US">
              <a:solidFill>
                <a:srgbClr val="000000"/>
              </a:solidFill>
            </a:endParaRPr>
          </a:p>
        </p:txBody>
      </p:sp>
    </p:spTree>
    <p:extLst>
      <p:ext uri="{BB962C8B-B14F-4D97-AF65-F5344CB8AC3E}">
        <p14:creationId xmlns:p14="http://schemas.microsoft.com/office/powerpoint/2010/main" val="2806430208"/>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Full Blank Layout">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p:custDataLst>
              <p:tags r:id="rId1"/>
            </p:custDataLst>
          </p:nvPr>
        </p:nvGraphicFramePr>
        <p:xfrm>
          <a:off x="2119" y="1595"/>
          <a:ext cx="2116" cy="1587"/>
        </p:xfrm>
        <a:graphic>
          <a:graphicData uri="http://schemas.openxmlformats.org/presentationml/2006/ole">
            <mc:AlternateContent xmlns:mc="http://schemas.openxmlformats.org/markup-compatibility/2006">
              <mc:Choice xmlns:v="urn:schemas-microsoft-com:vml" Requires="v">
                <p:oleObj name="think-cell Slide" r:id="rId3" imgW="430" imgH="433" progId="TCLayout.ActiveDocument.1">
                  <p:embed/>
                </p:oleObj>
              </mc:Choice>
              <mc:Fallback>
                <p:oleObj name="think-cell Slide" r:id="rId3" imgW="430" imgH="433" progId="TCLayout.ActiveDocument.1">
                  <p:embed/>
                  <p:pic>
                    <p:nvPicPr>
                      <p:cNvPr id="6" name="Object 5" hidden="1"/>
                      <p:cNvPicPr/>
                      <p:nvPr/>
                    </p:nvPicPr>
                    <p:blipFill>
                      <a:blip r:embed="rId4"/>
                      <a:stretch>
                        <a:fillRect/>
                      </a:stretch>
                    </p:blipFill>
                    <p:spPr>
                      <a:xfrm>
                        <a:off x="2119" y="1595"/>
                        <a:ext cx="2116" cy="1587"/>
                      </a:xfrm>
                      <a:prstGeom prst="rect">
                        <a:avLst/>
                      </a:prstGeom>
                    </p:spPr>
                  </p:pic>
                </p:oleObj>
              </mc:Fallback>
            </mc:AlternateContent>
          </a:graphicData>
        </a:graphic>
      </p:graphicFrame>
      <p:sp>
        <p:nvSpPr>
          <p:cNvPr id="5" name="Rectangle 4"/>
          <p:cNvSpPr/>
          <p:nvPr/>
        </p:nvSpPr>
        <p:spPr bwMode="auto">
          <a:xfrm>
            <a:off x="0" y="0"/>
            <a:ext cx="12192000" cy="1052736"/>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none" lIns="51435" tIns="25717" rIns="51435" bIns="25717" numCol="1" rtlCol="0" anchor="ctr" anchorCtr="0" compatLnSpc="1">
            <a:prstTxWarp prst="textNoShape">
              <a:avLst/>
            </a:prstTxWarp>
          </a:bodyPr>
          <a:lstStyle/>
          <a:p>
            <a:pPr algn="ctr"/>
            <a:endParaRPr lang="en-GB" sz="1068">
              <a:solidFill>
                <a:srgbClr val="2D2926"/>
              </a:solidFill>
            </a:endParaRPr>
          </a:p>
        </p:txBody>
      </p:sp>
      <p:sp>
        <p:nvSpPr>
          <p:cNvPr id="4" name="Slide Number Placeholder 3"/>
          <p:cNvSpPr>
            <a:spLocks noGrp="1"/>
          </p:cNvSpPr>
          <p:nvPr>
            <p:ph type="sldNum" sz="quarter" idx="11"/>
          </p:nvPr>
        </p:nvSpPr>
        <p:spPr/>
        <p:txBody>
          <a:bodyPr/>
          <a:lstStyle/>
          <a:p>
            <a:fld id="{B3CE4FC1-9BFD-4D71-B62C-EB069A42157A}" type="slidenum">
              <a:rPr lang="en-US" smtClean="0">
                <a:solidFill>
                  <a:srgbClr val="000000"/>
                </a:solidFill>
              </a:rPr>
              <a:pPr/>
              <a:t>‹#›</a:t>
            </a:fld>
            <a:endParaRPr lang="en-US">
              <a:solidFill>
                <a:srgbClr val="000000"/>
              </a:solidFill>
            </a:endParaRPr>
          </a:p>
        </p:txBody>
      </p:sp>
      <p:sp>
        <p:nvSpPr>
          <p:cNvPr id="7" name="Rectangle 4"/>
          <p:cNvSpPr>
            <a:spLocks noGrp="1" noChangeArrowheads="1"/>
          </p:cNvSpPr>
          <p:nvPr>
            <p:ph type="ftr" sz="quarter" idx="12"/>
          </p:nvPr>
        </p:nvSpPr>
        <p:spPr>
          <a:xfrm>
            <a:off x="239187" y="6400800"/>
            <a:ext cx="9409211" cy="457200"/>
          </a:xfrm>
          <a:prstGeom prst="rect">
            <a:avLst/>
          </a:prstGeom>
          <a:ln/>
        </p:spPr>
        <p:txBody>
          <a:bodyPr/>
          <a:lstStyle>
            <a:lvl1pPr>
              <a:defRPr/>
            </a:lvl1pPr>
          </a:lstStyle>
          <a:p>
            <a:endParaRPr lang="en-US">
              <a:solidFill>
                <a:srgbClr val="000000"/>
              </a:solidFill>
            </a:endParaRPr>
          </a:p>
        </p:txBody>
      </p:sp>
    </p:spTree>
    <p:extLst>
      <p:ext uri="{BB962C8B-B14F-4D97-AF65-F5344CB8AC3E}">
        <p14:creationId xmlns:p14="http://schemas.microsoft.com/office/powerpoint/2010/main" val="348112843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6827" userDrawn="1">
          <p15:clr>
            <a:srgbClr val="FBAE40"/>
          </p15:clr>
        </p15:guide>
        <p15:guide id="3" orient="horz" pos="4020" userDrawn="1">
          <p15:clr>
            <a:srgbClr val="FBAE40"/>
          </p15:clr>
        </p15:guide>
        <p15:guide id="4" pos="254" userDrawn="1">
          <p15:clr>
            <a:srgbClr val="FBAE40"/>
          </p15:clr>
        </p15:guide>
        <p15:guide id="5" pos="13399" userDrawn="1">
          <p15:clr>
            <a:srgbClr val="FBAE4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p:cSld name="Arrow half">
    <p:bg>
      <p:bgPr>
        <a:gradFill flip="none" rotWithShape="1">
          <a:gsLst>
            <a:gs pos="0">
              <a:srgbClr val="ED1D24"/>
            </a:gs>
            <a:gs pos="100000">
              <a:srgbClr val="870B0E"/>
            </a:gs>
          </a:gsLst>
          <a:lin ang="8100000" scaled="1"/>
          <a:tileRect/>
        </a:gra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93772988-BAC3-45EB-8F49-ECA66C3B6F60}"/>
              </a:ext>
            </a:extLst>
          </p:cNvPr>
          <p:cNvGraphicFramePr>
            <a:graphicFrameLocks noChangeAspect="1"/>
          </p:cNvGraphicFramePr>
          <p:nvPr>
            <p:custDataLst>
              <p:tags r:id="rId1"/>
            </p:custDataLst>
          </p:nvPr>
        </p:nvGraphicFramePr>
        <p:xfrm>
          <a:off x="1594" y="1588"/>
          <a:ext cx="1588" cy="1588"/>
        </p:xfrm>
        <a:graphic>
          <a:graphicData uri="http://schemas.openxmlformats.org/presentationml/2006/ole">
            <mc:AlternateContent xmlns:mc="http://schemas.openxmlformats.org/markup-compatibility/2006">
              <mc:Choice xmlns:v="urn:schemas-microsoft-com:vml" Requires="v">
                <p:oleObj name="think-cell Slide" r:id="rId3" imgW="286" imgH="286" progId="TCLayout.ActiveDocument.1">
                  <p:embed/>
                </p:oleObj>
              </mc:Choice>
              <mc:Fallback>
                <p:oleObj name="think-cell Slide" r:id="rId3" imgW="286" imgH="286" progId="TCLayout.ActiveDocument.1">
                  <p:embed/>
                  <p:pic>
                    <p:nvPicPr>
                      <p:cNvPr id="3" name="Object 2" hidden="1">
                        <a:extLst>
                          <a:ext uri="{FF2B5EF4-FFF2-40B4-BE49-F238E27FC236}">
                            <a16:creationId xmlns:a16="http://schemas.microsoft.com/office/drawing/2014/main" id="{93772988-BAC3-45EB-8F49-ECA66C3B6F60}"/>
                          </a:ext>
                        </a:extLst>
                      </p:cNvPr>
                      <p:cNvPicPr/>
                      <p:nvPr/>
                    </p:nvPicPr>
                    <p:blipFill>
                      <a:blip r:embed="rId4"/>
                      <a:stretch>
                        <a:fillRect/>
                      </a:stretch>
                    </p:blipFill>
                    <p:spPr>
                      <a:xfrm>
                        <a:off x="1594" y="1588"/>
                        <a:ext cx="1588" cy="1588"/>
                      </a:xfrm>
                      <a:prstGeom prst="rect">
                        <a:avLst/>
                      </a:prstGeom>
                    </p:spPr>
                  </p:pic>
                </p:oleObj>
              </mc:Fallback>
            </mc:AlternateContent>
          </a:graphicData>
        </a:graphic>
      </p:graphicFrame>
      <p:sp>
        <p:nvSpPr>
          <p:cNvPr id="18" name="Copyright" hidden="1"/>
          <p:cNvSpPr txBox="1"/>
          <p:nvPr/>
        </p:nvSpPr>
        <p:spPr>
          <a:xfrm rot="16200000">
            <a:off x="9486906" y="3943625"/>
            <a:ext cx="5133975" cy="54695"/>
          </a:xfrm>
          <a:prstGeom prst="rect">
            <a:avLst/>
          </a:prstGeom>
          <a:noFill/>
        </p:spPr>
        <p:txBody>
          <a:bodyPr wrap="square" lIns="0" tIns="0" rIns="0" bIns="0" rtlCol="0" anchor="t">
            <a:spAutoFit/>
          </a:bodyPr>
          <a:lstStyle/>
          <a:p>
            <a:pPr>
              <a:lnSpc>
                <a:spcPct val="90000"/>
              </a:lnSpc>
              <a:spcAft>
                <a:spcPts val="338"/>
              </a:spcAft>
            </a:pPr>
            <a:r>
              <a:rPr lang="en-US" sz="395">
                <a:solidFill>
                  <a:srgbClr val="FFFFFF"/>
                </a:solidFill>
                <a:latin typeface="Calibri"/>
                <a:sym typeface="Trebuchet MS" panose="020B0603020202020204" pitchFamily="34" charset="0"/>
              </a:rPr>
              <a:t>Copyright © 2022 by Boston Consulting Group. All rights reserved.</a:t>
            </a:r>
          </a:p>
        </p:txBody>
      </p:sp>
      <p:sp>
        <p:nvSpPr>
          <p:cNvPr id="14" name="Pentagon 8"/>
          <p:cNvSpPr/>
          <p:nvPr/>
        </p:nvSpPr>
        <p:spPr bwMode="white">
          <a:xfrm>
            <a:off x="2" y="0"/>
            <a:ext cx="6363547" cy="6858000"/>
          </a:xfrm>
          <a:prstGeom prst="homePlate">
            <a:avLst>
              <a:gd name="adj" fmla="val 12939"/>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564"/>
              </a:spcAft>
            </a:pPr>
            <a:endParaRPr lang="en-US" sz="676">
              <a:solidFill>
                <a:prstClr val="white"/>
              </a:solidFill>
              <a:sym typeface="Trebuchet MS" panose="020B0603020202020204" pitchFamily="34" charset="0"/>
            </a:endParaRPr>
          </a:p>
        </p:txBody>
      </p:sp>
      <p:sp>
        <p:nvSpPr>
          <p:cNvPr id="16" name="Title 2"/>
          <p:cNvSpPr>
            <a:spLocks noGrp="1"/>
          </p:cNvSpPr>
          <p:nvPr>
            <p:ph type="title" hasCustomPrompt="1"/>
          </p:nvPr>
        </p:nvSpPr>
        <p:spPr>
          <a:xfrm>
            <a:off x="630004" y="622800"/>
            <a:ext cx="4673646" cy="264944"/>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1913" b="0" i="0" u="none" kern="1200" spc="0">
                <a:solidFill>
                  <a:srgbClr val="ED1D24"/>
                </a:solidFill>
                <a:latin typeface="+mj-lt"/>
                <a:ea typeface="+mj-ea"/>
                <a:cs typeface="+mj-cs"/>
                <a:sym typeface="Trebuchet MS" panose="020B0603020202020204" pitchFamily="34" charset="0"/>
              </a:defRPr>
            </a:lvl1pPr>
          </a:lstStyle>
          <a:p>
            <a:pPr lvl="0"/>
            <a:r>
              <a:rPr lang="en-US"/>
              <a:t>Click to add title</a:t>
            </a:r>
          </a:p>
        </p:txBody>
      </p:sp>
      <p:pic>
        <p:nvPicPr>
          <p:cNvPr id="9" name="Picture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97804" y="3589607"/>
            <a:ext cx="1365252" cy="3382962"/>
          </a:xfrm>
          <a:custGeom>
            <a:avLst/>
            <a:gdLst>
              <a:gd name="connsiteX0" fmla="*/ 920598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320782 h 3382962"/>
              <a:gd name="connsiteX5" fmla="*/ 126694 w 1365250"/>
              <a:gd name="connsiteY5" fmla="*/ 3320782 h 3382962"/>
              <a:gd name="connsiteX6" fmla="*/ 0 w 1365250"/>
              <a:gd name="connsiteY6" fmla="*/ 0 h 3382962"/>
              <a:gd name="connsiteX7" fmla="*/ 908172 w 1365250"/>
              <a:gd name="connsiteY7" fmla="*/ 0 h 3382962"/>
              <a:gd name="connsiteX8" fmla="*/ 0 w 1365250"/>
              <a:gd name="connsiteY8" fmla="*/ 289035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20598" y="0"/>
                </a:moveTo>
                <a:lnTo>
                  <a:pt x="1365250" y="0"/>
                </a:lnTo>
                <a:lnTo>
                  <a:pt x="1365250" y="3382962"/>
                </a:lnTo>
                <a:lnTo>
                  <a:pt x="0" y="3382962"/>
                </a:lnTo>
                <a:lnTo>
                  <a:pt x="0" y="3320782"/>
                </a:lnTo>
                <a:lnTo>
                  <a:pt x="126694" y="3320782"/>
                </a:lnTo>
                <a:close/>
                <a:moveTo>
                  <a:pt x="0" y="0"/>
                </a:moveTo>
                <a:lnTo>
                  <a:pt x="908172" y="0"/>
                </a:lnTo>
                <a:lnTo>
                  <a:pt x="0" y="2890357"/>
                </a:lnTo>
                <a:close/>
              </a:path>
            </a:pathLst>
          </a:cu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21203FE9-A075-4BF8-987F-E3175D587168}"/>
              </a:ext>
            </a:extLst>
          </p:cNvPr>
          <p:cNvSpPr txBox="1"/>
          <p:nvPr/>
        </p:nvSpPr>
        <p:spPr>
          <a:xfrm>
            <a:off x="11757837" y="6728653"/>
            <a:ext cx="381001" cy="86819"/>
          </a:xfrm>
          <a:prstGeom prst="rect">
            <a:avLst/>
          </a:prstGeom>
          <a:noFill/>
        </p:spPr>
        <p:txBody>
          <a:bodyPr wrap="square" lIns="0" tIns="0" rIns="0" bIns="0" rtlCol="0" anchor="b">
            <a:spAutoFit/>
          </a:bodyPr>
          <a:lstStyle/>
          <a:p>
            <a:pPr algn="r" defTabSz="514362" fontAlgn="auto">
              <a:spcBef>
                <a:spcPts val="0"/>
              </a:spcBef>
              <a:spcAft>
                <a:spcPts val="0"/>
              </a:spcAft>
              <a:defRPr/>
            </a:pPr>
            <a:fld id="{DFCF27A5-1A5B-48D3-A060-2758FFBB1ADD}" type="slidenum">
              <a:rPr lang="en-US" sz="564" smtClean="0">
                <a:solidFill>
                  <a:srgbClr val="FFFFFF"/>
                </a:solidFill>
                <a:latin typeface="Calibri"/>
                <a:sym typeface="Trebuchet MS" panose="020B0603020202020204" pitchFamily="34" charset="0"/>
              </a:rPr>
              <a:pPr algn="r" defTabSz="514362" fontAlgn="auto">
                <a:spcBef>
                  <a:spcPts val="0"/>
                </a:spcBef>
                <a:spcAft>
                  <a:spcPts val="0"/>
                </a:spcAft>
                <a:defRPr/>
              </a:pPr>
              <a:t>‹#›</a:t>
            </a:fld>
            <a:endParaRPr lang="en-US" sz="564">
              <a:solidFill>
                <a:srgbClr val="FFFFFF"/>
              </a:solidFill>
              <a:latin typeface="Calibri"/>
              <a:sym typeface="Trebuchet MS" panose="020B0603020202020204" pitchFamily="34" charset="0"/>
            </a:endParaRPr>
          </a:p>
        </p:txBody>
      </p:sp>
      <p:pic>
        <p:nvPicPr>
          <p:cNvPr id="12" name="Picture 11">
            <a:extLst>
              <a:ext uri="{FF2B5EF4-FFF2-40B4-BE49-F238E27FC236}">
                <a16:creationId xmlns:a16="http://schemas.microsoft.com/office/drawing/2014/main" id="{DB280514-AAB0-4C3F-BD7F-3099741B263A}"/>
              </a:ext>
            </a:extLst>
          </p:cNvPr>
          <p:cNvPicPr>
            <a:picLocks noChangeAspect="1"/>
          </p:cNvPicPr>
          <p:nvPr/>
        </p:nvPicPr>
        <p:blipFill rotWithShape="1">
          <a:blip r:embed="rId6">
            <a:extLst>
              <a:ext uri="{BEBA8EAE-BF5A-486C-A8C5-ECC9F3942E4B}">
                <a14:imgProps xmlns:a14="http://schemas.microsoft.com/office/drawing/2010/main">
                  <a14:imgLayer r:embed="rId7">
                    <a14:imgEffect>
                      <a14:brightnessContrast bright="100000"/>
                    </a14:imgEffect>
                  </a14:imgLayer>
                </a14:imgProps>
              </a:ext>
              <a:ext uri="{28A0092B-C50C-407E-A947-70E740481C1C}">
                <a14:useLocalDpi xmlns:a14="http://schemas.microsoft.com/office/drawing/2010/main" val="0"/>
              </a:ext>
            </a:extLst>
          </a:blip>
          <a:srcRect l="23666" t="40333" b="40333"/>
          <a:stretch/>
        </p:blipFill>
        <p:spPr>
          <a:xfrm>
            <a:off x="10109202" y="6445250"/>
            <a:ext cx="1454151" cy="368300"/>
          </a:xfrm>
          <a:prstGeom prst="rect">
            <a:avLst/>
          </a:prstGeom>
        </p:spPr>
      </p:pic>
    </p:spTree>
    <p:extLst>
      <p:ext uri="{BB962C8B-B14F-4D97-AF65-F5344CB8AC3E}">
        <p14:creationId xmlns:p14="http://schemas.microsoft.com/office/powerpoint/2010/main" val="153297733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graphicFrame>
        <p:nvGraphicFramePr>
          <p:cNvPr id="8" name="Object 7" hidden="1"/>
          <p:cNvGraphicFramePr>
            <a:graphicFrameLocks noChangeAspect="1"/>
          </p:cNvGraphicFramePr>
          <p:nvPr>
            <p:custDataLst>
              <p:tags r:id="rId1"/>
            </p:custDataLst>
          </p:nvPr>
        </p:nvGraphicFramePr>
        <p:xfrm>
          <a:off x="2119" y="1593"/>
          <a:ext cx="2116" cy="1587"/>
        </p:xfrm>
        <a:graphic>
          <a:graphicData uri="http://schemas.openxmlformats.org/presentationml/2006/ole">
            <mc:AlternateContent xmlns:mc="http://schemas.openxmlformats.org/markup-compatibility/2006">
              <mc:Choice xmlns:v="urn:schemas-microsoft-com:vml" Requires="v">
                <p:oleObj name="think-cell Slide" r:id="rId3" imgW="360" imgH="360" progId="TCLayout.ActiveDocument.1">
                  <p:embed/>
                </p:oleObj>
              </mc:Choice>
              <mc:Fallback>
                <p:oleObj name="think-cell Slide" r:id="rId3" imgW="360" imgH="360" progId="TCLayout.ActiveDocument.1">
                  <p:embed/>
                  <p:pic>
                    <p:nvPicPr>
                      <p:cNvPr id="8" name="Object 7"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19" y="1593"/>
                        <a:ext cx="2116"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33" name="Picture 32"/>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 y="2"/>
            <a:ext cx="12192000" cy="6857433"/>
          </a:xfrm>
          <a:prstGeom prst="rect">
            <a:avLst/>
          </a:prstGeom>
          <a:ln>
            <a:noFill/>
          </a:ln>
        </p:spPr>
      </p:pic>
      <p:sp>
        <p:nvSpPr>
          <p:cNvPr id="7" name="Rectangle 6"/>
          <p:cNvSpPr/>
          <p:nvPr/>
        </p:nvSpPr>
        <p:spPr bwMode="auto">
          <a:xfrm>
            <a:off x="2" y="1809000"/>
            <a:ext cx="12192000" cy="3240000"/>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none" lIns="68580" tIns="34290" rIns="68580" bIns="34290" numCol="1" rtlCol="0" anchor="ctr" anchorCtr="0" compatLnSpc="1">
            <a:prstTxWarp prst="textNoShape">
              <a:avLst/>
            </a:prstTxWarp>
          </a:bodyPr>
          <a:lstStyle/>
          <a:p>
            <a:pPr marL="0" marR="0" indent="0" algn="ctr" defTabSz="685817" rtl="0" eaLnBrk="1" fontAlgn="base" latinLnBrk="0" hangingPunct="1">
              <a:lnSpc>
                <a:spcPct val="100000"/>
              </a:lnSpc>
              <a:spcBef>
                <a:spcPct val="0"/>
              </a:spcBef>
              <a:spcAft>
                <a:spcPct val="0"/>
              </a:spcAft>
              <a:buClrTx/>
              <a:buSzTx/>
              <a:buFontTx/>
              <a:buNone/>
              <a:tabLst/>
            </a:pPr>
            <a:endParaRPr kumimoji="0" lang="en-GB" sz="1426" b="0" i="0" u="none" strike="noStrike" cap="none" normalizeH="0" baseline="0">
              <a:ln>
                <a:noFill/>
              </a:ln>
              <a:solidFill>
                <a:schemeClr val="tx1"/>
              </a:solidFill>
              <a:effectLst/>
              <a:latin typeface="Arial" charset="0"/>
            </a:endParaRPr>
          </a:p>
        </p:txBody>
      </p:sp>
      <p:sp>
        <p:nvSpPr>
          <p:cNvPr id="4" name="Date Placeholder 3"/>
          <p:cNvSpPr>
            <a:spLocks noGrp="1" noChangeArrowheads="1"/>
          </p:cNvSpPr>
          <p:nvPr>
            <p:ph type="dt" sz="half" idx="10"/>
          </p:nvPr>
        </p:nvSpPr>
        <p:spPr>
          <a:xfrm>
            <a:off x="0" y="6400800"/>
            <a:ext cx="2540000" cy="457200"/>
          </a:xfrm>
          <a:prstGeom prst="rect">
            <a:avLst/>
          </a:prstGeom>
          <a:ln/>
        </p:spPr>
        <p:txBody>
          <a:bodyPr lIns="36000" tIns="36000" rIns="36000" bIns="36000" anchor="b"/>
          <a:lstStyle>
            <a:lvl1pPr>
              <a:defRPr sz="900">
                <a:solidFill>
                  <a:schemeClr val="bg1"/>
                </a:solidFill>
                <a:latin typeface="+mn-lt"/>
              </a:defRPr>
            </a:lvl1pPr>
          </a:lstStyle>
          <a:p>
            <a:endParaRPr lang="en-US"/>
          </a:p>
        </p:txBody>
      </p:sp>
      <p:sp>
        <p:nvSpPr>
          <p:cNvPr id="6" name="Rectangle 5"/>
          <p:cNvSpPr>
            <a:spLocks noGrp="1" noChangeArrowheads="1"/>
          </p:cNvSpPr>
          <p:nvPr>
            <p:ph type="sldNum" sz="quarter" idx="12"/>
          </p:nvPr>
        </p:nvSpPr>
        <p:spPr>
          <a:ln/>
        </p:spPr>
        <p:txBody>
          <a:bodyPr anchor="b"/>
          <a:lstStyle>
            <a:lvl1pPr>
              <a:defRPr sz="900">
                <a:solidFill>
                  <a:schemeClr val="bg1"/>
                </a:solidFill>
                <a:latin typeface="+mn-lt"/>
              </a:defRPr>
            </a:lvl1pPr>
          </a:lstStyle>
          <a:p>
            <a:fld id="{5A4A7955-6230-48B4-BD8B-A7C460F75945}" type="slidenum">
              <a:rPr lang="en-US" smtClean="0"/>
              <a:t>‹#›</a:t>
            </a:fld>
            <a:endParaRPr lang="en-US"/>
          </a:p>
        </p:txBody>
      </p:sp>
      <p:sp>
        <p:nvSpPr>
          <p:cNvPr id="2" name="Title 1"/>
          <p:cNvSpPr>
            <a:spLocks noGrp="1"/>
          </p:cNvSpPr>
          <p:nvPr>
            <p:ph type="ctrTitle"/>
          </p:nvPr>
        </p:nvSpPr>
        <p:spPr>
          <a:xfrm>
            <a:off x="286572" y="2390404"/>
            <a:ext cx="11616000" cy="1918823"/>
          </a:xfrm>
          <a:prstGeom prst="rect">
            <a:avLst/>
          </a:prstGeom>
        </p:spPr>
        <p:txBody>
          <a:bodyPr anchor="ctr"/>
          <a:lstStyle>
            <a:lvl1pPr algn="l">
              <a:defRPr sz="2800" b="1">
                <a:solidFill>
                  <a:schemeClr val="tx1"/>
                </a:solidFill>
                <a:effectLst/>
                <a:latin typeface="Calibri" panose="020F0502020204030204" pitchFamily="34" charset="0"/>
              </a:defRPr>
            </a:lvl1pPr>
          </a:lstStyle>
          <a:p>
            <a:r>
              <a:rPr lang="en-US"/>
              <a:t>Click to edit Master title style</a:t>
            </a:r>
          </a:p>
        </p:txBody>
      </p:sp>
      <p:sp>
        <p:nvSpPr>
          <p:cNvPr id="3" name="Subtitle 2"/>
          <p:cNvSpPr>
            <a:spLocks noGrp="1"/>
          </p:cNvSpPr>
          <p:nvPr>
            <p:ph type="subTitle" idx="1"/>
          </p:nvPr>
        </p:nvSpPr>
        <p:spPr>
          <a:xfrm>
            <a:off x="286571" y="5140422"/>
            <a:ext cx="5088000" cy="1080000"/>
          </a:xfrm>
          <a:prstGeom prst="rect">
            <a:avLst/>
          </a:prstGeom>
        </p:spPr>
        <p:txBody>
          <a:bodyPr/>
          <a:lstStyle>
            <a:lvl1pPr marL="0" indent="0" algn="l">
              <a:buNone/>
              <a:defRPr sz="1401" b="1">
                <a:solidFill>
                  <a:schemeClr val="bg1"/>
                </a:solidFill>
                <a:effectLst>
                  <a:outerShdw blurRad="38100" dist="38100" dir="2700000" algn="tl">
                    <a:srgbClr val="000000">
                      <a:alpha val="43137"/>
                    </a:srgbClr>
                  </a:outerShdw>
                </a:effectLst>
                <a:latin typeface="Calibri" panose="020F0502020204030204" pitchFamily="34" charset="0"/>
              </a:defRPr>
            </a:lvl1pPr>
            <a:lvl2pPr marL="342909" indent="0" algn="ctr">
              <a:buNone/>
              <a:defRPr/>
            </a:lvl2pPr>
            <a:lvl3pPr marL="685817" indent="0" algn="ctr">
              <a:buNone/>
              <a:defRPr/>
            </a:lvl3pPr>
            <a:lvl4pPr marL="1028726" indent="0" algn="ctr">
              <a:buNone/>
              <a:defRPr/>
            </a:lvl4pPr>
            <a:lvl5pPr marL="1371635" indent="0" algn="ctr">
              <a:buNone/>
              <a:defRPr/>
            </a:lvl5pPr>
            <a:lvl6pPr marL="1714542" indent="0" algn="ctr">
              <a:buNone/>
              <a:defRPr/>
            </a:lvl6pPr>
            <a:lvl7pPr marL="2057451" indent="0" algn="ctr">
              <a:buNone/>
              <a:defRPr/>
            </a:lvl7pPr>
            <a:lvl8pPr marL="2400361" indent="0" algn="ctr">
              <a:buNone/>
              <a:defRPr/>
            </a:lvl8pPr>
            <a:lvl9pPr marL="2743268" indent="0" algn="ctr">
              <a:buNone/>
              <a:defRPr/>
            </a:lvl9pPr>
          </a:lstStyle>
          <a:p>
            <a:r>
              <a:rPr lang="en-US"/>
              <a:t>Click to edit Master subtitle style</a:t>
            </a:r>
          </a:p>
        </p:txBody>
      </p:sp>
      <p:sp>
        <p:nvSpPr>
          <p:cNvPr id="12" name="Rectangle 11"/>
          <p:cNvSpPr/>
          <p:nvPr/>
        </p:nvSpPr>
        <p:spPr bwMode="auto">
          <a:xfrm>
            <a:off x="5104663" y="6755907"/>
            <a:ext cx="2925191" cy="102094"/>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none" lIns="68580" tIns="34290" rIns="68580" bIns="34290" numCol="1" rtlCol="0" anchor="ctr" anchorCtr="0" compatLnSpc="1">
            <a:prstTxWarp prst="textNoShape">
              <a:avLst/>
            </a:prstTxWarp>
          </a:bodyPr>
          <a:lstStyle/>
          <a:p>
            <a:pPr marL="0" marR="0" indent="0" algn="ctr" defTabSz="685817" rtl="0" eaLnBrk="1" fontAlgn="base" latinLnBrk="0" hangingPunct="1">
              <a:lnSpc>
                <a:spcPct val="100000"/>
              </a:lnSpc>
              <a:spcBef>
                <a:spcPct val="0"/>
              </a:spcBef>
              <a:spcAft>
                <a:spcPct val="0"/>
              </a:spcAft>
              <a:buClrTx/>
              <a:buSzTx/>
              <a:buFontTx/>
              <a:buNone/>
              <a:tabLst/>
            </a:pPr>
            <a:endParaRPr kumimoji="0" lang="en-GB" sz="900" b="0" i="0" u="none" strike="noStrike" cap="none" normalizeH="0" baseline="0">
              <a:ln>
                <a:noFill/>
              </a:ln>
              <a:solidFill>
                <a:schemeClr val="tx1"/>
              </a:solidFill>
              <a:effectLst/>
              <a:latin typeface="+mn-lt"/>
            </a:endParaRPr>
          </a:p>
        </p:txBody>
      </p:sp>
      <p:pic>
        <p:nvPicPr>
          <p:cNvPr id="9" name="Picture 8"/>
          <p:cNvPicPr>
            <a:picLocks noChangeAspect="1"/>
          </p:cNvPicPr>
          <p:nvPr/>
        </p:nvPicPr>
        <p:blipFill>
          <a:blip r:embed="rId6" cstate="print"/>
          <a:stretch>
            <a:fillRect/>
          </a:stretch>
        </p:blipFill>
        <p:spPr>
          <a:xfrm>
            <a:off x="8429744" y="526501"/>
            <a:ext cx="2876434" cy="756000"/>
          </a:xfrm>
          <a:prstGeom prst="rect">
            <a:avLst/>
          </a:prstGeom>
        </p:spPr>
      </p:pic>
      <p:pic>
        <p:nvPicPr>
          <p:cNvPr id="11" name="Picture 10"/>
          <p:cNvPicPr>
            <a:picLocks noChangeAspect="1"/>
          </p:cNvPicPr>
          <p:nvPr/>
        </p:nvPicPr>
        <p:blipFill rotWithShape="1">
          <a:blip r:embed="rId7" cstate="print">
            <a:extLst>
              <a:ext uri="{28A0092B-C50C-407E-A947-70E740481C1C}">
                <a14:useLocalDpi xmlns:a14="http://schemas.microsoft.com/office/drawing/2010/main" val="0"/>
              </a:ext>
            </a:extLst>
          </a:blip>
          <a:srcRect l="37353" t="8741" r="101" b="27"/>
          <a:stretch/>
        </p:blipFill>
        <p:spPr bwMode="ltGray">
          <a:xfrm rot="16200000" flipH="1">
            <a:off x="9058184" y="-962476"/>
            <a:ext cx="369901" cy="5915488"/>
          </a:xfrm>
          <a:prstGeom prst="rect">
            <a:avLst/>
          </a:prstGeom>
        </p:spPr>
      </p:pic>
    </p:spTree>
    <p:extLst>
      <p:ext uri="{BB962C8B-B14F-4D97-AF65-F5344CB8AC3E}">
        <p14:creationId xmlns:p14="http://schemas.microsoft.com/office/powerpoint/2010/main" val="1928758936"/>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p:custDataLst>
              <p:tags r:id="rId1"/>
            </p:custDataLst>
            <p:extLst>
              <p:ext uri="{D42A27DB-BD31-4B8C-83A1-F6EECF244321}">
                <p14:modId xmlns:p14="http://schemas.microsoft.com/office/powerpoint/2010/main" val="1683195077"/>
              </p:ext>
            </p:extLst>
          </p:nvPr>
        </p:nvGraphicFramePr>
        <p:xfrm>
          <a:off x="2119" y="1591"/>
          <a:ext cx="2116" cy="1587"/>
        </p:xfrm>
        <a:graphic>
          <a:graphicData uri="http://schemas.openxmlformats.org/presentationml/2006/ole">
            <mc:AlternateContent xmlns:mc="http://schemas.openxmlformats.org/markup-compatibility/2006">
              <mc:Choice xmlns:v="urn:schemas-microsoft-com:vml" Requires="v">
                <p:oleObj name="think-cell Slide" r:id="rId3" imgW="360" imgH="360" progId="TCLayout.ActiveDocument.1">
                  <p:embed/>
                </p:oleObj>
              </mc:Choice>
              <mc:Fallback>
                <p:oleObj name="think-cell Slide" r:id="rId3" imgW="360" imgH="360" progId="TCLayout.ActiveDocument.1">
                  <p:embed/>
                  <p:pic>
                    <p:nvPicPr>
                      <p:cNvPr id="3" name="Object 2"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19" y="1591"/>
                        <a:ext cx="2116"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Rectangle 9"/>
          <p:cNvSpPr/>
          <p:nvPr/>
        </p:nvSpPr>
        <p:spPr bwMode="auto">
          <a:xfrm>
            <a:off x="0" y="0"/>
            <a:ext cx="12192000" cy="1052736"/>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none" lIns="91440" tIns="45721" rIns="91440" bIns="45721" numCol="1" rtlCol="0" anchor="ctr" anchorCtr="0" compatLnSpc="1">
            <a:prstTxWarp prst="textNoShape">
              <a:avLst/>
            </a:prstTxWarp>
          </a:bodyPr>
          <a:lstStyle/>
          <a:p>
            <a:pPr marL="0" marR="0" indent="0" algn="ctr" defTabSz="914422" rtl="0" eaLnBrk="1" fontAlgn="base" latinLnBrk="0" hangingPunct="1">
              <a:lnSpc>
                <a:spcPct val="100000"/>
              </a:lnSpc>
              <a:spcBef>
                <a:spcPct val="0"/>
              </a:spcBef>
              <a:spcAft>
                <a:spcPct val="0"/>
              </a:spcAft>
              <a:buClrTx/>
              <a:buSzTx/>
              <a:buFontTx/>
              <a:buNone/>
              <a:tabLst/>
            </a:pPr>
            <a:endParaRPr kumimoji="0" lang="en-GB" sz="1900" b="0" i="0" u="none" strike="noStrike" cap="none" normalizeH="0" baseline="0">
              <a:ln>
                <a:noFill/>
              </a:ln>
              <a:solidFill>
                <a:schemeClr val="tx1"/>
              </a:solidFill>
              <a:effectLst/>
              <a:latin typeface="Arial" charset="0"/>
            </a:endParaRPr>
          </a:p>
        </p:txBody>
      </p:sp>
      <p:pic>
        <p:nvPicPr>
          <p:cNvPr id="2" name="Picture 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616326" y="477839"/>
            <a:ext cx="5575676" cy="5543451"/>
          </a:xfrm>
          <a:prstGeom prst="rect">
            <a:avLst/>
          </a:prstGeom>
        </p:spPr>
      </p:pic>
      <p:sp>
        <p:nvSpPr>
          <p:cNvPr id="6" name="Rectangle 5"/>
          <p:cNvSpPr>
            <a:spLocks noGrp="1" noChangeArrowheads="1"/>
          </p:cNvSpPr>
          <p:nvPr>
            <p:ph type="sldNum" sz="quarter" idx="12"/>
          </p:nvPr>
        </p:nvSpPr>
        <p:spPr>
          <a:ln/>
        </p:spPr>
        <p:txBody>
          <a:bodyPr/>
          <a:lstStyle>
            <a:lvl1pPr>
              <a:defRPr/>
            </a:lvl1pPr>
          </a:lstStyle>
          <a:p>
            <a:fld id="{5A4A7955-6230-48B4-BD8B-A7C460F75945}" type="slidenum">
              <a:rPr lang="en-US" smtClean="0"/>
              <a:t>‹#›</a:t>
            </a:fld>
            <a:endParaRPr lang="en-US"/>
          </a:p>
        </p:txBody>
      </p:sp>
      <p:pic>
        <p:nvPicPr>
          <p:cNvPr id="7" name="Picture 6"/>
          <p:cNvPicPr>
            <a:picLocks noChangeAspect="1"/>
          </p:cNvPicPr>
          <p:nvPr/>
        </p:nvPicPr>
        <p:blipFill>
          <a:blip r:embed="rId6" cstate="print"/>
          <a:stretch>
            <a:fillRect/>
          </a:stretch>
        </p:blipFill>
        <p:spPr>
          <a:xfrm>
            <a:off x="239188" y="1964569"/>
            <a:ext cx="11713634" cy="65091"/>
          </a:xfrm>
          <a:prstGeom prst="rect">
            <a:avLst/>
          </a:prstGeom>
        </p:spPr>
      </p:pic>
      <p:sp>
        <p:nvSpPr>
          <p:cNvPr id="8" name="Text Placeholder 11"/>
          <p:cNvSpPr>
            <a:spLocks noGrp="1"/>
          </p:cNvSpPr>
          <p:nvPr>
            <p:ph type="body" sz="quarter" idx="13" hasCustomPrompt="1"/>
          </p:nvPr>
        </p:nvSpPr>
        <p:spPr>
          <a:xfrm>
            <a:off x="239188" y="2181578"/>
            <a:ext cx="11713634" cy="1463446"/>
          </a:xfrm>
          <a:prstGeom prst="rect">
            <a:avLst/>
          </a:prstGeom>
        </p:spPr>
        <p:txBody>
          <a:bodyPr vert="horz">
            <a:normAutofit/>
          </a:bodyPr>
          <a:lstStyle>
            <a:lvl1pPr marL="0" indent="0">
              <a:buNone/>
              <a:defRPr sz="3200" b="1">
                <a:solidFill>
                  <a:schemeClr val="tx1"/>
                </a:solidFill>
                <a:effectLst/>
              </a:defRPr>
            </a:lvl1pPr>
          </a:lstStyle>
          <a:p>
            <a:pPr lvl="0"/>
            <a:r>
              <a:rPr lang="en-US"/>
              <a:t>Section Title</a:t>
            </a:r>
          </a:p>
        </p:txBody>
      </p:sp>
      <p:sp>
        <p:nvSpPr>
          <p:cNvPr id="9" name="Text Placeholder 11"/>
          <p:cNvSpPr>
            <a:spLocks noGrp="1"/>
          </p:cNvSpPr>
          <p:nvPr>
            <p:ph type="body" sz="quarter" idx="14" hasCustomPrompt="1"/>
          </p:nvPr>
        </p:nvSpPr>
        <p:spPr>
          <a:xfrm>
            <a:off x="239188" y="1266925"/>
            <a:ext cx="11713634" cy="561756"/>
          </a:xfrm>
          <a:prstGeom prst="rect">
            <a:avLst/>
          </a:prstGeom>
        </p:spPr>
        <p:txBody>
          <a:bodyPr vert="horz" anchor="b">
            <a:normAutofit/>
          </a:bodyPr>
          <a:lstStyle>
            <a:lvl1pPr marL="0" indent="0">
              <a:buNone/>
              <a:defRPr sz="1801" b="0">
                <a:solidFill>
                  <a:schemeClr val="tx1">
                    <a:lumMod val="50000"/>
                    <a:lumOff val="50000"/>
                  </a:schemeClr>
                </a:solidFill>
              </a:defRPr>
            </a:lvl1pPr>
          </a:lstStyle>
          <a:p>
            <a:pPr lvl="0"/>
            <a:r>
              <a:rPr lang="en-US"/>
              <a:t>Section #</a:t>
            </a:r>
          </a:p>
        </p:txBody>
      </p:sp>
      <p:sp>
        <p:nvSpPr>
          <p:cNvPr id="11" name="Rectangle 4"/>
          <p:cNvSpPr>
            <a:spLocks noGrp="1" noChangeArrowheads="1"/>
          </p:cNvSpPr>
          <p:nvPr>
            <p:ph type="ftr" sz="quarter" idx="11"/>
          </p:nvPr>
        </p:nvSpPr>
        <p:spPr>
          <a:xfrm>
            <a:off x="239187" y="6400800"/>
            <a:ext cx="9409211" cy="457200"/>
          </a:xfrm>
          <a:prstGeom prst="rect">
            <a:avLst/>
          </a:prstGeom>
          <a:ln/>
        </p:spPr>
        <p:txBody>
          <a:bodyPr/>
          <a:lstStyle>
            <a:lvl1pPr>
              <a:defRPr/>
            </a:lvl1pPr>
          </a:lstStyle>
          <a:p>
            <a:endParaRPr lang="en-US"/>
          </a:p>
        </p:txBody>
      </p:sp>
    </p:spTree>
    <p:extLst>
      <p:ext uri="{BB962C8B-B14F-4D97-AF65-F5344CB8AC3E}">
        <p14:creationId xmlns:p14="http://schemas.microsoft.com/office/powerpoint/2010/main" val="540611451"/>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1_Section Header">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p:custDataLst>
              <p:tags r:id="rId1"/>
            </p:custDataLst>
            <p:extLst>
              <p:ext uri="{D42A27DB-BD31-4B8C-83A1-F6EECF244321}">
                <p14:modId xmlns:p14="http://schemas.microsoft.com/office/powerpoint/2010/main" val="2156270080"/>
              </p:ext>
            </p:extLst>
          </p:nvPr>
        </p:nvGraphicFramePr>
        <p:xfrm>
          <a:off x="2119" y="1591"/>
          <a:ext cx="2116" cy="1587"/>
        </p:xfrm>
        <a:graphic>
          <a:graphicData uri="http://schemas.openxmlformats.org/presentationml/2006/ole">
            <mc:AlternateContent xmlns:mc="http://schemas.openxmlformats.org/markup-compatibility/2006">
              <mc:Choice xmlns:v="urn:schemas-microsoft-com:vml" Requires="v">
                <p:oleObj name="think-cell Slide" r:id="rId3" imgW="360" imgH="360" progId="TCLayout.ActiveDocument.1">
                  <p:embed/>
                </p:oleObj>
              </mc:Choice>
              <mc:Fallback>
                <p:oleObj name="think-cell Slide" r:id="rId3" imgW="360" imgH="360" progId="TCLayout.ActiveDocument.1">
                  <p:embed/>
                  <p:pic>
                    <p:nvPicPr>
                      <p:cNvPr id="3" name="Object 2"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19" y="1591"/>
                        <a:ext cx="2116"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33" name="Group 32"/>
          <p:cNvGrpSpPr/>
          <p:nvPr/>
        </p:nvGrpSpPr>
        <p:grpSpPr>
          <a:xfrm>
            <a:off x="0" y="1178585"/>
            <a:ext cx="12192000" cy="2547336"/>
            <a:chOff x="0" y="1249608"/>
            <a:chExt cx="12192000" cy="2547336"/>
          </a:xfrm>
        </p:grpSpPr>
        <p:grpSp>
          <p:nvGrpSpPr>
            <p:cNvPr id="5" name="Group 4"/>
            <p:cNvGrpSpPr/>
            <p:nvPr/>
          </p:nvGrpSpPr>
          <p:grpSpPr>
            <a:xfrm>
              <a:off x="4584735" y="1249609"/>
              <a:ext cx="7607265" cy="1277860"/>
              <a:chOff x="4242374" y="1266924"/>
              <a:chExt cx="7607265" cy="1277860"/>
            </a:xfrm>
          </p:grpSpPr>
          <p:pic>
            <p:nvPicPr>
              <p:cNvPr id="15" name="Picture 3"/>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l="66788"/>
              <a:stretch/>
            </p:blipFill>
            <p:spPr bwMode="auto">
              <a:xfrm>
                <a:off x="7458055" y="1266924"/>
                <a:ext cx="4049222" cy="6921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6" name="Picture 3"/>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r="97157" b="17268"/>
              <a:stretch/>
            </p:blipFill>
            <p:spPr bwMode="auto">
              <a:xfrm>
                <a:off x="4242374" y="1266924"/>
                <a:ext cx="3215680" cy="12778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8" name="Picture 3"/>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t="12683" r="99340" b="31624"/>
              <a:stretch/>
            </p:blipFill>
            <p:spPr bwMode="auto">
              <a:xfrm>
                <a:off x="10873398" y="1505214"/>
                <a:ext cx="616085" cy="38548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9" name="Picture 3"/>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l="66788" b="7541"/>
              <a:stretch/>
            </p:blipFill>
            <p:spPr bwMode="auto">
              <a:xfrm>
                <a:off x="6747364" y="1904828"/>
                <a:ext cx="4049222" cy="63995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7" name="Picture 3"/>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r="99746" b="50292"/>
              <a:stretch/>
            </p:blipFill>
            <p:spPr bwMode="auto">
              <a:xfrm>
                <a:off x="10181088" y="2094605"/>
                <a:ext cx="526195" cy="288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 name="Picture 3"/>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t="12683" r="99340" b="31624"/>
              <a:stretch/>
            </p:blipFill>
            <p:spPr bwMode="auto">
              <a:xfrm>
                <a:off x="11005120" y="1266924"/>
                <a:ext cx="844519" cy="12778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1" name="Picture 3"/>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t="12683" r="99340" b="31624"/>
              <a:stretch/>
            </p:blipFill>
            <p:spPr bwMode="auto">
              <a:xfrm>
                <a:off x="10662759" y="1724108"/>
                <a:ext cx="1186880" cy="82067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grpSp>
          <p:nvGrpSpPr>
            <p:cNvPr id="23" name="Group 22"/>
            <p:cNvGrpSpPr/>
            <p:nvPr/>
          </p:nvGrpSpPr>
          <p:grpSpPr>
            <a:xfrm>
              <a:off x="3182284" y="2519084"/>
              <a:ext cx="7607265" cy="1277860"/>
              <a:chOff x="4242374" y="1266924"/>
              <a:chExt cx="7607265" cy="1277860"/>
            </a:xfrm>
          </p:grpSpPr>
          <p:pic>
            <p:nvPicPr>
              <p:cNvPr id="24" name="Picture 3"/>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l="66788"/>
              <a:stretch/>
            </p:blipFill>
            <p:spPr bwMode="auto">
              <a:xfrm>
                <a:off x="7458055" y="1266924"/>
                <a:ext cx="4049222" cy="6921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5" name="Picture 3"/>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r="97157" b="17268"/>
              <a:stretch/>
            </p:blipFill>
            <p:spPr bwMode="auto">
              <a:xfrm>
                <a:off x="4242374" y="1266924"/>
                <a:ext cx="3215680" cy="12778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6" name="Picture 3"/>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t="12683" r="99340" b="31624"/>
              <a:stretch/>
            </p:blipFill>
            <p:spPr bwMode="auto">
              <a:xfrm>
                <a:off x="10873398" y="1505214"/>
                <a:ext cx="616085" cy="38548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7" name="Picture 3"/>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l="66788" b="7541"/>
              <a:stretch/>
            </p:blipFill>
            <p:spPr bwMode="auto">
              <a:xfrm>
                <a:off x="6747364" y="1904828"/>
                <a:ext cx="4049222" cy="63995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8" name="Picture 3"/>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r="99746" b="50292"/>
              <a:stretch/>
            </p:blipFill>
            <p:spPr bwMode="auto">
              <a:xfrm>
                <a:off x="10181088" y="2094605"/>
                <a:ext cx="526195" cy="288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9" name="Picture 3"/>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t="12683" r="99340" b="31624"/>
              <a:stretch/>
            </p:blipFill>
            <p:spPr bwMode="auto">
              <a:xfrm>
                <a:off x="11005120" y="1266924"/>
                <a:ext cx="844519" cy="12778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 name="Picture 3"/>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t="12683" r="99340" b="31624"/>
              <a:stretch/>
            </p:blipFill>
            <p:spPr bwMode="auto">
              <a:xfrm>
                <a:off x="10662759" y="1724108"/>
                <a:ext cx="1186880" cy="82067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pic>
          <p:nvPicPr>
            <p:cNvPr id="31" name="Picture 3"/>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t="12683" r="99340" b="31624"/>
            <a:stretch/>
          </p:blipFill>
          <p:spPr bwMode="auto">
            <a:xfrm>
              <a:off x="10662758" y="2524578"/>
              <a:ext cx="1529242" cy="127236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2" name="Picture 3"/>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t="12683" r="99340" b="31624"/>
            <a:stretch/>
          </p:blipFill>
          <p:spPr bwMode="auto">
            <a:xfrm>
              <a:off x="0" y="1249608"/>
              <a:ext cx="4648131" cy="254733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sp>
        <p:nvSpPr>
          <p:cNvPr id="10" name="Rectangle 9"/>
          <p:cNvSpPr/>
          <p:nvPr/>
        </p:nvSpPr>
        <p:spPr bwMode="auto">
          <a:xfrm>
            <a:off x="0" y="0"/>
            <a:ext cx="12192000" cy="1052736"/>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none" lIns="91440" tIns="45721" rIns="91440" bIns="45721" numCol="1" rtlCol="0" anchor="ctr" anchorCtr="0" compatLnSpc="1">
            <a:prstTxWarp prst="textNoShape">
              <a:avLst/>
            </a:prstTxWarp>
          </a:bodyPr>
          <a:lstStyle/>
          <a:p>
            <a:pPr marL="0" marR="0" indent="0" algn="ctr" defTabSz="914422" rtl="0" eaLnBrk="1" fontAlgn="base" latinLnBrk="0" hangingPunct="1">
              <a:lnSpc>
                <a:spcPct val="100000"/>
              </a:lnSpc>
              <a:spcBef>
                <a:spcPct val="0"/>
              </a:spcBef>
              <a:spcAft>
                <a:spcPct val="0"/>
              </a:spcAft>
              <a:buClrTx/>
              <a:buSzTx/>
              <a:buFontTx/>
              <a:buNone/>
              <a:tabLst/>
            </a:pPr>
            <a:endParaRPr kumimoji="0" lang="en-GB" sz="1900" b="0" i="0" u="none" strike="noStrike" cap="none" normalizeH="0" baseline="0">
              <a:ln>
                <a:noFill/>
              </a:ln>
              <a:solidFill>
                <a:schemeClr val="tx1"/>
              </a:solidFill>
              <a:effectLst/>
              <a:latin typeface="Arial" charset="0"/>
            </a:endParaRPr>
          </a:p>
        </p:txBody>
      </p:sp>
      <p:sp>
        <p:nvSpPr>
          <p:cNvPr id="6" name="Rectangle 5"/>
          <p:cNvSpPr>
            <a:spLocks noGrp="1" noChangeArrowheads="1"/>
          </p:cNvSpPr>
          <p:nvPr>
            <p:ph type="sldNum" sz="quarter" idx="12"/>
          </p:nvPr>
        </p:nvSpPr>
        <p:spPr>
          <a:ln/>
        </p:spPr>
        <p:txBody>
          <a:bodyPr/>
          <a:lstStyle>
            <a:lvl1pPr>
              <a:defRPr/>
            </a:lvl1pPr>
          </a:lstStyle>
          <a:p>
            <a:fld id="{5A4A7955-6230-48B4-BD8B-A7C460F75945}" type="slidenum">
              <a:rPr lang="en-US" smtClean="0"/>
              <a:t>‹#›</a:t>
            </a:fld>
            <a:endParaRPr lang="en-US"/>
          </a:p>
        </p:txBody>
      </p:sp>
      <p:sp>
        <p:nvSpPr>
          <p:cNvPr id="8" name="Text Placeholder 11"/>
          <p:cNvSpPr>
            <a:spLocks noGrp="1"/>
          </p:cNvSpPr>
          <p:nvPr>
            <p:ph type="body" sz="quarter" idx="13" hasCustomPrompt="1"/>
          </p:nvPr>
        </p:nvSpPr>
        <p:spPr>
          <a:xfrm>
            <a:off x="239187" y="2181578"/>
            <a:ext cx="8736139" cy="1463446"/>
          </a:xfrm>
          <a:prstGeom prst="rect">
            <a:avLst/>
          </a:prstGeom>
        </p:spPr>
        <p:txBody>
          <a:bodyPr vert="horz">
            <a:normAutofit/>
          </a:bodyPr>
          <a:lstStyle>
            <a:lvl1pPr marL="0" indent="0">
              <a:buNone/>
              <a:defRPr sz="3200" b="1">
                <a:solidFill>
                  <a:schemeClr val="bg1"/>
                </a:solidFill>
                <a:effectLst/>
              </a:defRPr>
            </a:lvl1pPr>
          </a:lstStyle>
          <a:p>
            <a:pPr lvl="0"/>
            <a:r>
              <a:rPr lang="en-US"/>
              <a:t>Section Title</a:t>
            </a:r>
          </a:p>
        </p:txBody>
      </p:sp>
      <p:sp>
        <p:nvSpPr>
          <p:cNvPr id="9" name="Text Placeholder 11"/>
          <p:cNvSpPr>
            <a:spLocks noGrp="1"/>
          </p:cNvSpPr>
          <p:nvPr>
            <p:ph type="body" sz="quarter" idx="14" hasCustomPrompt="1"/>
          </p:nvPr>
        </p:nvSpPr>
        <p:spPr>
          <a:xfrm>
            <a:off x="239187" y="1266925"/>
            <a:ext cx="8736139" cy="561756"/>
          </a:xfrm>
          <a:prstGeom prst="rect">
            <a:avLst/>
          </a:prstGeom>
        </p:spPr>
        <p:txBody>
          <a:bodyPr vert="horz" anchor="b">
            <a:normAutofit/>
          </a:bodyPr>
          <a:lstStyle>
            <a:lvl1pPr marL="0" indent="0">
              <a:buNone/>
              <a:defRPr sz="1801" b="0">
                <a:solidFill>
                  <a:schemeClr val="bg1"/>
                </a:solidFill>
              </a:defRPr>
            </a:lvl1pPr>
          </a:lstStyle>
          <a:p>
            <a:pPr lvl="0"/>
            <a:r>
              <a:rPr lang="en-US"/>
              <a:t>Section #</a:t>
            </a:r>
          </a:p>
        </p:txBody>
      </p:sp>
      <p:sp>
        <p:nvSpPr>
          <p:cNvPr id="11" name="Rectangle 4"/>
          <p:cNvSpPr>
            <a:spLocks noGrp="1" noChangeArrowheads="1"/>
          </p:cNvSpPr>
          <p:nvPr>
            <p:ph type="ftr" sz="quarter" idx="11"/>
          </p:nvPr>
        </p:nvSpPr>
        <p:spPr>
          <a:xfrm>
            <a:off x="239187" y="6400800"/>
            <a:ext cx="9409211" cy="457200"/>
          </a:xfrm>
          <a:prstGeom prst="rect">
            <a:avLst/>
          </a:prstGeom>
          <a:ln/>
        </p:spPr>
        <p:txBody>
          <a:bodyPr/>
          <a:lstStyle>
            <a:lvl1pPr>
              <a:defRPr/>
            </a:lvl1pPr>
          </a:lstStyle>
          <a:p>
            <a:endParaRPr lang="en-US"/>
          </a:p>
        </p:txBody>
      </p:sp>
      <p:pic>
        <p:nvPicPr>
          <p:cNvPr id="14" name="Picture 3"/>
          <p:cNvPicPr>
            <a:picLocks noChangeAspect="1" noChangeArrowheads="1"/>
          </p:cNvPicPr>
          <p:nvPr/>
        </p:nvPicPr>
        <p:blipFill rotWithShape="1">
          <a:blip r:embed="rId6" cstate="print">
            <a:extLst>
              <a:ext uri="{28A0092B-C50C-407E-A947-70E740481C1C}">
                <a14:useLocalDpi xmlns:a14="http://schemas.microsoft.com/office/drawing/2010/main" val="0"/>
              </a:ext>
            </a:extLst>
          </a:blip>
          <a:srcRect t="13116" r="76604" b="25471"/>
          <a:stretch/>
        </p:blipFill>
        <p:spPr bwMode="auto">
          <a:xfrm>
            <a:off x="11399103" y="3113149"/>
            <a:ext cx="627692" cy="53187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35" name="Straight Connector 34"/>
          <p:cNvCxnSpPr/>
          <p:nvPr/>
        </p:nvCxnSpPr>
        <p:spPr bwMode="auto">
          <a:xfrm>
            <a:off x="239187" y="2006353"/>
            <a:ext cx="8875152" cy="0"/>
          </a:xfrm>
          <a:prstGeom prst="line">
            <a:avLst/>
          </a:prstGeom>
          <a:ln w="28575">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42475478"/>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Title + Text Box Layout">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custDataLst>
              <p:tags r:id="rId1"/>
            </p:custDataLst>
            <p:extLst>
              <p:ext uri="{D42A27DB-BD31-4B8C-83A1-F6EECF244321}">
                <p14:modId xmlns:p14="http://schemas.microsoft.com/office/powerpoint/2010/main" val="1513018051"/>
              </p:ext>
            </p:extLst>
          </p:nvPr>
        </p:nvGraphicFramePr>
        <p:xfrm>
          <a:off x="1588" y="1590"/>
          <a:ext cx="1588" cy="1587"/>
        </p:xfrm>
        <a:graphic>
          <a:graphicData uri="http://schemas.openxmlformats.org/presentationml/2006/ole">
            <mc:AlternateContent xmlns:mc="http://schemas.openxmlformats.org/markup-compatibility/2006">
              <mc:Choice xmlns:v="urn:schemas-microsoft-com:vml" Requires="v">
                <p:oleObj name="think-cell Slide" r:id="rId3" imgW="360" imgH="360" progId="TCLayout.ActiveDocument.1">
                  <p:embed/>
                </p:oleObj>
              </mc:Choice>
              <mc:Fallback>
                <p:oleObj name="think-cell Slide" r:id="rId3" imgW="360" imgH="360" progId="TCLayout.ActiveDocument.1">
                  <p:embed/>
                  <p:pic>
                    <p:nvPicPr>
                      <p:cNvPr id="2" name="Object 1"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8" y="1590"/>
                        <a:ext cx="1588"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Title 1"/>
          <p:cNvSpPr>
            <a:spLocks noGrp="1"/>
          </p:cNvSpPr>
          <p:nvPr>
            <p:ph type="title"/>
          </p:nvPr>
        </p:nvSpPr>
        <p:spPr>
          <a:xfrm>
            <a:off x="239187" y="0"/>
            <a:ext cx="10273307" cy="648000"/>
          </a:xfrm>
          <a:prstGeom prst="rect">
            <a:avLst/>
          </a:prstGeom>
        </p:spPr>
        <p:txBody>
          <a:bodyPr lIns="0" tIns="0" rIns="0" bIns="0" anchor="ctr">
            <a:normAutofit/>
          </a:bodyPr>
          <a:lstStyle>
            <a:lvl1pPr>
              <a:defRPr sz="2000">
                <a:latin typeface="Calibri" panose="020F0502020204030204" pitchFamily="34" charset="0"/>
              </a:defRPr>
            </a:lvl1pPr>
          </a:lstStyle>
          <a:p>
            <a:r>
              <a:rPr lang="en-US"/>
              <a:t>Click to edit Master title style</a:t>
            </a:r>
            <a:endParaRPr lang="en-GB"/>
          </a:p>
        </p:txBody>
      </p:sp>
      <p:sp>
        <p:nvSpPr>
          <p:cNvPr id="7" name="Rectangle 4"/>
          <p:cNvSpPr>
            <a:spLocks noGrp="1" noChangeArrowheads="1"/>
          </p:cNvSpPr>
          <p:nvPr>
            <p:ph type="ftr" sz="quarter" idx="11"/>
          </p:nvPr>
        </p:nvSpPr>
        <p:spPr>
          <a:xfrm>
            <a:off x="239187" y="6400800"/>
            <a:ext cx="9409211" cy="457200"/>
          </a:xfrm>
          <a:prstGeom prst="rect">
            <a:avLst/>
          </a:prstGeom>
          <a:ln/>
        </p:spPr>
        <p:txBody>
          <a:bodyPr/>
          <a:lstStyle>
            <a:lvl1pPr>
              <a:defRPr/>
            </a:lvl1pPr>
          </a:lstStyle>
          <a:p>
            <a:endParaRPr lang="en-US"/>
          </a:p>
        </p:txBody>
      </p:sp>
      <p:sp>
        <p:nvSpPr>
          <p:cNvPr id="8" name="Rectangle 5"/>
          <p:cNvSpPr>
            <a:spLocks noGrp="1" noChangeArrowheads="1"/>
          </p:cNvSpPr>
          <p:nvPr>
            <p:ph type="sldNum" sz="quarter" idx="12"/>
          </p:nvPr>
        </p:nvSpPr>
        <p:spPr>
          <a:xfrm>
            <a:off x="11664619" y="6400800"/>
            <a:ext cx="527381" cy="457200"/>
          </a:xfrm>
          <a:ln/>
        </p:spPr>
        <p:txBody>
          <a:bodyPr/>
          <a:lstStyle>
            <a:lvl1pPr>
              <a:defRPr/>
            </a:lvl1pPr>
          </a:lstStyle>
          <a:p>
            <a:fld id="{5A4A7955-6230-48B4-BD8B-A7C460F75945}" type="slidenum">
              <a:rPr lang="en-US" smtClean="0"/>
              <a:t>‹#›</a:t>
            </a:fld>
            <a:endParaRPr lang="en-US"/>
          </a:p>
        </p:txBody>
      </p:sp>
      <p:sp>
        <p:nvSpPr>
          <p:cNvPr id="5" name="Text Placeholder 4"/>
          <p:cNvSpPr>
            <a:spLocks noGrp="1"/>
          </p:cNvSpPr>
          <p:nvPr>
            <p:ph type="body" sz="quarter" idx="13" hasCustomPrompt="1"/>
          </p:nvPr>
        </p:nvSpPr>
        <p:spPr>
          <a:xfrm>
            <a:off x="239187" y="836712"/>
            <a:ext cx="11329424" cy="1655762"/>
          </a:xfrm>
          <a:prstGeom prst="rect">
            <a:avLst/>
          </a:prstGeom>
        </p:spPr>
        <p:txBody>
          <a:bodyPr/>
          <a:lstStyle>
            <a:lvl1pPr marL="0" marR="0" indent="0" algn="l" defTabSz="914422" rtl="0" eaLnBrk="1" fontAlgn="base" latinLnBrk="0" hangingPunct="1">
              <a:lnSpc>
                <a:spcPct val="100000"/>
              </a:lnSpc>
              <a:spcBef>
                <a:spcPct val="20000"/>
              </a:spcBef>
              <a:spcAft>
                <a:spcPct val="0"/>
              </a:spcAft>
              <a:buClr>
                <a:srgbClr val="C00000"/>
              </a:buClr>
              <a:buSzTx/>
              <a:buFontTx/>
              <a:buNone/>
              <a:tabLst/>
              <a:defRPr kumimoji="0" lang="en-US" sz="1801" b="0" i="0" u="none" strike="noStrike" kern="0" cap="none" spc="0" normalizeH="0" baseline="0" noProof="0">
                <a:ln>
                  <a:noFill/>
                </a:ln>
                <a:solidFill>
                  <a:schemeClr val="tx1"/>
                </a:solidFill>
                <a:effectLst/>
                <a:uLnTx/>
                <a:uFillTx/>
              </a:defRPr>
            </a:lvl1pPr>
            <a:lvl2pPr marL="742969" marR="0" indent="-285756" algn="l" defTabSz="914422" rtl="0" eaLnBrk="1" fontAlgn="base" latinLnBrk="0" hangingPunct="1">
              <a:lnSpc>
                <a:spcPct val="100000"/>
              </a:lnSpc>
              <a:spcBef>
                <a:spcPct val="20000"/>
              </a:spcBef>
              <a:spcAft>
                <a:spcPct val="0"/>
              </a:spcAft>
              <a:buClr>
                <a:srgbClr val="C00000"/>
              </a:buClr>
              <a:buSzTx/>
              <a:buFontTx/>
              <a:buChar char="–"/>
              <a:tabLst/>
              <a:defRPr kumimoji="0" lang="en-US" sz="1600" b="0" i="0" u="none" strike="noStrike" kern="0" cap="none" spc="0" normalizeH="0" baseline="0" noProof="0">
                <a:ln>
                  <a:noFill/>
                </a:ln>
                <a:solidFill>
                  <a:schemeClr val="tx1"/>
                </a:solidFill>
                <a:effectLst/>
                <a:uLnTx/>
                <a:uFillTx/>
              </a:defRPr>
            </a:lvl2pPr>
            <a:lvl3pPr marL="1143028" marR="0" indent="-228606" algn="l" defTabSz="914422" rtl="0" eaLnBrk="1" fontAlgn="base" latinLnBrk="0" hangingPunct="1">
              <a:lnSpc>
                <a:spcPct val="100000"/>
              </a:lnSpc>
              <a:spcBef>
                <a:spcPct val="20000"/>
              </a:spcBef>
              <a:spcAft>
                <a:spcPct val="0"/>
              </a:spcAft>
              <a:buClr>
                <a:srgbClr val="C00000"/>
              </a:buClr>
              <a:buSzTx/>
              <a:buFontTx/>
              <a:buChar char="•"/>
              <a:tabLst/>
              <a:defRPr kumimoji="0" lang="en-US" sz="1401" b="0" i="0" u="none" strike="noStrike" kern="0" cap="none" spc="0" normalizeH="0" baseline="0" noProof="0">
                <a:ln>
                  <a:noFill/>
                </a:ln>
                <a:solidFill>
                  <a:schemeClr val="tx1"/>
                </a:solidFill>
                <a:effectLst/>
                <a:uLnTx/>
                <a:uFillTx/>
              </a:defRPr>
            </a:lvl3pPr>
            <a:lvl4pPr marL="1600240" marR="0" indent="-228606" algn="l" defTabSz="914422" rtl="0" eaLnBrk="1" fontAlgn="base" latinLnBrk="0" hangingPunct="1">
              <a:lnSpc>
                <a:spcPct val="100000"/>
              </a:lnSpc>
              <a:spcBef>
                <a:spcPct val="20000"/>
              </a:spcBef>
              <a:spcAft>
                <a:spcPct val="0"/>
              </a:spcAft>
              <a:buClr>
                <a:srgbClr val="C00000"/>
              </a:buClr>
              <a:buSzTx/>
              <a:buFontTx/>
              <a:buChar char="–"/>
              <a:tabLst/>
              <a:defRPr kumimoji="0" lang="en-US" sz="1401" b="0" i="0" u="none" strike="noStrike" kern="0" cap="none" spc="0" normalizeH="0" baseline="0" noProof="0">
                <a:ln>
                  <a:noFill/>
                </a:ln>
                <a:solidFill>
                  <a:schemeClr val="tx1"/>
                </a:solidFill>
                <a:effectLst/>
                <a:uLnTx/>
                <a:uFillTx/>
              </a:defRPr>
            </a:lvl4pPr>
            <a:lvl5pPr marL="2057451" marR="0" indent="-228606" algn="l" defTabSz="914422" rtl="0" eaLnBrk="1" fontAlgn="base" latinLnBrk="0" hangingPunct="1">
              <a:lnSpc>
                <a:spcPct val="100000"/>
              </a:lnSpc>
              <a:spcBef>
                <a:spcPct val="20000"/>
              </a:spcBef>
              <a:spcAft>
                <a:spcPct val="0"/>
              </a:spcAft>
              <a:buClr>
                <a:srgbClr val="C00000"/>
              </a:buClr>
              <a:buSzTx/>
              <a:buFontTx/>
              <a:buChar char="»"/>
              <a:tabLst/>
              <a:defRPr kumimoji="0" lang="en-US" sz="1401" b="0" i="0" u="none" strike="noStrike" kern="0" cap="none" spc="0" normalizeH="0" baseline="0" noProof="0">
                <a:ln>
                  <a:noFill/>
                </a:ln>
                <a:solidFill>
                  <a:schemeClr val="tx1"/>
                </a:solidFill>
                <a:effectLst/>
                <a:uLnTx/>
                <a:uFillTx/>
              </a:defRPr>
            </a:lvl5pPr>
            <a:lvl6pPr marL="0" marR="0" indent="0" algn="l" defTabSz="914422" rtl="0" eaLnBrk="1" fontAlgn="base" latinLnBrk="0" hangingPunct="1">
              <a:lnSpc>
                <a:spcPct val="100000"/>
              </a:lnSpc>
              <a:spcBef>
                <a:spcPct val="20000"/>
              </a:spcBef>
              <a:spcAft>
                <a:spcPct val="0"/>
              </a:spcAft>
              <a:buClr>
                <a:srgbClr val="C00000"/>
              </a:buClr>
              <a:buSzTx/>
              <a:buFontTx/>
              <a:buNone/>
              <a:tabLst/>
              <a:defRPr>
                <a:solidFill>
                  <a:schemeClr val="tx1"/>
                </a:solidFill>
              </a:defRPr>
            </a:lvl6pPr>
            <a:lvl8pPr marL="0" marR="0" indent="0" algn="l" defTabSz="914422" rtl="0" eaLnBrk="1" fontAlgn="base" latinLnBrk="0" hangingPunct="1">
              <a:lnSpc>
                <a:spcPct val="100000"/>
              </a:lnSpc>
              <a:spcBef>
                <a:spcPct val="20000"/>
              </a:spcBef>
              <a:spcAft>
                <a:spcPct val="0"/>
              </a:spcAft>
              <a:buClrTx/>
              <a:buSzTx/>
              <a:buFontTx/>
              <a:buNone/>
              <a:tabLst/>
              <a:defRPr/>
            </a:lvl8pPr>
            <a:lvl9pPr marL="0" marR="0" indent="0" algn="l" defTabSz="914422" rtl="0" eaLnBrk="1" fontAlgn="base" latinLnBrk="0" hangingPunct="1">
              <a:lnSpc>
                <a:spcPct val="100000"/>
              </a:lnSpc>
              <a:spcBef>
                <a:spcPct val="20000"/>
              </a:spcBef>
              <a:spcAft>
                <a:spcPct val="0"/>
              </a:spcAft>
              <a:buClrTx/>
              <a:buSzTx/>
              <a:buFontTx/>
              <a:buNone/>
              <a:tabLst/>
              <a:defRPr/>
            </a:lvl9pPr>
          </a:lstStyle>
          <a:p>
            <a:pPr marL="342909" marR="0" lvl="0" indent="-342909" algn="l" defTabSz="914422" rtl="0" eaLnBrk="1" fontAlgn="base" latinLnBrk="0" hangingPunct="1">
              <a:lnSpc>
                <a:spcPct val="100000"/>
              </a:lnSpc>
              <a:spcBef>
                <a:spcPct val="20000"/>
              </a:spcBef>
              <a:spcAft>
                <a:spcPct val="0"/>
              </a:spcAft>
              <a:buClrTx/>
              <a:buSzTx/>
              <a:buFontTx/>
              <a:buChar char="•"/>
              <a:tabLst/>
              <a:defRPr/>
            </a:pPr>
            <a:r>
              <a:rPr kumimoji="0" lang="en-US" sz="1801" b="0" i="0" u="none" strike="noStrike" kern="0" cap="none" spc="0" normalizeH="0" baseline="0" noProof="0">
                <a:ln>
                  <a:noFill/>
                </a:ln>
                <a:solidFill>
                  <a:srgbClr val="575757"/>
                </a:solidFill>
                <a:effectLst/>
                <a:uLnTx/>
                <a:uFillTx/>
                <a:latin typeface="+mn-lt"/>
              </a:rPr>
              <a:t>Edit Master text styles</a:t>
            </a:r>
          </a:p>
          <a:p>
            <a:pPr marL="742969" marR="0" lvl="1" indent="-285756" algn="l" defTabSz="914422" rtl="0" eaLnBrk="1" fontAlgn="base" latinLnBrk="0" hangingPunct="1">
              <a:lnSpc>
                <a:spcPct val="100000"/>
              </a:lnSpc>
              <a:spcBef>
                <a:spcPct val="20000"/>
              </a:spcBef>
              <a:spcAft>
                <a:spcPct val="0"/>
              </a:spcAft>
              <a:buClrTx/>
              <a:buSzTx/>
              <a:buFontTx/>
              <a:buChar char="–"/>
              <a:tabLst/>
              <a:defRPr/>
            </a:pPr>
            <a:r>
              <a:rPr kumimoji="0" lang="en-US" sz="1600" b="0" i="0" u="none" strike="noStrike" kern="0" cap="none" spc="0" normalizeH="0" baseline="0" noProof="0">
                <a:ln>
                  <a:noFill/>
                </a:ln>
                <a:solidFill>
                  <a:srgbClr val="575757"/>
                </a:solidFill>
                <a:effectLst/>
                <a:uLnTx/>
                <a:uFillTx/>
                <a:latin typeface="+mn-lt"/>
              </a:rPr>
              <a:t>Second level</a:t>
            </a:r>
          </a:p>
          <a:p>
            <a:pPr marL="1143028" marR="0" lvl="2" indent="-228606" algn="l" defTabSz="914422" rtl="0" eaLnBrk="1" fontAlgn="base" latinLnBrk="0" hangingPunct="1">
              <a:lnSpc>
                <a:spcPct val="100000"/>
              </a:lnSpc>
              <a:spcBef>
                <a:spcPct val="20000"/>
              </a:spcBef>
              <a:spcAft>
                <a:spcPct val="0"/>
              </a:spcAft>
              <a:buClrTx/>
              <a:buSzTx/>
              <a:buFontTx/>
              <a:buChar char="•"/>
              <a:tabLst/>
              <a:defRPr/>
            </a:pPr>
            <a:r>
              <a:rPr kumimoji="0" lang="en-US" sz="1401" b="0" i="0" u="none" strike="noStrike" kern="0" cap="none" spc="0" normalizeH="0" baseline="0" noProof="0">
                <a:ln>
                  <a:noFill/>
                </a:ln>
                <a:solidFill>
                  <a:srgbClr val="575757"/>
                </a:solidFill>
                <a:effectLst/>
                <a:uLnTx/>
                <a:uFillTx/>
                <a:latin typeface="+mn-lt"/>
              </a:rPr>
              <a:t>Third level</a:t>
            </a:r>
          </a:p>
          <a:p>
            <a:pPr marL="1600240" marR="0" lvl="3" indent="-228606" algn="l" defTabSz="914422" rtl="0" eaLnBrk="1" fontAlgn="base" latinLnBrk="0" hangingPunct="1">
              <a:lnSpc>
                <a:spcPct val="100000"/>
              </a:lnSpc>
              <a:spcBef>
                <a:spcPct val="20000"/>
              </a:spcBef>
              <a:spcAft>
                <a:spcPct val="0"/>
              </a:spcAft>
              <a:buClrTx/>
              <a:buSzTx/>
              <a:buFontTx/>
              <a:buChar char="–"/>
              <a:tabLst/>
              <a:defRPr/>
            </a:pPr>
            <a:r>
              <a:rPr kumimoji="0" lang="en-US" sz="1401" b="0" i="0" u="none" strike="noStrike" kern="0" cap="none" spc="0" normalizeH="0" baseline="0" noProof="0">
                <a:ln>
                  <a:noFill/>
                </a:ln>
                <a:solidFill>
                  <a:srgbClr val="575757"/>
                </a:solidFill>
                <a:effectLst/>
                <a:uLnTx/>
                <a:uFillTx/>
                <a:latin typeface="+mn-lt"/>
              </a:rPr>
              <a:t>Fourth level</a:t>
            </a:r>
          </a:p>
          <a:p>
            <a:pPr marL="2057451" marR="0" lvl="4" indent="-228606" algn="l" defTabSz="914422" rtl="0" eaLnBrk="1" fontAlgn="base" latinLnBrk="0" hangingPunct="1">
              <a:lnSpc>
                <a:spcPct val="100000"/>
              </a:lnSpc>
              <a:spcBef>
                <a:spcPct val="20000"/>
              </a:spcBef>
              <a:spcAft>
                <a:spcPct val="0"/>
              </a:spcAft>
              <a:buClrTx/>
              <a:buSzTx/>
              <a:buFontTx/>
              <a:buChar char="»"/>
              <a:tabLst/>
              <a:defRPr/>
            </a:pPr>
            <a:r>
              <a:rPr kumimoji="0" lang="en-US" sz="1401" b="0" i="0" u="none" strike="noStrike" kern="0" cap="none" spc="0" normalizeH="0" baseline="0" noProof="0">
                <a:ln>
                  <a:noFill/>
                </a:ln>
                <a:solidFill>
                  <a:srgbClr val="575757"/>
                </a:solidFill>
                <a:effectLst/>
                <a:uLnTx/>
                <a:uFillTx/>
                <a:latin typeface="+mn-lt"/>
              </a:rPr>
              <a:t>Fifth level</a:t>
            </a:r>
          </a:p>
          <a:p>
            <a:pPr marL="2514664" marR="0" lvl="5" indent="-228606" algn="l" defTabSz="914422" rtl="0" eaLnBrk="1" fontAlgn="base" latinLnBrk="0" hangingPunct="1">
              <a:lnSpc>
                <a:spcPct val="100000"/>
              </a:lnSpc>
              <a:spcBef>
                <a:spcPct val="20000"/>
              </a:spcBef>
              <a:spcAft>
                <a:spcPct val="0"/>
              </a:spcAft>
              <a:buClrTx/>
              <a:buSzTx/>
              <a:buFontTx/>
              <a:buChar char="»"/>
              <a:tabLst/>
              <a:defRPr/>
            </a:pPr>
            <a:r>
              <a:rPr kumimoji="0" lang="en-US" sz="1801" b="0" i="0" u="none" strike="noStrike" kern="0" cap="none" spc="0" normalizeH="0" baseline="0" noProof="0">
                <a:ln>
                  <a:noFill/>
                </a:ln>
                <a:solidFill>
                  <a:srgbClr val="575757"/>
                </a:solidFill>
                <a:effectLst/>
                <a:uLnTx/>
                <a:uFillTx/>
                <a:latin typeface="+mn-lt"/>
              </a:rPr>
              <a:t>Level six</a:t>
            </a:r>
          </a:p>
          <a:p>
            <a:pPr marL="0" marR="0" lvl="5" indent="0" algn="l" defTabSz="914422" rtl="0" eaLnBrk="1" fontAlgn="base" latinLnBrk="0" hangingPunct="1">
              <a:lnSpc>
                <a:spcPct val="100000"/>
              </a:lnSpc>
              <a:spcBef>
                <a:spcPct val="20000"/>
              </a:spcBef>
              <a:spcAft>
                <a:spcPct val="0"/>
              </a:spcAft>
              <a:buClrTx/>
              <a:buSzTx/>
              <a:buFontTx/>
              <a:buNone/>
              <a:tabLst/>
              <a:defRPr/>
            </a:pPr>
            <a:r>
              <a:rPr kumimoji="0" lang="en-US" sz="1801" b="1" i="0" u="none" strike="noStrike" kern="0" cap="none" spc="0" normalizeH="0" baseline="0" noProof="0">
                <a:ln>
                  <a:noFill/>
                </a:ln>
                <a:solidFill>
                  <a:schemeClr val="accent3"/>
                </a:solidFill>
                <a:effectLst/>
                <a:uLnTx/>
                <a:uFillTx/>
                <a:latin typeface="+mn-lt"/>
              </a:rPr>
              <a:t>Level seven</a:t>
            </a:r>
          </a:p>
          <a:p>
            <a:pPr marL="0" marR="0" lvl="7" indent="0" algn="l" defTabSz="914422" rtl="0" eaLnBrk="1" fontAlgn="base" latinLnBrk="0" hangingPunct="1">
              <a:lnSpc>
                <a:spcPct val="100000"/>
              </a:lnSpc>
              <a:spcBef>
                <a:spcPct val="20000"/>
              </a:spcBef>
              <a:spcAft>
                <a:spcPct val="0"/>
              </a:spcAft>
              <a:buClrTx/>
              <a:buSzTx/>
              <a:buFontTx/>
              <a:buNone/>
              <a:tabLst/>
              <a:defRPr/>
            </a:pPr>
            <a:r>
              <a:rPr kumimoji="0" lang="en-US" sz="1801" b="0" i="0" u="none" strike="noStrike" kern="0" cap="none" spc="0" normalizeH="0" baseline="0" noProof="0">
                <a:ln>
                  <a:noFill/>
                </a:ln>
                <a:solidFill>
                  <a:srgbClr val="C00000"/>
                </a:solidFill>
                <a:effectLst/>
                <a:uLnTx/>
                <a:uFillTx/>
                <a:latin typeface="+mn-lt"/>
              </a:rPr>
              <a:t>Level eight</a:t>
            </a:r>
          </a:p>
          <a:p>
            <a:pPr marL="0" marR="0" lvl="8" indent="0" algn="l" defTabSz="914422" rtl="0" eaLnBrk="1" fontAlgn="base" latinLnBrk="0" hangingPunct="1">
              <a:lnSpc>
                <a:spcPct val="100000"/>
              </a:lnSpc>
              <a:spcBef>
                <a:spcPct val="20000"/>
              </a:spcBef>
              <a:spcAft>
                <a:spcPct val="0"/>
              </a:spcAft>
              <a:buClrTx/>
              <a:buSzTx/>
              <a:buFontTx/>
              <a:buNone/>
              <a:tabLst/>
              <a:defRPr/>
            </a:pPr>
            <a:r>
              <a:rPr kumimoji="0" lang="en-US" sz="1600" b="0" i="0" u="none" strike="noStrike" kern="0" cap="none" spc="0" normalizeH="0" baseline="0" noProof="0">
                <a:ln>
                  <a:noFill/>
                </a:ln>
                <a:solidFill>
                  <a:srgbClr val="575757"/>
                </a:solidFill>
                <a:effectLst/>
                <a:uLnTx/>
                <a:uFillTx/>
                <a:latin typeface="+mn-lt"/>
              </a:rPr>
              <a:t>Level nine</a:t>
            </a:r>
          </a:p>
        </p:txBody>
      </p:sp>
    </p:spTree>
    <p:extLst>
      <p:ext uri="{BB962C8B-B14F-4D97-AF65-F5344CB8AC3E}">
        <p14:creationId xmlns:p14="http://schemas.microsoft.com/office/powerpoint/2010/main" val="2367790222"/>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guide id="3" pos="142" userDrawn="1">
          <p15:clr>
            <a:srgbClr val="FBAE40"/>
          </p15:clr>
        </p15:guide>
        <p15:guide id="4" pos="7538" userDrawn="1">
          <p15:clr>
            <a:srgbClr val="FBAE40"/>
          </p15:clr>
        </p15:guide>
        <p15:guide id="5" orient="horz" pos="4020" userDrawn="1">
          <p15:clr>
            <a:srgbClr val="FBAE40"/>
          </p15:clr>
        </p15:guide>
        <p15:guide id="6" orient="horz" pos="527" userDrawn="1">
          <p15:clr>
            <a:srgbClr val="FBAE4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Title Only Layout">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custDataLst>
              <p:tags r:id="rId1"/>
            </p:custDataLst>
            <p:extLst>
              <p:ext uri="{D42A27DB-BD31-4B8C-83A1-F6EECF244321}">
                <p14:modId xmlns:p14="http://schemas.microsoft.com/office/powerpoint/2010/main" val="2146782324"/>
              </p:ext>
            </p:extLst>
          </p:nvPr>
        </p:nvGraphicFramePr>
        <p:xfrm>
          <a:off x="2119" y="1591"/>
          <a:ext cx="2116" cy="1587"/>
        </p:xfrm>
        <a:graphic>
          <a:graphicData uri="http://schemas.openxmlformats.org/presentationml/2006/ole">
            <mc:AlternateContent xmlns:mc="http://schemas.openxmlformats.org/markup-compatibility/2006">
              <mc:Choice xmlns:v="urn:schemas-microsoft-com:vml" Requires="v">
                <p:oleObj name="think-cell Slide" r:id="rId3" imgW="360" imgH="360" progId="TCLayout.ActiveDocument.1">
                  <p:embed/>
                </p:oleObj>
              </mc:Choice>
              <mc:Fallback>
                <p:oleObj name="think-cell Slide" r:id="rId3" imgW="360" imgH="360" progId="TCLayout.ActiveDocument.1">
                  <p:embed/>
                  <p:pic>
                    <p:nvPicPr>
                      <p:cNvPr id="2" name="Object 1"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19" y="1591"/>
                        <a:ext cx="2116"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 name="Rectangle 5"/>
          <p:cNvSpPr>
            <a:spLocks noGrp="1" noChangeArrowheads="1"/>
          </p:cNvSpPr>
          <p:nvPr>
            <p:ph type="sldNum" sz="quarter" idx="12"/>
          </p:nvPr>
        </p:nvSpPr>
        <p:spPr>
          <a:xfrm>
            <a:off x="11664619" y="6400800"/>
            <a:ext cx="527381" cy="457200"/>
          </a:xfrm>
          <a:ln/>
        </p:spPr>
        <p:txBody>
          <a:bodyPr/>
          <a:lstStyle>
            <a:lvl1pPr>
              <a:defRPr/>
            </a:lvl1pPr>
          </a:lstStyle>
          <a:p>
            <a:fld id="{5A4A7955-6230-48B4-BD8B-A7C460F75945}" type="slidenum">
              <a:rPr lang="en-US" smtClean="0"/>
              <a:t>‹#›</a:t>
            </a:fld>
            <a:endParaRPr lang="en-US"/>
          </a:p>
        </p:txBody>
      </p:sp>
      <p:sp>
        <p:nvSpPr>
          <p:cNvPr id="9" name="Title 1"/>
          <p:cNvSpPr>
            <a:spLocks noGrp="1"/>
          </p:cNvSpPr>
          <p:nvPr>
            <p:ph type="title"/>
          </p:nvPr>
        </p:nvSpPr>
        <p:spPr>
          <a:xfrm>
            <a:off x="239187" y="0"/>
            <a:ext cx="10273307" cy="648000"/>
          </a:xfrm>
          <a:prstGeom prst="rect">
            <a:avLst/>
          </a:prstGeom>
        </p:spPr>
        <p:txBody>
          <a:bodyPr lIns="0" tIns="0" rIns="0" bIns="0" anchor="ctr">
            <a:normAutofit/>
          </a:bodyPr>
          <a:lstStyle>
            <a:lvl1pPr>
              <a:defRPr sz="2000">
                <a:latin typeface="Calibri" panose="020F0502020204030204" pitchFamily="34" charset="0"/>
              </a:defRPr>
            </a:lvl1pPr>
          </a:lstStyle>
          <a:p>
            <a:r>
              <a:rPr lang="en-US"/>
              <a:t>Click to edit Master title style</a:t>
            </a:r>
            <a:endParaRPr lang="en-GB"/>
          </a:p>
        </p:txBody>
      </p:sp>
      <p:sp>
        <p:nvSpPr>
          <p:cNvPr id="6" name="Rectangle 4"/>
          <p:cNvSpPr>
            <a:spLocks noGrp="1" noChangeArrowheads="1"/>
          </p:cNvSpPr>
          <p:nvPr>
            <p:ph type="ftr" sz="quarter" idx="11"/>
          </p:nvPr>
        </p:nvSpPr>
        <p:spPr>
          <a:xfrm>
            <a:off x="239187" y="6400800"/>
            <a:ext cx="9409211" cy="457200"/>
          </a:xfrm>
          <a:prstGeom prst="rect">
            <a:avLst/>
          </a:prstGeom>
          <a:ln/>
        </p:spPr>
        <p:txBody>
          <a:bodyPr/>
          <a:lstStyle>
            <a:lvl1pPr>
              <a:defRPr/>
            </a:lvl1pPr>
          </a:lstStyle>
          <a:p>
            <a:endParaRPr lang="en-US"/>
          </a:p>
        </p:txBody>
      </p:sp>
    </p:spTree>
    <p:extLst>
      <p:ext uri="{BB962C8B-B14F-4D97-AF65-F5344CB8AC3E}">
        <p14:creationId xmlns:p14="http://schemas.microsoft.com/office/powerpoint/2010/main" val="6169506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guide id="3" pos="142" userDrawn="1">
          <p15:clr>
            <a:srgbClr val="FBAE40"/>
          </p15:clr>
        </p15:guide>
        <p15:guide id="4" pos="7538" userDrawn="1">
          <p15:clr>
            <a:srgbClr val="FBAE40"/>
          </p15:clr>
        </p15:guide>
        <p15:guide id="5" orient="horz" pos="527" userDrawn="1">
          <p15:clr>
            <a:srgbClr val="FBAE40"/>
          </p15:clr>
        </p15:guide>
        <p15:guide id="6" orient="horz" pos="4020" userDrawn="1">
          <p15:clr>
            <a:srgbClr val="FBAE4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type="blank" preserve="1">
  <p:cSld name="Blank Layout">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p:custDataLst>
              <p:tags r:id="rId1"/>
            </p:custDataLst>
            <p:extLst>
              <p:ext uri="{D42A27DB-BD31-4B8C-83A1-F6EECF244321}">
                <p14:modId xmlns:p14="http://schemas.microsoft.com/office/powerpoint/2010/main" val="1404979043"/>
              </p:ext>
            </p:extLst>
          </p:nvPr>
        </p:nvGraphicFramePr>
        <p:xfrm>
          <a:off x="2119" y="1591"/>
          <a:ext cx="2116" cy="1587"/>
        </p:xfrm>
        <a:graphic>
          <a:graphicData uri="http://schemas.openxmlformats.org/presentationml/2006/ole">
            <mc:AlternateContent xmlns:mc="http://schemas.openxmlformats.org/markup-compatibility/2006">
              <mc:Choice xmlns:v="urn:schemas-microsoft-com:vml" Requires="v">
                <p:oleObj name="think-cell Slide" r:id="rId4" imgW="360" imgH="360" progId="TCLayout.ActiveDocument.1">
                  <p:embed/>
                </p:oleObj>
              </mc:Choice>
              <mc:Fallback>
                <p:oleObj name="think-cell Slide" r:id="rId4" imgW="360" imgH="360" progId="TCLayout.ActiveDocument.1">
                  <p:embed/>
                  <p:pic>
                    <p:nvPicPr>
                      <p:cNvPr id="6" name="Object 5" hidden="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19" y="1591"/>
                        <a:ext cx="2116"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 name="Rectangle 4" hidden="1"/>
          <p:cNvSpPr/>
          <p:nvPr>
            <p:custDataLst>
              <p:tags r:id="rId2"/>
            </p:custDataLst>
          </p:nvPr>
        </p:nvSpPr>
        <p:spPr bwMode="auto">
          <a:xfrm>
            <a:off x="2" y="0"/>
            <a:ext cx="211668" cy="158750"/>
          </a:xfrm>
          <a:prstGeom prst="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rtlCol="0" anchor="ctr" anchorCtr="0" compatLnSpc="1">
            <a:prstTxWarp prst="textNoShape">
              <a:avLst/>
            </a:prstTxWarp>
          </a:bodyPr>
          <a:lstStyle/>
          <a:p>
            <a:pPr marL="0" marR="0" lvl="0" indent="0" algn="ctr" defTabSz="914422" rtl="0" eaLnBrk="1" fontAlgn="base" latinLnBrk="0" hangingPunct="1">
              <a:lnSpc>
                <a:spcPct val="100000"/>
              </a:lnSpc>
              <a:spcBef>
                <a:spcPct val="0"/>
              </a:spcBef>
              <a:spcAft>
                <a:spcPct val="0"/>
              </a:spcAft>
              <a:buClrTx/>
              <a:buSzTx/>
              <a:buFontTx/>
              <a:buNone/>
              <a:tabLst/>
            </a:pPr>
            <a:endParaRPr kumimoji="0" lang="en-GB" sz="1001" b="0" i="0" u="none" strike="noStrike" cap="none" normalizeH="0" baseline="0">
              <a:ln>
                <a:noFill/>
              </a:ln>
              <a:solidFill>
                <a:schemeClr val="tx1"/>
              </a:solidFill>
              <a:effectLst/>
              <a:latin typeface="Calibri"/>
              <a:ea typeface="+mn-ea"/>
              <a:cs typeface="Times New Roman"/>
              <a:sym typeface="Calibri"/>
            </a:endParaRPr>
          </a:p>
        </p:txBody>
      </p:sp>
      <p:sp>
        <p:nvSpPr>
          <p:cNvPr id="8" name="Rectangle 5"/>
          <p:cNvSpPr>
            <a:spLocks noGrp="1" noChangeArrowheads="1"/>
          </p:cNvSpPr>
          <p:nvPr>
            <p:ph type="sldNum" sz="quarter" idx="12"/>
          </p:nvPr>
        </p:nvSpPr>
        <p:spPr>
          <a:xfrm>
            <a:off x="11664619" y="6400800"/>
            <a:ext cx="527381" cy="457200"/>
          </a:xfrm>
          <a:ln/>
        </p:spPr>
        <p:txBody>
          <a:bodyPr/>
          <a:lstStyle>
            <a:lvl1pPr>
              <a:defRPr/>
            </a:lvl1pPr>
          </a:lstStyle>
          <a:p>
            <a:fld id="{5A4A7955-6230-48B4-BD8B-A7C460F75945}" type="slidenum">
              <a:rPr lang="en-US" smtClean="0"/>
              <a:t>‹#›</a:t>
            </a:fld>
            <a:endParaRPr lang="en-US"/>
          </a:p>
        </p:txBody>
      </p:sp>
      <p:sp>
        <p:nvSpPr>
          <p:cNvPr id="9" name="Rectangle 4"/>
          <p:cNvSpPr>
            <a:spLocks noGrp="1" noChangeArrowheads="1"/>
          </p:cNvSpPr>
          <p:nvPr>
            <p:ph type="ftr" sz="quarter" idx="11"/>
          </p:nvPr>
        </p:nvSpPr>
        <p:spPr>
          <a:xfrm>
            <a:off x="239187" y="6400800"/>
            <a:ext cx="9409211" cy="457200"/>
          </a:xfrm>
          <a:prstGeom prst="rect">
            <a:avLst/>
          </a:prstGeom>
          <a:ln/>
        </p:spPr>
        <p:txBody>
          <a:bodyPr/>
          <a:lstStyle>
            <a:lvl1pPr>
              <a:defRPr/>
            </a:lvl1pPr>
          </a:lstStyle>
          <a:p>
            <a:endParaRPr lang="en-US"/>
          </a:p>
        </p:txBody>
      </p:sp>
    </p:spTree>
    <p:extLst>
      <p:ext uri="{BB962C8B-B14F-4D97-AF65-F5344CB8AC3E}">
        <p14:creationId xmlns:p14="http://schemas.microsoft.com/office/powerpoint/2010/main" val="4256120031"/>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p:cSld name="Full Blank Layout">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p:custDataLst>
              <p:tags r:id="rId1"/>
            </p:custDataLst>
            <p:extLst>
              <p:ext uri="{D42A27DB-BD31-4B8C-83A1-F6EECF244321}">
                <p14:modId xmlns:p14="http://schemas.microsoft.com/office/powerpoint/2010/main" val="4171994250"/>
              </p:ext>
            </p:extLst>
          </p:nvPr>
        </p:nvGraphicFramePr>
        <p:xfrm>
          <a:off x="2119" y="1591"/>
          <a:ext cx="2116" cy="1587"/>
        </p:xfrm>
        <a:graphic>
          <a:graphicData uri="http://schemas.openxmlformats.org/presentationml/2006/ole">
            <mc:AlternateContent xmlns:mc="http://schemas.openxmlformats.org/markup-compatibility/2006">
              <mc:Choice xmlns:v="urn:schemas-microsoft-com:vml" Requires="v">
                <p:oleObj name="think-cell Slide" r:id="rId3" imgW="360" imgH="360" progId="TCLayout.ActiveDocument.1">
                  <p:embed/>
                </p:oleObj>
              </mc:Choice>
              <mc:Fallback>
                <p:oleObj name="think-cell Slide" r:id="rId3" imgW="360" imgH="360" progId="TCLayout.ActiveDocument.1">
                  <p:embed/>
                  <p:pic>
                    <p:nvPicPr>
                      <p:cNvPr id="6" name="Object 5"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19" y="1591"/>
                        <a:ext cx="2116"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 name="Rectangle 4"/>
          <p:cNvSpPr/>
          <p:nvPr/>
        </p:nvSpPr>
        <p:spPr bwMode="auto">
          <a:xfrm>
            <a:off x="0" y="0"/>
            <a:ext cx="12192000" cy="1052736"/>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none" lIns="91440" tIns="45721" rIns="91440" bIns="45721" numCol="1" rtlCol="0" anchor="ctr" anchorCtr="0" compatLnSpc="1">
            <a:prstTxWarp prst="textNoShape">
              <a:avLst/>
            </a:prstTxWarp>
          </a:bodyPr>
          <a:lstStyle/>
          <a:p>
            <a:pPr marL="0" marR="0" indent="0" algn="ctr" defTabSz="914422" rtl="0" eaLnBrk="1" fontAlgn="base" latinLnBrk="0" hangingPunct="1">
              <a:lnSpc>
                <a:spcPct val="100000"/>
              </a:lnSpc>
              <a:spcBef>
                <a:spcPct val="0"/>
              </a:spcBef>
              <a:spcAft>
                <a:spcPct val="0"/>
              </a:spcAft>
              <a:buClrTx/>
              <a:buSzTx/>
              <a:buFontTx/>
              <a:buNone/>
              <a:tabLst/>
            </a:pPr>
            <a:endParaRPr kumimoji="0" lang="en-GB" sz="1900" b="0" i="0" u="none" strike="noStrike" cap="none" normalizeH="0" baseline="0">
              <a:ln>
                <a:noFill/>
              </a:ln>
              <a:solidFill>
                <a:schemeClr val="tx1"/>
              </a:solidFill>
              <a:effectLst/>
              <a:latin typeface="Arial" charset="0"/>
            </a:endParaRPr>
          </a:p>
        </p:txBody>
      </p:sp>
      <p:sp>
        <p:nvSpPr>
          <p:cNvPr id="4" name="Slide Number Placeholder 3"/>
          <p:cNvSpPr>
            <a:spLocks noGrp="1"/>
          </p:cNvSpPr>
          <p:nvPr>
            <p:ph type="sldNum" sz="quarter" idx="11"/>
          </p:nvPr>
        </p:nvSpPr>
        <p:spPr/>
        <p:txBody>
          <a:bodyPr/>
          <a:lstStyle/>
          <a:p>
            <a:fld id="{5A4A7955-6230-48B4-BD8B-A7C460F75945}" type="slidenum">
              <a:rPr lang="en-US" smtClean="0"/>
              <a:t>‹#›</a:t>
            </a:fld>
            <a:endParaRPr lang="en-US"/>
          </a:p>
        </p:txBody>
      </p:sp>
      <p:sp>
        <p:nvSpPr>
          <p:cNvPr id="7" name="Rectangle 4"/>
          <p:cNvSpPr>
            <a:spLocks noGrp="1" noChangeArrowheads="1"/>
          </p:cNvSpPr>
          <p:nvPr>
            <p:ph type="ftr" sz="quarter" idx="12"/>
          </p:nvPr>
        </p:nvSpPr>
        <p:spPr>
          <a:xfrm>
            <a:off x="239187" y="6400800"/>
            <a:ext cx="9409211" cy="457200"/>
          </a:xfrm>
          <a:prstGeom prst="rect">
            <a:avLst/>
          </a:prstGeom>
          <a:ln/>
        </p:spPr>
        <p:txBody>
          <a:bodyPr/>
          <a:lstStyle>
            <a:lvl1pPr>
              <a:defRPr/>
            </a:lvl1pPr>
          </a:lstStyle>
          <a:p>
            <a:endParaRPr lang="en-US"/>
          </a:p>
        </p:txBody>
      </p:sp>
    </p:spTree>
    <p:extLst>
      <p:ext uri="{BB962C8B-B14F-4D97-AF65-F5344CB8AC3E}">
        <p14:creationId xmlns:p14="http://schemas.microsoft.com/office/powerpoint/2010/main" val="3442721972"/>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guide id="3" orient="horz" pos="4020" userDrawn="1">
          <p15:clr>
            <a:srgbClr val="FBAE40"/>
          </p15:clr>
        </p15:guide>
        <p15:guide id="4" pos="142" userDrawn="1">
          <p15:clr>
            <a:srgbClr val="FBAE40"/>
          </p15:clr>
        </p15:guide>
        <p15:guide id="5" pos="7538" userDrawn="1">
          <p15:clr>
            <a:srgbClr val="FBAE4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graphicFrame>
        <p:nvGraphicFramePr>
          <p:cNvPr id="8" name="Object 7" hidden="1"/>
          <p:cNvGraphicFramePr>
            <a:graphicFrameLocks noChangeAspect="1"/>
          </p:cNvGraphicFramePr>
          <p:nvPr>
            <p:custDataLst>
              <p:tags r:id="rId1"/>
            </p:custDataLst>
          </p:nvPr>
        </p:nvGraphicFramePr>
        <p:xfrm>
          <a:off x="2119" y="1595"/>
          <a:ext cx="2116" cy="1587"/>
        </p:xfrm>
        <a:graphic>
          <a:graphicData uri="http://schemas.openxmlformats.org/presentationml/2006/ole">
            <mc:AlternateContent xmlns:mc="http://schemas.openxmlformats.org/markup-compatibility/2006">
              <mc:Choice xmlns:v="urn:schemas-microsoft-com:vml" Requires="v">
                <p:oleObj name="think-cell Slide" r:id="rId3" imgW="430" imgH="433" progId="TCLayout.ActiveDocument.1">
                  <p:embed/>
                </p:oleObj>
              </mc:Choice>
              <mc:Fallback>
                <p:oleObj name="think-cell Slide" r:id="rId3" imgW="430" imgH="433" progId="TCLayout.ActiveDocument.1">
                  <p:embed/>
                  <p:pic>
                    <p:nvPicPr>
                      <p:cNvPr id="8" name="Object 7" hidden="1"/>
                      <p:cNvPicPr/>
                      <p:nvPr/>
                    </p:nvPicPr>
                    <p:blipFill>
                      <a:blip r:embed="rId4"/>
                      <a:stretch>
                        <a:fillRect/>
                      </a:stretch>
                    </p:blipFill>
                    <p:spPr>
                      <a:xfrm>
                        <a:off x="2119" y="1595"/>
                        <a:ext cx="2116" cy="1587"/>
                      </a:xfrm>
                      <a:prstGeom prst="rect">
                        <a:avLst/>
                      </a:prstGeom>
                    </p:spPr>
                  </p:pic>
                </p:oleObj>
              </mc:Fallback>
            </mc:AlternateContent>
          </a:graphicData>
        </a:graphic>
      </p:graphicFrame>
      <p:pic>
        <p:nvPicPr>
          <p:cNvPr id="33" name="Picture 32"/>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 y="6"/>
            <a:ext cx="12192000" cy="6857433"/>
          </a:xfrm>
          <a:prstGeom prst="rect">
            <a:avLst/>
          </a:prstGeom>
          <a:ln>
            <a:noFill/>
          </a:ln>
        </p:spPr>
      </p:pic>
      <p:sp>
        <p:nvSpPr>
          <p:cNvPr id="7" name="Rectangle 6"/>
          <p:cNvSpPr/>
          <p:nvPr/>
        </p:nvSpPr>
        <p:spPr bwMode="auto">
          <a:xfrm>
            <a:off x="1" y="1809000"/>
            <a:ext cx="12192000" cy="3240000"/>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none" lIns="51435" tIns="25718" rIns="51435" bIns="25718" numCol="1" rtlCol="0" anchor="ctr" anchorCtr="0" compatLnSpc="1">
            <a:prstTxWarp prst="textNoShape">
              <a:avLst/>
            </a:prstTxWarp>
          </a:bodyPr>
          <a:lstStyle/>
          <a:p>
            <a:pPr algn="ctr" defTabSz="514350" fontAlgn="base">
              <a:spcBef>
                <a:spcPct val="0"/>
              </a:spcBef>
              <a:spcAft>
                <a:spcPct val="0"/>
              </a:spcAft>
            </a:pPr>
            <a:endParaRPr lang="en-GB" sz="1069">
              <a:solidFill>
                <a:srgbClr val="2D2926"/>
              </a:solidFill>
              <a:latin typeface="Arial" charset="0"/>
            </a:endParaRPr>
          </a:p>
        </p:txBody>
      </p:sp>
      <p:sp>
        <p:nvSpPr>
          <p:cNvPr id="4" name="Date Placeholder 3"/>
          <p:cNvSpPr>
            <a:spLocks noGrp="1" noChangeArrowheads="1"/>
          </p:cNvSpPr>
          <p:nvPr>
            <p:ph type="dt" sz="half" idx="10"/>
          </p:nvPr>
        </p:nvSpPr>
        <p:spPr>
          <a:xfrm>
            <a:off x="0" y="6400800"/>
            <a:ext cx="2540000" cy="457200"/>
          </a:xfrm>
          <a:prstGeom prst="rect">
            <a:avLst/>
          </a:prstGeom>
          <a:ln/>
        </p:spPr>
        <p:txBody>
          <a:bodyPr lIns="36000" tIns="36000" rIns="36000" bIns="36000" anchor="b"/>
          <a:lstStyle>
            <a:lvl1pPr>
              <a:defRPr sz="675">
                <a:solidFill>
                  <a:schemeClr val="bg1"/>
                </a:solidFill>
                <a:latin typeface="+mn-lt"/>
              </a:defRPr>
            </a:lvl1pPr>
          </a:lstStyle>
          <a:p>
            <a:endParaRPr lang="en-US">
              <a:solidFill>
                <a:srgbClr val="FFFFFF"/>
              </a:solidFill>
            </a:endParaRPr>
          </a:p>
        </p:txBody>
      </p:sp>
      <p:sp>
        <p:nvSpPr>
          <p:cNvPr id="6" name="Rectangle 5"/>
          <p:cNvSpPr>
            <a:spLocks noGrp="1" noChangeArrowheads="1"/>
          </p:cNvSpPr>
          <p:nvPr>
            <p:ph type="sldNum" sz="quarter" idx="12"/>
          </p:nvPr>
        </p:nvSpPr>
        <p:spPr>
          <a:ln/>
        </p:spPr>
        <p:txBody>
          <a:bodyPr anchor="b"/>
          <a:lstStyle>
            <a:lvl1pPr>
              <a:defRPr sz="675">
                <a:solidFill>
                  <a:schemeClr val="bg1"/>
                </a:solidFill>
                <a:latin typeface="+mn-lt"/>
              </a:defRPr>
            </a:lvl1pPr>
          </a:lstStyle>
          <a:p>
            <a:fld id="{B3CE4FC1-9BFD-4D71-B62C-EB069A42157A}" type="slidenum">
              <a:rPr lang="en-US" smtClean="0">
                <a:solidFill>
                  <a:srgbClr val="FFFFFF"/>
                </a:solidFill>
              </a:rPr>
              <a:pPr/>
              <a:t>‹#›</a:t>
            </a:fld>
            <a:endParaRPr lang="en-US">
              <a:solidFill>
                <a:srgbClr val="FFFFFF"/>
              </a:solidFill>
            </a:endParaRPr>
          </a:p>
        </p:txBody>
      </p:sp>
      <p:sp>
        <p:nvSpPr>
          <p:cNvPr id="2" name="Title 1"/>
          <p:cNvSpPr>
            <a:spLocks noGrp="1"/>
          </p:cNvSpPr>
          <p:nvPr>
            <p:ph type="ctrTitle"/>
          </p:nvPr>
        </p:nvSpPr>
        <p:spPr>
          <a:xfrm>
            <a:off x="286572" y="2390406"/>
            <a:ext cx="11616000" cy="1918823"/>
          </a:xfrm>
          <a:prstGeom prst="rect">
            <a:avLst/>
          </a:prstGeom>
        </p:spPr>
        <p:txBody>
          <a:bodyPr anchor="ctr"/>
          <a:lstStyle>
            <a:lvl1pPr algn="l">
              <a:defRPr sz="2100" b="1">
                <a:solidFill>
                  <a:schemeClr val="tx1"/>
                </a:solidFill>
                <a:effectLst/>
                <a:latin typeface="Calibri" panose="020F0502020204030204" pitchFamily="34" charset="0"/>
              </a:defRPr>
            </a:lvl1pPr>
          </a:lstStyle>
          <a:p>
            <a:r>
              <a:rPr lang="en-US"/>
              <a:t>Click to edit Master title style</a:t>
            </a:r>
          </a:p>
        </p:txBody>
      </p:sp>
      <p:sp>
        <p:nvSpPr>
          <p:cNvPr id="3" name="Subtitle 2"/>
          <p:cNvSpPr>
            <a:spLocks noGrp="1"/>
          </p:cNvSpPr>
          <p:nvPr>
            <p:ph type="subTitle" idx="1"/>
          </p:nvPr>
        </p:nvSpPr>
        <p:spPr>
          <a:xfrm>
            <a:off x="286571" y="5140422"/>
            <a:ext cx="5088000" cy="1080000"/>
          </a:xfrm>
          <a:prstGeom prst="rect">
            <a:avLst/>
          </a:prstGeom>
        </p:spPr>
        <p:txBody>
          <a:bodyPr/>
          <a:lstStyle>
            <a:lvl1pPr marL="0" indent="0" algn="l">
              <a:buNone/>
              <a:defRPr sz="1050" b="1">
                <a:solidFill>
                  <a:schemeClr val="bg1"/>
                </a:solidFill>
                <a:effectLst>
                  <a:outerShdw blurRad="38100" dist="38100" dir="2700000" algn="tl">
                    <a:srgbClr val="000000">
                      <a:alpha val="43137"/>
                    </a:srgbClr>
                  </a:outerShdw>
                </a:effectLst>
                <a:latin typeface="Calibri" panose="020F0502020204030204" pitchFamily="34" charset="0"/>
              </a:defRPr>
            </a:lvl1pPr>
            <a:lvl2pPr marL="257175" indent="0" algn="ctr">
              <a:buNone/>
              <a:defRPr/>
            </a:lvl2pPr>
            <a:lvl3pPr marL="514350" indent="0" algn="ctr">
              <a:buNone/>
              <a:defRPr/>
            </a:lvl3pPr>
            <a:lvl4pPr marL="771525" indent="0" algn="ctr">
              <a:buNone/>
              <a:defRPr/>
            </a:lvl4pPr>
            <a:lvl5pPr marL="1028700" indent="0" algn="ctr">
              <a:buNone/>
              <a:defRPr/>
            </a:lvl5pPr>
            <a:lvl6pPr marL="1285875" indent="0" algn="ctr">
              <a:buNone/>
              <a:defRPr/>
            </a:lvl6pPr>
            <a:lvl7pPr marL="1543050" indent="0" algn="ctr">
              <a:buNone/>
              <a:defRPr/>
            </a:lvl7pPr>
            <a:lvl8pPr marL="1800225" indent="0" algn="ctr">
              <a:buNone/>
              <a:defRPr/>
            </a:lvl8pPr>
            <a:lvl9pPr marL="2057400" indent="0" algn="ctr">
              <a:buNone/>
              <a:defRPr/>
            </a:lvl9pPr>
          </a:lstStyle>
          <a:p>
            <a:r>
              <a:rPr lang="en-US"/>
              <a:t>Click to edit Master subtitle style</a:t>
            </a:r>
          </a:p>
        </p:txBody>
      </p:sp>
      <p:sp>
        <p:nvSpPr>
          <p:cNvPr id="12" name="Rectangle 11"/>
          <p:cNvSpPr/>
          <p:nvPr/>
        </p:nvSpPr>
        <p:spPr bwMode="auto">
          <a:xfrm>
            <a:off x="5104664" y="6755907"/>
            <a:ext cx="2925191" cy="102094"/>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none" lIns="51435" tIns="25718" rIns="51435" bIns="25718" numCol="1" rtlCol="0" anchor="ctr" anchorCtr="0" compatLnSpc="1">
            <a:prstTxWarp prst="textNoShape">
              <a:avLst/>
            </a:prstTxWarp>
          </a:bodyPr>
          <a:lstStyle/>
          <a:p>
            <a:pPr algn="ctr" defTabSz="514350" fontAlgn="base">
              <a:spcBef>
                <a:spcPct val="0"/>
              </a:spcBef>
              <a:spcAft>
                <a:spcPct val="0"/>
              </a:spcAft>
            </a:pPr>
            <a:endParaRPr lang="en-GB" sz="675">
              <a:solidFill>
                <a:srgbClr val="2D2926"/>
              </a:solidFill>
            </a:endParaRPr>
          </a:p>
        </p:txBody>
      </p:sp>
      <p:pic>
        <p:nvPicPr>
          <p:cNvPr id="9" name="Picture 8"/>
          <p:cNvPicPr>
            <a:picLocks noChangeAspect="1"/>
          </p:cNvPicPr>
          <p:nvPr/>
        </p:nvPicPr>
        <p:blipFill>
          <a:blip r:embed="rId6"/>
          <a:stretch>
            <a:fillRect/>
          </a:stretch>
        </p:blipFill>
        <p:spPr>
          <a:xfrm>
            <a:off x="8429746" y="526501"/>
            <a:ext cx="2876433" cy="756000"/>
          </a:xfrm>
          <a:prstGeom prst="rect">
            <a:avLst/>
          </a:prstGeom>
        </p:spPr>
      </p:pic>
      <p:pic>
        <p:nvPicPr>
          <p:cNvPr id="11" name="Picture 10"/>
          <p:cNvPicPr>
            <a:picLocks noChangeAspect="1"/>
          </p:cNvPicPr>
          <p:nvPr/>
        </p:nvPicPr>
        <p:blipFill rotWithShape="1">
          <a:blip r:embed="rId7">
            <a:extLst>
              <a:ext uri="{28A0092B-C50C-407E-A947-70E740481C1C}">
                <a14:useLocalDpi xmlns:a14="http://schemas.microsoft.com/office/drawing/2010/main" val="0"/>
              </a:ext>
            </a:extLst>
          </a:blip>
          <a:srcRect l="37353" t="8741" r="101" b="27"/>
          <a:stretch/>
        </p:blipFill>
        <p:spPr bwMode="ltGray">
          <a:xfrm rot="16200000" flipH="1">
            <a:off x="9058187" y="-962476"/>
            <a:ext cx="369901" cy="5915488"/>
          </a:xfrm>
          <a:prstGeom prst="rect">
            <a:avLst/>
          </a:prstGeom>
        </p:spPr>
      </p:pic>
    </p:spTree>
    <p:extLst>
      <p:ext uri="{BB962C8B-B14F-4D97-AF65-F5344CB8AC3E}">
        <p14:creationId xmlns:p14="http://schemas.microsoft.com/office/powerpoint/2010/main" val="1378129948"/>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p:custDataLst>
              <p:tags r:id="rId1"/>
            </p:custDataLst>
          </p:nvPr>
        </p:nvGraphicFramePr>
        <p:xfrm>
          <a:off x="2119" y="1593"/>
          <a:ext cx="2116" cy="1587"/>
        </p:xfrm>
        <a:graphic>
          <a:graphicData uri="http://schemas.openxmlformats.org/presentationml/2006/ole">
            <mc:AlternateContent xmlns:mc="http://schemas.openxmlformats.org/markup-compatibility/2006">
              <mc:Choice xmlns:v="urn:schemas-microsoft-com:vml" Requires="v">
                <p:oleObj name="think-cell Slide" r:id="rId3" imgW="430" imgH="433" progId="TCLayout.ActiveDocument.1">
                  <p:embed/>
                </p:oleObj>
              </mc:Choice>
              <mc:Fallback>
                <p:oleObj name="think-cell Slide" r:id="rId3" imgW="430" imgH="433" progId="TCLayout.ActiveDocument.1">
                  <p:embed/>
                  <p:pic>
                    <p:nvPicPr>
                      <p:cNvPr id="3" name="Object 2" hidden="1"/>
                      <p:cNvPicPr/>
                      <p:nvPr/>
                    </p:nvPicPr>
                    <p:blipFill>
                      <a:blip r:embed="rId4"/>
                      <a:stretch>
                        <a:fillRect/>
                      </a:stretch>
                    </p:blipFill>
                    <p:spPr>
                      <a:xfrm>
                        <a:off x="2119" y="1593"/>
                        <a:ext cx="2116" cy="1587"/>
                      </a:xfrm>
                      <a:prstGeom prst="rect">
                        <a:avLst/>
                      </a:prstGeom>
                    </p:spPr>
                  </p:pic>
                </p:oleObj>
              </mc:Fallback>
            </mc:AlternateContent>
          </a:graphicData>
        </a:graphic>
      </p:graphicFrame>
      <p:sp>
        <p:nvSpPr>
          <p:cNvPr id="10" name="Rectangle 9"/>
          <p:cNvSpPr/>
          <p:nvPr/>
        </p:nvSpPr>
        <p:spPr bwMode="auto">
          <a:xfrm>
            <a:off x="0" y="0"/>
            <a:ext cx="12192000" cy="1052736"/>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none" lIns="68580" tIns="34290" rIns="68580" bIns="34290" numCol="1" rtlCol="0" anchor="ctr" anchorCtr="0" compatLnSpc="1">
            <a:prstTxWarp prst="textNoShape">
              <a:avLst/>
            </a:prstTxWarp>
          </a:bodyPr>
          <a:lstStyle/>
          <a:p>
            <a:pPr algn="ctr" fontAlgn="base">
              <a:spcBef>
                <a:spcPct val="0"/>
              </a:spcBef>
              <a:spcAft>
                <a:spcPct val="0"/>
              </a:spcAft>
            </a:pPr>
            <a:endParaRPr lang="en-GB" sz="1425">
              <a:solidFill>
                <a:srgbClr val="2D2926"/>
              </a:solidFill>
              <a:latin typeface="Arial" charset="0"/>
            </a:endParaRPr>
          </a:p>
        </p:txBody>
      </p:sp>
      <p:pic>
        <p:nvPicPr>
          <p:cNvPr id="2" name="Picture 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616327" y="477842"/>
            <a:ext cx="5575676" cy="5543451"/>
          </a:xfrm>
          <a:prstGeom prst="rect">
            <a:avLst/>
          </a:prstGeom>
        </p:spPr>
      </p:pic>
      <p:sp>
        <p:nvSpPr>
          <p:cNvPr id="6" name="Rectangle 5"/>
          <p:cNvSpPr>
            <a:spLocks noGrp="1" noChangeArrowheads="1"/>
          </p:cNvSpPr>
          <p:nvPr>
            <p:ph type="sldNum" sz="quarter" idx="12"/>
          </p:nvPr>
        </p:nvSpPr>
        <p:spPr>
          <a:ln/>
        </p:spPr>
        <p:txBody>
          <a:bodyPr/>
          <a:lstStyle>
            <a:lvl1pPr>
              <a:defRPr/>
            </a:lvl1pPr>
          </a:lstStyle>
          <a:p>
            <a:fld id="{B3CE4FC1-9BFD-4D71-B62C-EB069A42157A}" type="slidenum">
              <a:rPr lang="en-US" smtClean="0">
                <a:solidFill>
                  <a:srgbClr val="000000"/>
                </a:solidFill>
              </a:rPr>
              <a:pPr/>
              <a:t>‹#›</a:t>
            </a:fld>
            <a:endParaRPr lang="en-US">
              <a:solidFill>
                <a:srgbClr val="000000"/>
              </a:solidFill>
            </a:endParaRPr>
          </a:p>
        </p:txBody>
      </p:sp>
      <p:pic>
        <p:nvPicPr>
          <p:cNvPr id="7" name="Picture 6"/>
          <p:cNvPicPr>
            <a:picLocks noChangeAspect="1"/>
          </p:cNvPicPr>
          <p:nvPr/>
        </p:nvPicPr>
        <p:blipFill>
          <a:blip r:embed="rId6"/>
          <a:stretch>
            <a:fillRect/>
          </a:stretch>
        </p:blipFill>
        <p:spPr>
          <a:xfrm>
            <a:off x="239188" y="1964569"/>
            <a:ext cx="11713633" cy="65091"/>
          </a:xfrm>
          <a:prstGeom prst="rect">
            <a:avLst/>
          </a:prstGeom>
        </p:spPr>
      </p:pic>
      <p:sp>
        <p:nvSpPr>
          <p:cNvPr id="8" name="Text Placeholder 11"/>
          <p:cNvSpPr>
            <a:spLocks noGrp="1"/>
          </p:cNvSpPr>
          <p:nvPr>
            <p:ph type="body" sz="quarter" idx="13" hasCustomPrompt="1"/>
          </p:nvPr>
        </p:nvSpPr>
        <p:spPr>
          <a:xfrm>
            <a:off x="239188" y="2181578"/>
            <a:ext cx="11713633" cy="1463446"/>
          </a:xfrm>
          <a:prstGeom prst="rect">
            <a:avLst/>
          </a:prstGeom>
        </p:spPr>
        <p:txBody>
          <a:bodyPr vert="horz">
            <a:normAutofit/>
          </a:bodyPr>
          <a:lstStyle>
            <a:lvl1pPr marL="0" indent="0">
              <a:buNone/>
              <a:defRPr sz="2400" b="1">
                <a:solidFill>
                  <a:schemeClr val="tx1"/>
                </a:solidFill>
                <a:effectLst/>
              </a:defRPr>
            </a:lvl1pPr>
          </a:lstStyle>
          <a:p>
            <a:pPr lvl="0"/>
            <a:r>
              <a:rPr lang="en-US"/>
              <a:t>Section Title</a:t>
            </a:r>
          </a:p>
        </p:txBody>
      </p:sp>
      <p:sp>
        <p:nvSpPr>
          <p:cNvPr id="9" name="Text Placeholder 11"/>
          <p:cNvSpPr>
            <a:spLocks noGrp="1"/>
          </p:cNvSpPr>
          <p:nvPr>
            <p:ph type="body" sz="quarter" idx="14" hasCustomPrompt="1"/>
          </p:nvPr>
        </p:nvSpPr>
        <p:spPr>
          <a:xfrm>
            <a:off x="239188" y="1266924"/>
            <a:ext cx="11713633" cy="561756"/>
          </a:xfrm>
          <a:prstGeom prst="rect">
            <a:avLst/>
          </a:prstGeom>
        </p:spPr>
        <p:txBody>
          <a:bodyPr vert="horz" anchor="b">
            <a:normAutofit/>
          </a:bodyPr>
          <a:lstStyle>
            <a:lvl1pPr marL="0" indent="0">
              <a:buNone/>
              <a:defRPr sz="1350" b="0">
                <a:solidFill>
                  <a:schemeClr val="tx1">
                    <a:lumMod val="50000"/>
                    <a:lumOff val="50000"/>
                  </a:schemeClr>
                </a:solidFill>
              </a:defRPr>
            </a:lvl1pPr>
          </a:lstStyle>
          <a:p>
            <a:pPr lvl="0"/>
            <a:r>
              <a:rPr lang="en-US"/>
              <a:t>Section #</a:t>
            </a:r>
          </a:p>
        </p:txBody>
      </p:sp>
      <p:sp>
        <p:nvSpPr>
          <p:cNvPr id="11" name="Rectangle 4"/>
          <p:cNvSpPr>
            <a:spLocks noGrp="1" noChangeArrowheads="1"/>
          </p:cNvSpPr>
          <p:nvPr>
            <p:ph type="ftr" sz="quarter" idx="11"/>
          </p:nvPr>
        </p:nvSpPr>
        <p:spPr>
          <a:xfrm>
            <a:off x="239184" y="6400800"/>
            <a:ext cx="9409211" cy="457200"/>
          </a:xfrm>
          <a:prstGeom prst="rect">
            <a:avLst/>
          </a:prstGeom>
          <a:ln/>
        </p:spPr>
        <p:txBody>
          <a:bodyPr/>
          <a:lstStyle>
            <a:lvl1pPr>
              <a:defRPr/>
            </a:lvl1pPr>
          </a:lstStyle>
          <a:p>
            <a:endParaRPr lang="en-US">
              <a:solidFill>
                <a:srgbClr val="000000"/>
              </a:solidFill>
            </a:endParaRPr>
          </a:p>
        </p:txBody>
      </p:sp>
    </p:spTree>
    <p:extLst>
      <p:ext uri="{BB962C8B-B14F-4D97-AF65-F5344CB8AC3E}">
        <p14:creationId xmlns:p14="http://schemas.microsoft.com/office/powerpoint/2010/main" val="896262585"/>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p:cSld name="1_Section Header">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p:custDataLst>
              <p:tags r:id="rId1"/>
            </p:custDataLst>
          </p:nvPr>
        </p:nvGraphicFramePr>
        <p:xfrm>
          <a:off x="2119" y="1593"/>
          <a:ext cx="2116" cy="1587"/>
        </p:xfrm>
        <a:graphic>
          <a:graphicData uri="http://schemas.openxmlformats.org/presentationml/2006/ole">
            <mc:AlternateContent xmlns:mc="http://schemas.openxmlformats.org/markup-compatibility/2006">
              <mc:Choice xmlns:v="urn:schemas-microsoft-com:vml" Requires="v">
                <p:oleObj name="think-cell Slide" r:id="rId3" imgW="430" imgH="433" progId="TCLayout.ActiveDocument.1">
                  <p:embed/>
                </p:oleObj>
              </mc:Choice>
              <mc:Fallback>
                <p:oleObj name="think-cell Slide" r:id="rId3" imgW="430" imgH="433" progId="TCLayout.ActiveDocument.1">
                  <p:embed/>
                  <p:pic>
                    <p:nvPicPr>
                      <p:cNvPr id="3" name="Object 2" hidden="1"/>
                      <p:cNvPicPr/>
                      <p:nvPr/>
                    </p:nvPicPr>
                    <p:blipFill>
                      <a:blip r:embed="rId4"/>
                      <a:stretch>
                        <a:fillRect/>
                      </a:stretch>
                    </p:blipFill>
                    <p:spPr>
                      <a:xfrm>
                        <a:off x="2119" y="1593"/>
                        <a:ext cx="2116" cy="1587"/>
                      </a:xfrm>
                      <a:prstGeom prst="rect">
                        <a:avLst/>
                      </a:prstGeom>
                    </p:spPr>
                  </p:pic>
                </p:oleObj>
              </mc:Fallback>
            </mc:AlternateContent>
          </a:graphicData>
        </a:graphic>
      </p:graphicFrame>
      <p:grpSp>
        <p:nvGrpSpPr>
          <p:cNvPr id="2" name="Group 1"/>
          <p:cNvGrpSpPr/>
          <p:nvPr/>
        </p:nvGrpSpPr>
        <p:grpSpPr>
          <a:xfrm>
            <a:off x="0" y="1178584"/>
            <a:ext cx="12192000" cy="2547336"/>
            <a:chOff x="0" y="1178584"/>
            <a:chExt cx="12192000" cy="2547336"/>
          </a:xfrm>
        </p:grpSpPr>
        <p:grpSp>
          <p:nvGrpSpPr>
            <p:cNvPr id="5" name="Group 4"/>
            <p:cNvGrpSpPr/>
            <p:nvPr/>
          </p:nvGrpSpPr>
          <p:grpSpPr>
            <a:xfrm>
              <a:off x="4584735" y="1178585"/>
              <a:ext cx="7607265" cy="1277860"/>
              <a:chOff x="4242374" y="1266924"/>
              <a:chExt cx="7607265" cy="1277860"/>
            </a:xfrm>
          </p:grpSpPr>
          <p:pic>
            <p:nvPicPr>
              <p:cNvPr id="15"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l="66788"/>
              <a:stretch/>
            </p:blipFill>
            <p:spPr bwMode="auto">
              <a:xfrm>
                <a:off x="7458055" y="1266924"/>
                <a:ext cx="4049222" cy="6921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6"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r="97157" b="17268"/>
              <a:stretch/>
            </p:blipFill>
            <p:spPr bwMode="auto">
              <a:xfrm>
                <a:off x="4242374" y="1266924"/>
                <a:ext cx="3215680" cy="12778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8"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t="12683" r="99340" b="31624"/>
              <a:stretch/>
            </p:blipFill>
            <p:spPr bwMode="auto">
              <a:xfrm>
                <a:off x="10873398" y="1505214"/>
                <a:ext cx="616085" cy="38548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9"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l="66788" b="7541"/>
              <a:stretch/>
            </p:blipFill>
            <p:spPr bwMode="auto">
              <a:xfrm>
                <a:off x="6747364" y="1904828"/>
                <a:ext cx="4049222" cy="63995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7"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r="99746" b="50292"/>
              <a:stretch/>
            </p:blipFill>
            <p:spPr bwMode="auto">
              <a:xfrm>
                <a:off x="10181088" y="2094605"/>
                <a:ext cx="526195" cy="288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t="12683" r="99340" b="31624"/>
              <a:stretch/>
            </p:blipFill>
            <p:spPr bwMode="auto">
              <a:xfrm>
                <a:off x="11005120" y="1266924"/>
                <a:ext cx="844519" cy="12778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1"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t="12683" r="99340" b="31624"/>
              <a:stretch/>
            </p:blipFill>
            <p:spPr bwMode="auto">
              <a:xfrm>
                <a:off x="10662759" y="1724108"/>
                <a:ext cx="1186880" cy="82067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grpSp>
          <p:nvGrpSpPr>
            <p:cNvPr id="23" name="Group 22"/>
            <p:cNvGrpSpPr/>
            <p:nvPr/>
          </p:nvGrpSpPr>
          <p:grpSpPr>
            <a:xfrm>
              <a:off x="3169032" y="2448060"/>
              <a:ext cx="7607265" cy="1277860"/>
              <a:chOff x="4242374" y="1266924"/>
              <a:chExt cx="7607265" cy="1277860"/>
            </a:xfrm>
          </p:grpSpPr>
          <p:pic>
            <p:nvPicPr>
              <p:cNvPr id="24"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l="66788"/>
              <a:stretch/>
            </p:blipFill>
            <p:spPr bwMode="auto">
              <a:xfrm>
                <a:off x="7458055" y="1266924"/>
                <a:ext cx="4049222" cy="6921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5"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r="97157" b="17268"/>
              <a:stretch/>
            </p:blipFill>
            <p:spPr bwMode="auto">
              <a:xfrm>
                <a:off x="4242374" y="1266924"/>
                <a:ext cx="3215680" cy="12778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6"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t="12683" r="99340" b="31624"/>
              <a:stretch/>
            </p:blipFill>
            <p:spPr bwMode="auto">
              <a:xfrm>
                <a:off x="10873398" y="1505214"/>
                <a:ext cx="616085" cy="38548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7"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l="66788" b="7541"/>
              <a:stretch/>
            </p:blipFill>
            <p:spPr bwMode="auto">
              <a:xfrm>
                <a:off x="6747364" y="1904828"/>
                <a:ext cx="4049222" cy="63995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8"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r="99746" b="50292"/>
              <a:stretch/>
            </p:blipFill>
            <p:spPr bwMode="auto">
              <a:xfrm>
                <a:off x="10181088" y="2094605"/>
                <a:ext cx="526195" cy="288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9"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t="12683" r="99340" b="31624"/>
              <a:stretch/>
            </p:blipFill>
            <p:spPr bwMode="auto">
              <a:xfrm>
                <a:off x="11005120" y="1266924"/>
                <a:ext cx="844519" cy="12778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t="12683" r="99340" b="31624"/>
              <a:stretch/>
            </p:blipFill>
            <p:spPr bwMode="auto">
              <a:xfrm>
                <a:off x="10662759" y="1724108"/>
                <a:ext cx="1186880" cy="82067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pic>
          <p:nvPicPr>
            <p:cNvPr id="31"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t="12683" r="99340" b="31624"/>
            <a:stretch/>
          </p:blipFill>
          <p:spPr bwMode="auto">
            <a:xfrm>
              <a:off x="10662758" y="2453554"/>
              <a:ext cx="1529242" cy="127236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2"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t="12683" r="99340" b="31624"/>
            <a:stretch/>
          </p:blipFill>
          <p:spPr bwMode="auto">
            <a:xfrm>
              <a:off x="0" y="1178584"/>
              <a:ext cx="4648131" cy="254733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sp>
        <p:nvSpPr>
          <p:cNvPr id="10" name="Rectangle 9"/>
          <p:cNvSpPr/>
          <p:nvPr/>
        </p:nvSpPr>
        <p:spPr bwMode="auto">
          <a:xfrm>
            <a:off x="0" y="0"/>
            <a:ext cx="12192000" cy="1052736"/>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none" lIns="68580" tIns="34290" rIns="68580" bIns="34290" numCol="1" rtlCol="0" anchor="ctr" anchorCtr="0" compatLnSpc="1">
            <a:prstTxWarp prst="textNoShape">
              <a:avLst/>
            </a:prstTxWarp>
          </a:bodyPr>
          <a:lstStyle/>
          <a:p>
            <a:pPr algn="ctr" fontAlgn="base">
              <a:spcBef>
                <a:spcPct val="0"/>
              </a:spcBef>
              <a:spcAft>
                <a:spcPct val="0"/>
              </a:spcAft>
            </a:pPr>
            <a:endParaRPr lang="en-GB" sz="1425">
              <a:solidFill>
                <a:srgbClr val="2D2926"/>
              </a:solidFill>
              <a:latin typeface="Arial" charset="0"/>
            </a:endParaRPr>
          </a:p>
        </p:txBody>
      </p:sp>
      <p:sp>
        <p:nvSpPr>
          <p:cNvPr id="6" name="Rectangle 5"/>
          <p:cNvSpPr>
            <a:spLocks noGrp="1" noChangeArrowheads="1"/>
          </p:cNvSpPr>
          <p:nvPr>
            <p:ph type="sldNum" sz="quarter" idx="12"/>
          </p:nvPr>
        </p:nvSpPr>
        <p:spPr>
          <a:ln/>
        </p:spPr>
        <p:txBody>
          <a:bodyPr/>
          <a:lstStyle>
            <a:lvl1pPr>
              <a:defRPr/>
            </a:lvl1pPr>
          </a:lstStyle>
          <a:p>
            <a:fld id="{B3CE4FC1-9BFD-4D71-B62C-EB069A42157A}" type="slidenum">
              <a:rPr lang="en-US" smtClean="0">
                <a:solidFill>
                  <a:srgbClr val="000000"/>
                </a:solidFill>
              </a:rPr>
              <a:pPr/>
              <a:t>‹#›</a:t>
            </a:fld>
            <a:endParaRPr lang="en-US">
              <a:solidFill>
                <a:srgbClr val="000000"/>
              </a:solidFill>
            </a:endParaRPr>
          </a:p>
        </p:txBody>
      </p:sp>
      <p:sp>
        <p:nvSpPr>
          <p:cNvPr id="8" name="Text Placeholder 11"/>
          <p:cNvSpPr>
            <a:spLocks noGrp="1"/>
          </p:cNvSpPr>
          <p:nvPr>
            <p:ph type="body" sz="quarter" idx="13" hasCustomPrompt="1"/>
          </p:nvPr>
        </p:nvSpPr>
        <p:spPr>
          <a:xfrm>
            <a:off x="239185" y="2181578"/>
            <a:ext cx="8736139" cy="1463446"/>
          </a:xfrm>
          <a:prstGeom prst="rect">
            <a:avLst/>
          </a:prstGeom>
        </p:spPr>
        <p:txBody>
          <a:bodyPr vert="horz">
            <a:normAutofit/>
          </a:bodyPr>
          <a:lstStyle>
            <a:lvl1pPr marL="0" indent="0">
              <a:buNone/>
              <a:defRPr sz="2400" b="1">
                <a:solidFill>
                  <a:schemeClr val="bg1"/>
                </a:solidFill>
                <a:effectLst/>
              </a:defRPr>
            </a:lvl1pPr>
          </a:lstStyle>
          <a:p>
            <a:pPr lvl="0"/>
            <a:r>
              <a:rPr lang="en-US"/>
              <a:t>Section Title</a:t>
            </a:r>
          </a:p>
        </p:txBody>
      </p:sp>
      <p:sp>
        <p:nvSpPr>
          <p:cNvPr id="9" name="Text Placeholder 11"/>
          <p:cNvSpPr>
            <a:spLocks noGrp="1"/>
          </p:cNvSpPr>
          <p:nvPr>
            <p:ph type="body" sz="quarter" idx="14" hasCustomPrompt="1"/>
          </p:nvPr>
        </p:nvSpPr>
        <p:spPr>
          <a:xfrm>
            <a:off x="239185" y="1266924"/>
            <a:ext cx="8736139" cy="561756"/>
          </a:xfrm>
          <a:prstGeom prst="rect">
            <a:avLst/>
          </a:prstGeom>
        </p:spPr>
        <p:txBody>
          <a:bodyPr vert="horz" anchor="b">
            <a:normAutofit/>
          </a:bodyPr>
          <a:lstStyle>
            <a:lvl1pPr marL="0" indent="0">
              <a:buNone/>
              <a:defRPr sz="1350" b="0">
                <a:solidFill>
                  <a:schemeClr val="bg1"/>
                </a:solidFill>
              </a:defRPr>
            </a:lvl1pPr>
          </a:lstStyle>
          <a:p>
            <a:pPr lvl="0"/>
            <a:r>
              <a:rPr lang="en-US"/>
              <a:t>Section #</a:t>
            </a:r>
          </a:p>
        </p:txBody>
      </p:sp>
      <p:sp>
        <p:nvSpPr>
          <p:cNvPr id="11" name="Rectangle 4"/>
          <p:cNvSpPr>
            <a:spLocks noGrp="1" noChangeArrowheads="1"/>
          </p:cNvSpPr>
          <p:nvPr>
            <p:ph type="ftr" sz="quarter" idx="11"/>
          </p:nvPr>
        </p:nvSpPr>
        <p:spPr>
          <a:xfrm>
            <a:off x="239184" y="6400800"/>
            <a:ext cx="9409211" cy="457200"/>
          </a:xfrm>
          <a:prstGeom prst="rect">
            <a:avLst/>
          </a:prstGeom>
          <a:ln/>
        </p:spPr>
        <p:txBody>
          <a:bodyPr/>
          <a:lstStyle>
            <a:lvl1pPr>
              <a:defRPr/>
            </a:lvl1pPr>
          </a:lstStyle>
          <a:p>
            <a:endParaRPr lang="en-US">
              <a:solidFill>
                <a:srgbClr val="000000"/>
              </a:solidFill>
            </a:endParaRPr>
          </a:p>
        </p:txBody>
      </p:sp>
      <p:pic>
        <p:nvPicPr>
          <p:cNvPr id="14" name="Picture 3"/>
          <p:cNvPicPr>
            <a:picLocks noChangeAspect="1" noChangeArrowheads="1"/>
          </p:cNvPicPr>
          <p:nvPr/>
        </p:nvPicPr>
        <p:blipFill rotWithShape="1">
          <a:blip r:embed="rId6">
            <a:extLst>
              <a:ext uri="{28A0092B-C50C-407E-A947-70E740481C1C}">
                <a14:useLocalDpi xmlns:a14="http://schemas.microsoft.com/office/drawing/2010/main" val="0"/>
              </a:ext>
            </a:extLst>
          </a:blip>
          <a:srcRect t="13116" r="76604" b="25471"/>
          <a:stretch/>
        </p:blipFill>
        <p:spPr bwMode="auto">
          <a:xfrm>
            <a:off x="11399100" y="3113151"/>
            <a:ext cx="627693" cy="53187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35" name="Straight Connector 34"/>
          <p:cNvCxnSpPr/>
          <p:nvPr/>
        </p:nvCxnSpPr>
        <p:spPr bwMode="auto">
          <a:xfrm>
            <a:off x="239184" y="2006353"/>
            <a:ext cx="8875152" cy="0"/>
          </a:xfrm>
          <a:prstGeom prst="line">
            <a:avLst/>
          </a:prstGeom>
          <a:ln w="28575">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99746811"/>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p:cSld name="Title + Text Box Layout">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custDataLst>
              <p:tags r:id="rId1"/>
            </p:custDataLst>
          </p:nvPr>
        </p:nvGraphicFramePr>
        <p:xfrm>
          <a:off x="1589" y="1592"/>
          <a:ext cx="1587" cy="1587"/>
        </p:xfrm>
        <a:graphic>
          <a:graphicData uri="http://schemas.openxmlformats.org/presentationml/2006/ole">
            <mc:AlternateContent xmlns:mc="http://schemas.openxmlformats.org/markup-compatibility/2006">
              <mc:Choice xmlns:v="urn:schemas-microsoft-com:vml" Requires="v">
                <p:oleObj name="think-cell Slide" r:id="rId3" imgW="430" imgH="433" progId="TCLayout.ActiveDocument.1">
                  <p:embed/>
                </p:oleObj>
              </mc:Choice>
              <mc:Fallback>
                <p:oleObj name="think-cell Slide" r:id="rId3" imgW="430" imgH="433" progId="TCLayout.ActiveDocument.1">
                  <p:embed/>
                  <p:pic>
                    <p:nvPicPr>
                      <p:cNvPr id="2" name="Object 1" hidden="1"/>
                      <p:cNvPicPr/>
                      <p:nvPr/>
                    </p:nvPicPr>
                    <p:blipFill>
                      <a:blip r:embed="rId4"/>
                      <a:stretch>
                        <a:fillRect/>
                      </a:stretch>
                    </p:blipFill>
                    <p:spPr>
                      <a:xfrm>
                        <a:off x="1589" y="1592"/>
                        <a:ext cx="1587" cy="1587"/>
                      </a:xfrm>
                      <a:prstGeom prst="rect">
                        <a:avLst/>
                      </a:prstGeom>
                    </p:spPr>
                  </p:pic>
                </p:oleObj>
              </mc:Fallback>
            </mc:AlternateContent>
          </a:graphicData>
        </a:graphic>
      </p:graphicFrame>
      <p:sp>
        <p:nvSpPr>
          <p:cNvPr id="6" name="Title 1"/>
          <p:cNvSpPr>
            <a:spLocks noGrp="1"/>
          </p:cNvSpPr>
          <p:nvPr>
            <p:ph type="title"/>
          </p:nvPr>
        </p:nvSpPr>
        <p:spPr>
          <a:xfrm>
            <a:off x="239185" y="0"/>
            <a:ext cx="10273307" cy="648000"/>
          </a:xfrm>
          <a:prstGeom prst="rect">
            <a:avLst/>
          </a:prstGeom>
        </p:spPr>
        <p:txBody>
          <a:bodyPr lIns="0" tIns="0" rIns="0" bIns="0" anchor="ctr">
            <a:normAutofit/>
          </a:bodyPr>
          <a:lstStyle>
            <a:lvl1pPr>
              <a:defRPr sz="1500">
                <a:latin typeface="Calibri" panose="020F0502020204030204" pitchFamily="34" charset="0"/>
              </a:defRPr>
            </a:lvl1pPr>
          </a:lstStyle>
          <a:p>
            <a:r>
              <a:rPr lang="en-US"/>
              <a:t>Click to edit Master title style</a:t>
            </a:r>
            <a:endParaRPr lang="en-GB"/>
          </a:p>
        </p:txBody>
      </p:sp>
      <p:sp>
        <p:nvSpPr>
          <p:cNvPr id="7" name="Rectangle 4"/>
          <p:cNvSpPr>
            <a:spLocks noGrp="1" noChangeArrowheads="1"/>
          </p:cNvSpPr>
          <p:nvPr>
            <p:ph type="ftr" sz="quarter" idx="11"/>
          </p:nvPr>
        </p:nvSpPr>
        <p:spPr>
          <a:xfrm>
            <a:off x="239184" y="6400800"/>
            <a:ext cx="9409211" cy="457200"/>
          </a:xfrm>
          <a:prstGeom prst="rect">
            <a:avLst/>
          </a:prstGeom>
          <a:ln/>
        </p:spPr>
        <p:txBody>
          <a:bodyPr/>
          <a:lstStyle>
            <a:lvl1pPr>
              <a:defRPr/>
            </a:lvl1pPr>
          </a:lstStyle>
          <a:p>
            <a:endParaRPr lang="en-US">
              <a:solidFill>
                <a:srgbClr val="000000"/>
              </a:solidFill>
            </a:endParaRPr>
          </a:p>
        </p:txBody>
      </p:sp>
      <p:sp>
        <p:nvSpPr>
          <p:cNvPr id="8" name="Rectangle 5"/>
          <p:cNvSpPr>
            <a:spLocks noGrp="1" noChangeArrowheads="1"/>
          </p:cNvSpPr>
          <p:nvPr>
            <p:ph type="sldNum" sz="quarter" idx="12"/>
          </p:nvPr>
        </p:nvSpPr>
        <p:spPr>
          <a:xfrm>
            <a:off x="11664620" y="6400800"/>
            <a:ext cx="527381" cy="457200"/>
          </a:xfrm>
          <a:ln/>
        </p:spPr>
        <p:txBody>
          <a:bodyPr/>
          <a:lstStyle>
            <a:lvl1pPr>
              <a:defRPr/>
            </a:lvl1pPr>
          </a:lstStyle>
          <a:p>
            <a:fld id="{B3CE4FC1-9BFD-4D71-B62C-EB069A42157A}" type="slidenum">
              <a:rPr lang="en-US" smtClean="0">
                <a:solidFill>
                  <a:srgbClr val="000000"/>
                </a:solidFill>
              </a:rPr>
              <a:pPr/>
              <a:t>‹#›</a:t>
            </a:fld>
            <a:endParaRPr lang="en-US">
              <a:solidFill>
                <a:srgbClr val="000000"/>
              </a:solidFill>
            </a:endParaRPr>
          </a:p>
        </p:txBody>
      </p:sp>
      <p:sp>
        <p:nvSpPr>
          <p:cNvPr id="5" name="Text Placeholder 4"/>
          <p:cNvSpPr>
            <a:spLocks noGrp="1"/>
          </p:cNvSpPr>
          <p:nvPr>
            <p:ph type="body" sz="quarter" idx="13" hasCustomPrompt="1"/>
          </p:nvPr>
        </p:nvSpPr>
        <p:spPr>
          <a:xfrm>
            <a:off x="239184" y="836712"/>
            <a:ext cx="11329424" cy="1655762"/>
          </a:xfrm>
          <a:prstGeom prst="rect">
            <a:avLst/>
          </a:prstGeom>
        </p:spPr>
        <p:txBody>
          <a:bodyPr/>
          <a:lstStyle>
            <a:lvl1pPr marL="0" marR="0" indent="0" algn="l" defTabSz="685800" rtl="0" eaLnBrk="1" fontAlgn="base" latinLnBrk="0" hangingPunct="1">
              <a:lnSpc>
                <a:spcPct val="100000"/>
              </a:lnSpc>
              <a:spcBef>
                <a:spcPct val="20000"/>
              </a:spcBef>
              <a:spcAft>
                <a:spcPct val="0"/>
              </a:spcAft>
              <a:buClr>
                <a:srgbClr val="C00000"/>
              </a:buClr>
              <a:buSzTx/>
              <a:buFontTx/>
              <a:buNone/>
              <a:tabLst/>
              <a:defRPr kumimoji="0" lang="en-US" sz="1350" b="0" i="0" u="none" strike="noStrike" kern="0" cap="none" spc="0" normalizeH="0" baseline="0" noProof="0">
                <a:ln>
                  <a:noFill/>
                </a:ln>
                <a:solidFill>
                  <a:schemeClr val="tx1"/>
                </a:solidFill>
                <a:effectLst/>
                <a:uLnTx/>
                <a:uFillTx/>
              </a:defRPr>
            </a:lvl1pPr>
            <a:lvl2pPr marL="557213" marR="0" indent="-214313" algn="l" defTabSz="685800" rtl="0" eaLnBrk="1" fontAlgn="base" latinLnBrk="0" hangingPunct="1">
              <a:lnSpc>
                <a:spcPct val="100000"/>
              </a:lnSpc>
              <a:spcBef>
                <a:spcPct val="20000"/>
              </a:spcBef>
              <a:spcAft>
                <a:spcPct val="0"/>
              </a:spcAft>
              <a:buClr>
                <a:srgbClr val="C00000"/>
              </a:buClr>
              <a:buSzTx/>
              <a:buFontTx/>
              <a:buChar char="–"/>
              <a:tabLst/>
              <a:defRPr kumimoji="0" lang="en-US" sz="1200" b="0" i="0" u="none" strike="noStrike" kern="0" cap="none" spc="0" normalizeH="0" baseline="0" noProof="0">
                <a:ln>
                  <a:noFill/>
                </a:ln>
                <a:solidFill>
                  <a:schemeClr val="tx1"/>
                </a:solidFill>
                <a:effectLst/>
                <a:uLnTx/>
                <a:uFillTx/>
              </a:defRPr>
            </a:lvl2pPr>
            <a:lvl3pPr marL="857250" marR="0" indent="-171450" algn="l" defTabSz="685800" rtl="0" eaLnBrk="1" fontAlgn="base" latinLnBrk="0" hangingPunct="1">
              <a:lnSpc>
                <a:spcPct val="100000"/>
              </a:lnSpc>
              <a:spcBef>
                <a:spcPct val="20000"/>
              </a:spcBef>
              <a:spcAft>
                <a:spcPct val="0"/>
              </a:spcAft>
              <a:buClr>
                <a:srgbClr val="C00000"/>
              </a:buClr>
              <a:buSzTx/>
              <a:buFontTx/>
              <a:buChar char="•"/>
              <a:tabLst/>
              <a:defRPr kumimoji="0" lang="en-US" sz="1050" b="0" i="0" u="none" strike="noStrike" kern="0" cap="none" spc="0" normalizeH="0" baseline="0" noProof="0">
                <a:ln>
                  <a:noFill/>
                </a:ln>
                <a:solidFill>
                  <a:schemeClr val="tx1"/>
                </a:solidFill>
                <a:effectLst/>
                <a:uLnTx/>
                <a:uFillTx/>
              </a:defRPr>
            </a:lvl3pPr>
            <a:lvl4pPr marL="1200150" marR="0" indent="-171450" algn="l" defTabSz="685800" rtl="0" eaLnBrk="1" fontAlgn="base" latinLnBrk="0" hangingPunct="1">
              <a:lnSpc>
                <a:spcPct val="100000"/>
              </a:lnSpc>
              <a:spcBef>
                <a:spcPct val="20000"/>
              </a:spcBef>
              <a:spcAft>
                <a:spcPct val="0"/>
              </a:spcAft>
              <a:buClr>
                <a:srgbClr val="C00000"/>
              </a:buClr>
              <a:buSzTx/>
              <a:buFontTx/>
              <a:buChar char="–"/>
              <a:tabLst/>
              <a:defRPr kumimoji="0" lang="en-US" sz="1050" b="0" i="0" u="none" strike="noStrike" kern="0" cap="none" spc="0" normalizeH="0" baseline="0" noProof="0">
                <a:ln>
                  <a:noFill/>
                </a:ln>
                <a:solidFill>
                  <a:schemeClr val="tx1"/>
                </a:solidFill>
                <a:effectLst/>
                <a:uLnTx/>
                <a:uFillTx/>
              </a:defRPr>
            </a:lvl4pPr>
            <a:lvl5pPr marL="1543050" marR="0" indent="-171450" algn="l" defTabSz="685800" rtl="0" eaLnBrk="1" fontAlgn="base" latinLnBrk="0" hangingPunct="1">
              <a:lnSpc>
                <a:spcPct val="100000"/>
              </a:lnSpc>
              <a:spcBef>
                <a:spcPct val="20000"/>
              </a:spcBef>
              <a:spcAft>
                <a:spcPct val="0"/>
              </a:spcAft>
              <a:buClr>
                <a:srgbClr val="C00000"/>
              </a:buClr>
              <a:buSzTx/>
              <a:buFontTx/>
              <a:buChar char="»"/>
              <a:tabLst/>
              <a:defRPr kumimoji="0" lang="en-US" sz="1050" b="0" i="0" u="none" strike="noStrike" kern="0" cap="none" spc="0" normalizeH="0" baseline="0" noProof="0">
                <a:ln>
                  <a:noFill/>
                </a:ln>
                <a:solidFill>
                  <a:schemeClr val="tx1"/>
                </a:solidFill>
                <a:effectLst/>
                <a:uLnTx/>
                <a:uFillTx/>
              </a:defRPr>
            </a:lvl5pPr>
            <a:lvl6pPr marL="0" marR="0" indent="0" algn="l" defTabSz="685800" rtl="0" eaLnBrk="1" fontAlgn="base" latinLnBrk="0" hangingPunct="1">
              <a:lnSpc>
                <a:spcPct val="100000"/>
              </a:lnSpc>
              <a:spcBef>
                <a:spcPct val="20000"/>
              </a:spcBef>
              <a:spcAft>
                <a:spcPct val="0"/>
              </a:spcAft>
              <a:buClr>
                <a:srgbClr val="C00000"/>
              </a:buClr>
              <a:buSzTx/>
              <a:buFontTx/>
              <a:buNone/>
              <a:tabLst/>
              <a:defRPr>
                <a:solidFill>
                  <a:schemeClr val="tx1"/>
                </a:solidFill>
              </a:defRPr>
            </a:lvl6pPr>
            <a:lvl8pPr marL="0" marR="0" indent="0" algn="l" defTabSz="685800" rtl="0" eaLnBrk="1" fontAlgn="base" latinLnBrk="0" hangingPunct="1">
              <a:lnSpc>
                <a:spcPct val="100000"/>
              </a:lnSpc>
              <a:spcBef>
                <a:spcPct val="20000"/>
              </a:spcBef>
              <a:spcAft>
                <a:spcPct val="0"/>
              </a:spcAft>
              <a:buClrTx/>
              <a:buSzTx/>
              <a:buFontTx/>
              <a:buNone/>
              <a:tabLst/>
              <a:defRPr/>
            </a:lvl8pPr>
            <a:lvl9pPr marL="0" marR="0" indent="0" algn="l" defTabSz="685800" rtl="0" eaLnBrk="1" fontAlgn="base" latinLnBrk="0" hangingPunct="1">
              <a:lnSpc>
                <a:spcPct val="100000"/>
              </a:lnSpc>
              <a:spcBef>
                <a:spcPct val="20000"/>
              </a:spcBef>
              <a:spcAft>
                <a:spcPct val="0"/>
              </a:spcAft>
              <a:buClrTx/>
              <a:buSzTx/>
              <a:buFontTx/>
              <a:buNone/>
              <a:tabLst/>
              <a:defRPr/>
            </a:lvl9pPr>
          </a:lstStyle>
          <a:p>
            <a:pPr marL="257175" marR="0" lvl="0" indent="-257175" algn="l" defTabSz="685800" rtl="0" eaLnBrk="1" fontAlgn="base" latinLnBrk="0" hangingPunct="1">
              <a:lnSpc>
                <a:spcPct val="100000"/>
              </a:lnSpc>
              <a:spcBef>
                <a:spcPct val="20000"/>
              </a:spcBef>
              <a:spcAft>
                <a:spcPct val="0"/>
              </a:spcAft>
              <a:buClrTx/>
              <a:buSzTx/>
              <a:buFontTx/>
              <a:buChar char="•"/>
              <a:tabLst/>
              <a:defRPr/>
            </a:pPr>
            <a:r>
              <a:rPr kumimoji="0" lang="en-US" sz="1350" b="0" i="0" u="none" strike="noStrike" kern="0" cap="none" spc="0" normalizeH="0" baseline="0" noProof="0">
                <a:ln>
                  <a:noFill/>
                </a:ln>
                <a:solidFill>
                  <a:srgbClr val="575757"/>
                </a:solidFill>
                <a:effectLst/>
                <a:uLnTx/>
                <a:uFillTx/>
                <a:latin typeface="+mn-lt"/>
              </a:rPr>
              <a:t>Edit Master text styles</a:t>
            </a:r>
          </a:p>
          <a:p>
            <a:pPr marL="557213" marR="0" lvl="1" indent="-214313" algn="l" defTabSz="685800" rtl="0" eaLnBrk="1" fontAlgn="base" latinLnBrk="0" hangingPunct="1">
              <a:lnSpc>
                <a:spcPct val="100000"/>
              </a:lnSpc>
              <a:spcBef>
                <a:spcPct val="20000"/>
              </a:spcBef>
              <a:spcAft>
                <a:spcPct val="0"/>
              </a:spcAft>
              <a:buClrTx/>
              <a:buSzTx/>
              <a:buFontTx/>
              <a:buChar char="–"/>
              <a:tabLst/>
              <a:defRPr/>
            </a:pPr>
            <a:r>
              <a:rPr kumimoji="0" lang="en-US" sz="1200" b="0" i="0" u="none" strike="noStrike" kern="0" cap="none" spc="0" normalizeH="0" baseline="0" noProof="0">
                <a:ln>
                  <a:noFill/>
                </a:ln>
                <a:solidFill>
                  <a:srgbClr val="575757"/>
                </a:solidFill>
                <a:effectLst/>
                <a:uLnTx/>
                <a:uFillTx/>
                <a:latin typeface="+mn-lt"/>
              </a:rPr>
              <a:t>Second level</a:t>
            </a:r>
          </a:p>
          <a:p>
            <a:pPr marL="857250" marR="0" lvl="2" indent="-171450" algn="l" defTabSz="685800" rtl="0" eaLnBrk="1" fontAlgn="base" latinLnBrk="0" hangingPunct="1">
              <a:lnSpc>
                <a:spcPct val="100000"/>
              </a:lnSpc>
              <a:spcBef>
                <a:spcPct val="20000"/>
              </a:spcBef>
              <a:spcAft>
                <a:spcPct val="0"/>
              </a:spcAft>
              <a:buClrTx/>
              <a:buSzTx/>
              <a:buFontTx/>
              <a:buChar char="•"/>
              <a:tabLst/>
              <a:defRPr/>
            </a:pPr>
            <a:r>
              <a:rPr kumimoji="0" lang="en-US" sz="1050" b="0" i="0" u="none" strike="noStrike" kern="0" cap="none" spc="0" normalizeH="0" baseline="0" noProof="0">
                <a:ln>
                  <a:noFill/>
                </a:ln>
                <a:solidFill>
                  <a:srgbClr val="575757"/>
                </a:solidFill>
                <a:effectLst/>
                <a:uLnTx/>
                <a:uFillTx/>
                <a:latin typeface="+mn-lt"/>
              </a:rPr>
              <a:t>Third level</a:t>
            </a:r>
          </a:p>
          <a:p>
            <a:pPr marL="1200150" marR="0" lvl="3" indent="-171450" algn="l" defTabSz="685800" rtl="0" eaLnBrk="1" fontAlgn="base" latinLnBrk="0" hangingPunct="1">
              <a:lnSpc>
                <a:spcPct val="100000"/>
              </a:lnSpc>
              <a:spcBef>
                <a:spcPct val="20000"/>
              </a:spcBef>
              <a:spcAft>
                <a:spcPct val="0"/>
              </a:spcAft>
              <a:buClrTx/>
              <a:buSzTx/>
              <a:buFontTx/>
              <a:buChar char="–"/>
              <a:tabLst/>
              <a:defRPr/>
            </a:pPr>
            <a:r>
              <a:rPr kumimoji="0" lang="en-US" sz="1050" b="0" i="0" u="none" strike="noStrike" kern="0" cap="none" spc="0" normalizeH="0" baseline="0" noProof="0">
                <a:ln>
                  <a:noFill/>
                </a:ln>
                <a:solidFill>
                  <a:srgbClr val="575757"/>
                </a:solidFill>
                <a:effectLst/>
                <a:uLnTx/>
                <a:uFillTx/>
                <a:latin typeface="+mn-lt"/>
              </a:rPr>
              <a:t>Fourth level</a:t>
            </a:r>
          </a:p>
          <a:p>
            <a:pPr marL="1543050" marR="0" lvl="4" indent="-171450" algn="l" defTabSz="685800" rtl="0" eaLnBrk="1" fontAlgn="base" latinLnBrk="0" hangingPunct="1">
              <a:lnSpc>
                <a:spcPct val="100000"/>
              </a:lnSpc>
              <a:spcBef>
                <a:spcPct val="20000"/>
              </a:spcBef>
              <a:spcAft>
                <a:spcPct val="0"/>
              </a:spcAft>
              <a:buClrTx/>
              <a:buSzTx/>
              <a:buFontTx/>
              <a:buChar char="»"/>
              <a:tabLst/>
              <a:defRPr/>
            </a:pPr>
            <a:r>
              <a:rPr kumimoji="0" lang="en-US" sz="1050" b="0" i="0" u="none" strike="noStrike" kern="0" cap="none" spc="0" normalizeH="0" baseline="0" noProof="0">
                <a:ln>
                  <a:noFill/>
                </a:ln>
                <a:solidFill>
                  <a:srgbClr val="575757"/>
                </a:solidFill>
                <a:effectLst/>
                <a:uLnTx/>
                <a:uFillTx/>
                <a:latin typeface="+mn-lt"/>
              </a:rPr>
              <a:t>Fifth level</a:t>
            </a:r>
          </a:p>
          <a:p>
            <a:pPr marL="1885950" marR="0" lvl="5" indent="-171450" algn="l" defTabSz="685800" rtl="0" eaLnBrk="1" fontAlgn="base" latinLnBrk="0" hangingPunct="1">
              <a:lnSpc>
                <a:spcPct val="100000"/>
              </a:lnSpc>
              <a:spcBef>
                <a:spcPct val="20000"/>
              </a:spcBef>
              <a:spcAft>
                <a:spcPct val="0"/>
              </a:spcAft>
              <a:buClrTx/>
              <a:buSzTx/>
              <a:buFontTx/>
              <a:buChar char="»"/>
              <a:tabLst/>
              <a:defRPr/>
            </a:pPr>
            <a:r>
              <a:rPr kumimoji="0" lang="en-US" sz="1350" b="0" i="0" u="none" strike="noStrike" kern="0" cap="none" spc="0" normalizeH="0" baseline="0" noProof="0">
                <a:ln>
                  <a:noFill/>
                </a:ln>
                <a:solidFill>
                  <a:srgbClr val="575757"/>
                </a:solidFill>
                <a:effectLst/>
                <a:uLnTx/>
                <a:uFillTx/>
                <a:latin typeface="+mn-lt"/>
              </a:rPr>
              <a:t>Level six</a:t>
            </a:r>
          </a:p>
          <a:p>
            <a:pPr marL="0" marR="0" lvl="5" indent="0" algn="l" defTabSz="685800" rtl="0" eaLnBrk="1" fontAlgn="base" latinLnBrk="0" hangingPunct="1">
              <a:lnSpc>
                <a:spcPct val="100000"/>
              </a:lnSpc>
              <a:spcBef>
                <a:spcPct val="20000"/>
              </a:spcBef>
              <a:spcAft>
                <a:spcPct val="0"/>
              </a:spcAft>
              <a:buClrTx/>
              <a:buSzTx/>
              <a:buFontTx/>
              <a:buNone/>
              <a:tabLst/>
              <a:defRPr/>
            </a:pPr>
            <a:r>
              <a:rPr kumimoji="0" lang="en-US" sz="1350" b="1" i="0" u="none" strike="noStrike" kern="0" cap="none" spc="0" normalizeH="0" baseline="0" noProof="0">
                <a:ln>
                  <a:noFill/>
                </a:ln>
                <a:solidFill>
                  <a:schemeClr val="accent3"/>
                </a:solidFill>
                <a:effectLst/>
                <a:uLnTx/>
                <a:uFillTx/>
                <a:latin typeface="+mn-lt"/>
              </a:rPr>
              <a:t>Level seven</a:t>
            </a:r>
          </a:p>
          <a:p>
            <a:pPr marL="0" marR="0" lvl="7" indent="0" algn="l" defTabSz="685800" rtl="0" eaLnBrk="1" fontAlgn="base" latinLnBrk="0" hangingPunct="1">
              <a:lnSpc>
                <a:spcPct val="100000"/>
              </a:lnSpc>
              <a:spcBef>
                <a:spcPct val="20000"/>
              </a:spcBef>
              <a:spcAft>
                <a:spcPct val="0"/>
              </a:spcAft>
              <a:buClrTx/>
              <a:buSzTx/>
              <a:buFontTx/>
              <a:buNone/>
              <a:tabLst/>
              <a:defRPr/>
            </a:pPr>
            <a:r>
              <a:rPr kumimoji="0" lang="en-US" sz="1350" b="0" i="0" u="none" strike="noStrike" kern="0" cap="none" spc="0" normalizeH="0" baseline="0" noProof="0">
                <a:ln>
                  <a:noFill/>
                </a:ln>
                <a:solidFill>
                  <a:srgbClr val="C00000"/>
                </a:solidFill>
                <a:effectLst/>
                <a:uLnTx/>
                <a:uFillTx/>
                <a:latin typeface="+mn-lt"/>
              </a:rPr>
              <a:t>Level eight</a:t>
            </a:r>
          </a:p>
          <a:p>
            <a:pPr marL="0" marR="0" lvl="8" indent="0" algn="l" defTabSz="685800" rtl="0" eaLnBrk="1" fontAlgn="base" latinLnBrk="0" hangingPunct="1">
              <a:lnSpc>
                <a:spcPct val="100000"/>
              </a:lnSpc>
              <a:spcBef>
                <a:spcPct val="20000"/>
              </a:spcBef>
              <a:spcAft>
                <a:spcPct val="0"/>
              </a:spcAft>
              <a:buClrTx/>
              <a:buSzTx/>
              <a:buFontTx/>
              <a:buNone/>
              <a:tabLst/>
              <a:defRPr/>
            </a:pPr>
            <a:r>
              <a:rPr kumimoji="0" lang="en-US" sz="1200" b="0" i="0" u="none" strike="noStrike" kern="0" cap="none" spc="0" normalizeH="0" baseline="0" noProof="0">
                <a:ln>
                  <a:noFill/>
                </a:ln>
                <a:solidFill>
                  <a:srgbClr val="575757"/>
                </a:solidFill>
                <a:effectLst/>
                <a:uLnTx/>
                <a:uFillTx/>
                <a:latin typeface="+mn-lt"/>
              </a:rPr>
              <a:t>Level nine</a:t>
            </a:r>
          </a:p>
        </p:txBody>
      </p:sp>
    </p:spTree>
    <p:extLst>
      <p:ext uri="{BB962C8B-B14F-4D97-AF65-F5344CB8AC3E}">
        <p14:creationId xmlns:p14="http://schemas.microsoft.com/office/powerpoint/2010/main" val="1653602446"/>
      </p:ext>
    </p:extLst>
  </p:cSld>
  <p:clrMapOvr>
    <a:masterClrMapping/>
  </p:clrMapOvr>
  <p:extLst>
    <p:ext uri="{DCECCB84-F9BA-43D5-87BE-67443E8EF086}">
      <p15:sldGuideLst xmlns:p15="http://schemas.microsoft.com/office/powerpoint/2012/main">
        <p15:guide id="1" orient="horz" pos="2160">
          <p15:clr>
            <a:srgbClr val="FBAE40"/>
          </p15:clr>
        </p15:guide>
        <p15:guide id="2" pos="5120">
          <p15:clr>
            <a:srgbClr val="FBAE40"/>
          </p15:clr>
        </p15:guide>
        <p15:guide id="3" pos="191">
          <p15:clr>
            <a:srgbClr val="FBAE40"/>
          </p15:clr>
        </p15:guide>
        <p15:guide id="4" pos="10049">
          <p15:clr>
            <a:srgbClr val="FBAE40"/>
          </p15:clr>
        </p15:guide>
        <p15:guide id="5" orient="horz" pos="4020">
          <p15:clr>
            <a:srgbClr val="FBAE40"/>
          </p15:clr>
        </p15:guide>
        <p15:guide id="6" orient="horz" pos="527">
          <p15:clr>
            <a:srgbClr val="FBAE40"/>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p:cSld name="Title Only Layout">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custDataLst>
              <p:tags r:id="rId1"/>
            </p:custDataLst>
          </p:nvPr>
        </p:nvGraphicFramePr>
        <p:xfrm>
          <a:off x="2119" y="1593"/>
          <a:ext cx="2116" cy="1587"/>
        </p:xfrm>
        <a:graphic>
          <a:graphicData uri="http://schemas.openxmlformats.org/presentationml/2006/ole">
            <mc:AlternateContent xmlns:mc="http://schemas.openxmlformats.org/markup-compatibility/2006">
              <mc:Choice xmlns:v="urn:schemas-microsoft-com:vml" Requires="v">
                <p:oleObj name="think-cell Slide" r:id="rId3" imgW="430" imgH="433" progId="TCLayout.ActiveDocument.1">
                  <p:embed/>
                </p:oleObj>
              </mc:Choice>
              <mc:Fallback>
                <p:oleObj name="think-cell Slide" r:id="rId3" imgW="430" imgH="433" progId="TCLayout.ActiveDocument.1">
                  <p:embed/>
                  <p:pic>
                    <p:nvPicPr>
                      <p:cNvPr id="2" name="Object 1" hidden="1"/>
                      <p:cNvPicPr/>
                      <p:nvPr/>
                    </p:nvPicPr>
                    <p:blipFill>
                      <a:blip r:embed="rId4"/>
                      <a:stretch>
                        <a:fillRect/>
                      </a:stretch>
                    </p:blipFill>
                    <p:spPr>
                      <a:xfrm>
                        <a:off x="2119" y="1593"/>
                        <a:ext cx="2116" cy="1587"/>
                      </a:xfrm>
                      <a:prstGeom prst="rect">
                        <a:avLst/>
                      </a:prstGeom>
                    </p:spPr>
                  </p:pic>
                </p:oleObj>
              </mc:Fallback>
            </mc:AlternateContent>
          </a:graphicData>
        </a:graphic>
      </p:graphicFrame>
      <p:sp>
        <p:nvSpPr>
          <p:cNvPr id="8" name="Rectangle 5"/>
          <p:cNvSpPr>
            <a:spLocks noGrp="1" noChangeArrowheads="1"/>
          </p:cNvSpPr>
          <p:nvPr>
            <p:ph type="sldNum" sz="quarter" idx="12"/>
          </p:nvPr>
        </p:nvSpPr>
        <p:spPr>
          <a:xfrm>
            <a:off x="11664620" y="6400800"/>
            <a:ext cx="527381" cy="457200"/>
          </a:xfrm>
          <a:ln/>
        </p:spPr>
        <p:txBody>
          <a:bodyPr/>
          <a:lstStyle>
            <a:lvl1pPr>
              <a:defRPr/>
            </a:lvl1pPr>
          </a:lstStyle>
          <a:p>
            <a:fld id="{B3CE4FC1-9BFD-4D71-B62C-EB069A42157A}" type="slidenum">
              <a:rPr lang="en-US" smtClean="0">
                <a:solidFill>
                  <a:srgbClr val="000000"/>
                </a:solidFill>
              </a:rPr>
              <a:pPr/>
              <a:t>‹#›</a:t>
            </a:fld>
            <a:endParaRPr lang="en-US">
              <a:solidFill>
                <a:srgbClr val="000000"/>
              </a:solidFill>
            </a:endParaRPr>
          </a:p>
        </p:txBody>
      </p:sp>
      <p:sp>
        <p:nvSpPr>
          <p:cNvPr id="9" name="Title 1"/>
          <p:cNvSpPr>
            <a:spLocks noGrp="1"/>
          </p:cNvSpPr>
          <p:nvPr>
            <p:ph type="title"/>
          </p:nvPr>
        </p:nvSpPr>
        <p:spPr>
          <a:xfrm>
            <a:off x="239185" y="0"/>
            <a:ext cx="10273307" cy="648000"/>
          </a:xfrm>
          <a:prstGeom prst="rect">
            <a:avLst/>
          </a:prstGeom>
        </p:spPr>
        <p:txBody>
          <a:bodyPr lIns="0" tIns="0" rIns="0" bIns="0" anchor="ctr">
            <a:normAutofit/>
          </a:bodyPr>
          <a:lstStyle>
            <a:lvl1pPr>
              <a:defRPr sz="1500">
                <a:latin typeface="Calibri" panose="020F0502020204030204" pitchFamily="34" charset="0"/>
              </a:defRPr>
            </a:lvl1pPr>
          </a:lstStyle>
          <a:p>
            <a:r>
              <a:rPr lang="en-US"/>
              <a:t>Click to edit Master title style</a:t>
            </a:r>
            <a:endParaRPr lang="en-GB"/>
          </a:p>
        </p:txBody>
      </p:sp>
      <p:sp>
        <p:nvSpPr>
          <p:cNvPr id="6" name="Rectangle 4"/>
          <p:cNvSpPr>
            <a:spLocks noGrp="1" noChangeArrowheads="1"/>
          </p:cNvSpPr>
          <p:nvPr>
            <p:ph type="ftr" sz="quarter" idx="11"/>
          </p:nvPr>
        </p:nvSpPr>
        <p:spPr>
          <a:xfrm>
            <a:off x="239184" y="6400800"/>
            <a:ext cx="9409211" cy="457200"/>
          </a:xfrm>
          <a:prstGeom prst="rect">
            <a:avLst/>
          </a:prstGeom>
          <a:ln/>
        </p:spPr>
        <p:txBody>
          <a:bodyPr/>
          <a:lstStyle>
            <a:lvl1pPr>
              <a:defRPr/>
            </a:lvl1pPr>
          </a:lstStyle>
          <a:p>
            <a:endParaRPr lang="en-US">
              <a:solidFill>
                <a:srgbClr val="000000"/>
              </a:solidFill>
            </a:endParaRPr>
          </a:p>
        </p:txBody>
      </p:sp>
    </p:spTree>
    <p:extLst>
      <p:ext uri="{BB962C8B-B14F-4D97-AF65-F5344CB8AC3E}">
        <p14:creationId xmlns:p14="http://schemas.microsoft.com/office/powerpoint/2010/main" val="1052133390"/>
      </p:ext>
    </p:extLst>
  </p:cSld>
  <p:clrMapOvr>
    <a:masterClrMapping/>
  </p:clrMapOvr>
  <p:extLst>
    <p:ext uri="{DCECCB84-F9BA-43D5-87BE-67443E8EF086}">
      <p15:sldGuideLst xmlns:p15="http://schemas.microsoft.com/office/powerpoint/2012/main">
        <p15:guide id="1" orient="horz" pos="2160">
          <p15:clr>
            <a:srgbClr val="FBAE40"/>
          </p15:clr>
        </p15:guide>
        <p15:guide id="2" pos="5120">
          <p15:clr>
            <a:srgbClr val="FBAE40"/>
          </p15:clr>
        </p15:guide>
        <p15:guide id="3" pos="191">
          <p15:clr>
            <a:srgbClr val="FBAE40"/>
          </p15:clr>
        </p15:guide>
        <p15:guide id="4" pos="10049">
          <p15:clr>
            <a:srgbClr val="FBAE40"/>
          </p15:clr>
        </p15:guide>
        <p15:guide id="5" orient="horz" pos="527">
          <p15:clr>
            <a:srgbClr val="FBAE40"/>
          </p15:clr>
        </p15:guide>
        <p15:guide id="6" orient="horz" pos="4020">
          <p15:clr>
            <a:srgbClr val="FBAE40"/>
          </p15:clr>
        </p15:guide>
      </p15:sldGuideLst>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type="blank" preserve="1">
  <p:cSld name="Blank Layout">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p:custDataLst>
              <p:tags r:id="rId1"/>
            </p:custDataLst>
          </p:nvPr>
        </p:nvGraphicFramePr>
        <p:xfrm>
          <a:off x="2119" y="1593"/>
          <a:ext cx="2116" cy="1587"/>
        </p:xfrm>
        <a:graphic>
          <a:graphicData uri="http://schemas.openxmlformats.org/presentationml/2006/ole">
            <mc:AlternateContent xmlns:mc="http://schemas.openxmlformats.org/markup-compatibility/2006">
              <mc:Choice xmlns:v="urn:schemas-microsoft-com:vml" Requires="v">
                <p:oleObj name="think-cell Slide" r:id="rId4" imgW="430" imgH="433" progId="TCLayout.ActiveDocument.1">
                  <p:embed/>
                </p:oleObj>
              </mc:Choice>
              <mc:Fallback>
                <p:oleObj name="think-cell Slide" r:id="rId4" imgW="430" imgH="433" progId="TCLayout.ActiveDocument.1">
                  <p:embed/>
                  <p:pic>
                    <p:nvPicPr>
                      <p:cNvPr id="6" name="Object 5" hidden="1"/>
                      <p:cNvPicPr/>
                      <p:nvPr/>
                    </p:nvPicPr>
                    <p:blipFill>
                      <a:blip r:embed="rId5"/>
                      <a:stretch>
                        <a:fillRect/>
                      </a:stretch>
                    </p:blipFill>
                    <p:spPr>
                      <a:xfrm>
                        <a:off x="2119" y="1593"/>
                        <a:ext cx="2116" cy="1587"/>
                      </a:xfrm>
                      <a:prstGeom prst="rect">
                        <a:avLst/>
                      </a:prstGeom>
                    </p:spPr>
                  </p:pic>
                </p:oleObj>
              </mc:Fallback>
            </mc:AlternateContent>
          </a:graphicData>
        </a:graphic>
      </p:graphicFrame>
      <p:sp>
        <p:nvSpPr>
          <p:cNvPr id="5" name="Rectangle 4" hidden="1"/>
          <p:cNvSpPr/>
          <p:nvPr>
            <p:custDataLst>
              <p:tags r:id="rId2"/>
            </p:custDataLst>
          </p:nvPr>
        </p:nvSpPr>
        <p:spPr bwMode="auto">
          <a:xfrm>
            <a:off x="1" y="0"/>
            <a:ext cx="211667" cy="158750"/>
          </a:xfrm>
          <a:prstGeom prst="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rtlCol="0" anchor="ctr" anchorCtr="0" compatLnSpc="1">
            <a:prstTxWarp prst="textNoShape">
              <a:avLst/>
            </a:prstTxWarp>
          </a:bodyPr>
          <a:lstStyle/>
          <a:p>
            <a:pPr algn="ctr" fontAlgn="base">
              <a:spcBef>
                <a:spcPct val="0"/>
              </a:spcBef>
              <a:spcAft>
                <a:spcPct val="0"/>
              </a:spcAft>
            </a:pPr>
            <a:endParaRPr lang="en-GB" sz="750">
              <a:solidFill>
                <a:srgbClr val="2D2926"/>
              </a:solidFill>
              <a:cs typeface="Times New Roman"/>
              <a:sym typeface="Calibri"/>
            </a:endParaRPr>
          </a:p>
        </p:txBody>
      </p:sp>
      <p:sp>
        <p:nvSpPr>
          <p:cNvPr id="8" name="Rectangle 5"/>
          <p:cNvSpPr>
            <a:spLocks noGrp="1" noChangeArrowheads="1"/>
          </p:cNvSpPr>
          <p:nvPr>
            <p:ph type="sldNum" sz="quarter" idx="12"/>
          </p:nvPr>
        </p:nvSpPr>
        <p:spPr>
          <a:xfrm>
            <a:off x="11664620" y="6400800"/>
            <a:ext cx="527381" cy="457200"/>
          </a:xfrm>
          <a:ln/>
        </p:spPr>
        <p:txBody>
          <a:bodyPr/>
          <a:lstStyle>
            <a:lvl1pPr>
              <a:defRPr/>
            </a:lvl1pPr>
          </a:lstStyle>
          <a:p>
            <a:fld id="{B3CE4FC1-9BFD-4D71-B62C-EB069A42157A}" type="slidenum">
              <a:rPr lang="en-US" smtClean="0">
                <a:solidFill>
                  <a:srgbClr val="000000"/>
                </a:solidFill>
              </a:rPr>
              <a:pPr/>
              <a:t>‹#›</a:t>
            </a:fld>
            <a:endParaRPr lang="en-US">
              <a:solidFill>
                <a:srgbClr val="000000"/>
              </a:solidFill>
            </a:endParaRPr>
          </a:p>
        </p:txBody>
      </p:sp>
      <p:sp>
        <p:nvSpPr>
          <p:cNvPr id="9" name="Rectangle 4"/>
          <p:cNvSpPr>
            <a:spLocks noGrp="1" noChangeArrowheads="1"/>
          </p:cNvSpPr>
          <p:nvPr>
            <p:ph type="ftr" sz="quarter" idx="11"/>
          </p:nvPr>
        </p:nvSpPr>
        <p:spPr>
          <a:xfrm>
            <a:off x="239184" y="6400800"/>
            <a:ext cx="9409211" cy="457200"/>
          </a:xfrm>
          <a:prstGeom prst="rect">
            <a:avLst/>
          </a:prstGeom>
          <a:ln/>
        </p:spPr>
        <p:txBody>
          <a:bodyPr/>
          <a:lstStyle>
            <a:lvl1pPr>
              <a:defRPr/>
            </a:lvl1pPr>
          </a:lstStyle>
          <a:p>
            <a:endParaRPr lang="en-US">
              <a:solidFill>
                <a:srgbClr val="000000"/>
              </a:solidFill>
            </a:endParaRPr>
          </a:p>
        </p:txBody>
      </p:sp>
    </p:spTree>
    <p:extLst>
      <p:ext uri="{BB962C8B-B14F-4D97-AF65-F5344CB8AC3E}">
        <p14:creationId xmlns:p14="http://schemas.microsoft.com/office/powerpoint/2010/main" val="3937881696"/>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p:cSld name="Full Blank Layout">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p:custDataLst>
              <p:tags r:id="rId1"/>
            </p:custDataLst>
          </p:nvPr>
        </p:nvGraphicFramePr>
        <p:xfrm>
          <a:off x="2119" y="1593"/>
          <a:ext cx="2116" cy="1587"/>
        </p:xfrm>
        <a:graphic>
          <a:graphicData uri="http://schemas.openxmlformats.org/presentationml/2006/ole">
            <mc:AlternateContent xmlns:mc="http://schemas.openxmlformats.org/markup-compatibility/2006">
              <mc:Choice xmlns:v="urn:schemas-microsoft-com:vml" Requires="v">
                <p:oleObj name="think-cell Slide" r:id="rId3" imgW="430" imgH="433" progId="TCLayout.ActiveDocument.1">
                  <p:embed/>
                </p:oleObj>
              </mc:Choice>
              <mc:Fallback>
                <p:oleObj name="think-cell Slide" r:id="rId3" imgW="430" imgH="433" progId="TCLayout.ActiveDocument.1">
                  <p:embed/>
                  <p:pic>
                    <p:nvPicPr>
                      <p:cNvPr id="6" name="Object 5" hidden="1"/>
                      <p:cNvPicPr/>
                      <p:nvPr/>
                    </p:nvPicPr>
                    <p:blipFill>
                      <a:blip r:embed="rId4"/>
                      <a:stretch>
                        <a:fillRect/>
                      </a:stretch>
                    </p:blipFill>
                    <p:spPr>
                      <a:xfrm>
                        <a:off x="2119" y="1593"/>
                        <a:ext cx="2116" cy="1587"/>
                      </a:xfrm>
                      <a:prstGeom prst="rect">
                        <a:avLst/>
                      </a:prstGeom>
                    </p:spPr>
                  </p:pic>
                </p:oleObj>
              </mc:Fallback>
            </mc:AlternateContent>
          </a:graphicData>
        </a:graphic>
      </p:graphicFrame>
      <p:sp>
        <p:nvSpPr>
          <p:cNvPr id="5" name="Rectangle 4"/>
          <p:cNvSpPr/>
          <p:nvPr/>
        </p:nvSpPr>
        <p:spPr bwMode="auto">
          <a:xfrm>
            <a:off x="0" y="0"/>
            <a:ext cx="12192000" cy="1052736"/>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none" lIns="68580" tIns="34290" rIns="68580" bIns="34290" numCol="1" rtlCol="0" anchor="ctr" anchorCtr="0" compatLnSpc="1">
            <a:prstTxWarp prst="textNoShape">
              <a:avLst/>
            </a:prstTxWarp>
          </a:bodyPr>
          <a:lstStyle/>
          <a:p>
            <a:pPr algn="ctr" fontAlgn="base">
              <a:spcBef>
                <a:spcPct val="0"/>
              </a:spcBef>
              <a:spcAft>
                <a:spcPct val="0"/>
              </a:spcAft>
            </a:pPr>
            <a:endParaRPr lang="en-GB" sz="1425">
              <a:solidFill>
                <a:srgbClr val="2D2926"/>
              </a:solidFill>
              <a:latin typeface="Arial" charset="0"/>
            </a:endParaRPr>
          </a:p>
        </p:txBody>
      </p:sp>
      <p:sp>
        <p:nvSpPr>
          <p:cNvPr id="4" name="Slide Number Placeholder 3"/>
          <p:cNvSpPr>
            <a:spLocks noGrp="1"/>
          </p:cNvSpPr>
          <p:nvPr>
            <p:ph type="sldNum" sz="quarter" idx="11"/>
          </p:nvPr>
        </p:nvSpPr>
        <p:spPr/>
        <p:txBody>
          <a:bodyPr/>
          <a:lstStyle/>
          <a:p>
            <a:fld id="{B3CE4FC1-9BFD-4D71-B62C-EB069A42157A}" type="slidenum">
              <a:rPr lang="en-US" smtClean="0">
                <a:solidFill>
                  <a:srgbClr val="000000"/>
                </a:solidFill>
              </a:rPr>
              <a:pPr/>
              <a:t>‹#›</a:t>
            </a:fld>
            <a:endParaRPr lang="en-US">
              <a:solidFill>
                <a:srgbClr val="000000"/>
              </a:solidFill>
            </a:endParaRPr>
          </a:p>
        </p:txBody>
      </p:sp>
      <p:sp>
        <p:nvSpPr>
          <p:cNvPr id="7" name="Rectangle 4"/>
          <p:cNvSpPr>
            <a:spLocks noGrp="1" noChangeArrowheads="1"/>
          </p:cNvSpPr>
          <p:nvPr>
            <p:ph type="ftr" sz="quarter" idx="12"/>
          </p:nvPr>
        </p:nvSpPr>
        <p:spPr>
          <a:xfrm>
            <a:off x="239184" y="6400800"/>
            <a:ext cx="9409211" cy="457200"/>
          </a:xfrm>
          <a:prstGeom prst="rect">
            <a:avLst/>
          </a:prstGeom>
          <a:ln/>
        </p:spPr>
        <p:txBody>
          <a:bodyPr/>
          <a:lstStyle>
            <a:lvl1pPr>
              <a:defRPr/>
            </a:lvl1pPr>
          </a:lstStyle>
          <a:p>
            <a:endParaRPr lang="en-US">
              <a:solidFill>
                <a:srgbClr val="000000"/>
              </a:solidFill>
            </a:endParaRPr>
          </a:p>
        </p:txBody>
      </p:sp>
    </p:spTree>
    <p:extLst>
      <p:ext uri="{BB962C8B-B14F-4D97-AF65-F5344CB8AC3E}">
        <p14:creationId xmlns:p14="http://schemas.microsoft.com/office/powerpoint/2010/main" val="2178277436"/>
      </p:ext>
    </p:extLst>
  </p:cSld>
  <p:clrMapOvr>
    <a:masterClrMapping/>
  </p:clrMapOvr>
  <p:extLst>
    <p:ext uri="{DCECCB84-F9BA-43D5-87BE-67443E8EF086}">
      <p15:sldGuideLst xmlns:p15="http://schemas.microsoft.com/office/powerpoint/2012/main">
        <p15:guide id="1" orient="horz" pos="2160">
          <p15:clr>
            <a:srgbClr val="FBAE40"/>
          </p15:clr>
        </p15:guide>
        <p15:guide id="2" pos="5120">
          <p15:clr>
            <a:srgbClr val="FBAE40"/>
          </p15:clr>
        </p15:guide>
        <p15:guide id="3" orient="horz" pos="4020">
          <p15:clr>
            <a:srgbClr val="FBAE40"/>
          </p15:clr>
        </p15:guide>
        <p15:guide id="4" pos="191">
          <p15:clr>
            <a:srgbClr val="FBAE40"/>
          </p15:clr>
        </p15:guide>
        <p15:guide id="5" pos="10049">
          <p15:clr>
            <a:srgbClr val="FBAE40"/>
          </p15:clr>
        </p15:guide>
      </p15:sldGuideLst>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showMasterSp="0" preserve="1">
  <p:cSld name="Arrow half">
    <p:bg>
      <p:bgPr>
        <a:gradFill flip="none" rotWithShape="1">
          <a:gsLst>
            <a:gs pos="0">
              <a:srgbClr val="ED1D24"/>
            </a:gs>
            <a:gs pos="100000">
              <a:srgbClr val="870B0E"/>
            </a:gs>
          </a:gsLst>
          <a:lin ang="8100000" scaled="1"/>
          <a:tileRect/>
        </a:gra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93772988-BAC3-45EB-8F49-ECA66C3B6F60}"/>
              </a:ext>
            </a:extLst>
          </p:cNvPr>
          <p:cNvGraphicFramePr>
            <a:graphicFrameLocks noChangeAspect="1"/>
          </p:cNvGraphicFramePr>
          <p:nvPr>
            <p:custDataLst>
              <p:tags r:id="rId1"/>
            </p:custDataLst>
          </p:nvPr>
        </p:nvGraphicFramePr>
        <p:xfrm>
          <a:off x="1590" y="1588"/>
          <a:ext cx="1588" cy="1588"/>
        </p:xfrm>
        <a:graphic>
          <a:graphicData uri="http://schemas.openxmlformats.org/presentationml/2006/ole">
            <mc:AlternateContent xmlns:mc="http://schemas.openxmlformats.org/markup-compatibility/2006">
              <mc:Choice xmlns:v="urn:schemas-microsoft-com:vml" Requires="v">
                <p:oleObj name="think-cell Slide" r:id="rId3" imgW="286" imgH="286" progId="TCLayout.ActiveDocument.1">
                  <p:embed/>
                </p:oleObj>
              </mc:Choice>
              <mc:Fallback>
                <p:oleObj name="think-cell Slide" r:id="rId3" imgW="286" imgH="286" progId="TCLayout.ActiveDocument.1">
                  <p:embed/>
                  <p:pic>
                    <p:nvPicPr>
                      <p:cNvPr id="3" name="Object 2" hidden="1">
                        <a:extLst>
                          <a:ext uri="{FF2B5EF4-FFF2-40B4-BE49-F238E27FC236}">
                            <a16:creationId xmlns:a16="http://schemas.microsoft.com/office/drawing/2014/main" id="{93772988-BAC3-45EB-8F49-ECA66C3B6F60}"/>
                          </a:ext>
                        </a:extLst>
                      </p:cNvPr>
                      <p:cNvPicPr/>
                      <p:nvPr/>
                    </p:nvPicPr>
                    <p:blipFill>
                      <a:blip r:embed="rId4"/>
                      <a:stretch>
                        <a:fillRect/>
                      </a:stretch>
                    </p:blipFill>
                    <p:spPr>
                      <a:xfrm>
                        <a:off x="1590" y="1588"/>
                        <a:ext cx="1588" cy="1588"/>
                      </a:xfrm>
                      <a:prstGeom prst="rect">
                        <a:avLst/>
                      </a:prstGeom>
                    </p:spPr>
                  </p:pic>
                </p:oleObj>
              </mc:Fallback>
            </mc:AlternateContent>
          </a:graphicData>
        </a:graphic>
      </p:graphicFrame>
      <p:sp>
        <p:nvSpPr>
          <p:cNvPr id="18" name="Copyright" hidden="1"/>
          <p:cNvSpPr txBox="1"/>
          <p:nvPr/>
        </p:nvSpPr>
        <p:spPr>
          <a:xfrm rot="16200000">
            <a:off x="9486903" y="3934616"/>
            <a:ext cx="5133975" cy="72712"/>
          </a:xfrm>
          <a:prstGeom prst="rect">
            <a:avLst/>
          </a:prstGeom>
          <a:noFill/>
        </p:spPr>
        <p:txBody>
          <a:bodyPr wrap="square" lIns="0" tIns="0" rIns="0" bIns="0" rtlCol="0" anchor="t">
            <a:spAutoFit/>
          </a:bodyPr>
          <a:lstStyle/>
          <a:p>
            <a:pPr>
              <a:lnSpc>
                <a:spcPct val="90000"/>
              </a:lnSpc>
              <a:spcAft>
                <a:spcPts val="450"/>
              </a:spcAft>
            </a:pPr>
            <a:r>
              <a:rPr lang="en-US" sz="525">
                <a:solidFill>
                  <a:schemeClr val="bg1"/>
                </a:solidFill>
                <a:latin typeface="+mn-lt"/>
                <a:ea typeface="+mn-ea"/>
                <a:cs typeface="+mn-cs"/>
                <a:sym typeface="Trebuchet MS" panose="020B0603020202020204" pitchFamily="34" charset="0"/>
              </a:rPr>
              <a:t>Copyright © 2022 by Boston Consulting Group. All rights reserved.</a:t>
            </a:r>
          </a:p>
        </p:txBody>
      </p:sp>
      <p:sp>
        <p:nvSpPr>
          <p:cNvPr id="14" name="Pentagon 8"/>
          <p:cNvSpPr/>
          <p:nvPr/>
        </p:nvSpPr>
        <p:spPr bwMode="white">
          <a:xfrm>
            <a:off x="1" y="0"/>
            <a:ext cx="6363547" cy="6858000"/>
          </a:xfrm>
          <a:prstGeom prst="homePlate">
            <a:avLst>
              <a:gd name="adj" fmla="val 12939"/>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750"/>
              </a:spcAft>
            </a:pPr>
            <a:endParaRPr lang="en-US" sz="900">
              <a:solidFill>
                <a:prstClr val="white"/>
              </a:solidFill>
              <a:latin typeface="+mn-lt"/>
              <a:ea typeface="+mn-ea"/>
              <a:cs typeface="+mn-cs"/>
              <a:sym typeface="Trebuchet MS" panose="020B0603020202020204" pitchFamily="34" charset="0"/>
            </a:endParaRPr>
          </a:p>
        </p:txBody>
      </p:sp>
      <p:sp>
        <p:nvSpPr>
          <p:cNvPr id="16" name="Title 2"/>
          <p:cNvSpPr>
            <a:spLocks noGrp="1"/>
          </p:cNvSpPr>
          <p:nvPr>
            <p:ph type="title" hasCustomPrompt="1"/>
          </p:nvPr>
        </p:nvSpPr>
        <p:spPr>
          <a:xfrm>
            <a:off x="630002" y="622800"/>
            <a:ext cx="4673647" cy="353174"/>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2550" b="0" i="0" u="none" kern="1200" spc="0">
                <a:solidFill>
                  <a:srgbClr val="ED1D24"/>
                </a:solidFill>
                <a:latin typeface="+mj-lt"/>
                <a:ea typeface="+mj-ea"/>
                <a:cs typeface="+mj-cs"/>
                <a:sym typeface="Trebuchet MS" panose="020B0603020202020204" pitchFamily="34" charset="0"/>
              </a:defRPr>
            </a:lvl1pPr>
          </a:lstStyle>
          <a:p>
            <a:pPr lvl="0"/>
            <a:r>
              <a:rPr lang="en-US"/>
              <a:t>Click to add title</a:t>
            </a:r>
          </a:p>
        </p:txBody>
      </p:sp>
      <p:pic>
        <p:nvPicPr>
          <p:cNvPr id="9" name="Picture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97805" y="3589606"/>
            <a:ext cx="1365251" cy="3382962"/>
          </a:xfrm>
          <a:custGeom>
            <a:avLst/>
            <a:gdLst>
              <a:gd name="connsiteX0" fmla="*/ 920598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320782 h 3382962"/>
              <a:gd name="connsiteX5" fmla="*/ 126694 w 1365250"/>
              <a:gd name="connsiteY5" fmla="*/ 3320782 h 3382962"/>
              <a:gd name="connsiteX6" fmla="*/ 0 w 1365250"/>
              <a:gd name="connsiteY6" fmla="*/ 0 h 3382962"/>
              <a:gd name="connsiteX7" fmla="*/ 908172 w 1365250"/>
              <a:gd name="connsiteY7" fmla="*/ 0 h 3382962"/>
              <a:gd name="connsiteX8" fmla="*/ 0 w 1365250"/>
              <a:gd name="connsiteY8" fmla="*/ 289035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20598" y="0"/>
                </a:moveTo>
                <a:lnTo>
                  <a:pt x="1365250" y="0"/>
                </a:lnTo>
                <a:lnTo>
                  <a:pt x="1365250" y="3382962"/>
                </a:lnTo>
                <a:lnTo>
                  <a:pt x="0" y="3382962"/>
                </a:lnTo>
                <a:lnTo>
                  <a:pt x="0" y="3320782"/>
                </a:lnTo>
                <a:lnTo>
                  <a:pt x="126694" y="3320782"/>
                </a:lnTo>
                <a:close/>
                <a:moveTo>
                  <a:pt x="0" y="0"/>
                </a:moveTo>
                <a:lnTo>
                  <a:pt x="908172" y="0"/>
                </a:lnTo>
                <a:lnTo>
                  <a:pt x="0" y="2890357"/>
                </a:lnTo>
                <a:close/>
              </a:path>
            </a:pathLst>
          </a:cu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21203FE9-A075-4BF8-987F-E3175D587168}"/>
              </a:ext>
            </a:extLst>
          </p:cNvPr>
          <p:cNvSpPr txBox="1"/>
          <p:nvPr/>
        </p:nvSpPr>
        <p:spPr>
          <a:xfrm>
            <a:off x="11757835" y="6700052"/>
            <a:ext cx="381000" cy="115416"/>
          </a:xfrm>
          <a:prstGeom prst="rect">
            <a:avLst/>
          </a:prstGeom>
          <a:noFill/>
        </p:spPr>
        <p:txBody>
          <a:bodyPr wrap="square" lIns="0" tIns="0" rIns="0" bIns="0" rtlCol="0" anchor="b">
            <a:spAutoFit/>
          </a:bodyPr>
          <a:lstStyle/>
          <a:p>
            <a:pPr marL="0" marR="0" indent="0" algn="r" defTabSz="685800" rtl="0" eaLnBrk="1" fontAlgn="auto" latinLnBrk="0" hangingPunct="1">
              <a:lnSpc>
                <a:spcPct val="100000"/>
              </a:lnSpc>
              <a:spcBef>
                <a:spcPts val="0"/>
              </a:spcBef>
              <a:spcAft>
                <a:spcPts val="0"/>
              </a:spcAft>
              <a:buClrTx/>
              <a:buSzTx/>
              <a:buFontTx/>
              <a:buNone/>
              <a:tabLst/>
              <a:defRPr/>
            </a:pPr>
            <a:fld id="{DFCF27A5-1A5B-48D3-A060-2758FFBB1ADD}" type="slidenum">
              <a:rPr lang="en-US" sz="750" kern="1200" smtClean="0">
                <a:solidFill>
                  <a:schemeClr val="bg1"/>
                </a:solidFill>
                <a:latin typeface="+mn-lt"/>
                <a:ea typeface="+mn-ea"/>
                <a:cs typeface="+mn-cs"/>
                <a:sym typeface="Trebuchet MS" panose="020B0603020202020204" pitchFamily="34" charset="0"/>
              </a:rPr>
              <a:pPr marL="0" marR="0" indent="0" algn="r" defTabSz="685800" rtl="0" eaLnBrk="1" fontAlgn="auto" latinLnBrk="0" hangingPunct="1">
                <a:lnSpc>
                  <a:spcPct val="100000"/>
                </a:lnSpc>
                <a:spcBef>
                  <a:spcPts val="0"/>
                </a:spcBef>
                <a:spcAft>
                  <a:spcPts val="0"/>
                </a:spcAft>
                <a:buClrTx/>
                <a:buSzTx/>
                <a:buFontTx/>
                <a:buNone/>
                <a:tabLst/>
                <a:defRPr/>
              </a:pPr>
              <a:t>‹#›</a:t>
            </a:fld>
            <a:endParaRPr lang="en-US" sz="750" kern="1200">
              <a:solidFill>
                <a:schemeClr val="bg1"/>
              </a:solidFill>
              <a:latin typeface="+mn-lt"/>
              <a:ea typeface="+mn-ea"/>
              <a:cs typeface="+mn-cs"/>
              <a:sym typeface="Trebuchet MS" panose="020B0603020202020204" pitchFamily="34" charset="0"/>
            </a:endParaRPr>
          </a:p>
        </p:txBody>
      </p:sp>
      <p:pic>
        <p:nvPicPr>
          <p:cNvPr id="12" name="Picture 11">
            <a:extLst>
              <a:ext uri="{FF2B5EF4-FFF2-40B4-BE49-F238E27FC236}">
                <a16:creationId xmlns:a16="http://schemas.microsoft.com/office/drawing/2014/main" id="{DB280514-AAB0-4C3F-BD7F-3099741B263A}"/>
              </a:ext>
            </a:extLst>
          </p:cNvPr>
          <p:cNvPicPr>
            <a:picLocks noChangeAspect="1"/>
          </p:cNvPicPr>
          <p:nvPr/>
        </p:nvPicPr>
        <p:blipFill rotWithShape="1">
          <a:blip r:embed="rId6">
            <a:extLst>
              <a:ext uri="{BEBA8EAE-BF5A-486C-A8C5-ECC9F3942E4B}">
                <a14:imgProps xmlns:a14="http://schemas.microsoft.com/office/drawing/2010/main">
                  <a14:imgLayer r:embed="rId7">
                    <a14:imgEffect>
                      <a14:brightnessContrast bright="100000"/>
                    </a14:imgEffect>
                  </a14:imgLayer>
                </a14:imgProps>
              </a:ext>
              <a:ext uri="{28A0092B-C50C-407E-A947-70E740481C1C}">
                <a14:useLocalDpi xmlns:a14="http://schemas.microsoft.com/office/drawing/2010/main" val="0"/>
              </a:ext>
            </a:extLst>
          </a:blip>
          <a:srcRect l="23666" t="40333" b="40333"/>
          <a:stretch/>
        </p:blipFill>
        <p:spPr>
          <a:xfrm>
            <a:off x="10109202" y="6445250"/>
            <a:ext cx="1454151" cy="368300"/>
          </a:xfrm>
          <a:prstGeom prst="rect">
            <a:avLst/>
          </a:prstGeom>
        </p:spPr>
      </p:pic>
    </p:spTree>
    <p:extLst>
      <p:ext uri="{BB962C8B-B14F-4D97-AF65-F5344CB8AC3E}">
        <p14:creationId xmlns:p14="http://schemas.microsoft.com/office/powerpoint/2010/main" val="129424132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6.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graphicFrame>
        <p:nvGraphicFramePr>
          <p:cNvPr id="8" name="Object 7" hidden="1"/>
          <p:cNvGraphicFramePr>
            <a:graphicFrameLocks noChangeAspect="1"/>
          </p:cNvGraphicFramePr>
          <p:nvPr>
            <p:custDataLst>
              <p:tags r:id="rId1"/>
            </p:custDataLst>
          </p:nvPr>
        </p:nvGraphicFramePr>
        <p:xfrm>
          <a:off x="2119" y="1595"/>
          <a:ext cx="2116" cy="1587"/>
        </p:xfrm>
        <a:graphic>
          <a:graphicData uri="http://schemas.openxmlformats.org/presentationml/2006/ole">
            <mc:AlternateContent xmlns:mc="http://schemas.openxmlformats.org/markup-compatibility/2006">
              <mc:Choice xmlns:v="urn:schemas-microsoft-com:vml" Requires="v">
                <p:oleObj name="think-cell Slide" r:id="rId3" imgW="430" imgH="433" progId="TCLayout.ActiveDocument.1">
                  <p:embed/>
                </p:oleObj>
              </mc:Choice>
              <mc:Fallback>
                <p:oleObj name="think-cell Slide" r:id="rId3" imgW="430" imgH="433" progId="TCLayout.ActiveDocument.1">
                  <p:embed/>
                  <p:pic>
                    <p:nvPicPr>
                      <p:cNvPr id="8" name="Object 7" hidden="1"/>
                      <p:cNvPicPr/>
                      <p:nvPr/>
                    </p:nvPicPr>
                    <p:blipFill>
                      <a:blip r:embed="rId4"/>
                      <a:stretch>
                        <a:fillRect/>
                      </a:stretch>
                    </p:blipFill>
                    <p:spPr>
                      <a:xfrm>
                        <a:off x="2119" y="1595"/>
                        <a:ext cx="2116" cy="1587"/>
                      </a:xfrm>
                      <a:prstGeom prst="rect">
                        <a:avLst/>
                      </a:prstGeom>
                    </p:spPr>
                  </p:pic>
                </p:oleObj>
              </mc:Fallback>
            </mc:AlternateContent>
          </a:graphicData>
        </a:graphic>
      </p:graphicFrame>
      <p:pic>
        <p:nvPicPr>
          <p:cNvPr id="33" name="Picture 32"/>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 y="6"/>
            <a:ext cx="12192000" cy="6857433"/>
          </a:xfrm>
          <a:prstGeom prst="rect">
            <a:avLst/>
          </a:prstGeom>
          <a:ln>
            <a:noFill/>
          </a:ln>
        </p:spPr>
      </p:pic>
      <p:sp>
        <p:nvSpPr>
          <p:cNvPr id="7" name="Rectangle 6"/>
          <p:cNvSpPr/>
          <p:nvPr/>
        </p:nvSpPr>
        <p:spPr bwMode="auto">
          <a:xfrm>
            <a:off x="1" y="1809000"/>
            <a:ext cx="12192000" cy="3240000"/>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none" lIns="51435" tIns="25718" rIns="51435" bIns="25718" numCol="1" rtlCol="0" anchor="ctr" anchorCtr="0" compatLnSpc="1">
            <a:prstTxWarp prst="textNoShape">
              <a:avLst/>
            </a:prstTxWarp>
          </a:bodyPr>
          <a:lstStyle/>
          <a:p>
            <a:pPr algn="ctr" defTabSz="514350" fontAlgn="base">
              <a:spcBef>
                <a:spcPct val="0"/>
              </a:spcBef>
              <a:spcAft>
                <a:spcPct val="0"/>
              </a:spcAft>
            </a:pPr>
            <a:endParaRPr lang="en-GB" sz="1069">
              <a:solidFill>
                <a:srgbClr val="2D2926"/>
              </a:solidFill>
              <a:latin typeface="Arial" charset="0"/>
            </a:endParaRPr>
          </a:p>
        </p:txBody>
      </p:sp>
      <p:sp>
        <p:nvSpPr>
          <p:cNvPr id="4" name="Date Placeholder 3"/>
          <p:cNvSpPr>
            <a:spLocks noGrp="1" noChangeArrowheads="1"/>
          </p:cNvSpPr>
          <p:nvPr>
            <p:ph type="dt" sz="half" idx="10"/>
          </p:nvPr>
        </p:nvSpPr>
        <p:spPr>
          <a:xfrm>
            <a:off x="0" y="6400800"/>
            <a:ext cx="2540000" cy="457200"/>
          </a:xfrm>
          <a:prstGeom prst="rect">
            <a:avLst/>
          </a:prstGeom>
          <a:ln/>
        </p:spPr>
        <p:txBody>
          <a:bodyPr lIns="36000" tIns="36000" rIns="36000" bIns="36000" anchor="b"/>
          <a:lstStyle>
            <a:lvl1pPr>
              <a:defRPr sz="675">
                <a:solidFill>
                  <a:schemeClr val="bg1"/>
                </a:solidFill>
                <a:latin typeface="+mn-lt"/>
              </a:defRPr>
            </a:lvl1pPr>
          </a:lstStyle>
          <a:p>
            <a:endParaRPr lang="en-US">
              <a:solidFill>
                <a:srgbClr val="FFFFFF"/>
              </a:solidFill>
            </a:endParaRPr>
          </a:p>
        </p:txBody>
      </p:sp>
      <p:sp>
        <p:nvSpPr>
          <p:cNvPr id="6" name="Rectangle 5"/>
          <p:cNvSpPr>
            <a:spLocks noGrp="1" noChangeArrowheads="1"/>
          </p:cNvSpPr>
          <p:nvPr>
            <p:ph type="sldNum" sz="quarter" idx="12"/>
          </p:nvPr>
        </p:nvSpPr>
        <p:spPr>
          <a:ln/>
        </p:spPr>
        <p:txBody>
          <a:bodyPr anchor="b"/>
          <a:lstStyle>
            <a:lvl1pPr>
              <a:defRPr sz="675">
                <a:solidFill>
                  <a:schemeClr val="bg1"/>
                </a:solidFill>
                <a:latin typeface="+mn-lt"/>
              </a:defRPr>
            </a:lvl1pPr>
          </a:lstStyle>
          <a:p>
            <a:fld id="{B3CE4FC1-9BFD-4D71-B62C-EB069A42157A}" type="slidenum">
              <a:rPr lang="en-US" smtClean="0">
                <a:solidFill>
                  <a:srgbClr val="FFFFFF"/>
                </a:solidFill>
              </a:rPr>
              <a:pPr/>
              <a:t>‹#›</a:t>
            </a:fld>
            <a:endParaRPr lang="en-US">
              <a:solidFill>
                <a:srgbClr val="FFFFFF"/>
              </a:solidFill>
            </a:endParaRPr>
          </a:p>
        </p:txBody>
      </p:sp>
      <p:sp>
        <p:nvSpPr>
          <p:cNvPr id="2" name="Title 1"/>
          <p:cNvSpPr>
            <a:spLocks noGrp="1"/>
          </p:cNvSpPr>
          <p:nvPr>
            <p:ph type="ctrTitle"/>
          </p:nvPr>
        </p:nvSpPr>
        <p:spPr>
          <a:xfrm>
            <a:off x="286572" y="2390406"/>
            <a:ext cx="11616000" cy="1918823"/>
          </a:xfrm>
          <a:prstGeom prst="rect">
            <a:avLst/>
          </a:prstGeom>
        </p:spPr>
        <p:txBody>
          <a:bodyPr anchor="ctr"/>
          <a:lstStyle>
            <a:lvl1pPr algn="l">
              <a:defRPr sz="2100" b="1">
                <a:solidFill>
                  <a:schemeClr val="tx1"/>
                </a:solidFill>
                <a:effectLst/>
                <a:latin typeface="Calibri" panose="020F0502020204030204" pitchFamily="34" charset="0"/>
              </a:defRPr>
            </a:lvl1pPr>
          </a:lstStyle>
          <a:p>
            <a:r>
              <a:rPr lang="en-US"/>
              <a:t>Click to edit Master title style</a:t>
            </a:r>
          </a:p>
        </p:txBody>
      </p:sp>
      <p:sp>
        <p:nvSpPr>
          <p:cNvPr id="3" name="Subtitle 2"/>
          <p:cNvSpPr>
            <a:spLocks noGrp="1"/>
          </p:cNvSpPr>
          <p:nvPr>
            <p:ph type="subTitle" idx="1"/>
          </p:nvPr>
        </p:nvSpPr>
        <p:spPr>
          <a:xfrm>
            <a:off x="286571" y="5140422"/>
            <a:ext cx="5088000" cy="1080000"/>
          </a:xfrm>
          <a:prstGeom prst="rect">
            <a:avLst/>
          </a:prstGeom>
        </p:spPr>
        <p:txBody>
          <a:bodyPr/>
          <a:lstStyle>
            <a:lvl1pPr marL="0" indent="0" algn="l">
              <a:buNone/>
              <a:defRPr sz="1050" b="1">
                <a:solidFill>
                  <a:schemeClr val="bg1"/>
                </a:solidFill>
                <a:effectLst>
                  <a:outerShdw blurRad="38100" dist="38100" dir="2700000" algn="tl">
                    <a:srgbClr val="000000">
                      <a:alpha val="43137"/>
                    </a:srgbClr>
                  </a:outerShdw>
                </a:effectLst>
                <a:latin typeface="Calibri" panose="020F0502020204030204" pitchFamily="34" charset="0"/>
              </a:defRPr>
            </a:lvl1pPr>
            <a:lvl2pPr marL="257175" indent="0" algn="ctr">
              <a:buNone/>
              <a:defRPr/>
            </a:lvl2pPr>
            <a:lvl3pPr marL="514350" indent="0" algn="ctr">
              <a:buNone/>
              <a:defRPr/>
            </a:lvl3pPr>
            <a:lvl4pPr marL="771525" indent="0" algn="ctr">
              <a:buNone/>
              <a:defRPr/>
            </a:lvl4pPr>
            <a:lvl5pPr marL="1028700" indent="0" algn="ctr">
              <a:buNone/>
              <a:defRPr/>
            </a:lvl5pPr>
            <a:lvl6pPr marL="1285875" indent="0" algn="ctr">
              <a:buNone/>
              <a:defRPr/>
            </a:lvl6pPr>
            <a:lvl7pPr marL="1543050" indent="0" algn="ctr">
              <a:buNone/>
              <a:defRPr/>
            </a:lvl7pPr>
            <a:lvl8pPr marL="1800225" indent="0" algn="ctr">
              <a:buNone/>
              <a:defRPr/>
            </a:lvl8pPr>
            <a:lvl9pPr marL="2057400" indent="0" algn="ctr">
              <a:buNone/>
              <a:defRPr/>
            </a:lvl9pPr>
          </a:lstStyle>
          <a:p>
            <a:r>
              <a:rPr lang="en-US"/>
              <a:t>Click to edit Master subtitle style</a:t>
            </a:r>
          </a:p>
        </p:txBody>
      </p:sp>
      <p:sp>
        <p:nvSpPr>
          <p:cNvPr id="12" name="Rectangle 11"/>
          <p:cNvSpPr/>
          <p:nvPr/>
        </p:nvSpPr>
        <p:spPr bwMode="auto">
          <a:xfrm>
            <a:off x="5104664" y="6755907"/>
            <a:ext cx="2925191" cy="102094"/>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none" lIns="51435" tIns="25718" rIns="51435" bIns="25718" numCol="1" rtlCol="0" anchor="ctr" anchorCtr="0" compatLnSpc="1">
            <a:prstTxWarp prst="textNoShape">
              <a:avLst/>
            </a:prstTxWarp>
          </a:bodyPr>
          <a:lstStyle/>
          <a:p>
            <a:pPr algn="ctr" defTabSz="514350" fontAlgn="base">
              <a:spcBef>
                <a:spcPct val="0"/>
              </a:spcBef>
              <a:spcAft>
                <a:spcPct val="0"/>
              </a:spcAft>
            </a:pPr>
            <a:endParaRPr lang="en-GB" sz="675">
              <a:solidFill>
                <a:srgbClr val="2D2926"/>
              </a:solidFill>
            </a:endParaRPr>
          </a:p>
        </p:txBody>
      </p:sp>
      <p:pic>
        <p:nvPicPr>
          <p:cNvPr id="9" name="Picture 8"/>
          <p:cNvPicPr>
            <a:picLocks noChangeAspect="1"/>
          </p:cNvPicPr>
          <p:nvPr/>
        </p:nvPicPr>
        <p:blipFill>
          <a:blip r:embed="rId6"/>
          <a:stretch>
            <a:fillRect/>
          </a:stretch>
        </p:blipFill>
        <p:spPr>
          <a:xfrm>
            <a:off x="8429746" y="526501"/>
            <a:ext cx="2876433" cy="756000"/>
          </a:xfrm>
          <a:prstGeom prst="rect">
            <a:avLst/>
          </a:prstGeom>
        </p:spPr>
      </p:pic>
      <p:pic>
        <p:nvPicPr>
          <p:cNvPr id="11" name="Picture 10"/>
          <p:cNvPicPr>
            <a:picLocks noChangeAspect="1"/>
          </p:cNvPicPr>
          <p:nvPr/>
        </p:nvPicPr>
        <p:blipFill rotWithShape="1">
          <a:blip r:embed="rId7">
            <a:extLst>
              <a:ext uri="{28A0092B-C50C-407E-A947-70E740481C1C}">
                <a14:useLocalDpi xmlns:a14="http://schemas.microsoft.com/office/drawing/2010/main" val="0"/>
              </a:ext>
            </a:extLst>
          </a:blip>
          <a:srcRect l="37353" t="8741" r="101" b="27"/>
          <a:stretch/>
        </p:blipFill>
        <p:spPr bwMode="ltGray">
          <a:xfrm rot="16200000" flipH="1">
            <a:off x="9058187" y="-962476"/>
            <a:ext cx="369901" cy="5915488"/>
          </a:xfrm>
          <a:prstGeom prst="rect">
            <a:avLst/>
          </a:prstGeom>
        </p:spPr>
      </p:pic>
    </p:spTree>
    <p:extLst>
      <p:ext uri="{BB962C8B-B14F-4D97-AF65-F5344CB8AC3E}">
        <p14:creationId xmlns:p14="http://schemas.microsoft.com/office/powerpoint/2010/main" val="3743015920"/>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p:custDataLst>
              <p:tags r:id="rId1"/>
            </p:custDataLst>
          </p:nvPr>
        </p:nvGraphicFramePr>
        <p:xfrm>
          <a:off x="2119" y="1593"/>
          <a:ext cx="2116" cy="1587"/>
        </p:xfrm>
        <a:graphic>
          <a:graphicData uri="http://schemas.openxmlformats.org/presentationml/2006/ole">
            <mc:AlternateContent xmlns:mc="http://schemas.openxmlformats.org/markup-compatibility/2006">
              <mc:Choice xmlns:v="urn:schemas-microsoft-com:vml" Requires="v">
                <p:oleObj name="think-cell Slide" r:id="rId3" imgW="430" imgH="433" progId="TCLayout.ActiveDocument.1">
                  <p:embed/>
                </p:oleObj>
              </mc:Choice>
              <mc:Fallback>
                <p:oleObj name="think-cell Slide" r:id="rId3" imgW="430" imgH="433" progId="TCLayout.ActiveDocument.1">
                  <p:embed/>
                  <p:pic>
                    <p:nvPicPr>
                      <p:cNvPr id="3" name="Object 2" hidden="1"/>
                      <p:cNvPicPr/>
                      <p:nvPr/>
                    </p:nvPicPr>
                    <p:blipFill>
                      <a:blip r:embed="rId4"/>
                      <a:stretch>
                        <a:fillRect/>
                      </a:stretch>
                    </p:blipFill>
                    <p:spPr>
                      <a:xfrm>
                        <a:off x="2119" y="1593"/>
                        <a:ext cx="2116" cy="1587"/>
                      </a:xfrm>
                      <a:prstGeom prst="rect">
                        <a:avLst/>
                      </a:prstGeom>
                    </p:spPr>
                  </p:pic>
                </p:oleObj>
              </mc:Fallback>
            </mc:AlternateContent>
          </a:graphicData>
        </a:graphic>
      </p:graphicFrame>
      <p:sp>
        <p:nvSpPr>
          <p:cNvPr id="10" name="Rectangle 9"/>
          <p:cNvSpPr/>
          <p:nvPr/>
        </p:nvSpPr>
        <p:spPr bwMode="auto">
          <a:xfrm>
            <a:off x="0" y="0"/>
            <a:ext cx="12192000" cy="1052736"/>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none" lIns="68580" tIns="34290" rIns="68580" bIns="34290" numCol="1" rtlCol="0" anchor="ctr" anchorCtr="0" compatLnSpc="1">
            <a:prstTxWarp prst="textNoShape">
              <a:avLst/>
            </a:prstTxWarp>
          </a:bodyPr>
          <a:lstStyle/>
          <a:p>
            <a:pPr algn="ctr" fontAlgn="base">
              <a:spcBef>
                <a:spcPct val="0"/>
              </a:spcBef>
              <a:spcAft>
                <a:spcPct val="0"/>
              </a:spcAft>
            </a:pPr>
            <a:endParaRPr lang="en-GB" sz="1425">
              <a:solidFill>
                <a:srgbClr val="2D2926"/>
              </a:solidFill>
              <a:latin typeface="Arial" charset="0"/>
            </a:endParaRPr>
          </a:p>
        </p:txBody>
      </p:sp>
      <p:pic>
        <p:nvPicPr>
          <p:cNvPr id="2" name="Picture 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616327" y="477842"/>
            <a:ext cx="5575676" cy="5543451"/>
          </a:xfrm>
          <a:prstGeom prst="rect">
            <a:avLst/>
          </a:prstGeom>
        </p:spPr>
      </p:pic>
      <p:sp>
        <p:nvSpPr>
          <p:cNvPr id="6" name="Rectangle 5"/>
          <p:cNvSpPr>
            <a:spLocks noGrp="1" noChangeArrowheads="1"/>
          </p:cNvSpPr>
          <p:nvPr>
            <p:ph type="sldNum" sz="quarter" idx="12"/>
          </p:nvPr>
        </p:nvSpPr>
        <p:spPr>
          <a:ln/>
        </p:spPr>
        <p:txBody>
          <a:bodyPr/>
          <a:lstStyle>
            <a:lvl1pPr>
              <a:defRPr/>
            </a:lvl1pPr>
          </a:lstStyle>
          <a:p>
            <a:fld id="{B3CE4FC1-9BFD-4D71-B62C-EB069A42157A}" type="slidenum">
              <a:rPr lang="en-US" smtClean="0">
                <a:solidFill>
                  <a:srgbClr val="000000"/>
                </a:solidFill>
              </a:rPr>
              <a:pPr/>
              <a:t>‹#›</a:t>
            </a:fld>
            <a:endParaRPr lang="en-US">
              <a:solidFill>
                <a:srgbClr val="000000"/>
              </a:solidFill>
            </a:endParaRPr>
          </a:p>
        </p:txBody>
      </p:sp>
      <p:pic>
        <p:nvPicPr>
          <p:cNvPr id="7" name="Picture 6"/>
          <p:cNvPicPr>
            <a:picLocks noChangeAspect="1"/>
          </p:cNvPicPr>
          <p:nvPr/>
        </p:nvPicPr>
        <p:blipFill>
          <a:blip r:embed="rId6"/>
          <a:stretch>
            <a:fillRect/>
          </a:stretch>
        </p:blipFill>
        <p:spPr>
          <a:xfrm>
            <a:off x="239188" y="1964569"/>
            <a:ext cx="11713633" cy="65091"/>
          </a:xfrm>
          <a:prstGeom prst="rect">
            <a:avLst/>
          </a:prstGeom>
        </p:spPr>
      </p:pic>
      <p:sp>
        <p:nvSpPr>
          <p:cNvPr id="8" name="Text Placeholder 11"/>
          <p:cNvSpPr>
            <a:spLocks noGrp="1"/>
          </p:cNvSpPr>
          <p:nvPr>
            <p:ph type="body" sz="quarter" idx="13" hasCustomPrompt="1"/>
          </p:nvPr>
        </p:nvSpPr>
        <p:spPr>
          <a:xfrm>
            <a:off x="239188" y="2181578"/>
            <a:ext cx="11713633" cy="1463446"/>
          </a:xfrm>
          <a:prstGeom prst="rect">
            <a:avLst/>
          </a:prstGeom>
        </p:spPr>
        <p:txBody>
          <a:bodyPr vert="horz">
            <a:normAutofit/>
          </a:bodyPr>
          <a:lstStyle>
            <a:lvl1pPr marL="0" indent="0">
              <a:buNone/>
              <a:defRPr sz="2400" b="1">
                <a:solidFill>
                  <a:schemeClr val="tx1"/>
                </a:solidFill>
                <a:effectLst/>
              </a:defRPr>
            </a:lvl1pPr>
          </a:lstStyle>
          <a:p>
            <a:pPr lvl="0"/>
            <a:r>
              <a:rPr lang="en-US"/>
              <a:t>Section Title</a:t>
            </a:r>
          </a:p>
        </p:txBody>
      </p:sp>
      <p:sp>
        <p:nvSpPr>
          <p:cNvPr id="9" name="Text Placeholder 11"/>
          <p:cNvSpPr>
            <a:spLocks noGrp="1"/>
          </p:cNvSpPr>
          <p:nvPr>
            <p:ph type="body" sz="quarter" idx="14" hasCustomPrompt="1"/>
          </p:nvPr>
        </p:nvSpPr>
        <p:spPr>
          <a:xfrm>
            <a:off x="239188" y="1266924"/>
            <a:ext cx="11713633" cy="561756"/>
          </a:xfrm>
          <a:prstGeom prst="rect">
            <a:avLst/>
          </a:prstGeom>
        </p:spPr>
        <p:txBody>
          <a:bodyPr vert="horz" anchor="b">
            <a:normAutofit/>
          </a:bodyPr>
          <a:lstStyle>
            <a:lvl1pPr marL="0" indent="0">
              <a:buNone/>
              <a:defRPr sz="1350" b="0">
                <a:solidFill>
                  <a:schemeClr val="tx1">
                    <a:lumMod val="50000"/>
                    <a:lumOff val="50000"/>
                  </a:schemeClr>
                </a:solidFill>
              </a:defRPr>
            </a:lvl1pPr>
          </a:lstStyle>
          <a:p>
            <a:pPr lvl="0"/>
            <a:r>
              <a:rPr lang="en-US"/>
              <a:t>Section #</a:t>
            </a:r>
          </a:p>
        </p:txBody>
      </p:sp>
      <p:sp>
        <p:nvSpPr>
          <p:cNvPr id="11" name="Rectangle 4"/>
          <p:cNvSpPr>
            <a:spLocks noGrp="1" noChangeArrowheads="1"/>
          </p:cNvSpPr>
          <p:nvPr>
            <p:ph type="ftr" sz="quarter" idx="11"/>
          </p:nvPr>
        </p:nvSpPr>
        <p:spPr>
          <a:xfrm>
            <a:off x="239184" y="6400800"/>
            <a:ext cx="9409211" cy="457200"/>
          </a:xfrm>
          <a:prstGeom prst="rect">
            <a:avLst/>
          </a:prstGeom>
          <a:ln/>
        </p:spPr>
        <p:txBody>
          <a:bodyPr/>
          <a:lstStyle>
            <a:lvl1pPr>
              <a:defRPr/>
            </a:lvl1pPr>
          </a:lstStyle>
          <a:p>
            <a:endParaRPr lang="en-US">
              <a:solidFill>
                <a:srgbClr val="000000"/>
              </a:solidFill>
            </a:endParaRPr>
          </a:p>
        </p:txBody>
      </p:sp>
    </p:spTree>
    <p:extLst>
      <p:ext uri="{BB962C8B-B14F-4D97-AF65-F5344CB8AC3E}">
        <p14:creationId xmlns:p14="http://schemas.microsoft.com/office/powerpoint/2010/main" val="1900400826"/>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p:cSld name="1_Section Header">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p:custDataLst>
              <p:tags r:id="rId1"/>
            </p:custDataLst>
          </p:nvPr>
        </p:nvGraphicFramePr>
        <p:xfrm>
          <a:off x="2119" y="1593"/>
          <a:ext cx="2116" cy="1587"/>
        </p:xfrm>
        <a:graphic>
          <a:graphicData uri="http://schemas.openxmlformats.org/presentationml/2006/ole">
            <mc:AlternateContent xmlns:mc="http://schemas.openxmlformats.org/markup-compatibility/2006">
              <mc:Choice xmlns:v="urn:schemas-microsoft-com:vml" Requires="v">
                <p:oleObj name="think-cell Slide" r:id="rId3" imgW="430" imgH="433" progId="TCLayout.ActiveDocument.1">
                  <p:embed/>
                </p:oleObj>
              </mc:Choice>
              <mc:Fallback>
                <p:oleObj name="think-cell Slide" r:id="rId3" imgW="430" imgH="433" progId="TCLayout.ActiveDocument.1">
                  <p:embed/>
                  <p:pic>
                    <p:nvPicPr>
                      <p:cNvPr id="3" name="Object 2" hidden="1"/>
                      <p:cNvPicPr/>
                      <p:nvPr/>
                    </p:nvPicPr>
                    <p:blipFill>
                      <a:blip r:embed="rId4"/>
                      <a:stretch>
                        <a:fillRect/>
                      </a:stretch>
                    </p:blipFill>
                    <p:spPr>
                      <a:xfrm>
                        <a:off x="2119" y="1593"/>
                        <a:ext cx="2116" cy="1587"/>
                      </a:xfrm>
                      <a:prstGeom prst="rect">
                        <a:avLst/>
                      </a:prstGeom>
                    </p:spPr>
                  </p:pic>
                </p:oleObj>
              </mc:Fallback>
            </mc:AlternateContent>
          </a:graphicData>
        </a:graphic>
      </p:graphicFrame>
      <p:grpSp>
        <p:nvGrpSpPr>
          <p:cNvPr id="2" name="Group 1"/>
          <p:cNvGrpSpPr/>
          <p:nvPr/>
        </p:nvGrpSpPr>
        <p:grpSpPr>
          <a:xfrm>
            <a:off x="0" y="1178584"/>
            <a:ext cx="12192000" cy="2547336"/>
            <a:chOff x="0" y="1178584"/>
            <a:chExt cx="12192000" cy="2547336"/>
          </a:xfrm>
        </p:grpSpPr>
        <p:grpSp>
          <p:nvGrpSpPr>
            <p:cNvPr id="5" name="Group 4"/>
            <p:cNvGrpSpPr/>
            <p:nvPr/>
          </p:nvGrpSpPr>
          <p:grpSpPr>
            <a:xfrm>
              <a:off x="4584735" y="1178585"/>
              <a:ext cx="7607265" cy="1277860"/>
              <a:chOff x="4242374" y="1266924"/>
              <a:chExt cx="7607265" cy="1277860"/>
            </a:xfrm>
          </p:grpSpPr>
          <p:pic>
            <p:nvPicPr>
              <p:cNvPr id="15"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l="66788"/>
              <a:stretch/>
            </p:blipFill>
            <p:spPr bwMode="auto">
              <a:xfrm>
                <a:off x="7458055" y="1266924"/>
                <a:ext cx="4049222" cy="6921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6"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r="97157" b="17268"/>
              <a:stretch/>
            </p:blipFill>
            <p:spPr bwMode="auto">
              <a:xfrm>
                <a:off x="4242374" y="1266924"/>
                <a:ext cx="3215680" cy="12778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8"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t="12683" r="99340" b="31624"/>
              <a:stretch/>
            </p:blipFill>
            <p:spPr bwMode="auto">
              <a:xfrm>
                <a:off x="10873398" y="1505214"/>
                <a:ext cx="616085" cy="38548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9"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l="66788" b="7541"/>
              <a:stretch/>
            </p:blipFill>
            <p:spPr bwMode="auto">
              <a:xfrm>
                <a:off x="6747364" y="1904828"/>
                <a:ext cx="4049222" cy="63995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7"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r="99746" b="50292"/>
              <a:stretch/>
            </p:blipFill>
            <p:spPr bwMode="auto">
              <a:xfrm>
                <a:off x="10181088" y="2094605"/>
                <a:ext cx="526195" cy="288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t="12683" r="99340" b="31624"/>
              <a:stretch/>
            </p:blipFill>
            <p:spPr bwMode="auto">
              <a:xfrm>
                <a:off x="11005120" y="1266924"/>
                <a:ext cx="844519" cy="12778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1"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t="12683" r="99340" b="31624"/>
              <a:stretch/>
            </p:blipFill>
            <p:spPr bwMode="auto">
              <a:xfrm>
                <a:off x="10662759" y="1724108"/>
                <a:ext cx="1186880" cy="82067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grpSp>
          <p:nvGrpSpPr>
            <p:cNvPr id="23" name="Group 22"/>
            <p:cNvGrpSpPr/>
            <p:nvPr/>
          </p:nvGrpSpPr>
          <p:grpSpPr>
            <a:xfrm>
              <a:off x="3169032" y="2448060"/>
              <a:ext cx="7607265" cy="1277860"/>
              <a:chOff x="4242374" y="1266924"/>
              <a:chExt cx="7607265" cy="1277860"/>
            </a:xfrm>
          </p:grpSpPr>
          <p:pic>
            <p:nvPicPr>
              <p:cNvPr id="24"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l="66788"/>
              <a:stretch/>
            </p:blipFill>
            <p:spPr bwMode="auto">
              <a:xfrm>
                <a:off x="7458055" y="1266924"/>
                <a:ext cx="4049222" cy="6921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5"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r="97157" b="17268"/>
              <a:stretch/>
            </p:blipFill>
            <p:spPr bwMode="auto">
              <a:xfrm>
                <a:off x="4242374" y="1266924"/>
                <a:ext cx="3215680" cy="12778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6"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t="12683" r="99340" b="31624"/>
              <a:stretch/>
            </p:blipFill>
            <p:spPr bwMode="auto">
              <a:xfrm>
                <a:off x="10873398" y="1505214"/>
                <a:ext cx="616085" cy="38548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7"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l="66788" b="7541"/>
              <a:stretch/>
            </p:blipFill>
            <p:spPr bwMode="auto">
              <a:xfrm>
                <a:off x="6747364" y="1904828"/>
                <a:ext cx="4049222" cy="63995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8"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r="99746" b="50292"/>
              <a:stretch/>
            </p:blipFill>
            <p:spPr bwMode="auto">
              <a:xfrm>
                <a:off x="10181088" y="2094605"/>
                <a:ext cx="526195" cy="288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9"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t="12683" r="99340" b="31624"/>
              <a:stretch/>
            </p:blipFill>
            <p:spPr bwMode="auto">
              <a:xfrm>
                <a:off x="11005120" y="1266924"/>
                <a:ext cx="844519" cy="12778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t="12683" r="99340" b="31624"/>
              <a:stretch/>
            </p:blipFill>
            <p:spPr bwMode="auto">
              <a:xfrm>
                <a:off x="10662759" y="1724108"/>
                <a:ext cx="1186880" cy="82067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pic>
          <p:nvPicPr>
            <p:cNvPr id="31"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t="12683" r="99340" b="31624"/>
            <a:stretch/>
          </p:blipFill>
          <p:spPr bwMode="auto">
            <a:xfrm>
              <a:off x="10662758" y="2453554"/>
              <a:ext cx="1529242" cy="127236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2"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t="12683" r="99340" b="31624"/>
            <a:stretch/>
          </p:blipFill>
          <p:spPr bwMode="auto">
            <a:xfrm>
              <a:off x="0" y="1178584"/>
              <a:ext cx="4648131" cy="254733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sp>
        <p:nvSpPr>
          <p:cNvPr id="10" name="Rectangle 9"/>
          <p:cNvSpPr/>
          <p:nvPr/>
        </p:nvSpPr>
        <p:spPr bwMode="auto">
          <a:xfrm>
            <a:off x="0" y="0"/>
            <a:ext cx="12192000" cy="1052736"/>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none" lIns="68580" tIns="34290" rIns="68580" bIns="34290" numCol="1" rtlCol="0" anchor="ctr" anchorCtr="0" compatLnSpc="1">
            <a:prstTxWarp prst="textNoShape">
              <a:avLst/>
            </a:prstTxWarp>
          </a:bodyPr>
          <a:lstStyle/>
          <a:p>
            <a:pPr algn="ctr" fontAlgn="base">
              <a:spcBef>
                <a:spcPct val="0"/>
              </a:spcBef>
              <a:spcAft>
                <a:spcPct val="0"/>
              </a:spcAft>
            </a:pPr>
            <a:endParaRPr lang="en-GB" sz="1425">
              <a:solidFill>
                <a:srgbClr val="2D2926"/>
              </a:solidFill>
              <a:latin typeface="Arial" charset="0"/>
            </a:endParaRPr>
          </a:p>
        </p:txBody>
      </p:sp>
      <p:sp>
        <p:nvSpPr>
          <p:cNvPr id="6" name="Rectangle 5"/>
          <p:cNvSpPr>
            <a:spLocks noGrp="1" noChangeArrowheads="1"/>
          </p:cNvSpPr>
          <p:nvPr>
            <p:ph type="sldNum" sz="quarter" idx="12"/>
          </p:nvPr>
        </p:nvSpPr>
        <p:spPr>
          <a:ln/>
        </p:spPr>
        <p:txBody>
          <a:bodyPr/>
          <a:lstStyle>
            <a:lvl1pPr>
              <a:defRPr/>
            </a:lvl1pPr>
          </a:lstStyle>
          <a:p>
            <a:fld id="{B3CE4FC1-9BFD-4D71-B62C-EB069A42157A}" type="slidenum">
              <a:rPr lang="en-US" smtClean="0">
                <a:solidFill>
                  <a:srgbClr val="000000"/>
                </a:solidFill>
              </a:rPr>
              <a:pPr/>
              <a:t>‹#›</a:t>
            </a:fld>
            <a:endParaRPr lang="en-US">
              <a:solidFill>
                <a:srgbClr val="000000"/>
              </a:solidFill>
            </a:endParaRPr>
          </a:p>
        </p:txBody>
      </p:sp>
      <p:sp>
        <p:nvSpPr>
          <p:cNvPr id="8" name="Text Placeholder 11"/>
          <p:cNvSpPr>
            <a:spLocks noGrp="1"/>
          </p:cNvSpPr>
          <p:nvPr>
            <p:ph type="body" sz="quarter" idx="13" hasCustomPrompt="1"/>
          </p:nvPr>
        </p:nvSpPr>
        <p:spPr>
          <a:xfrm>
            <a:off x="239185" y="2181578"/>
            <a:ext cx="8736139" cy="1463446"/>
          </a:xfrm>
          <a:prstGeom prst="rect">
            <a:avLst/>
          </a:prstGeom>
        </p:spPr>
        <p:txBody>
          <a:bodyPr vert="horz">
            <a:normAutofit/>
          </a:bodyPr>
          <a:lstStyle>
            <a:lvl1pPr marL="0" indent="0">
              <a:buNone/>
              <a:defRPr sz="2400" b="1">
                <a:solidFill>
                  <a:schemeClr val="bg1"/>
                </a:solidFill>
                <a:effectLst/>
              </a:defRPr>
            </a:lvl1pPr>
          </a:lstStyle>
          <a:p>
            <a:pPr lvl="0"/>
            <a:r>
              <a:rPr lang="en-US"/>
              <a:t>Section Title</a:t>
            </a:r>
          </a:p>
        </p:txBody>
      </p:sp>
      <p:sp>
        <p:nvSpPr>
          <p:cNvPr id="9" name="Text Placeholder 11"/>
          <p:cNvSpPr>
            <a:spLocks noGrp="1"/>
          </p:cNvSpPr>
          <p:nvPr>
            <p:ph type="body" sz="quarter" idx="14" hasCustomPrompt="1"/>
          </p:nvPr>
        </p:nvSpPr>
        <p:spPr>
          <a:xfrm>
            <a:off x="239185" y="1266924"/>
            <a:ext cx="8736139" cy="561756"/>
          </a:xfrm>
          <a:prstGeom prst="rect">
            <a:avLst/>
          </a:prstGeom>
        </p:spPr>
        <p:txBody>
          <a:bodyPr vert="horz" anchor="b">
            <a:normAutofit/>
          </a:bodyPr>
          <a:lstStyle>
            <a:lvl1pPr marL="0" indent="0">
              <a:buNone/>
              <a:defRPr sz="1350" b="0">
                <a:solidFill>
                  <a:schemeClr val="bg1"/>
                </a:solidFill>
              </a:defRPr>
            </a:lvl1pPr>
          </a:lstStyle>
          <a:p>
            <a:pPr lvl="0"/>
            <a:r>
              <a:rPr lang="en-US"/>
              <a:t>Section #</a:t>
            </a:r>
          </a:p>
        </p:txBody>
      </p:sp>
      <p:sp>
        <p:nvSpPr>
          <p:cNvPr id="11" name="Rectangle 4"/>
          <p:cNvSpPr>
            <a:spLocks noGrp="1" noChangeArrowheads="1"/>
          </p:cNvSpPr>
          <p:nvPr>
            <p:ph type="ftr" sz="quarter" idx="11"/>
          </p:nvPr>
        </p:nvSpPr>
        <p:spPr>
          <a:xfrm>
            <a:off x="239184" y="6400800"/>
            <a:ext cx="9409211" cy="457200"/>
          </a:xfrm>
          <a:prstGeom prst="rect">
            <a:avLst/>
          </a:prstGeom>
          <a:ln/>
        </p:spPr>
        <p:txBody>
          <a:bodyPr/>
          <a:lstStyle>
            <a:lvl1pPr>
              <a:defRPr/>
            </a:lvl1pPr>
          </a:lstStyle>
          <a:p>
            <a:endParaRPr lang="en-US">
              <a:solidFill>
                <a:srgbClr val="000000"/>
              </a:solidFill>
            </a:endParaRPr>
          </a:p>
        </p:txBody>
      </p:sp>
      <p:pic>
        <p:nvPicPr>
          <p:cNvPr id="14" name="Picture 3"/>
          <p:cNvPicPr>
            <a:picLocks noChangeAspect="1" noChangeArrowheads="1"/>
          </p:cNvPicPr>
          <p:nvPr/>
        </p:nvPicPr>
        <p:blipFill rotWithShape="1">
          <a:blip r:embed="rId6">
            <a:extLst>
              <a:ext uri="{28A0092B-C50C-407E-A947-70E740481C1C}">
                <a14:useLocalDpi xmlns:a14="http://schemas.microsoft.com/office/drawing/2010/main" val="0"/>
              </a:ext>
            </a:extLst>
          </a:blip>
          <a:srcRect t="13116" r="76604" b="25471"/>
          <a:stretch/>
        </p:blipFill>
        <p:spPr bwMode="auto">
          <a:xfrm>
            <a:off x="11399100" y="3113151"/>
            <a:ext cx="627693" cy="53187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35" name="Straight Connector 34"/>
          <p:cNvCxnSpPr/>
          <p:nvPr/>
        </p:nvCxnSpPr>
        <p:spPr bwMode="auto">
          <a:xfrm>
            <a:off x="239184" y="2006353"/>
            <a:ext cx="8875152" cy="0"/>
          </a:xfrm>
          <a:prstGeom prst="line">
            <a:avLst/>
          </a:prstGeom>
          <a:ln w="28575">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25984114"/>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p:cSld name="Title + Text Box Layout">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custDataLst>
              <p:tags r:id="rId1"/>
            </p:custDataLst>
          </p:nvPr>
        </p:nvGraphicFramePr>
        <p:xfrm>
          <a:off x="1589" y="1592"/>
          <a:ext cx="1587" cy="1587"/>
        </p:xfrm>
        <a:graphic>
          <a:graphicData uri="http://schemas.openxmlformats.org/presentationml/2006/ole">
            <mc:AlternateContent xmlns:mc="http://schemas.openxmlformats.org/markup-compatibility/2006">
              <mc:Choice xmlns:v="urn:schemas-microsoft-com:vml" Requires="v">
                <p:oleObj name="think-cell Slide" r:id="rId3" imgW="430" imgH="433" progId="TCLayout.ActiveDocument.1">
                  <p:embed/>
                </p:oleObj>
              </mc:Choice>
              <mc:Fallback>
                <p:oleObj name="think-cell Slide" r:id="rId3" imgW="430" imgH="433" progId="TCLayout.ActiveDocument.1">
                  <p:embed/>
                  <p:pic>
                    <p:nvPicPr>
                      <p:cNvPr id="2" name="Object 1" hidden="1"/>
                      <p:cNvPicPr/>
                      <p:nvPr/>
                    </p:nvPicPr>
                    <p:blipFill>
                      <a:blip r:embed="rId4"/>
                      <a:stretch>
                        <a:fillRect/>
                      </a:stretch>
                    </p:blipFill>
                    <p:spPr>
                      <a:xfrm>
                        <a:off x="1589" y="1592"/>
                        <a:ext cx="1587" cy="1587"/>
                      </a:xfrm>
                      <a:prstGeom prst="rect">
                        <a:avLst/>
                      </a:prstGeom>
                    </p:spPr>
                  </p:pic>
                </p:oleObj>
              </mc:Fallback>
            </mc:AlternateContent>
          </a:graphicData>
        </a:graphic>
      </p:graphicFrame>
      <p:sp>
        <p:nvSpPr>
          <p:cNvPr id="6" name="Title 1"/>
          <p:cNvSpPr>
            <a:spLocks noGrp="1"/>
          </p:cNvSpPr>
          <p:nvPr>
            <p:ph type="title"/>
          </p:nvPr>
        </p:nvSpPr>
        <p:spPr>
          <a:xfrm>
            <a:off x="239185" y="0"/>
            <a:ext cx="10273307" cy="648000"/>
          </a:xfrm>
          <a:prstGeom prst="rect">
            <a:avLst/>
          </a:prstGeom>
        </p:spPr>
        <p:txBody>
          <a:bodyPr lIns="0" tIns="0" rIns="0" bIns="0" anchor="ctr">
            <a:normAutofit/>
          </a:bodyPr>
          <a:lstStyle>
            <a:lvl1pPr>
              <a:defRPr sz="1500">
                <a:latin typeface="Calibri" panose="020F0502020204030204" pitchFamily="34" charset="0"/>
              </a:defRPr>
            </a:lvl1pPr>
          </a:lstStyle>
          <a:p>
            <a:r>
              <a:rPr lang="en-US"/>
              <a:t>Click to edit Master title style</a:t>
            </a:r>
            <a:endParaRPr lang="en-GB"/>
          </a:p>
        </p:txBody>
      </p:sp>
      <p:sp>
        <p:nvSpPr>
          <p:cNvPr id="7" name="Rectangle 4"/>
          <p:cNvSpPr>
            <a:spLocks noGrp="1" noChangeArrowheads="1"/>
          </p:cNvSpPr>
          <p:nvPr>
            <p:ph type="ftr" sz="quarter" idx="11"/>
          </p:nvPr>
        </p:nvSpPr>
        <p:spPr>
          <a:xfrm>
            <a:off x="239184" y="6400800"/>
            <a:ext cx="9409211" cy="457200"/>
          </a:xfrm>
          <a:prstGeom prst="rect">
            <a:avLst/>
          </a:prstGeom>
          <a:ln/>
        </p:spPr>
        <p:txBody>
          <a:bodyPr/>
          <a:lstStyle>
            <a:lvl1pPr>
              <a:defRPr/>
            </a:lvl1pPr>
          </a:lstStyle>
          <a:p>
            <a:endParaRPr lang="en-US">
              <a:solidFill>
                <a:srgbClr val="000000"/>
              </a:solidFill>
            </a:endParaRPr>
          </a:p>
        </p:txBody>
      </p:sp>
      <p:sp>
        <p:nvSpPr>
          <p:cNvPr id="8" name="Rectangle 5"/>
          <p:cNvSpPr>
            <a:spLocks noGrp="1" noChangeArrowheads="1"/>
          </p:cNvSpPr>
          <p:nvPr>
            <p:ph type="sldNum" sz="quarter" idx="12"/>
          </p:nvPr>
        </p:nvSpPr>
        <p:spPr>
          <a:xfrm>
            <a:off x="11664620" y="6400800"/>
            <a:ext cx="527381" cy="457200"/>
          </a:xfrm>
          <a:ln/>
        </p:spPr>
        <p:txBody>
          <a:bodyPr/>
          <a:lstStyle>
            <a:lvl1pPr>
              <a:defRPr/>
            </a:lvl1pPr>
          </a:lstStyle>
          <a:p>
            <a:fld id="{B3CE4FC1-9BFD-4D71-B62C-EB069A42157A}" type="slidenum">
              <a:rPr lang="en-US" smtClean="0">
                <a:solidFill>
                  <a:srgbClr val="000000"/>
                </a:solidFill>
              </a:rPr>
              <a:pPr/>
              <a:t>‹#›</a:t>
            </a:fld>
            <a:endParaRPr lang="en-US">
              <a:solidFill>
                <a:srgbClr val="000000"/>
              </a:solidFill>
            </a:endParaRPr>
          </a:p>
        </p:txBody>
      </p:sp>
      <p:sp>
        <p:nvSpPr>
          <p:cNvPr id="5" name="Text Placeholder 4"/>
          <p:cNvSpPr>
            <a:spLocks noGrp="1"/>
          </p:cNvSpPr>
          <p:nvPr>
            <p:ph type="body" sz="quarter" idx="13" hasCustomPrompt="1"/>
          </p:nvPr>
        </p:nvSpPr>
        <p:spPr>
          <a:xfrm>
            <a:off x="239184" y="836712"/>
            <a:ext cx="11329424" cy="1655762"/>
          </a:xfrm>
          <a:prstGeom prst="rect">
            <a:avLst/>
          </a:prstGeom>
        </p:spPr>
        <p:txBody>
          <a:bodyPr/>
          <a:lstStyle>
            <a:lvl1pPr marL="0" marR="0" indent="0" algn="l" defTabSz="685800" rtl="0" eaLnBrk="1" fontAlgn="base" latinLnBrk="0" hangingPunct="1">
              <a:lnSpc>
                <a:spcPct val="100000"/>
              </a:lnSpc>
              <a:spcBef>
                <a:spcPct val="20000"/>
              </a:spcBef>
              <a:spcAft>
                <a:spcPct val="0"/>
              </a:spcAft>
              <a:buClr>
                <a:srgbClr val="C00000"/>
              </a:buClr>
              <a:buSzTx/>
              <a:buFontTx/>
              <a:buNone/>
              <a:tabLst/>
              <a:defRPr kumimoji="0" lang="en-US" sz="1350" b="0" i="0" u="none" strike="noStrike" kern="0" cap="none" spc="0" normalizeH="0" baseline="0" noProof="0">
                <a:ln>
                  <a:noFill/>
                </a:ln>
                <a:solidFill>
                  <a:schemeClr val="tx1"/>
                </a:solidFill>
                <a:effectLst/>
                <a:uLnTx/>
                <a:uFillTx/>
              </a:defRPr>
            </a:lvl1pPr>
            <a:lvl2pPr marL="557213" marR="0" indent="-214313" algn="l" defTabSz="685800" rtl="0" eaLnBrk="1" fontAlgn="base" latinLnBrk="0" hangingPunct="1">
              <a:lnSpc>
                <a:spcPct val="100000"/>
              </a:lnSpc>
              <a:spcBef>
                <a:spcPct val="20000"/>
              </a:spcBef>
              <a:spcAft>
                <a:spcPct val="0"/>
              </a:spcAft>
              <a:buClr>
                <a:srgbClr val="C00000"/>
              </a:buClr>
              <a:buSzTx/>
              <a:buFontTx/>
              <a:buChar char="–"/>
              <a:tabLst/>
              <a:defRPr kumimoji="0" lang="en-US" sz="1200" b="0" i="0" u="none" strike="noStrike" kern="0" cap="none" spc="0" normalizeH="0" baseline="0" noProof="0">
                <a:ln>
                  <a:noFill/>
                </a:ln>
                <a:solidFill>
                  <a:schemeClr val="tx1"/>
                </a:solidFill>
                <a:effectLst/>
                <a:uLnTx/>
                <a:uFillTx/>
              </a:defRPr>
            </a:lvl2pPr>
            <a:lvl3pPr marL="857250" marR="0" indent="-171450" algn="l" defTabSz="685800" rtl="0" eaLnBrk="1" fontAlgn="base" latinLnBrk="0" hangingPunct="1">
              <a:lnSpc>
                <a:spcPct val="100000"/>
              </a:lnSpc>
              <a:spcBef>
                <a:spcPct val="20000"/>
              </a:spcBef>
              <a:spcAft>
                <a:spcPct val="0"/>
              </a:spcAft>
              <a:buClr>
                <a:srgbClr val="C00000"/>
              </a:buClr>
              <a:buSzTx/>
              <a:buFontTx/>
              <a:buChar char="•"/>
              <a:tabLst/>
              <a:defRPr kumimoji="0" lang="en-US" sz="1050" b="0" i="0" u="none" strike="noStrike" kern="0" cap="none" spc="0" normalizeH="0" baseline="0" noProof="0">
                <a:ln>
                  <a:noFill/>
                </a:ln>
                <a:solidFill>
                  <a:schemeClr val="tx1"/>
                </a:solidFill>
                <a:effectLst/>
                <a:uLnTx/>
                <a:uFillTx/>
              </a:defRPr>
            </a:lvl3pPr>
            <a:lvl4pPr marL="1200150" marR="0" indent="-171450" algn="l" defTabSz="685800" rtl="0" eaLnBrk="1" fontAlgn="base" latinLnBrk="0" hangingPunct="1">
              <a:lnSpc>
                <a:spcPct val="100000"/>
              </a:lnSpc>
              <a:spcBef>
                <a:spcPct val="20000"/>
              </a:spcBef>
              <a:spcAft>
                <a:spcPct val="0"/>
              </a:spcAft>
              <a:buClr>
                <a:srgbClr val="C00000"/>
              </a:buClr>
              <a:buSzTx/>
              <a:buFontTx/>
              <a:buChar char="–"/>
              <a:tabLst/>
              <a:defRPr kumimoji="0" lang="en-US" sz="1050" b="0" i="0" u="none" strike="noStrike" kern="0" cap="none" spc="0" normalizeH="0" baseline="0" noProof="0">
                <a:ln>
                  <a:noFill/>
                </a:ln>
                <a:solidFill>
                  <a:schemeClr val="tx1"/>
                </a:solidFill>
                <a:effectLst/>
                <a:uLnTx/>
                <a:uFillTx/>
              </a:defRPr>
            </a:lvl4pPr>
            <a:lvl5pPr marL="1543050" marR="0" indent="-171450" algn="l" defTabSz="685800" rtl="0" eaLnBrk="1" fontAlgn="base" latinLnBrk="0" hangingPunct="1">
              <a:lnSpc>
                <a:spcPct val="100000"/>
              </a:lnSpc>
              <a:spcBef>
                <a:spcPct val="20000"/>
              </a:spcBef>
              <a:spcAft>
                <a:spcPct val="0"/>
              </a:spcAft>
              <a:buClr>
                <a:srgbClr val="C00000"/>
              </a:buClr>
              <a:buSzTx/>
              <a:buFontTx/>
              <a:buChar char="»"/>
              <a:tabLst/>
              <a:defRPr kumimoji="0" lang="en-US" sz="1050" b="0" i="0" u="none" strike="noStrike" kern="0" cap="none" spc="0" normalizeH="0" baseline="0" noProof="0">
                <a:ln>
                  <a:noFill/>
                </a:ln>
                <a:solidFill>
                  <a:schemeClr val="tx1"/>
                </a:solidFill>
                <a:effectLst/>
                <a:uLnTx/>
                <a:uFillTx/>
              </a:defRPr>
            </a:lvl5pPr>
            <a:lvl6pPr marL="0" marR="0" indent="0" algn="l" defTabSz="685800" rtl="0" eaLnBrk="1" fontAlgn="base" latinLnBrk="0" hangingPunct="1">
              <a:lnSpc>
                <a:spcPct val="100000"/>
              </a:lnSpc>
              <a:spcBef>
                <a:spcPct val="20000"/>
              </a:spcBef>
              <a:spcAft>
                <a:spcPct val="0"/>
              </a:spcAft>
              <a:buClr>
                <a:srgbClr val="C00000"/>
              </a:buClr>
              <a:buSzTx/>
              <a:buFontTx/>
              <a:buNone/>
              <a:tabLst/>
              <a:defRPr>
                <a:solidFill>
                  <a:schemeClr val="tx1"/>
                </a:solidFill>
              </a:defRPr>
            </a:lvl6pPr>
            <a:lvl8pPr marL="0" marR="0" indent="0" algn="l" defTabSz="685800" rtl="0" eaLnBrk="1" fontAlgn="base" latinLnBrk="0" hangingPunct="1">
              <a:lnSpc>
                <a:spcPct val="100000"/>
              </a:lnSpc>
              <a:spcBef>
                <a:spcPct val="20000"/>
              </a:spcBef>
              <a:spcAft>
                <a:spcPct val="0"/>
              </a:spcAft>
              <a:buClrTx/>
              <a:buSzTx/>
              <a:buFontTx/>
              <a:buNone/>
              <a:tabLst/>
              <a:defRPr/>
            </a:lvl8pPr>
            <a:lvl9pPr marL="0" marR="0" indent="0" algn="l" defTabSz="685800" rtl="0" eaLnBrk="1" fontAlgn="base" latinLnBrk="0" hangingPunct="1">
              <a:lnSpc>
                <a:spcPct val="100000"/>
              </a:lnSpc>
              <a:spcBef>
                <a:spcPct val="20000"/>
              </a:spcBef>
              <a:spcAft>
                <a:spcPct val="0"/>
              </a:spcAft>
              <a:buClrTx/>
              <a:buSzTx/>
              <a:buFontTx/>
              <a:buNone/>
              <a:tabLst/>
              <a:defRPr/>
            </a:lvl9pPr>
          </a:lstStyle>
          <a:p>
            <a:pPr marL="257175" marR="0" lvl="0" indent="-257175" algn="l" defTabSz="685800" rtl="0" eaLnBrk="1" fontAlgn="base" latinLnBrk="0" hangingPunct="1">
              <a:lnSpc>
                <a:spcPct val="100000"/>
              </a:lnSpc>
              <a:spcBef>
                <a:spcPct val="20000"/>
              </a:spcBef>
              <a:spcAft>
                <a:spcPct val="0"/>
              </a:spcAft>
              <a:buClrTx/>
              <a:buSzTx/>
              <a:buFontTx/>
              <a:buChar char="•"/>
              <a:tabLst/>
              <a:defRPr/>
            </a:pPr>
            <a:r>
              <a:rPr kumimoji="0" lang="en-US" sz="1350" b="0" i="0" u="none" strike="noStrike" kern="0" cap="none" spc="0" normalizeH="0" baseline="0" noProof="0">
                <a:ln>
                  <a:noFill/>
                </a:ln>
                <a:solidFill>
                  <a:srgbClr val="575757"/>
                </a:solidFill>
                <a:effectLst/>
                <a:uLnTx/>
                <a:uFillTx/>
                <a:latin typeface="+mn-lt"/>
              </a:rPr>
              <a:t>Edit Master text styles</a:t>
            </a:r>
          </a:p>
          <a:p>
            <a:pPr marL="557213" marR="0" lvl="1" indent="-214313" algn="l" defTabSz="685800" rtl="0" eaLnBrk="1" fontAlgn="base" latinLnBrk="0" hangingPunct="1">
              <a:lnSpc>
                <a:spcPct val="100000"/>
              </a:lnSpc>
              <a:spcBef>
                <a:spcPct val="20000"/>
              </a:spcBef>
              <a:spcAft>
                <a:spcPct val="0"/>
              </a:spcAft>
              <a:buClrTx/>
              <a:buSzTx/>
              <a:buFontTx/>
              <a:buChar char="–"/>
              <a:tabLst/>
              <a:defRPr/>
            </a:pPr>
            <a:r>
              <a:rPr kumimoji="0" lang="en-US" sz="1200" b="0" i="0" u="none" strike="noStrike" kern="0" cap="none" spc="0" normalizeH="0" baseline="0" noProof="0">
                <a:ln>
                  <a:noFill/>
                </a:ln>
                <a:solidFill>
                  <a:srgbClr val="575757"/>
                </a:solidFill>
                <a:effectLst/>
                <a:uLnTx/>
                <a:uFillTx/>
                <a:latin typeface="+mn-lt"/>
              </a:rPr>
              <a:t>Second level</a:t>
            </a:r>
          </a:p>
          <a:p>
            <a:pPr marL="857250" marR="0" lvl="2" indent="-171450" algn="l" defTabSz="685800" rtl="0" eaLnBrk="1" fontAlgn="base" latinLnBrk="0" hangingPunct="1">
              <a:lnSpc>
                <a:spcPct val="100000"/>
              </a:lnSpc>
              <a:spcBef>
                <a:spcPct val="20000"/>
              </a:spcBef>
              <a:spcAft>
                <a:spcPct val="0"/>
              </a:spcAft>
              <a:buClrTx/>
              <a:buSzTx/>
              <a:buFontTx/>
              <a:buChar char="•"/>
              <a:tabLst/>
              <a:defRPr/>
            </a:pPr>
            <a:r>
              <a:rPr kumimoji="0" lang="en-US" sz="1050" b="0" i="0" u="none" strike="noStrike" kern="0" cap="none" spc="0" normalizeH="0" baseline="0" noProof="0">
                <a:ln>
                  <a:noFill/>
                </a:ln>
                <a:solidFill>
                  <a:srgbClr val="575757"/>
                </a:solidFill>
                <a:effectLst/>
                <a:uLnTx/>
                <a:uFillTx/>
                <a:latin typeface="+mn-lt"/>
              </a:rPr>
              <a:t>Third level</a:t>
            </a:r>
          </a:p>
          <a:p>
            <a:pPr marL="1200150" marR="0" lvl="3" indent="-171450" algn="l" defTabSz="685800" rtl="0" eaLnBrk="1" fontAlgn="base" latinLnBrk="0" hangingPunct="1">
              <a:lnSpc>
                <a:spcPct val="100000"/>
              </a:lnSpc>
              <a:spcBef>
                <a:spcPct val="20000"/>
              </a:spcBef>
              <a:spcAft>
                <a:spcPct val="0"/>
              </a:spcAft>
              <a:buClrTx/>
              <a:buSzTx/>
              <a:buFontTx/>
              <a:buChar char="–"/>
              <a:tabLst/>
              <a:defRPr/>
            </a:pPr>
            <a:r>
              <a:rPr kumimoji="0" lang="en-US" sz="1050" b="0" i="0" u="none" strike="noStrike" kern="0" cap="none" spc="0" normalizeH="0" baseline="0" noProof="0">
                <a:ln>
                  <a:noFill/>
                </a:ln>
                <a:solidFill>
                  <a:srgbClr val="575757"/>
                </a:solidFill>
                <a:effectLst/>
                <a:uLnTx/>
                <a:uFillTx/>
                <a:latin typeface="+mn-lt"/>
              </a:rPr>
              <a:t>Fourth level</a:t>
            </a:r>
          </a:p>
          <a:p>
            <a:pPr marL="1543050" marR="0" lvl="4" indent="-171450" algn="l" defTabSz="685800" rtl="0" eaLnBrk="1" fontAlgn="base" latinLnBrk="0" hangingPunct="1">
              <a:lnSpc>
                <a:spcPct val="100000"/>
              </a:lnSpc>
              <a:spcBef>
                <a:spcPct val="20000"/>
              </a:spcBef>
              <a:spcAft>
                <a:spcPct val="0"/>
              </a:spcAft>
              <a:buClrTx/>
              <a:buSzTx/>
              <a:buFontTx/>
              <a:buChar char="»"/>
              <a:tabLst/>
              <a:defRPr/>
            </a:pPr>
            <a:r>
              <a:rPr kumimoji="0" lang="en-US" sz="1050" b="0" i="0" u="none" strike="noStrike" kern="0" cap="none" spc="0" normalizeH="0" baseline="0" noProof="0">
                <a:ln>
                  <a:noFill/>
                </a:ln>
                <a:solidFill>
                  <a:srgbClr val="575757"/>
                </a:solidFill>
                <a:effectLst/>
                <a:uLnTx/>
                <a:uFillTx/>
                <a:latin typeface="+mn-lt"/>
              </a:rPr>
              <a:t>Fifth level</a:t>
            </a:r>
          </a:p>
          <a:p>
            <a:pPr marL="1885950" marR="0" lvl="5" indent="-171450" algn="l" defTabSz="685800" rtl="0" eaLnBrk="1" fontAlgn="base" latinLnBrk="0" hangingPunct="1">
              <a:lnSpc>
                <a:spcPct val="100000"/>
              </a:lnSpc>
              <a:spcBef>
                <a:spcPct val="20000"/>
              </a:spcBef>
              <a:spcAft>
                <a:spcPct val="0"/>
              </a:spcAft>
              <a:buClrTx/>
              <a:buSzTx/>
              <a:buFontTx/>
              <a:buChar char="»"/>
              <a:tabLst/>
              <a:defRPr/>
            </a:pPr>
            <a:r>
              <a:rPr kumimoji="0" lang="en-US" sz="1350" b="0" i="0" u="none" strike="noStrike" kern="0" cap="none" spc="0" normalizeH="0" baseline="0" noProof="0">
                <a:ln>
                  <a:noFill/>
                </a:ln>
                <a:solidFill>
                  <a:srgbClr val="575757"/>
                </a:solidFill>
                <a:effectLst/>
                <a:uLnTx/>
                <a:uFillTx/>
                <a:latin typeface="+mn-lt"/>
              </a:rPr>
              <a:t>Level six</a:t>
            </a:r>
          </a:p>
          <a:p>
            <a:pPr marL="0" marR="0" lvl="5" indent="0" algn="l" defTabSz="685800" rtl="0" eaLnBrk="1" fontAlgn="base" latinLnBrk="0" hangingPunct="1">
              <a:lnSpc>
                <a:spcPct val="100000"/>
              </a:lnSpc>
              <a:spcBef>
                <a:spcPct val="20000"/>
              </a:spcBef>
              <a:spcAft>
                <a:spcPct val="0"/>
              </a:spcAft>
              <a:buClrTx/>
              <a:buSzTx/>
              <a:buFontTx/>
              <a:buNone/>
              <a:tabLst/>
              <a:defRPr/>
            </a:pPr>
            <a:r>
              <a:rPr kumimoji="0" lang="en-US" sz="1350" b="1" i="0" u="none" strike="noStrike" kern="0" cap="none" spc="0" normalizeH="0" baseline="0" noProof="0">
                <a:ln>
                  <a:noFill/>
                </a:ln>
                <a:solidFill>
                  <a:schemeClr val="accent3"/>
                </a:solidFill>
                <a:effectLst/>
                <a:uLnTx/>
                <a:uFillTx/>
                <a:latin typeface="+mn-lt"/>
              </a:rPr>
              <a:t>Level seven</a:t>
            </a:r>
          </a:p>
          <a:p>
            <a:pPr marL="0" marR="0" lvl="7" indent="0" algn="l" defTabSz="685800" rtl="0" eaLnBrk="1" fontAlgn="base" latinLnBrk="0" hangingPunct="1">
              <a:lnSpc>
                <a:spcPct val="100000"/>
              </a:lnSpc>
              <a:spcBef>
                <a:spcPct val="20000"/>
              </a:spcBef>
              <a:spcAft>
                <a:spcPct val="0"/>
              </a:spcAft>
              <a:buClrTx/>
              <a:buSzTx/>
              <a:buFontTx/>
              <a:buNone/>
              <a:tabLst/>
              <a:defRPr/>
            </a:pPr>
            <a:r>
              <a:rPr kumimoji="0" lang="en-US" sz="1350" b="0" i="0" u="none" strike="noStrike" kern="0" cap="none" spc="0" normalizeH="0" baseline="0" noProof="0">
                <a:ln>
                  <a:noFill/>
                </a:ln>
                <a:solidFill>
                  <a:srgbClr val="C00000"/>
                </a:solidFill>
                <a:effectLst/>
                <a:uLnTx/>
                <a:uFillTx/>
                <a:latin typeface="+mn-lt"/>
              </a:rPr>
              <a:t>Level eight</a:t>
            </a:r>
          </a:p>
          <a:p>
            <a:pPr marL="0" marR="0" lvl="8" indent="0" algn="l" defTabSz="685800" rtl="0" eaLnBrk="1" fontAlgn="base" latinLnBrk="0" hangingPunct="1">
              <a:lnSpc>
                <a:spcPct val="100000"/>
              </a:lnSpc>
              <a:spcBef>
                <a:spcPct val="20000"/>
              </a:spcBef>
              <a:spcAft>
                <a:spcPct val="0"/>
              </a:spcAft>
              <a:buClrTx/>
              <a:buSzTx/>
              <a:buFontTx/>
              <a:buNone/>
              <a:tabLst/>
              <a:defRPr/>
            </a:pPr>
            <a:r>
              <a:rPr kumimoji="0" lang="en-US" sz="1200" b="0" i="0" u="none" strike="noStrike" kern="0" cap="none" spc="0" normalizeH="0" baseline="0" noProof="0">
                <a:ln>
                  <a:noFill/>
                </a:ln>
                <a:solidFill>
                  <a:srgbClr val="575757"/>
                </a:solidFill>
                <a:effectLst/>
                <a:uLnTx/>
                <a:uFillTx/>
                <a:latin typeface="+mn-lt"/>
              </a:rPr>
              <a:t>Level nine</a:t>
            </a:r>
          </a:p>
        </p:txBody>
      </p:sp>
    </p:spTree>
    <p:extLst>
      <p:ext uri="{BB962C8B-B14F-4D97-AF65-F5344CB8AC3E}">
        <p14:creationId xmlns:p14="http://schemas.microsoft.com/office/powerpoint/2010/main" val="3961428587"/>
      </p:ext>
    </p:extLst>
  </p:cSld>
  <p:clrMapOvr>
    <a:masterClrMapping/>
  </p:clrMapOvr>
  <p:extLst>
    <p:ext uri="{DCECCB84-F9BA-43D5-87BE-67443E8EF086}">
      <p15:sldGuideLst xmlns:p15="http://schemas.microsoft.com/office/powerpoint/2012/main">
        <p15:guide id="1" orient="horz" pos="2160">
          <p15:clr>
            <a:srgbClr val="FBAE40"/>
          </p15:clr>
        </p15:guide>
        <p15:guide id="2" pos="5120">
          <p15:clr>
            <a:srgbClr val="FBAE40"/>
          </p15:clr>
        </p15:guide>
        <p15:guide id="3" pos="191">
          <p15:clr>
            <a:srgbClr val="FBAE40"/>
          </p15:clr>
        </p15:guide>
        <p15:guide id="4" pos="10049">
          <p15:clr>
            <a:srgbClr val="FBAE40"/>
          </p15:clr>
        </p15:guide>
        <p15:guide id="5" orient="horz" pos="4020">
          <p15:clr>
            <a:srgbClr val="FBAE40"/>
          </p15:clr>
        </p15:guide>
        <p15:guide id="6" orient="horz" pos="527">
          <p15:clr>
            <a:srgbClr val="FBAE40"/>
          </p15:clr>
        </p15:guide>
      </p15:sldGuideLst>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p:cSld name="Title Only Layout">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custDataLst>
              <p:tags r:id="rId1"/>
            </p:custDataLst>
          </p:nvPr>
        </p:nvGraphicFramePr>
        <p:xfrm>
          <a:off x="2119" y="1593"/>
          <a:ext cx="2116" cy="1587"/>
        </p:xfrm>
        <a:graphic>
          <a:graphicData uri="http://schemas.openxmlformats.org/presentationml/2006/ole">
            <mc:AlternateContent xmlns:mc="http://schemas.openxmlformats.org/markup-compatibility/2006">
              <mc:Choice xmlns:v="urn:schemas-microsoft-com:vml" Requires="v">
                <p:oleObj name="think-cell Slide" r:id="rId3" imgW="430" imgH="433" progId="TCLayout.ActiveDocument.1">
                  <p:embed/>
                </p:oleObj>
              </mc:Choice>
              <mc:Fallback>
                <p:oleObj name="think-cell Slide" r:id="rId3" imgW="430" imgH="433" progId="TCLayout.ActiveDocument.1">
                  <p:embed/>
                  <p:pic>
                    <p:nvPicPr>
                      <p:cNvPr id="2" name="Object 1" hidden="1"/>
                      <p:cNvPicPr/>
                      <p:nvPr/>
                    </p:nvPicPr>
                    <p:blipFill>
                      <a:blip r:embed="rId4"/>
                      <a:stretch>
                        <a:fillRect/>
                      </a:stretch>
                    </p:blipFill>
                    <p:spPr>
                      <a:xfrm>
                        <a:off x="2119" y="1593"/>
                        <a:ext cx="2116" cy="1587"/>
                      </a:xfrm>
                      <a:prstGeom prst="rect">
                        <a:avLst/>
                      </a:prstGeom>
                    </p:spPr>
                  </p:pic>
                </p:oleObj>
              </mc:Fallback>
            </mc:AlternateContent>
          </a:graphicData>
        </a:graphic>
      </p:graphicFrame>
      <p:sp>
        <p:nvSpPr>
          <p:cNvPr id="8" name="Rectangle 5"/>
          <p:cNvSpPr>
            <a:spLocks noGrp="1" noChangeArrowheads="1"/>
          </p:cNvSpPr>
          <p:nvPr>
            <p:ph type="sldNum" sz="quarter" idx="12"/>
          </p:nvPr>
        </p:nvSpPr>
        <p:spPr>
          <a:xfrm>
            <a:off x="11664620" y="6400800"/>
            <a:ext cx="527381" cy="457200"/>
          </a:xfrm>
          <a:ln/>
        </p:spPr>
        <p:txBody>
          <a:bodyPr/>
          <a:lstStyle>
            <a:lvl1pPr>
              <a:defRPr/>
            </a:lvl1pPr>
          </a:lstStyle>
          <a:p>
            <a:fld id="{B3CE4FC1-9BFD-4D71-B62C-EB069A42157A}" type="slidenum">
              <a:rPr lang="en-US" smtClean="0">
                <a:solidFill>
                  <a:srgbClr val="000000"/>
                </a:solidFill>
              </a:rPr>
              <a:pPr/>
              <a:t>‹#›</a:t>
            </a:fld>
            <a:endParaRPr lang="en-US">
              <a:solidFill>
                <a:srgbClr val="000000"/>
              </a:solidFill>
            </a:endParaRPr>
          </a:p>
        </p:txBody>
      </p:sp>
      <p:sp>
        <p:nvSpPr>
          <p:cNvPr id="9" name="Title 1"/>
          <p:cNvSpPr>
            <a:spLocks noGrp="1"/>
          </p:cNvSpPr>
          <p:nvPr>
            <p:ph type="title"/>
          </p:nvPr>
        </p:nvSpPr>
        <p:spPr>
          <a:xfrm>
            <a:off x="239185" y="0"/>
            <a:ext cx="10273307" cy="648000"/>
          </a:xfrm>
          <a:prstGeom prst="rect">
            <a:avLst/>
          </a:prstGeom>
        </p:spPr>
        <p:txBody>
          <a:bodyPr lIns="0" tIns="0" rIns="0" bIns="0" anchor="ctr">
            <a:normAutofit/>
          </a:bodyPr>
          <a:lstStyle>
            <a:lvl1pPr>
              <a:defRPr sz="1500">
                <a:latin typeface="Calibri" panose="020F0502020204030204" pitchFamily="34" charset="0"/>
              </a:defRPr>
            </a:lvl1pPr>
          </a:lstStyle>
          <a:p>
            <a:r>
              <a:rPr lang="en-US"/>
              <a:t>Click to edit Master title style</a:t>
            </a:r>
            <a:endParaRPr lang="en-GB"/>
          </a:p>
        </p:txBody>
      </p:sp>
      <p:sp>
        <p:nvSpPr>
          <p:cNvPr id="6" name="Rectangle 4"/>
          <p:cNvSpPr>
            <a:spLocks noGrp="1" noChangeArrowheads="1"/>
          </p:cNvSpPr>
          <p:nvPr>
            <p:ph type="ftr" sz="quarter" idx="11"/>
          </p:nvPr>
        </p:nvSpPr>
        <p:spPr>
          <a:xfrm>
            <a:off x="239184" y="6400800"/>
            <a:ext cx="9409211" cy="457200"/>
          </a:xfrm>
          <a:prstGeom prst="rect">
            <a:avLst/>
          </a:prstGeom>
          <a:ln/>
        </p:spPr>
        <p:txBody>
          <a:bodyPr/>
          <a:lstStyle>
            <a:lvl1pPr>
              <a:defRPr/>
            </a:lvl1pPr>
          </a:lstStyle>
          <a:p>
            <a:endParaRPr lang="en-US">
              <a:solidFill>
                <a:srgbClr val="000000"/>
              </a:solidFill>
            </a:endParaRPr>
          </a:p>
        </p:txBody>
      </p:sp>
    </p:spTree>
    <p:extLst>
      <p:ext uri="{BB962C8B-B14F-4D97-AF65-F5344CB8AC3E}">
        <p14:creationId xmlns:p14="http://schemas.microsoft.com/office/powerpoint/2010/main" val="3608437878"/>
      </p:ext>
    </p:extLst>
  </p:cSld>
  <p:clrMapOvr>
    <a:masterClrMapping/>
  </p:clrMapOvr>
  <p:extLst>
    <p:ext uri="{DCECCB84-F9BA-43D5-87BE-67443E8EF086}">
      <p15:sldGuideLst xmlns:p15="http://schemas.microsoft.com/office/powerpoint/2012/main">
        <p15:guide id="1" orient="horz" pos="2160">
          <p15:clr>
            <a:srgbClr val="FBAE40"/>
          </p15:clr>
        </p15:guide>
        <p15:guide id="2" pos="5120">
          <p15:clr>
            <a:srgbClr val="FBAE40"/>
          </p15:clr>
        </p15:guide>
        <p15:guide id="3" pos="191">
          <p15:clr>
            <a:srgbClr val="FBAE40"/>
          </p15:clr>
        </p15:guide>
        <p15:guide id="4" pos="10049">
          <p15:clr>
            <a:srgbClr val="FBAE40"/>
          </p15:clr>
        </p15:guide>
        <p15:guide id="5" orient="horz" pos="527">
          <p15:clr>
            <a:srgbClr val="FBAE40"/>
          </p15:clr>
        </p15:guide>
        <p15:guide id="6" orient="horz" pos="4020">
          <p15:clr>
            <a:srgbClr val="FBAE40"/>
          </p15:clr>
        </p15:guide>
      </p15:sldGuideLst>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type="blank" preserve="1">
  <p:cSld name="Blank Layout">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p:custDataLst>
              <p:tags r:id="rId1"/>
            </p:custDataLst>
          </p:nvPr>
        </p:nvGraphicFramePr>
        <p:xfrm>
          <a:off x="2119" y="1593"/>
          <a:ext cx="2116" cy="1587"/>
        </p:xfrm>
        <a:graphic>
          <a:graphicData uri="http://schemas.openxmlformats.org/presentationml/2006/ole">
            <mc:AlternateContent xmlns:mc="http://schemas.openxmlformats.org/markup-compatibility/2006">
              <mc:Choice xmlns:v="urn:schemas-microsoft-com:vml" Requires="v">
                <p:oleObj name="think-cell Slide" r:id="rId4" imgW="430" imgH="433" progId="TCLayout.ActiveDocument.1">
                  <p:embed/>
                </p:oleObj>
              </mc:Choice>
              <mc:Fallback>
                <p:oleObj name="think-cell Slide" r:id="rId4" imgW="430" imgH="433" progId="TCLayout.ActiveDocument.1">
                  <p:embed/>
                  <p:pic>
                    <p:nvPicPr>
                      <p:cNvPr id="6" name="Object 5" hidden="1"/>
                      <p:cNvPicPr/>
                      <p:nvPr/>
                    </p:nvPicPr>
                    <p:blipFill>
                      <a:blip r:embed="rId5"/>
                      <a:stretch>
                        <a:fillRect/>
                      </a:stretch>
                    </p:blipFill>
                    <p:spPr>
                      <a:xfrm>
                        <a:off x="2119" y="1593"/>
                        <a:ext cx="2116" cy="1587"/>
                      </a:xfrm>
                      <a:prstGeom prst="rect">
                        <a:avLst/>
                      </a:prstGeom>
                    </p:spPr>
                  </p:pic>
                </p:oleObj>
              </mc:Fallback>
            </mc:AlternateContent>
          </a:graphicData>
        </a:graphic>
      </p:graphicFrame>
      <p:sp>
        <p:nvSpPr>
          <p:cNvPr id="5" name="Rectangle 4" hidden="1"/>
          <p:cNvSpPr/>
          <p:nvPr>
            <p:custDataLst>
              <p:tags r:id="rId2"/>
            </p:custDataLst>
          </p:nvPr>
        </p:nvSpPr>
        <p:spPr bwMode="auto">
          <a:xfrm>
            <a:off x="1" y="0"/>
            <a:ext cx="211667" cy="158750"/>
          </a:xfrm>
          <a:prstGeom prst="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rtlCol="0" anchor="ctr" anchorCtr="0" compatLnSpc="1">
            <a:prstTxWarp prst="textNoShape">
              <a:avLst/>
            </a:prstTxWarp>
          </a:bodyPr>
          <a:lstStyle/>
          <a:p>
            <a:pPr algn="ctr" fontAlgn="base">
              <a:spcBef>
                <a:spcPct val="0"/>
              </a:spcBef>
              <a:spcAft>
                <a:spcPct val="0"/>
              </a:spcAft>
            </a:pPr>
            <a:endParaRPr lang="en-GB" sz="750">
              <a:solidFill>
                <a:srgbClr val="2D2926"/>
              </a:solidFill>
              <a:cs typeface="Times New Roman"/>
              <a:sym typeface="Calibri"/>
            </a:endParaRPr>
          </a:p>
        </p:txBody>
      </p:sp>
      <p:sp>
        <p:nvSpPr>
          <p:cNvPr id="8" name="Rectangle 5"/>
          <p:cNvSpPr>
            <a:spLocks noGrp="1" noChangeArrowheads="1"/>
          </p:cNvSpPr>
          <p:nvPr>
            <p:ph type="sldNum" sz="quarter" idx="12"/>
          </p:nvPr>
        </p:nvSpPr>
        <p:spPr>
          <a:xfrm>
            <a:off x="11664620" y="6400800"/>
            <a:ext cx="527381" cy="457200"/>
          </a:xfrm>
          <a:ln/>
        </p:spPr>
        <p:txBody>
          <a:bodyPr/>
          <a:lstStyle>
            <a:lvl1pPr>
              <a:defRPr/>
            </a:lvl1pPr>
          </a:lstStyle>
          <a:p>
            <a:fld id="{B3CE4FC1-9BFD-4D71-B62C-EB069A42157A}" type="slidenum">
              <a:rPr lang="en-US" smtClean="0">
                <a:solidFill>
                  <a:srgbClr val="000000"/>
                </a:solidFill>
              </a:rPr>
              <a:pPr/>
              <a:t>‹#›</a:t>
            </a:fld>
            <a:endParaRPr lang="en-US">
              <a:solidFill>
                <a:srgbClr val="000000"/>
              </a:solidFill>
            </a:endParaRPr>
          </a:p>
        </p:txBody>
      </p:sp>
      <p:sp>
        <p:nvSpPr>
          <p:cNvPr id="9" name="Rectangle 4"/>
          <p:cNvSpPr>
            <a:spLocks noGrp="1" noChangeArrowheads="1"/>
          </p:cNvSpPr>
          <p:nvPr>
            <p:ph type="ftr" sz="quarter" idx="11"/>
          </p:nvPr>
        </p:nvSpPr>
        <p:spPr>
          <a:xfrm>
            <a:off x="239184" y="6400800"/>
            <a:ext cx="9409211" cy="457200"/>
          </a:xfrm>
          <a:prstGeom prst="rect">
            <a:avLst/>
          </a:prstGeom>
          <a:ln/>
        </p:spPr>
        <p:txBody>
          <a:bodyPr/>
          <a:lstStyle>
            <a:lvl1pPr>
              <a:defRPr/>
            </a:lvl1pPr>
          </a:lstStyle>
          <a:p>
            <a:endParaRPr lang="en-US">
              <a:solidFill>
                <a:srgbClr val="000000"/>
              </a:solidFill>
            </a:endParaRPr>
          </a:p>
        </p:txBody>
      </p:sp>
    </p:spTree>
    <p:extLst>
      <p:ext uri="{BB962C8B-B14F-4D97-AF65-F5344CB8AC3E}">
        <p14:creationId xmlns:p14="http://schemas.microsoft.com/office/powerpoint/2010/main" val="2565188773"/>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p:cSld name="Full Blank Layout">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p:custDataLst>
              <p:tags r:id="rId1"/>
            </p:custDataLst>
          </p:nvPr>
        </p:nvGraphicFramePr>
        <p:xfrm>
          <a:off x="2119" y="1593"/>
          <a:ext cx="2116" cy="1587"/>
        </p:xfrm>
        <a:graphic>
          <a:graphicData uri="http://schemas.openxmlformats.org/presentationml/2006/ole">
            <mc:AlternateContent xmlns:mc="http://schemas.openxmlformats.org/markup-compatibility/2006">
              <mc:Choice xmlns:v="urn:schemas-microsoft-com:vml" Requires="v">
                <p:oleObj name="think-cell Slide" r:id="rId3" imgW="430" imgH="433" progId="TCLayout.ActiveDocument.1">
                  <p:embed/>
                </p:oleObj>
              </mc:Choice>
              <mc:Fallback>
                <p:oleObj name="think-cell Slide" r:id="rId3" imgW="430" imgH="433" progId="TCLayout.ActiveDocument.1">
                  <p:embed/>
                  <p:pic>
                    <p:nvPicPr>
                      <p:cNvPr id="6" name="Object 5" hidden="1"/>
                      <p:cNvPicPr/>
                      <p:nvPr/>
                    </p:nvPicPr>
                    <p:blipFill>
                      <a:blip r:embed="rId4"/>
                      <a:stretch>
                        <a:fillRect/>
                      </a:stretch>
                    </p:blipFill>
                    <p:spPr>
                      <a:xfrm>
                        <a:off x="2119" y="1593"/>
                        <a:ext cx="2116" cy="1587"/>
                      </a:xfrm>
                      <a:prstGeom prst="rect">
                        <a:avLst/>
                      </a:prstGeom>
                    </p:spPr>
                  </p:pic>
                </p:oleObj>
              </mc:Fallback>
            </mc:AlternateContent>
          </a:graphicData>
        </a:graphic>
      </p:graphicFrame>
      <p:sp>
        <p:nvSpPr>
          <p:cNvPr id="5" name="Rectangle 4"/>
          <p:cNvSpPr/>
          <p:nvPr/>
        </p:nvSpPr>
        <p:spPr bwMode="auto">
          <a:xfrm>
            <a:off x="0" y="0"/>
            <a:ext cx="12192000" cy="1052736"/>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none" lIns="68580" tIns="34290" rIns="68580" bIns="34290" numCol="1" rtlCol="0" anchor="ctr" anchorCtr="0" compatLnSpc="1">
            <a:prstTxWarp prst="textNoShape">
              <a:avLst/>
            </a:prstTxWarp>
          </a:bodyPr>
          <a:lstStyle/>
          <a:p>
            <a:pPr algn="ctr" fontAlgn="base">
              <a:spcBef>
                <a:spcPct val="0"/>
              </a:spcBef>
              <a:spcAft>
                <a:spcPct val="0"/>
              </a:spcAft>
            </a:pPr>
            <a:endParaRPr lang="en-GB" sz="1425">
              <a:solidFill>
                <a:srgbClr val="2D2926"/>
              </a:solidFill>
              <a:latin typeface="Arial" charset="0"/>
            </a:endParaRPr>
          </a:p>
        </p:txBody>
      </p:sp>
      <p:sp>
        <p:nvSpPr>
          <p:cNvPr id="4" name="Slide Number Placeholder 3"/>
          <p:cNvSpPr>
            <a:spLocks noGrp="1"/>
          </p:cNvSpPr>
          <p:nvPr>
            <p:ph type="sldNum" sz="quarter" idx="11"/>
          </p:nvPr>
        </p:nvSpPr>
        <p:spPr/>
        <p:txBody>
          <a:bodyPr/>
          <a:lstStyle/>
          <a:p>
            <a:fld id="{B3CE4FC1-9BFD-4D71-B62C-EB069A42157A}" type="slidenum">
              <a:rPr lang="en-US" smtClean="0">
                <a:solidFill>
                  <a:srgbClr val="000000"/>
                </a:solidFill>
              </a:rPr>
              <a:pPr/>
              <a:t>‹#›</a:t>
            </a:fld>
            <a:endParaRPr lang="en-US">
              <a:solidFill>
                <a:srgbClr val="000000"/>
              </a:solidFill>
            </a:endParaRPr>
          </a:p>
        </p:txBody>
      </p:sp>
      <p:sp>
        <p:nvSpPr>
          <p:cNvPr id="7" name="Rectangle 4"/>
          <p:cNvSpPr>
            <a:spLocks noGrp="1" noChangeArrowheads="1"/>
          </p:cNvSpPr>
          <p:nvPr>
            <p:ph type="ftr" sz="quarter" idx="12"/>
          </p:nvPr>
        </p:nvSpPr>
        <p:spPr>
          <a:xfrm>
            <a:off x="239184" y="6400800"/>
            <a:ext cx="9409211" cy="457200"/>
          </a:xfrm>
          <a:prstGeom prst="rect">
            <a:avLst/>
          </a:prstGeom>
          <a:ln/>
        </p:spPr>
        <p:txBody>
          <a:bodyPr/>
          <a:lstStyle>
            <a:lvl1pPr>
              <a:defRPr/>
            </a:lvl1pPr>
          </a:lstStyle>
          <a:p>
            <a:endParaRPr lang="en-US">
              <a:solidFill>
                <a:srgbClr val="000000"/>
              </a:solidFill>
            </a:endParaRPr>
          </a:p>
        </p:txBody>
      </p:sp>
    </p:spTree>
    <p:extLst>
      <p:ext uri="{BB962C8B-B14F-4D97-AF65-F5344CB8AC3E}">
        <p14:creationId xmlns:p14="http://schemas.microsoft.com/office/powerpoint/2010/main" val="1858962789"/>
      </p:ext>
    </p:extLst>
  </p:cSld>
  <p:clrMapOvr>
    <a:masterClrMapping/>
  </p:clrMapOvr>
  <p:extLst>
    <p:ext uri="{DCECCB84-F9BA-43D5-87BE-67443E8EF086}">
      <p15:sldGuideLst xmlns:p15="http://schemas.microsoft.com/office/powerpoint/2012/main">
        <p15:guide id="1" orient="horz" pos="2160">
          <p15:clr>
            <a:srgbClr val="FBAE40"/>
          </p15:clr>
        </p15:guide>
        <p15:guide id="2" pos="5120">
          <p15:clr>
            <a:srgbClr val="FBAE40"/>
          </p15:clr>
        </p15:guide>
        <p15:guide id="3" orient="horz" pos="4020">
          <p15:clr>
            <a:srgbClr val="FBAE40"/>
          </p15:clr>
        </p15:guide>
        <p15:guide id="4" pos="191">
          <p15:clr>
            <a:srgbClr val="FBAE40"/>
          </p15:clr>
        </p15:guide>
        <p15:guide id="5" pos="10049">
          <p15:clr>
            <a:srgbClr val="FBAE40"/>
          </p15:clr>
        </p15:guide>
      </p15:sldGuideLst>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showMasterSp="0" preserve="1">
  <p:cSld name="Arrow half">
    <p:bg>
      <p:bgPr>
        <a:gradFill flip="none" rotWithShape="1">
          <a:gsLst>
            <a:gs pos="0">
              <a:srgbClr val="ED1D24"/>
            </a:gs>
            <a:gs pos="100000">
              <a:srgbClr val="870B0E"/>
            </a:gs>
          </a:gsLst>
          <a:lin ang="8100000" scaled="1"/>
          <a:tileRect/>
        </a:gra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93772988-BAC3-45EB-8F49-ECA66C3B6F60}"/>
              </a:ext>
            </a:extLst>
          </p:cNvPr>
          <p:cNvGraphicFramePr>
            <a:graphicFrameLocks noChangeAspect="1"/>
          </p:cNvGraphicFramePr>
          <p:nvPr>
            <p:custDataLst>
              <p:tags r:id="rId1"/>
            </p:custDataLst>
          </p:nvPr>
        </p:nvGraphicFramePr>
        <p:xfrm>
          <a:off x="1590" y="1588"/>
          <a:ext cx="1588" cy="1588"/>
        </p:xfrm>
        <a:graphic>
          <a:graphicData uri="http://schemas.openxmlformats.org/presentationml/2006/ole">
            <mc:AlternateContent xmlns:mc="http://schemas.openxmlformats.org/markup-compatibility/2006">
              <mc:Choice xmlns:v="urn:schemas-microsoft-com:vml" Requires="v">
                <p:oleObj name="think-cell Slide" r:id="rId3" imgW="286" imgH="286" progId="TCLayout.ActiveDocument.1">
                  <p:embed/>
                </p:oleObj>
              </mc:Choice>
              <mc:Fallback>
                <p:oleObj name="think-cell Slide" r:id="rId3" imgW="286" imgH="286" progId="TCLayout.ActiveDocument.1">
                  <p:embed/>
                  <p:pic>
                    <p:nvPicPr>
                      <p:cNvPr id="3" name="Object 2" hidden="1">
                        <a:extLst>
                          <a:ext uri="{FF2B5EF4-FFF2-40B4-BE49-F238E27FC236}">
                            <a16:creationId xmlns:a16="http://schemas.microsoft.com/office/drawing/2014/main" id="{93772988-BAC3-45EB-8F49-ECA66C3B6F60}"/>
                          </a:ext>
                        </a:extLst>
                      </p:cNvPr>
                      <p:cNvPicPr/>
                      <p:nvPr/>
                    </p:nvPicPr>
                    <p:blipFill>
                      <a:blip r:embed="rId4"/>
                      <a:stretch>
                        <a:fillRect/>
                      </a:stretch>
                    </p:blipFill>
                    <p:spPr>
                      <a:xfrm>
                        <a:off x="1590" y="1588"/>
                        <a:ext cx="1588" cy="1588"/>
                      </a:xfrm>
                      <a:prstGeom prst="rect">
                        <a:avLst/>
                      </a:prstGeom>
                    </p:spPr>
                  </p:pic>
                </p:oleObj>
              </mc:Fallback>
            </mc:AlternateContent>
          </a:graphicData>
        </a:graphic>
      </p:graphicFrame>
      <p:sp>
        <p:nvSpPr>
          <p:cNvPr id="18" name="Copyright" hidden="1"/>
          <p:cNvSpPr txBox="1"/>
          <p:nvPr/>
        </p:nvSpPr>
        <p:spPr>
          <a:xfrm rot="16200000">
            <a:off x="9486903" y="3934616"/>
            <a:ext cx="5133975" cy="72712"/>
          </a:xfrm>
          <a:prstGeom prst="rect">
            <a:avLst/>
          </a:prstGeom>
          <a:noFill/>
        </p:spPr>
        <p:txBody>
          <a:bodyPr wrap="square" lIns="0" tIns="0" rIns="0" bIns="0" rtlCol="0" anchor="t">
            <a:spAutoFit/>
          </a:bodyPr>
          <a:lstStyle/>
          <a:p>
            <a:pPr>
              <a:lnSpc>
                <a:spcPct val="90000"/>
              </a:lnSpc>
              <a:spcAft>
                <a:spcPts val="450"/>
              </a:spcAft>
            </a:pPr>
            <a:r>
              <a:rPr lang="en-US" sz="525">
                <a:solidFill>
                  <a:schemeClr val="bg1"/>
                </a:solidFill>
                <a:latin typeface="+mn-lt"/>
                <a:ea typeface="+mn-ea"/>
                <a:cs typeface="+mn-cs"/>
                <a:sym typeface="Trebuchet MS" panose="020B0603020202020204" pitchFamily="34" charset="0"/>
              </a:rPr>
              <a:t>Copyright © 2022 by Boston Consulting Group. All rights reserved.</a:t>
            </a:r>
          </a:p>
        </p:txBody>
      </p:sp>
      <p:sp>
        <p:nvSpPr>
          <p:cNvPr id="14" name="Pentagon 8"/>
          <p:cNvSpPr/>
          <p:nvPr/>
        </p:nvSpPr>
        <p:spPr bwMode="white">
          <a:xfrm>
            <a:off x="1" y="0"/>
            <a:ext cx="6363547" cy="6858000"/>
          </a:xfrm>
          <a:prstGeom prst="homePlate">
            <a:avLst>
              <a:gd name="adj" fmla="val 12939"/>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750"/>
              </a:spcAft>
            </a:pPr>
            <a:endParaRPr lang="en-US" sz="900">
              <a:solidFill>
                <a:prstClr val="white"/>
              </a:solidFill>
              <a:latin typeface="+mn-lt"/>
              <a:ea typeface="+mn-ea"/>
              <a:cs typeface="+mn-cs"/>
              <a:sym typeface="Trebuchet MS" panose="020B0603020202020204" pitchFamily="34" charset="0"/>
            </a:endParaRPr>
          </a:p>
        </p:txBody>
      </p:sp>
      <p:sp>
        <p:nvSpPr>
          <p:cNvPr id="16" name="Title 2"/>
          <p:cNvSpPr>
            <a:spLocks noGrp="1"/>
          </p:cNvSpPr>
          <p:nvPr>
            <p:ph type="title" hasCustomPrompt="1"/>
          </p:nvPr>
        </p:nvSpPr>
        <p:spPr>
          <a:xfrm>
            <a:off x="630002" y="622800"/>
            <a:ext cx="4673647" cy="353174"/>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2550" b="0" i="0" u="none" kern="1200" spc="0">
                <a:solidFill>
                  <a:srgbClr val="ED1D24"/>
                </a:solidFill>
                <a:latin typeface="+mj-lt"/>
                <a:ea typeface="+mj-ea"/>
                <a:cs typeface="+mj-cs"/>
                <a:sym typeface="Trebuchet MS" panose="020B0603020202020204" pitchFamily="34" charset="0"/>
              </a:defRPr>
            </a:lvl1pPr>
          </a:lstStyle>
          <a:p>
            <a:pPr lvl="0"/>
            <a:r>
              <a:rPr lang="en-US"/>
              <a:t>Click to add title</a:t>
            </a:r>
          </a:p>
        </p:txBody>
      </p:sp>
      <p:pic>
        <p:nvPicPr>
          <p:cNvPr id="9" name="Picture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97805" y="3589606"/>
            <a:ext cx="1365251" cy="3382962"/>
          </a:xfrm>
          <a:custGeom>
            <a:avLst/>
            <a:gdLst>
              <a:gd name="connsiteX0" fmla="*/ 920598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320782 h 3382962"/>
              <a:gd name="connsiteX5" fmla="*/ 126694 w 1365250"/>
              <a:gd name="connsiteY5" fmla="*/ 3320782 h 3382962"/>
              <a:gd name="connsiteX6" fmla="*/ 0 w 1365250"/>
              <a:gd name="connsiteY6" fmla="*/ 0 h 3382962"/>
              <a:gd name="connsiteX7" fmla="*/ 908172 w 1365250"/>
              <a:gd name="connsiteY7" fmla="*/ 0 h 3382962"/>
              <a:gd name="connsiteX8" fmla="*/ 0 w 1365250"/>
              <a:gd name="connsiteY8" fmla="*/ 289035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20598" y="0"/>
                </a:moveTo>
                <a:lnTo>
                  <a:pt x="1365250" y="0"/>
                </a:lnTo>
                <a:lnTo>
                  <a:pt x="1365250" y="3382962"/>
                </a:lnTo>
                <a:lnTo>
                  <a:pt x="0" y="3382962"/>
                </a:lnTo>
                <a:lnTo>
                  <a:pt x="0" y="3320782"/>
                </a:lnTo>
                <a:lnTo>
                  <a:pt x="126694" y="3320782"/>
                </a:lnTo>
                <a:close/>
                <a:moveTo>
                  <a:pt x="0" y="0"/>
                </a:moveTo>
                <a:lnTo>
                  <a:pt x="908172" y="0"/>
                </a:lnTo>
                <a:lnTo>
                  <a:pt x="0" y="2890357"/>
                </a:lnTo>
                <a:close/>
              </a:path>
            </a:pathLst>
          </a:cu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21203FE9-A075-4BF8-987F-E3175D587168}"/>
              </a:ext>
            </a:extLst>
          </p:cNvPr>
          <p:cNvSpPr txBox="1"/>
          <p:nvPr/>
        </p:nvSpPr>
        <p:spPr>
          <a:xfrm>
            <a:off x="11757835" y="6700052"/>
            <a:ext cx="381000" cy="115416"/>
          </a:xfrm>
          <a:prstGeom prst="rect">
            <a:avLst/>
          </a:prstGeom>
          <a:noFill/>
        </p:spPr>
        <p:txBody>
          <a:bodyPr wrap="square" lIns="0" tIns="0" rIns="0" bIns="0" rtlCol="0" anchor="b">
            <a:spAutoFit/>
          </a:bodyPr>
          <a:lstStyle/>
          <a:p>
            <a:pPr marL="0" marR="0" indent="0" algn="r" defTabSz="685800" rtl="0" eaLnBrk="1" fontAlgn="auto" latinLnBrk="0" hangingPunct="1">
              <a:lnSpc>
                <a:spcPct val="100000"/>
              </a:lnSpc>
              <a:spcBef>
                <a:spcPts val="0"/>
              </a:spcBef>
              <a:spcAft>
                <a:spcPts val="0"/>
              </a:spcAft>
              <a:buClrTx/>
              <a:buSzTx/>
              <a:buFontTx/>
              <a:buNone/>
              <a:tabLst/>
              <a:defRPr/>
            </a:pPr>
            <a:fld id="{DFCF27A5-1A5B-48D3-A060-2758FFBB1ADD}" type="slidenum">
              <a:rPr lang="en-US" sz="750" kern="1200" smtClean="0">
                <a:solidFill>
                  <a:schemeClr val="bg1"/>
                </a:solidFill>
                <a:latin typeface="+mn-lt"/>
                <a:ea typeface="+mn-ea"/>
                <a:cs typeface="+mn-cs"/>
                <a:sym typeface="Trebuchet MS" panose="020B0603020202020204" pitchFamily="34" charset="0"/>
              </a:rPr>
              <a:pPr marL="0" marR="0" indent="0" algn="r" defTabSz="685800" rtl="0" eaLnBrk="1" fontAlgn="auto" latinLnBrk="0" hangingPunct="1">
                <a:lnSpc>
                  <a:spcPct val="100000"/>
                </a:lnSpc>
                <a:spcBef>
                  <a:spcPts val="0"/>
                </a:spcBef>
                <a:spcAft>
                  <a:spcPts val="0"/>
                </a:spcAft>
                <a:buClrTx/>
                <a:buSzTx/>
                <a:buFontTx/>
                <a:buNone/>
                <a:tabLst/>
                <a:defRPr/>
              </a:pPr>
              <a:t>‹#›</a:t>
            </a:fld>
            <a:endParaRPr lang="en-US" sz="750" kern="1200">
              <a:solidFill>
                <a:schemeClr val="bg1"/>
              </a:solidFill>
              <a:latin typeface="+mn-lt"/>
              <a:ea typeface="+mn-ea"/>
              <a:cs typeface="+mn-cs"/>
              <a:sym typeface="Trebuchet MS" panose="020B0603020202020204" pitchFamily="34" charset="0"/>
            </a:endParaRPr>
          </a:p>
        </p:txBody>
      </p:sp>
      <p:pic>
        <p:nvPicPr>
          <p:cNvPr id="12" name="Picture 11">
            <a:extLst>
              <a:ext uri="{FF2B5EF4-FFF2-40B4-BE49-F238E27FC236}">
                <a16:creationId xmlns:a16="http://schemas.microsoft.com/office/drawing/2014/main" id="{DB280514-AAB0-4C3F-BD7F-3099741B263A}"/>
              </a:ext>
            </a:extLst>
          </p:cNvPr>
          <p:cNvPicPr>
            <a:picLocks noChangeAspect="1"/>
          </p:cNvPicPr>
          <p:nvPr/>
        </p:nvPicPr>
        <p:blipFill rotWithShape="1">
          <a:blip r:embed="rId6">
            <a:extLst>
              <a:ext uri="{BEBA8EAE-BF5A-486C-A8C5-ECC9F3942E4B}">
                <a14:imgProps xmlns:a14="http://schemas.microsoft.com/office/drawing/2010/main">
                  <a14:imgLayer r:embed="rId7">
                    <a14:imgEffect>
                      <a14:brightnessContrast bright="100000"/>
                    </a14:imgEffect>
                  </a14:imgLayer>
                </a14:imgProps>
              </a:ext>
              <a:ext uri="{28A0092B-C50C-407E-A947-70E740481C1C}">
                <a14:useLocalDpi xmlns:a14="http://schemas.microsoft.com/office/drawing/2010/main" val="0"/>
              </a:ext>
            </a:extLst>
          </a:blip>
          <a:srcRect l="23666" t="40333" b="40333"/>
          <a:stretch/>
        </p:blipFill>
        <p:spPr>
          <a:xfrm>
            <a:off x="10109202" y="6445250"/>
            <a:ext cx="1454151" cy="368300"/>
          </a:xfrm>
          <a:prstGeom prst="rect">
            <a:avLst/>
          </a:prstGeom>
        </p:spPr>
      </p:pic>
    </p:spTree>
    <p:extLst>
      <p:ext uri="{BB962C8B-B14F-4D97-AF65-F5344CB8AC3E}">
        <p14:creationId xmlns:p14="http://schemas.microsoft.com/office/powerpoint/2010/main" val="34084102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4.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graphicFrame>
        <p:nvGraphicFramePr>
          <p:cNvPr id="8" name="Object 7" hidden="1"/>
          <p:cNvGraphicFramePr>
            <a:graphicFrameLocks noChangeAspect="1"/>
          </p:cNvGraphicFramePr>
          <p:nvPr>
            <p:custDataLst>
              <p:tags r:id="rId1"/>
            </p:custDataLst>
          </p:nvPr>
        </p:nvGraphicFramePr>
        <p:xfrm>
          <a:off x="2119" y="1591"/>
          <a:ext cx="2116" cy="1587"/>
        </p:xfrm>
        <a:graphic>
          <a:graphicData uri="http://schemas.openxmlformats.org/presentationml/2006/ole">
            <mc:AlternateContent xmlns:mc="http://schemas.openxmlformats.org/markup-compatibility/2006">
              <mc:Choice xmlns:v="urn:schemas-microsoft-com:vml" Requires="v">
                <p:oleObj name="think-cell Slide" r:id="rId3" imgW="360" imgH="360" progId="TCLayout.ActiveDocument.1">
                  <p:embed/>
                </p:oleObj>
              </mc:Choice>
              <mc:Fallback>
                <p:oleObj name="think-cell Slide" r:id="rId3" imgW="360" imgH="360" progId="TCLayout.ActiveDocument.1">
                  <p:embed/>
                  <p:pic>
                    <p:nvPicPr>
                      <p:cNvPr id="8" name="Object 7"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19" y="1591"/>
                        <a:ext cx="2116"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33" name="Picture 32"/>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 y="2"/>
            <a:ext cx="12192000" cy="6857433"/>
          </a:xfrm>
          <a:prstGeom prst="rect">
            <a:avLst/>
          </a:prstGeom>
          <a:ln>
            <a:noFill/>
          </a:ln>
        </p:spPr>
      </p:pic>
      <p:sp>
        <p:nvSpPr>
          <p:cNvPr id="7" name="Rectangle 6"/>
          <p:cNvSpPr/>
          <p:nvPr/>
        </p:nvSpPr>
        <p:spPr bwMode="auto">
          <a:xfrm>
            <a:off x="1" y="1809000"/>
            <a:ext cx="12192000" cy="3240000"/>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none" lIns="68580" tIns="34290" rIns="68580" bIns="34290" numCol="1" rtlCol="0" anchor="ctr" anchorCtr="0" compatLnSpc="1">
            <a:prstTxWarp prst="textNoShape">
              <a:avLst/>
            </a:prstTxWarp>
          </a:bodyPr>
          <a:lstStyle/>
          <a:p>
            <a:pPr marL="0" marR="0" indent="0" algn="ctr" defTabSz="685800" rtl="0" eaLnBrk="1" fontAlgn="base" latinLnBrk="0" hangingPunct="1">
              <a:lnSpc>
                <a:spcPct val="100000"/>
              </a:lnSpc>
              <a:spcBef>
                <a:spcPct val="0"/>
              </a:spcBef>
              <a:spcAft>
                <a:spcPct val="0"/>
              </a:spcAft>
              <a:buClrTx/>
              <a:buSzTx/>
              <a:buFontTx/>
              <a:buNone/>
              <a:tabLst/>
            </a:pPr>
            <a:endParaRPr kumimoji="0" lang="en-GB" sz="1425" b="0" i="0" u="none" strike="noStrike" cap="none" normalizeH="0" baseline="0">
              <a:ln>
                <a:noFill/>
              </a:ln>
              <a:solidFill>
                <a:schemeClr val="tx1"/>
              </a:solidFill>
              <a:effectLst/>
              <a:latin typeface="Arial" charset="0"/>
            </a:endParaRPr>
          </a:p>
        </p:txBody>
      </p:sp>
      <p:sp>
        <p:nvSpPr>
          <p:cNvPr id="4" name="Date Placeholder 3"/>
          <p:cNvSpPr>
            <a:spLocks noGrp="1" noChangeArrowheads="1"/>
          </p:cNvSpPr>
          <p:nvPr>
            <p:ph type="dt" sz="half" idx="10"/>
          </p:nvPr>
        </p:nvSpPr>
        <p:spPr>
          <a:xfrm>
            <a:off x="0" y="6400800"/>
            <a:ext cx="2540000" cy="457200"/>
          </a:xfrm>
          <a:prstGeom prst="rect">
            <a:avLst/>
          </a:prstGeom>
          <a:ln/>
        </p:spPr>
        <p:txBody>
          <a:bodyPr lIns="36000" tIns="36000" rIns="36000" bIns="36000" anchor="b"/>
          <a:lstStyle>
            <a:lvl1pPr>
              <a:defRPr sz="900">
                <a:solidFill>
                  <a:schemeClr val="bg1"/>
                </a:solidFill>
                <a:latin typeface="+mn-lt"/>
              </a:defRPr>
            </a:lvl1pPr>
          </a:lstStyle>
          <a:p>
            <a:endParaRPr lang="en-GB"/>
          </a:p>
        </p:txBody>
      </p:sp>
      <p:sp>
        <p:nvSpPr>
          <p:cNvPr id="6" name="Rectangle 5"/>
          <p:cNvSpPr>
            <a:spLocks noGrp="1" noChangeArrowheads="1"/>
          </p:cNvSpPr>
          <p:nvPr>
            <p:ph type="sldNum" sz="quarter" idx="12"/>
          </p:nvPr>
        </p:nvSpPr>
        <p:spPr>
          <a:ln/>
        </p:spPr>
        <p:txBody>
          <a:bodyPr anchor="b"/>
          <a:lstStyle>
            <a:lvl1pPr>
              <a:defRPr sz="900">
                <a:solidFill>
                  <a:schemeClr val="bg1"/>
                </a:solidFill>
                <a:latin typeface="+mn-lt"/>
              </a:defRPr>
            </a:lvl1pPr>
          </a:lstStyle>
          <a:p>
            <a:fld id="{20314B1F-90EF-4791-B992-945A908ADE38}" type="slidenum">
              <a:rPr lang="en-GB" smtClean="0"/>
              <a:pPr/>
              <a:t>‹#›</a:t>
            </a:fld>
            <a:endParaRPr lang="en-GB"/>
          </a:p>
        </p:txBody>
      </p:sp>
      <p:sp>
        <p:nvSpPr>
          <p:cNvPr id="2" name="Title 1"/>
          <p:cNvSpPr>
            <a:spLocks noGrp="1"/>
          </p:cNvSpPr>
          <p:nvPr>
            <p:ph type="ctrTitle"/>
          </p:nvPr>
        </p:nvSpPr>
        <p:spPr>
          <a:xfrm>
            <a:off x="286572" y="2390402"/>
            <a:ext cx="11616000" cy="1918823"/>
          </a:xfrm>
          <a:prstGeom prst="rect">
            <a:avLst/>
          </a:prstGeom>
        </p:spPr>
        <p:txBody>
          <a:bodyPr anchor="ctr"/>
          <a:lstStyle>
            <a:lvl1pPr algn="l">
              <a:defRPr sz="2800" b="1">
                <a:solidFill>
                  <a:schemeClr val="tx1"/>
                </a:solidFill>
                <a:effectLst/>
                <a:latin typeface="Calibri" panose="020F0502020204030204" pitchFamily="34" charset="0"/>
              </a:defRPr>
            </a:lvl1pPr>
          </a:lstStyle>
          <a:p>
            <a:r>
              <a:rPr lang="en-US"/>
              <a:t>Click to edit Master title style</a:t>
            </a:r>
          </a:p>
        </p:txBody>
      </p:sp>
      <p:sp>
        <p:nvSpPr>
          <p:cNvPr id="3" name="Subtitle 2"/>
          <p:cNvSpPr>
            <a:spLocks noGrp="1"/>
          </p:cNvSpPr>
          <p:nvPr>
            <p:ph type="subTitle" idx="1"/>
          </p:nvPr>
        </p:nvSpPr>
        <p:spPr>
          <a:xfrm>
            <a:off x="286571" y="5140422"/>
            <a:ext cx="5088000" cy="1080000"/>
          </a:xfrm>
          <a:prstGeom prst="rect">
            <a:avLst/>
          </a:prstGeom>
        </p:spPr>
        <p:txBody>
          <a:bodyPr/>
          <a:lstStyle>
            <a:lvl1pPr marL="0" indent="0" algn="l">
              <a:buNone/>
              <a:defRPr sz="1400" b="1">
                <a:solidFill>
                  <a:schemeClr val="bg1"/>
                </a:solidFill>
                <a:effectLst>
                  <a:outerShdw blurRad="38100" dist="38100" dir="2700000" algn="tl">
                    <a:srgbClr val="000000">
                      <a:alpha val="43137"/>
                    </a:srgbClr>
                  </a:outerShdw>
                </a:effectLst>
                <a:latin typeface="Calibri" panose="020F0502020204030204" pitchFamily="34" charset="0"/>
              </a:defRPr>
            </a:lvl1pPr>
            <a:lvl2pPr marL="342900" indent="0" algn="ctr">
              <a:buNone/>
              <a:defRPr/>
            </a:lvl2pPr>
            <a:lvl3pPr marL="685800" indent="0" algn="ctr">
              <a:buNone/>
              <a:defRPr/>
            </a:lvl3pPr>
            <a:lvl4pPr marL="1028700" indent="0" algn="ctr">
              <a:buNone/>
              <a:defRPr/>
            </a:lvl4pPr>
            <a:lvl5pPr marL="1371600" indent="0" algn="ctr">
              <a:buNone/>
              <a:defRPr/>
            </a:lvl5pPr>
            <a:lvl6pPr marL="1714500" indent="0" algn="ctr">
              <a:buNone/>
              <a:defRPr/>
            </a:lvl6pPr>
            <a:lvl7pPr marL="2057400" indent="0" algn="ctr">
              <a:buNone/>
              <a:defRPr/>
            </a:lvl7pPr>
            <a:lvl8pPr marL="2400300" indent="0" algn="ctr">
              <a:buNone/>
              <a:defRPr/>
            </a:lvl8pPr>
            <a:lvl9pPr marL="2743200" indent="0" algn="ctr">
              <a:buNone/>
              <a:defRPr/>
            </a:lvl9pPr>
          </a:lstStyle>
          <a:p>
            <a:r>
              <a:rPr lang="en-US"/>
              <a:t>Click to edit Master subtitle style</a:t>
            </a:r>
          </a:p>
        </p:txBody>
      </p:sp>
      <p:sp>
        <p:nvSpPr>
          <p:cNvPr id="12" name="Rectangle 11"/>
          <p:cNvSpPr/>
          <p:nvPr/>
        </p:nvSpPr>
        <p:spPr bwMode="auto">
          <a:xfrm>
            <a:off x="5104662" y="6755907"/>
            <a:ext cx="2925191" cy="102094"/>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none" lIns="68580" tIns="34290" rIns="68580" bIns="34290" numCol="1" rtlCol="0" anchor="ctr" anchorCtr="0" compatLnSpc="1">
            <a:prstTxWarp prst="textNoShape">
              <a:avLst/>
            </a:prstTxWarp>
          </a:bodyPr>
          <a:lstStyle/>
          <a:p>
            <a:pPr marL="0" marR="0" indent="0" algn="ctr" defTabSz="685800" rtl="0" eaLnBrk="1" fontAlgn="base" latinLnBrk="0" hangingPunct="1">
              <a:lnSpc>
                <a:spcPct val="100000"/>
              </a:lnSpc>
              <a:spcBef>
                <a:spcPct val="0"/>
              </a:spcBef>
              <a:spcAft>
                <a:spcPct val="0"/>
              </a:spcAft>
              <a:buClrTx/>
              <a:buSzTx/>
              <a:buFontTx/>
              <a:buNone/>
              <a:tabLst/>
            </a:pPr>
            <a:endParaRPr kumimoji="0" lang="en-GB" sz="900" b="0" i="0" u="none" strike="noStrike" cap="none" normalizeH="0" baseline="0">
              <a:ln>
                <a:noFill/>
              </a:ln>
              <a:solidFill>
                <a:schemeClr val="tx1"/>
              </a:solidFill>
              <a:effectLst/>
              <a:latin typeface="+mn-lt"/>
            </a:endParaRPr>
          </a:p>
        </p:txBody>
      </p:sp>
      <p:pic>
        <p:nvPicPr>
          <p:cNvPr id="9" name="Picture 8"/>
          <p:cNvPicPr>
            <a:picLocks noChangeAspect="1"/>
          </p:cNvPicPr>
          <p:nvPr/>
        </p:nvPicPr>
        <p:blipFill>
          <a:blip r:embed="rId6" cstate="print"/>
          <a:stretch>
            <a:fillRect/>
          </a:stretch>
        </p:blipFill>
        <p:spPr>
          <a:xfrm>
            <a:off x="8429744" y="526501"/>
            <a:ext cx="2876433" cy="756000"/>
          </a:xfrm>
          <a:prstGeom prst="rect">
            <a:avLst/>
          </a:prstGeom>
        </p:spPr>
      </p:pic>
    </p:spTree>
    <p:extLst>
      <p:ext uri="{BB962C8B-B14F-4D97-AF65-F5344CB8AC3E}">
        <p14:creationId xmlns:p14="http://schemas.microsoft.com/office/powerpoint/2010/main" val="3142312175"/>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p:custDataLst>
              <p:tags r:id="rId1"/>
            </p:custDataLst>
            <p:extLst>
              <p:ext uri="{D42A27DB-BD31-4B8C-83A1-F6EECF244321}">
                <p14:modId xmlns:p14="http://schemas.microsoft.com/office/powerpoint/2010/main" val="3585982788"/>
              </p:ext>
            </p:extLst>
          </p:nvPr>
        </p:nvGraphicFramePr>
        <p:xfrm>
          <a:off x="2118" y="1589"/>
          <a:ext cx="2116" cy="1587"/>
        </p:xfrm>
        <a:graphic>
          <a:graphicData uri="http://schemas.openxmlformats.org/presentationml/2006/ole">
            <mc:AlternateContent xmlns:mc="http://schemas.openxmlformats.org/markup-compatibility/2006">
              <mc:Choice xmlns:v="urn:schemas-microsoft-com:vml" Requires="v">
                <p:oleObj name="think-cell Slide" r:id="rId3" imgW="360" imgH="360" progId="TCLayout.ActiveDocument.1">
                  <p:embed/>
                </p:oleObj>
              </mc:Choice>
              <mc:Fallback>
                <p:oleObj name="think-cell Slide" r:id="rId3" imgW="360" imgH="360" progId="TCLayout.ActiveDocument.1">
                  <p:embed/>
                  <p:pic>
                    <p:nvPicPr>
                      <p:cNvPr id="3" name="Object 2"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18" y="1589"/>
                        <a:ext cx="2116"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Rectangle 9"/>
          <p:cNvSpPr/>
          <p:nvPr/>
        </p:nvSpPr>
        <p:spPr bwMode="auto">
          <a:xfrm>
            <a:off x="0" y="0"/>
            <a:ext cx="12192000" cy="1052736"/>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1900" b="0" i="0" u="none" strike="noStrike" cap="none" normalizeH="0" baseline="0">
              <a:ln>
                <a:noFill/>
              </a:ln>
              <a:solidFill>
                <a:schemeClr val="tx1"/>
              </a:solidFill>
              <a:effectLst/>
              <a:latin typeface="Arial" charset="0"/>
            </a:endParaRPr>
          </a:p>
        </p:txBody>
      </p:sp>
      <p:pic>
        <p:nvPicPr>
          <p:cNvPr id="2" name="Picture 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616325" y="477838"/>
            <a:ext cx="5575676" cy="5543451"/>
          </a:xfrm>
          <a:prstGeom prst="rect">
            <a:avLst/>
          </a:prstGeom>
        </p:spPr>
      </p:pic>
      <p:sp>
        <p:nvSpPr>
          <p:cNvPr id="6" name="Rectangle 5"/>
          <p:cNvSpPr>
            <a:spLocks noGrp="1" noChangeArrowheads="1"/>
          </p:cNvSpPr>
          <p:nvPr>
            <p:ph type="sldNum" sz="quarter" idx="12"/>
          </p:nvPr>
        </p:nvSpPr>
        <p:spPr>
          <a:ln/>
        </p:spPr>
        <p:txBody>
          <a:bodyPr/>
          <a:lstStyle>
            <a:lvl1pPr>
              <a:defRPr/>
            </a:lvl1pPr>
          </a:lstStyle>
          <a:p>
            <a:fld id="{20314B1F-90EF-4791-B992-945A908ADE38}" type="slidenum">
              <a:rPr lang="en-GB" smtClean="0"/>
              <a:pPr/>
              <a:t>‹#›</a:t>
            </a:fld>
            <a:endParaRPr lang="en-GB"/>
          </a:p>
        </p:txBody>
      </p:sp>
      <p:pic>
        <p:nvPicPr>
          <p:cNvPr id="7" name="Picture 6"/>
          <p:cNvPicPr>
            <a:picLocks noChangeAspect="1"/>
          </p:cNvPicPr>
          <p:nvPr/>
        </p:nvPicPr>
        <p:blipFill>
          <a:blip r:embed="rId6" cstate="print"/>
          <a:stretch>
            <a:fillRect/>
          </a:stretch>
        </p:blipFill>
        <p:spPr>
          <a:xfrm>
            <a:off x="239185" y="1964567"/>
            <a:ext cx="11713633" cy="65091"/>
          </a:xfrm>
          <a:prstGeom prst="rect">
            <a:avLst/>
          </a:prstGeom>
        </p:spPr>
      </p:pic>
      <p:sp>
        <p:nvSpPr>
          <p:cNvPr id="8" name="Text Placeholder 11"/>
          <p:cNvSpPr>
            <a:spLocks noGrp="1"/>
          </p:cNvSpPr>
          <p:nvPr>
            <p:ph type="body" sz="quarter" idx="13" hasCustomPrompt="1"/>
          </p:nvPr>
        </p:nvSpPr>
        <p:spPr>
          <a:xfrm>
            <a:off x="239185" y="2181578"/>
            <a:ext cx="11713633" cy="1463446"/>
          </a:xfrm>
          <a:prstGeom prst="rect">
            <a:avLst/>
          </a:prstGeom>
        </p:spPr>
        <p:txBody>
          <a:bodyPr vert="horz">
            <a:normAutofit/>
          </a:bodyPr>
          <a:lstStyle>
            <a:lvl1pPr marL="0" indent="0">
              <a:buNone/>
              <a:defRPr sz="3200" b="1">
                <a:solidFill>
                  <a:schemeClr val="tx1"/>
                </a:solidFill>
                <a:effectLst/>
              </a:defRPr>
            </a:lvl1pPr>
          </a:lstStyle>
          <a:p>
            <a:pPr lvl="0"/>
            <a:r>
              <a:rPr lang="en-US"/>
              <a:t>Section Title</a:t>
            </a:r>
          </a:p>
        </p:txBody>
      </p:sp>
      <p:sp>
        <p:nvSpPr>
          <p:cNvPr id="9" name="Text Placeholder 11"/>
          <p:cNvSpPr>
            <a:spLocks noGrp="1"/>
          </p:cNvSpPr>
          <p:nvPr>
            <p:ph type="body" sz="quarter" idx="14" hasCustomPrompt="1"/>
          </p:nvPr>
        </p:nvSpPr>
        <p:spPr>
          <a:xfrm>
            <a:off x="239185" y="1266924"/>
            <a:ext cx="11713633" cy="561756"/>
          </a:xfrm>
          <a:prstGeom prst="rect">
            <a:avLst/>
          </a:prstGeom>
        </p:spPr>
        <p:txBody>
          <a:bodyPr vert="horz" anchor="b">
            <a:normAutofit/>
          </a:bodyPr>
          <a:lstStyle>
            <a:lvl1pPr marL="0" indent="0">
              <a:buNone/>
              <a:defRPr sz="1800" b="0">
                <a:solidFill>
                  <a:schemeClr val="tx1">
                    <a:lumMod val="50000"/>
                    <a:lumOff val="50000"/>
                  </a:schemeClr>
                </a:solidFill>
              </a:defRPr>
            </a:lvl1pPr>
          </a:lstStyle>
          <a:p>
            <a:pPr lvl="0"/>
            <a:r>
              <a:rPr lang="en-US"/>
              <a:t>Section #</a:t>
            </a:r>
          </a:p>
        </p:txBody>
      </p:sp>
      <p:sp>
        <p:nvSpPr>
          <p:cNvPr id="11" name="Rectangle 4"/>
          <p:cNvSpPr>
            <a:spLocks noGrp="1" noChangeArrowheads="1"/>
          </p:cNvSpPr>
          <p:nvPr>
            <p:ph type="ftr" sz="quarter" idx="11"/>
          </p:nvPr>
        </p:nvSpPr>
        <p:spPr>
          <a:xfrm>
            <a:off x="239184" y="6400800"/>
            <a:ext cx="9409211" cy="457200"/>
          </a:xfrm>
          <a:prstGeom prst="rect">
            <a:avLst/>
          </a:prstGeom>
          <a:ln/>
        </p:spPr>
        <p:txBody>
          <a:bodyPr/>
          <a:lstStyle>
            <a:lvl1pPr>
              <a:defRPr/>
            </a:lvl1pPr>
          </a:lstStyle>
          <a:p>
            <a:endParaRPr lang="en-GB"/>
          </a:p>
        </p:txBody>
      </p:sp>
    </p:spTree>
    <p:extLst>
      <p:ext uri="{BB962C8B-B14F-4D97-AF65-F5344CB8AC3E}">
        <p14:creationId xmlns:p14="http://schemas.microsoft.com/office/powerpoint/2010/main" val="3675642781"/>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p:cSld name="1_Section Header">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p:custDataLst>
              <p:tags r:id="rId1"/>
            </p:custDataLst>
            <p:extLst>
              <p:ext uri="{D42A27DB-BD31-4B8C-83A1-F6EECF244321}">
                <p14:modId xmlns:p14="http://schemas.microsoft.com/office/powerpoint/2010/main" val="1760927482"/>
              </p:ext>
            </p:extLst>
          </p:nvPr>
        </p:nvGraphicFramePr>
        <p:xfrm>
          <a:off x="2118" y="1589"/>
          <a:ext cx="2116" cy="1587"/>
        </p:xfrm>
        <a:graphic>
          <a:graphicData uri="http://schemas.openxmlformats.org/presentationml/2006/ole">
            <mc:AlternateContent xmlns:mc="http://schemas.openxmlformats.org/markup-compatibility/2006">
              <mc:Choice xmlns:v="urn:schemas-microsoft-com:vml" Requires="v">
                <p:oleObj name="think-cell Slide" r:id="rId3" imgW="360" imgH="360" progId="TCLayout.ActiveDocument.1">
                  <p:embed/>
                </p:oleObj>
              </mc:Choice>
              <mc:Fallback>
                <p:oleObj name="think-cell Slide" r:id="rId3" imgW="360" imgH="360" progId="TCLayout.ActiveDocument.1">
                  <p:embed/>
                  <p:pic>
                    <p:nvPicPr>
                      <p:cNvPr id="3" name="Object 2"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18" y="1589"/>
                        <a:ext cx="2116"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5" name="Group 4"/>
          <p:cNvGrpSpPr/>
          <p:nvPr/>
        </p:nvGrpSpPr>
        <p:grpSpPr>
          <a:xfrm>
            <a:off x="4584735" y="1178585"/>
            <a:ext cx="7607265" cy="2547334"/>
            <a:chOff x="4242374" y="1266924"/>
            <a:chExt cx="7607265" cy="1277860"/>
          </a:xfrm>
        </p:grpSpPr>
        <p:pic>
          <p:nvPicPr>
            <p:cNvPr id="15" name="Picture 3"/>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l="66788"/>
            <a:stretch/>
          </p:blipFill>
          <p:spPr bwMode="auto">
            <a:xfrm>
              <a:off x="7458055" y="1266924"/>
              <a:ext cx="4049222" cy="6921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6" name="Picture 3"/>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r="97157" b="17268"/>
            <a:stretch/>
          </p:blipFill>
          <p:spPr bwMode="auto">
            <a:xfrm>
              <a:off x="4242374" y="1266924"/>
              <a:ext cx="3215680" cy="12778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8" name="Picture 3"/>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t="12683" r="99340" b="31624"/>
            <a:stretch/>
          </p:blipFill>
          <p:spPr bwMode="auto">
            <a:xfrm>
              <a:off x="10873398" y="1505214"/>
              <a:ext cx="616085" cy="38548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9" name="Picture 3"/>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l="66788" b="7541"/>
            <a:stretch/>
          </p:blipFill>
          <p:spPr bwMode="auto">
            <a:xfrm>
              <a:off x="6747364" y="1904828"/>
              <a:ext cx="4049222" cy="63995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7" name="Picture 3"/>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r="99746" b="50292"/>
            <a:stretch/>
          </p:blipFill>
          <p:spPr bwMode="auto">
            <a:xfrm>
              <a:off x="10181088" y="2094605"/>
              <a:ext cx="526195" cy="288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 name="Picture 3"/>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t="12683" r="99340" b="31624"/>
            <a:stretch/>
          </p:blipFill>
          <p:spPr bwMode="auto">
            <a:xfrm>
              <a:off x="11005120" y="1266924"/>
              <a:ext cx="844519" cy="12778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1" name="Picture 3"/>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t="12683" r="99340" b="31624"/>
            <a:stretch/>
          </p:blipFill>
          <p:spPr bwMode="auto">
            <a:xfrm>
              <a:off x="10662759" y="1724108"/>
              <a:ext cx="1186880" cy="82067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pic>
        <p:nvPicPr>
          <p:cNvPr id="32" name="Picture 3"/>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t="12683" r="99340" b="31624"/>
          <a:stretch/>
        </p:blipFill>
        <p:spPr bwMode="auto">
          <a:xfrm>
            <a:off x="0" y="1178584"/>
            <a:ext cx="4648131" cy="254733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0" name="Rectangle 9"/>
          <p:cNvSpPr/>
          <p:nvPr/>
        </p:nvSpPr>
        <p:spPr bwMode="auto">
          <a:xfrm>
            <a:off x="0" y="0"/>
            <a:ext cx="12192000" cy="1052736"/>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1900" b="0" i="0" u="none" strike="noStrike" cap="none" normalizeH="0" baseline="0">
              <a:ln>
                <a:noFill/>
              </a:ln>
              <a:solidFill>
                <a:schemeClr val="tx1"/>
              </a:solidFill>
              <a:effectLst/>
              <a:latin typeface="Arial" charset="0"/>
            </a:endParaRPr>
          </a:p>
        </p:txBody>
      </p:sp>
      <p:sp>
        <p:nvSpPr>
          <p:cNvPr id="6" name="Rectangle 5"/>
          <p:cNvSpPr>
            <a:spLocks noGrp="1" noChangeArrowheads="1"/>
          </p:cNvSpPr>
          <p:nvPr>
            <p:ph type="sldNum" sz="quarter" idx="12"/>
          </p:nvPr>
        </p:nvSpPr>
        <p:spPr>
          <a:ln/>
        </p:spPr>
        <p:txBody>
          <a:bodyPr/>
          <a:lstStyle>
            <a:lvl1pPr>
              <a:defRPr/>
            </a:lvl1pPr>
          </a:lstStyle>
          <a:p>
            <a:fld id="{20314B1F-90EF-4791-B992-945A908ADE38}" type="slidenum">
              <a:rPr lang="en-GB" smtClean="0"/>
              <a:pPr/>
              <a:t>‹#›</a:t>
            </a:fld>
            <a:endParaRPr lang="en-GB"/>
          </a:p>
        </p:txBody>
      </p:sp>
      <p:sp>
        <p:nvSpPr>
          <p:cNvPr id="8" name="Text Placeholder 11"/>
          <p:cNvSpPr>
            <a:spLocks noGrp="1"/>
          </p:cNvSpPr>
          <p:nvPr>
            <p:ph type="body" sz="quarter" idx="13" hasCustomPrompt="1"/>
          </p:nvPr>
        </p:nvSpPr>
        <p:spPr>
          <a:xfrm>
            <a:off x="239185" y="2181578"/>
            <a:ext cx="8736139" cy="1463446"/>
          </a:xfrm>
          <a:prstGeom prst="rect">
            <a:avLst/>
          </a:prstGeom>
        </p:spPr>
        <p:txBody>
          <a:bodyPr vert="horz">
            <a:normAutofit/>
          </a:bodyPr>
          <a:lstStyle>
            <a:lvl1pPr marL="0" indent="0">
              <a:buNone/>
              <a:defRPr sz="3200" b="1">
                <a:solidFill>
                  <a:schemeClr val="bg1"/>
                </a:solidFill>
                <a:effectLst/>
              </a:defRPr>
            </a:lvl1pPr>
          </a:lstStyle>
          <a:p>
            <a:pPr lvl="0"/>
            <a:r>
              <a:rPr lang="en-US"/>
              <a:t>Section Title</a:t>
            </a:r>
          </a:p>
        </p:txBody>
      </p:sp>
      <p:sp>
        <p:nvSpPr>
          <p:cNvPr id="9" name="Text Placeholder 11"/>
          <p:cNvSpPr>
            <a:spLocks noGrp="1"/>
          </p:cNvSpPr>
          <p:nvPr>
            <p:ph type="body" sz="quarter" idx="14" hasCustomPrompt="1"/>
          </p:nvPr>
        </p:nvSpPr>
        <p:spPr>
          <a:xfrm>
            <a:off x="239185" y="1266924"/>
            <a:ext cx="8736139" cy="561756"/>
          </a:xfrm>
          <a:prstGeom prst="rect">
            <a:avLst/>
          </a:prstGeom>
        </p:spPr>
        <p:txBody>
          <a:bodyPr vert="horz" anchor="b">
            <a:normAutofit/>
          </a:bodyPr>
          <a:lstStyle>
            <a:lvl1pPr marL="0" indent="0">
              <a:buNone/>
              <a:defRPr sz="1800" b="0">
                <a:solidFill>
                  <a:schemeClr val="bg1"/>
                </a:solidFill>
              </a:defRPr>
            </a:lvl1pPr>
          </a:lstStyle>
          <a:p>
            <a:pPr lvl="0"/>
            <a:r>
              <a:rPr lang="en-US"/>
              <a:t>Section #</a:t>
            </a:r>
          </a:p>
        </p:txBody>
      </p:sp>
      <p:sp>
        <p:nvSpPr>
          <p:cNvPr id="11" name="Rectangle 4"/>
          <p:cNvSpPr>
            <a:spLocks noGrp="1" noChangeArrowheads="1"/>
          </p:cNvSpPr>
          <p:nvPr>
            <p:ph type="ftr" sz="quarter" idx="11"/>
          </p:nvPr>
        </p:nvSpPr>
        <p:spPr>
          <a:xfrm>
            <a:off x="239184" y="6400800"/>
            <a:ext cx="9409211" cy="457200"/>
          </a:xfrm>
          <a:prstGeom prst="rect">
            <a:avLst/>
          </a:prstGeom>
          <a:ln/>
        </p:spPr>
        <p:txBody>
          <a:bodyPr/>
          <a:lstStyle>
            <a:lvl1pPr>
              <a:defRPr/>
            </a:lvl1pPr>
          </a:lstStyle>
          <a:p>
            <a:endParaRPr lang="en-GB"/>
          </a:p>
        </p:txBody>
      </p:sp>
      <p:pic>
        <p:nvPicPr>
          <p:cNvPr id="14" name="Picture 3"/>
          <p:cNvPicPr>
            <a:picLocks noChangeAspect="1" noChangeArrowheads="1"/>
          </p:cNvPicPr>
          <p:nvPr/>
        </p:nvPicPr>
        <p:blipFill rotWithShape="1">
          <a:blip r:embed="rId6" cstate="print">
            <a:extLst>
              <a:ext uri="{28A0092B-C50C-407E-A947-70E740481C1C}">
                <a14:useLocalDpi xmlns:a14="http://schemas.microsoft.com/office/drawing/2010/main" val="0"/>
              </a:ext>
            </a:extLst>
          </a:blip>
          <a:srcRect t="13116" r="76604" b="25471"/>
          <a:stretch/>
        </p:blipFill>
        <p:spPr bwMode="auto">
          <a:xfrm>
            <a:off x="11399099" y="3113147"/>
            <a:ext cx="627693" cy="53187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35" name="Straight Connector 34"/>
          <p:cNvCxnSpPr/>
          <p:nvPr/>
        </p:nvCxnSpPr>
        <p:spPr bwMode="auto">
          <a:xfrm>
            <a:off x="239184" y="2006353"/>
            <a:ext cx="8875152" cy="0"/>
          </a:xfrm>
          <a:prstGeom prst="line">
            <a:avLst/>
          </a:prstGeom>
          <a:ln w="28575">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08048639"/>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p:cSld name="Title + Text Box Layout">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custDataLst>
              <p:tags r:id="rId1"/>
            </p:custDataLst>
            <p:extLst>
              <p:ext uri="{D42A27DB-BD31-4B8C-83A1-F6EECF244321}">
                <p14:modId xmlns:p14="http://schemas.microsoft.com/office/powerpoint/2010/main" val="24737233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360" imgH="360" progId="TCLayout.ActiveDocument.1">
                  <p:embed/>
                </p:oleObj>
              </mc:Choice>
              <mc:Fallback>
                <p:oleObj name="think-cell Slide" r:id="rId3" imgW="360" imgH="360" progId="TCLayout.ActiveDocument.1">
                  <p:embed/>
                  <p:pic>
                    <p:nvPicPr>
                      <p:cNvPr id="2" name="Object 1"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Title 1"/>
          <p:cNvSpPr>
            <a:spLocks noGrp="1"/>
          </p:cNvSpPr>
          <p:nvPr>
            <p:ph type="title"/>
          </p:nvPr>
        </p:nvSpPr>
        <p:spPr>
          <a:xfrm>
            <a:off x="239184" y="0"/>
            <a:ext cx="10273307" cy="648000"/>
          </a:xfrm>
          <a:prstGeom prst="rect">
            <a:avLst/>
          </a:prstGeom>
        </p:spPr>
        <p:txBody>
          <a:bodyPr lIns="0" tIns="0" rIns="0" bIns="0" anchor="ctr">
            <a:normAutofit/>
          </a:bodyPr>
          <a:lstStyle>
            <a:lvl1pPr>
              <a:defRPr sz="2000" b="1">
                <a:latin typeface="Calibri" panose="020F0502020204030204" pitchFamily="34" charset="0"/>
              </a:defRPr>
            </a:lvl1pPr>
          </a:lstStyle>
          <a:p>
            <a:r>
              <a:rPr lang="en-US"/>
              <a:t>Click to edit Master title style</a:t>
            </a:r>
            <a:endParaRPr lang="en-GB"/>
          </a:p>
        </p:txBody>
      </p:sp>
      <p:sp>
        <p:nvSpPr>
          <p:cNvPr id="7" name="Rectangle 4"/>
          <p:cNvSpPr>
            <a:spLocks noGrp="1" noChangeArrowheads="1"/>
          </p:cNvSpPr>
          <p:nvPr>
            <p:ph type="ftr" sz="quarter" idx="11"/>
          </p:nvPr>
        </p:nvSpPr>
        <p:spPr>
          <a:xfrm>
            <a:off x="239184" y="6400800"/>
            <a:ext cx="9409211" cy="457200"/>
          </a:xfrm>
          <a:prstGeom prst="rect">
            <a:avLst/>
          </a:prstGeom>
          <a:ln/>
        </p:spPr>
        <p:txBody>
          <a:bodyPr/>
          <a:lstStyle>
            <a:lvl1pPr>
              <a:defRPr/>
            </a:lvl1pPr>
          </a:lstStyle>
          <a:p>
            <a:endParaRPr lang="en-GB"/>
          </a:p>
        </p:txBody>
      </p:sp>
      <p:sp>
        <p:nvSpPr>
          <p:cNvPr id="8" name="Rectangle 5"/>
          <p:cNvSpPr>
            <a:spLocks noGrp="1" noChangeArrowheads="1"/>
          </p:cNvSpPr>
          <p:nvPr>
            <p:ph type="sldNum" sz="quarter" idx="12"/>
          </p:nvPr>
        </p:nvSpPr>
        <p:spPr>
          <a:xfrm>
            <a:off x="11664619" y="6400800"/>
            <a:ext cx="527381" cy="457200"/>
          </a:xfrm>
          <a:ln/>
        </p:spPr>
        <p:txBody>
          <a:bodyPr/>
          <a:lstStyle>
            <a:lvl1pPr>
              <a:defRPr/>
            </a:lvl1pPr>
          </a:lstStyle>
          <a:p>
            <a:fld id="{20314B1F-90EF-4791-B992-945A908ADE38}" type="slidenum">
              <a:rPr lang="en-GB" smtClean="0"/>
              <a:pPr/>
              <a:t>‹#›</a:t>
            </a:fld>
            <a:endParaRPr lang="en-GB"/>
          </a:p>
        </p:txBody>
      </p:sp>
      <p:sp>
        <p:nvSpPr>
          <p:cNvPr id="5" name="Text Placeholder 4"/>
          <p:cNvSpPr>
            <a:spLocks noGrp="1"/>
          </p:cNvSpPr>
          <p:nvPr>
            <p:ph type="body" sz="quarter" idx="13" hasCustomPrompt="1"/>
          </p:nvPr>
        </p:nvSpPr>
        <p:spPr>
          <a:xfrm>
            <a:off x="239184" y="836712"/>
            <a:ext cx="11329424" cy="1655762"/>
          </a:xfrm>
          <a:prstGeom prst="rect">
            <a:avLst/>
          </a:prstGeom>
        </p:spPr>
        <p:txBody>
          <a:bodyPr/>
          <a:lstStyle>
            <a:lvl1pPr marL="0" marR="0" indent="0" algn="l" defTabSz="914400" rtl="0" eaLnBrk="1" fontAlgn="base" latinLnBrk="0" hangingPunct="1">
              <a:lnSpc>
                <a:spcPct val="100000"/>
              </a:lnSpc>
              <a:spcBef>
                <a:spcPct val="20000"/>
              </a:spcBef>
              <a:spcAft>
                <a:spcPct val="0"/>
              </a:spcAft>
              <a:buClr>
                <a:srgbClr val="C00000"/>
              </a:buClr>
              <a:buSzTx/>
              <a:buFontTx/>
              <a:buNone/>
              <a:tabLst/>
              <a:defRPr kumimoji="0" lang="en-US" sz="1800" b="0" i="0" u="none" strike="noStrike" kern="0" cap="none" spc="0" normalizeH="0" baseline="0" noProof="0">
                <a:ln>
                  <a:noFill/>
                </a:ln>
                <a:solidFill>
                  <a:schemeClr val="tx1"/>
                </a:solidFill>
                <a:effectLst/>
                <a:uLnTx/>
                <a:uFillTx/>
              </a:defRPr>
            </a:lvl1pPr>
            <a:lvl2pPr marL="742950" marR="0" indent="-285750" algn="l" defTabSz="914400" rtl="0" eaLnBrk="1" fontAlgn="base" latinLnBrk="0" hangingPunct="1">
              <a:lnSpc>
                <a:spcPct val="100000"/>
              </a:lnSpc>
              <a:spcBef>
                <a:spcPct val="20000"/>
              </a:spcBef>
              <a:spcAft>
                <a:spcPct val="0"/>
              </a:spcAft>
              <a:buClr>
                <a:srgbClr val="C00000"/>
              </a:buClr>
              <a:buSzTx/>
              <a:buFontTx/>
              <a:buChar char="–"/>
              <a:tabLst/>
              <a:defRPr kumimoji="0" lang="en-US" sz="1600" b="0" i="0" u="none" strike="noStrike" kern="0" cap="none" spc="0" normalizeH="0" baseline="0" noProof="0">
                <a:ln>
                  <a:noFill/>
                </a:ln>
                <a:solidFill>
                  <a:schemeClr val="tx1"/>
                </a:solidFill>
                <a:effectLst/>
                <a:uLnTx/>
                <a:uFillTx/>
              </a:defRPr>
            </a:lvl2pPr>
            <a:lvl3pPr marL="1143000" marR="0" indent="-228600" algn="l" defTabSz="914400" rtl="0" eaLnBrk="1" fontAlgn="base" latinLnBrk="0" hangingPunct="1">
              <a:lnSpc>
                <a:spcPct val="100000"/>
              </a:lnSpc>
              <a:spcBef>
                <a:spcPct val="20000"/>
              </a:spcBef>
              <a:spcAft>
                <a:spcPct val="0"/>
              </a:spcAft>
              <a:buClr>
                <a:srgbClr val="C00000"/>
              </a:buClr>
              <a:buSzTx/>
              <a:buFontTx/>
              <a:buChar char="•"/>
              <a:tabLst/>
              <a:defRPr kumimoji="0" lang="en-US" sz="1400" b="0" i="0" u="none" strike="noStrike" kern="0" cap="none" spc="0" normalizeH="0" baseline="0" noProof="0">
                <a:ln>
                  <a:noFill/>
                </a:ln>
                <a:solidFill>
                  <a:schemeClr val="tx1"/>
                </a:solidFill>
                <a:effectLst/>
                <a:uLnTx/>
                <a:uFillTx/>
              </a:defRPr>
            </a:lvl3pPr>
            <a:lvl4pPr marL="1600200" marR="0" indent="-228600" algn="l" defTabSz="914400" rtl="0" eaLnBrk="1" fontAlgn="base" latinLnBrk="0" hangingPunct="1">
              <a:lnSpc>
                <a:spcPct val="100000"/>
              </a:lnSpc>
              <a:spcBef>
                <a:spcPct val="20000"/>
              </a:spcBef>
              <a:spcAft>
                <a:spcPct val="0"/>
              </a:spcAft>
              <a:buClr>
                <a:srgbClr val="C00000"/>
              </a:buClr>
              <a:buSzTx/>
              <a:buFontTx/>
              <a:buChar char="–"/>
              <a:tabLst/>
              <a:defRPr kumimoji="0" lang="en-US" sz="1400" b="0" i="0" u="none" strike="noStrike" kern="0" cap="none" spc="0" normalizeH="0" baseline="0" noProof="0">
                <a:ln>
                  <a:noFill/>
                </a:ln>
                <a:solidFill>
                  <a:schemeClr val="tx1"/>
                </a:solidFill>
                <a:effectLst/>
                <a:uLnTx/>
                <a:uFillTx/>
              </a:defRPr>
            </a:lvl4pPr>
            <a:lvl5pPr marL="2057400" marR="0" indent="-228600" algn="l" defTabSz="914400" rtl="0" eaLnBrk="1" fontAlgn="base" latinLnBrk="0" hangingPunct="1">
              <a:lnSpc>
                <a:spcPct val="100000"/>
              </a:lnSpc>
              <a:spcBef>
                <a:spcPct val="20000"/>
              </a:spcBef>
              <a:spcAft>
                <a:spcPct val="0"/>
              </a:spcAft>
              <a:buClr>
                <a:srgbClr val="C00000"/>
              </a:buClr>
              <a:buSzTx/>
              <a:buFontTx/>
              <a:buChar char="»"/>
              <a:tabLst/>
              <a:defRPr kumimoji="0" lang="en-US" sz="1400" b="0" i="0" u="none" strike="noStrike" kern="0" cap="none" spc="0" normalizeH="0" baseline="0" noProof="0">
                <a:ln>
                  <a:noFill/>
                </a:ln>
                <a:solidFill>
                  <a:schemeClr val="tx1"/>
                </a:solidFill>
                <a:effectLst/>
                <a:uLnTx/>
                <a:uFillTx/>
              </a:defRPr>
            </a:lvl5pPr>
            <a:lvl6pPr marL="0" marR="0" indent="0" algn="l" defTabSz="914400" rtl="0" eaLnBrk="1" fontAlgn="base" latinLnBrk="0" hangingPunct="1">
              <a:lnSpc>
                <a:spcPct val="100000"/>
              </a:lnSpc>
              <a:spcBef>
                <a:spcPct val="20000"/>
              </a:spcBef>
              <a:spcAft>
                <a:spcPct val="0"/>
              </a:spcAft>
              <a:buClr>
                <a:srgbClr val="C00000"/>
              </a:buClr>
              <a:buSzTx/>
              <a:buFontTx/>
              <a:buNone/>
              <a:tabLst/>
              <a:defRPr>
                <a:solidFill>
                  <a:schemeClr val="tx1"/>
                </a:solidFill>
              </a:defRPr>
            </a:lvl6pPr>
            <a:lvl8pPr marL="0" marR="0" indent="0" algn="l" defTabSz="914400" rtl="0" eaLnBrk="1" fontAlgn="base" latinLnBrk="0" hangingPunct="1">
              <a:lnSpc>
                <a:spcPct val="100000"/>
              </a:lnSpc>
              <a:spcBef>
                <a:spcPct val="20000"/>
              </a:spcBef>
              <a:spcAft>
                <a:spcPct val="0"/>
              </a:spcAft>
              <a:buClrTx/>
              <a:buSzTx/>
              <a:buFontTx/>
              <a:buNone/>
              <a:tabLst/>
              <a:defRPr/>
            </a:lvl8pPr>
            <a:lvl9pPr marL="0" marR="0" indent="0" algn="l" defTabSz="914400" rtl="0" eaLnBrk="1" fontAlgn="base" latinLnBrk="0" hangingPunct="1">
              <a:lnSpc>
                <a:spcPct val="100000"/>
              </a:lnSpc>
              <a:spcBef>
                <a:spcPct val="20000"/>
              </a:spcBef>
              <a:spcAft>
                <a:spcPct val="0"/>
              </a:spcAft>
              <a:buClrTx/>
              <a:buSzTx/>
              <a:buFontTx/>
              <a:buNone/>
              <a:tabLst/>
              <a:defRPr/>
            </a:lvl9pPr>
          </a:lstStyle>
          <a:p>
            <a:pPr marL="342900" marR="0" lvl="0" indent="-342900" algn="l" defTabSz="914400" rtl="0" eaLnBrk="1" fontAlgn="base" latinLnBrk="0" hangingPunct="1">
              <a:lnSpc>
                <a:spcPct val="100000"/>
              </a:lnSpc>
              <a:spcBef>
                <a:spcPct val="20000"/>
              </a:spcBef>
              <a:spcAft>
                <a:spcPct val="0"/>
              </a:spcAft>
              <a:buClrTx/>
              <a:buSzTx/>
              <a:buFontTx/>
              <a:buChar char="•"/>
              <a:tabLst/>
              <a:defRPr/>
            </a:pPr>
            <a:r>
              <a:rPr kumimoji="0" lang="en-US" sz="1800" b="0" i="0" u="none" strike="noStrike" kern="0" cap="none" spc="0" normalizeH="0" baseline="0" noProof="0">
                <a:ln>
                  <a:noFill/>
                </a:ln>
                <a:solidFill>
                  <a:srgbClr val="575757"/>
                </a:solidFill>
                <a:effectLst/>
                <a:uLnTx/>
                <a:uFillTx/>
                <a:latin typeface="+mn-lt"/>
              </a:rPr>
              <a:t>Edit Master text styles</a:t>
            </a:r>
          </a:p>
          <a:p>
            <a:pPr marL="742950" marR="0" lvl="1" indent="-285750" algn="l" defTabSz="914400" rtl="0" eaLnBrk="1" fontAlgn="base" latinLnBrk="0" hangingPunct="1">
              <a:lnSpc>
                <a:spcPct val="100000"/>
              </a:lnSpc>
              <a:spcBef>
                <a:spcPct val="20000"/>
              </a:spcBef>
              <a:spcAft>
                <a:spcPct val="0"/>
              </a:spcAft>
              <a:buClrTx/>
              <a:buSzTx/>
              <a:buFontTx/>
              <a:buChar char="–"/>
              <a:tabLst/>
              <a:defRPr/>
            </a:pPr>
            <a:r>
              <a:rPr kumimoji="0" lang="en-US" sz="1600" b="0" i="0" u="none" strike="noStrike" kern="0" cap="none" spc="0" normalizeH="0" baseline="0" noProof="0">
                <a:ln>
                  <a:noFill/>
                </a:ln>
                <a:solidFill>
                  <a:srgbClr val="575757"/>
                </a:solidFill>
                <a:effectLst/>
                <a:uLnTx/>
                <a:uFillTx/>
                <a:latin typeface="+mn-lt"/>
              </a:rPr>
              <a:t>Second level</a:t>
            </a:r>
          </a:p>
          <a:p>
            <a:pPr marL="1143000" marR="0" lvl="2" indent="-228600" algn="l" defTabSz="914400" rtl="0" eaLnBrk="1" fontAlgn="base" latinLnBrk="0" hangingPunct="1">
              <a:lnSpc>
                <a:spcPct val="100000"/>
              </a:lnSpc>
              <a:spcBef>
                <a:spcPct val="20000"/>
              </a:spcBef>
              <a:spcAft>
                <a:spcPct val="0"/>
              </a:spcAft>
              <a:buClrTx/>
              <a:buSzTx/>
              <a:buFontTx/>
              <a:buChar char="•"/>
              <a:tabLst/>
              <a:defRPr/>
            </a:pPr>
            <a:r>
              <a:rPr kumimoji="0" lang="en-US" sz="1400" b="0" i="0" u="none" strike="noStrike" kern="0" cap="none" spc="0" normalizeH="0" baseline="0" noProof="0">
                <a:ln>
                  <a:noFill/>
                </a:ln>
                <a:solidFill>
                  <a:srgbClr val="575757"/>
                </a:solidFill>
                <a:effectLst/>
                <a:uLnTx/>
                <a:uFillTx/>
                <a:latin typeface="+mn-lt"/>
              </a:rPr>
              <a:t>Third level</a:t>
            </a:r>
          </a:p>
          <a:p>
            <a:pPr marL="1600200" marR="0" lvl="3" indent="-228600" algn="l" defTabSz="914400" rtl="0" eaLnBrk="1" fontAlgn="base" latinLnBrk="0" hangingPunct="1">
              <a:lnSpc>
                <a:spcPct val="100000"/>
              </a:lnSpc>
              <a:spcBef>
                <a:spcPct val="20000"/>
              </a:spcBef>
              <a:spcAft>
                <a:spcPct val="0"/>
              </a:spcAft>
              <a:buClrTx/>
              <a:buSzTx/>
              <a:buFontTx/>
              <a:buChar char="–"/>
              <a:tabLst/>
              <a:defRPr/>
            </a:pPr>
            <a:r>
              <a:rPr kumimoji="0" lang="en-US" sz="1400" b="0" i="0" u="none" strike="noStrike" kern="0" cap="none" spc="0" normalizeH="0" baseline="0" noProof="0">
                <a:ln>
                  <a:noFill/>
                </a:ln>
                <a:solidFill>
                  <a:srgbClr val="575757"/>
                </a:solidFill>
                <a:effectLst/>
                <a:uLnTx/>
                <a:uFillTx/>
                <a:latin typeface="+mn-lt"/>
              </a:rPr>
              <a:t>Fourth level</a:t>
            </a:r>
          </a:p>
          <a:p>
            <a:pPr marL="2057400" marR="0" lvl="4" indent="-228600" algn="l" defTabSz="914400" rtl="0" eaLnBrk="1" fontAlgn="base" latinLnBrk="0" hangingPunct="1">
              <a:lnSpc>
                <a:spcPct val="100000"/>
              </a:lnSpc>
              <a:spcBef>
                <a:spcPct val="20000"/>
              </a:spcBef>
              <a:spcAft>
                <a:spcPct val="0"/>
              </a:spcAft>
              <a:buClrTx/>
              <a:buSzTx/>
              <a:buFontTx/>
              <a:buChar char="»"/>
              <a:tabLst/>
              <a:defRPr/>
            </a:pPr>
            <a:r>
              <a:rPr kumimoji="0" lang="en-US" sz="1400" b="0" i="0" u="none" strike="noStrike" kern="0" cap="none" spc="0" normalizeH="0" baseline="0" noProof="0">
                <a:ln>
                  <a:noFill/>
                </a:ln>
                <a:solidFill>
                  <a:srgbClr val="575757"/>
                </a:solidFill>
                <a:effectLst/>
                <a:uLnTx/>
                <a:uFillTx/>
                <a:latin typeface="+mn-lt"/>
              </a:rPr>
              <a:t>Fifth level</a:t>
            </a:r>
          </a:p>
          <a:p>
            <a:pPr marL="2514600" marR="0" lvl="5" indent="-228600" algn="l" defTabSz="914400" rtl="0" eaLnBrk="1" fontAlgn="base" latinLnBrk="0" hangingPunct="1">
              <a:lnSpc>
                <a:spcPct val="100000"/>
              </a:lnSpc>
              <a:spcBef>
                <a:spcPct val="20000"/>
              </a:spcBef>
              <a:spcAft>
                <a:spcPct val="0"/>
              </a:spcAft>
              <a:buClrTx/>
              <a:buSzTx/>
              <a:buFontTx/>
              <a:buChar char="»"/>
              <a:tabLst/>
              <a:defRPr/>
            </a:pPr>
            <a:r>
              <a:rPr kumimoji="0" lang="en-US" sz="1800" b="0" i="0" u="none" strike="noStrike" kern="0" cap="none" spc="0" normalizeH="0" baseline="0" noProof="0">
                <a:ln>
                  <a:noFill/>
                </a:ln>
                <a:solidFill>
                  <a:srgbClr val="575757"/>
                </a:solidFill>
                <a:effectLst/>
                <a:uLnTx/>
                <a:uFillTx/>
                <a:latin typeface="+mn-lt"/>
              </a:rPr>
              <a:t>Level six</a:t>
            </a:r>
          </a:p>
          <a:p>
            <a:pPr marL="0" marR="0" lvl="5" indent="0" algn="l" defTabSz="914400" rtl="0" eaLnBrk="1" fontAlgn="base" latinLnBrk="0" hangingPunct="1">
              <a:lnSpc>
                <a:spcPct val="100000"/>
              </a:lnSpc>
              <a:spcBef>
                <a:spcPct val="20000"/>
              </a:spcBef>
              <a:spcAft>
                <a:spcPct val="0"/>
              </a:spcAft>
              <a:buClrTx/>
              <a:buSzTx/>
              <a:buFontTx/>
              <a:buNone/>
              <a:tabLst/>
              <a:defRPr/>
            </a:pPr>
            <a:r>
              <a:rPr kumimoji="0" lang="en-US" sz="1800" b="1" i="0" u="none" strike="noStrike" kern="0" cap="none" spc="0" normalizeH="0" baseline="0" noProof="0">
                <a:ln>
                  <a:noFill/>
                </a:ln>
                <a:solidFill>
                  <a:schemeClr val="accent3"/>
                </a:solidFill>
                <a:effectLst/>
                <a:uLnTx/>
                <a:uFillTx/>
                <a:latin typeface="+mn-lt"/>
              </a:rPr>
              <a:t>Level seven</a:t>
            </a:r>
          </a:p>
          <a:p>
            <a:pPr marL="0" marR="0" lvl="7" indent="0" algn="l" defTabSz="914400" rtl="0" eaLnBrk="1" fontAlgn="base" latinLnBrk="0" hangingPunct="1">
              <a:lnSpc>
                <a:spcPct val="100000"/>
              </a:lnSpc>
              <a:spcBef>
                <a:spcPct val="20000"/>
              </a:spcBef>
              <a:spcAft>
                <a:spcPct val="0"/>
              </a:spcAft>
              <a:buClrTx/>
              <a:buSzTx/>
              <a:buFontTx/>
              <a:buNone/>
              <a:tabLst/>
              <a:defRPr/>
            </a:pPr>
            <a:r>
              <a:rPr kumimoji="0" lang="en-US" sz="1800" b="0" i="0" u="none" strike="noStrike" kern="0" cap="none" spc="0" normalizeH="0" baseline="0" noProof="0">
                <a:ln>
                  <a:noFill/>
                </a:ln>
                <a:solidFill>
                  <a:srgbClr val="C00000"/>
                </a:solidFill>
                <a:effectLst/>
                <a:uLnTx/>
                <a:uFillTx/>
                <a:latin typeface="+mn-lt"/>
              </a:rPr>
              <a:t>Level eight</a:t>
            </a:r>
          </a:p>
          <a:p>
            <a:pPr marL="0" marR="0" lvl="8" indent="0" algn="l" defTabSz="914400" rtl="0" eaLnBrk="1" fontAlgn="base" latinLnBrk="0" hangingPunct="1">
              <a:lnSpc>
                <a:spcPct val="100000"/>
              </a:lnSpc>
              <a:spcBef>
                <a:spcPct val="20000"/>
              </a:spcBef>
              <a:spcAft>
                <a:spcPct val="0"/>
              </a:spcAft>
              <a:buClrTx/>
              <a:buSzTx/>
              <a:buFontTx/>
              <a:buNone/>
              <a:tabLst/>
              <a:defRPr/>
            </a:pPr>
            <a:r>
              <a:rPr kumimoji="0" lang="en-US" sz="1600" b="0" i="0" u="none" strike="noStrike" kern="0" cap="none" spc="0" normalizeH="0" baseline="0" noProof="0">
                <a:ln>
                  <a:noFill/>
                </a:ln>
                <a:solidFill>
                  <a:srgbClr val="575757"/>
                </a:solidFill>
                <a:effectLst/>
                <a:uLnTx/>
                <a:uFillTx/>
                <a:latin typeface="+mn-lt"/>
              </a:rPr>
              <a:t>Level nine</a:t>
            </a:r>
          </a:p>
        </p:txBody>
      </p:sp>
    </p:spTree>
    <p:extLst>
      <p:ext uri="{BB962C8B-B14F-4D97-AF65-F5344CB8AC3E}">
        <p14:creationId xmlns:p14="http://schemas.microsoft.com/office/powerpoint/2010/main" val="32481288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143">
          <p15:clr>
            <a:srgbClr val="FBAE40"/>
          </p15:clr>
        </p15:guide>
        <p15:guide id="4" pos="7537">
          <p15:clr>
            <a:srgbClr val="FBAE40"/>
          </p15:clr>
        </p15:guide>
        <p15:guide id="5" orient="horz" pos="4020">
          <p15:clr>
            <a:srgbClr val="FBAE40"/>
          </p15:clr>
        </p15:guide>
        <p15:guide id="6" orient="horz" pos="527">
          <p15:clr>
            <a:srgbClr val="FBAE40"/>
          </p15:clr>
        </p15:guide>
      </p15:sldGuideLst>
    </p:ext>
  </p:extLst>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p:cSld name="Title Only Layout">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custDataLst>
              <p:tags r:id="rId1"/>
            </p:custDataLst>
            <p:extLst>
              <p:ext uri="{D42A27DB-BD31-4B8C-83A1-F6EECF244321}">
                <p14:modId xmlns:p14="http://schemas.microsoft.com/office/powerpoint/2010/main" val="1603633085"/>
              </p:ext>
            </p:extLst>
          </p:nvPr>
        </p:nvGraphicFramePr>
        <p:xfrm>
          <a:off x="2118" y="1589"/>
          <a:ext cx="2116" cy="1587"/>
        </p:xfrm>
        <a:graphic>
          <a:graphicData uri="http://schemas.openxmlformats.org/presentationml/2006/ole">
            <mc:AlternateContent xmlns:mc="http://schemas.openxmlformats.org/markup-compatibility/2006">
              <mc:Choice xmlns:v="urn:schemas-microsoft-com:vml" Requires="v">
                <p:oleObj name="think-cell Slide" r:id="rId3" imgW="360" imgH="360" progId="TCLayout.ActiveDocument.1">
                  <p:embed/>
                </p:oleObj>
              </mc:Choice>
              <mc:Fallback>
                <p:oleObj name="think-cell Slide" r:id="rId3" imgW="360" imgH="360" progId="TCLayout.ActiveDocument.1">
                  <p:embed/>
                  <p:pic>
                    <p:nvPicPr>
                      <p:cNvPr id="2" name="Object 1"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18" y="1589"/>
                        <a:ext cx="2116"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 name="Rectangle 5"/>
          <p:cNvSpPr>
            <a:spLocks noGrp="1" noChangeArrowheads="1"/>
          </p:cNvSpPr>
          <p:nvPr>
            <p:ph type="sldNum" sz="quarter" idx="12"/>
          </p:nvPr>
        </p:nvSpPr>
        <p:spPr>
          <a:xfrm>
            <a:off x="11664619" y="6400800"/>
            <a:ext cx="527381" cy="457200"/>
          </a:xfrm>
          <a:ln/>
        </p:spPr>
        <p:txBody>
          <a:bodyPr/>
          <a:lstStyle>
            <a:lvl1pPr>
              <a:defRPr/>
            </a:lvl1pPr>
          </a:lstStyle>
          <a:p>
            <a:fld id="{20314B1F-90EF-4791-B992-945A908ADE38}" type="slidenum">
              <a:rPr lang="en-GB" smtClean="0"/>
              <a:pPr/>
              <a:t>‹#›</a:t>
            </a:fld>
            <a:endParaRPr lang="en-GB"/>
          </a:p>
        </p:txBody>
      </p:sp>
      <p:sp>
        <p:nvSpPr>
          <p:cNvPr id="9" name="Title 1"/>
          <p:cNvSpPr>
            <a:spLocks noGrp="1"/>
          </p:cNvSpPr>
          <p:nvPr>
            <p:ph type="title"/>
          </p:nvPr>
        </p:nvSpPr>
        <p:spPr>
          <a:xfrm>
            <a:off x="239184" y="0"/>
            <a:ext cx="10273307" cy="648000"/>
          </a:xfrm>
          <a:prstGeom prst="rect">
            <a:avLst/>
          </a:prstGeom>
        </p:spPr>
        <p:txBody>
          <a:bodyPr lIns="0" tIns="0" rIns="0" bIns="0" anchor="ctr">
            <a:normAutofit/>
          </a:bodyPr>
          <a:lstStyle>
            <a:lvl1pPr>
              <a:defRPr sz="2000" b="1">
                <a:latin typeface="Calibri" panose="020F0502020204030204" pitchFamily="34" charset="0"/>
              </a:defRPr>
            </a:lvl1pPr>
          </a:lstStyle>
          <a:p>
            <a:r>
              <a:rPr lang="en-US"/>
              <a:t>Click to edit Master title style</a:t>
            </a:r>
            <a:endParaRPr lang="en-GB"/>
          </a:p>
        </p:txBody>
      </p:sp>
      <p:sp>
        <p:nvSpPr>
          <p:cNvPr id="6" name="Rectangle 4"/>
          <p:cNvSpPr>
            <a:spLocks noGrp="1" noChangeArrowheads="1"/>
          </p:cNvSpPr>
          <p:nvPr>
            <p:ph type="ftr" sz="quarter" idx="11"/>
          </p:nvPr>
        </p:nvSpPr>
        <p:spPr>
          <a:xfrm>
            <a:off x="239184" y="6400800"/>
            <a:ext cx="9409211" cy="457200"/>
          </a:xfrm>
          <a:prstGeom prst="rect">
            <a:avLst/>
          </a:prstGeom>
          <a:ln/>
        </p:spPr>
        <p:txBody>
          <a:bodyPr/>
          <a:lstStyle>
            <a:lvl1pPr>
              <a:defRPr/>
            </a:lvl1pPr>
          </a:lstStyle>
          <a:p>
            <a:endParaRPr lang="en-GB"/>
          </a:p>
        </p:txBody>
      </p:sp>
    </p:spTree>
    <p:extLst>
      <p:ext uri="{BB962C8B-B14F-4D97-AF65-F5344CB8AC3E}">
        <p14:creationId xmlns:p14="http://schemas.microsoft.com/office/powerpoint/2010/main" val="21188168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143">
          <p15:clr>
            <a:srgbClr val="FBAE40"/>
          </p15:clr>
        </p15:guide>
        <p15:guide id="4" pos="7537">
          <p15:clr>
            <a:srgbClr val="FBAE40"/>
          </p15:clr>
        </p15:guide>
        <p15:guide id="5" orient="horz" pos="527">
          <p15:clr>
            <a:srgbClr val="FBAE40"/>
          </p15:clr>
        </p15:guide>
        <p15:guide id="6" orient="horz" pos="4020">
          <p15:clr>
            <a:srgbClr val="FBAE40"/>
          </p15:clr>
        </p15:guide>
      </p15:sldGuideLst>
    </p:ext>
  </p:extLst>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p:cSld name="2_Title Only Layout">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custDataLst>
              <p:tags r:id="rId1"/>
            </p:custDataLst>
            <p:extLst>
              <p:ext uri="{D42A27DB-BD31-4B8C-83A1-F6EECF244321}">
                <p14:modId xmlns:p14="http://schemas.microsoft.com/office/powerpoint/2010/main" val="3527947620"/>
              </p:ext>
            </p:extLst>
          </p:nvPr>
        </p:nvGraphicFramePr>
        <p:xfrm>
          <a:off x="2118" y="1589"/>
          <a:ext cx="2116" cy="1587"/>
        </p:xfrm>
        <a:graphic>
          <a:graphicData uri="http://schemas.openxmlformats.org/presentationml/2006/ole">
            <mc:AlternateContent xmlns:mc="http://schemas.openxmlformats.org/markup-compatibility/2006">
              <mc:Choice xmlns:v="urn:schemas-microsoft-com:vml" Requires="v">
                <p:oleObj name="think-cell Slide" r:id="rId3" imgW="360" imgH="360" progId="TCLayout.ActiveDocument.1">
                  <p:embed/>
                </p:oleObj>
              </mc:Choice>
              <mc:Fallback>
                <p:oleObj name="think-cell Slide" r:id="rId3" imgW="360" imgH="360" progId="TCLayout.ActiveDocument.1">
                  <p:embed/>
                  <p:pic>
                    <p:nvPicPr>
                      <p:cNvPr id="2" name="Object 1"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18" y="1589"/>
                        <a:ext cx="2116"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 name="Rectangle 5"/>
          <p:cNvSpPr>
            <a:spLocks noGrp="1" noChangeArrowheads="1"/>
          </p:cNvSpPr>
          <p:nvPr>
            <p:ph type="sldNum" sz="quarter" idx="12"/>
          </p:nvPr>
        </p:nvSpPr>
        <p:spPr>
          <a:xfrm>
            <a:off x="11664619" y="6400800"/>
            <a:ext cx="527381" cy="457200"/>
          </a:xfrm>
          <a:ln/>
        </p:spPr>
        <p:txBody>
          <a:bodyPr/>
          <a:lstStyle>
            <a:lvl1pPr>
              <a:defRPr/>
            </a:lvl1pPr>
          </a:lstStyle>
          <a:p>
            <a:fld id="{20314B1F-90EF-4791-B992-945A908ADE38}" type="slidenum">
              <a:rPr lang="en-GB" smtClean="0"/>
              <a:pPr/>
              <a:t>‹#›</a:t>
            </a:fld>
            <a:endParaRPr lang="en-GB"/>
          </a:p>
        </p:txBody>
      </p:sp>
      <p:sp>
        <p:nvSpPr>
          <p:cNvPr id="9" name="Title 1"/>
          <p:cNvSpPr>
            <a:spLocks noGrp="1"/>
          </p:cNvSpPr>
          <p:nvPr>
            <p:ph type="title"/>
          </p:nvPr>
        </p:nvSpPr>
        <p:spPr>
          <a:xfrm>
            <a:off x="239184" y="0"/>
            <a:ext cx="10273307" cy="648000"/>
          </a:xfrm>
          <a:prstGeom prst="rect">
            <a:avLst/>
          </a:prstGeom>
        </p:spPr>
        <p:txBody>
          <a:bodyPr lIns="0" tIns="0" rIns="0" bIns="0" anchor="ctr">
            <a:normAutofit/>
          </a:bodyPr>
          <a:lstStyle>
            <a:lvl1pPr algn="l">
              <a:defRPr sz="2000" b="1">
                <a:latin typeface="Calibri" panose="020F0502020204030204" pitchFamily="34" charset="0"/>
              </a:defRPr>
            </a:lvl1pPr>
          </a:lstStyle>
          <a:p>
            <a:r>
              <a:rPr lang="en-US"/>
              <a:t>Click to edit Master title style</a:t>
            </a:r>
            <a:endParaRPr lang="en-GB"/>
          </a:p>
        </p:txBody>
      </p:sp>
      <p:sp>
        <p:nvSpPr>
          <p:cNvPr id="6" name="Rectangle 4"/>
          <p:cNvSpPr>
            <a:spLocks noGrp="1" noChangeArrowheads="1"/>
          </p:cNvSpPr>
          <p:nvPr>
            <p:ph type="ftr" sz="quarter" idx="11"/>
          </p:nvPr>
        </p:nvSpPr>
        <p:spPr>
          <a:xfrm>
            <a:off x="239184" y="6400800"/>
            <a:ext cx="9409211" cy="457200"/>
          </a:xfrm>
          <a:prstGeom prst="rect">
            <a:avLst/>
          </a:prstGeom>
          <a:ln/>
        </p:spPr>
        <p:txBody>
          <a:bodyPr/>
          <a:lstStyle>
            <a:lvl1pPr>
              <a:defRPr/>
            </a:lvl1pPr>
          </a:lstStyle>
          <a:p>
            <a:endParaRPr lang="en-GB"/>
          </a:p>
        </p:txBody>
      </p:sp>
      <p:sp>
        <p:nvSpPr>
          <p:cNvPr id="11" name="Text Placeholder 4"/>
          <p:cNvSpPr>
            <a:spLocks noGrp="1"/>
          </p:cNvSpPr>
          <p:nvPr>
            <p:ph type="body" sz="quarter" idx="13"/>
          </p:nvPr>
        </p:nvSpPr>
        <p:spPr>
          <a:xfrm>
            <a:off x="239713" y="686328"/>
            <a:ext cx="10275887" cy="365760"/>
          </a:xfrm>
          <a:prstGeom prst="rect">
            <a:avLst/>
          </a:prstGeom>
        </p:spPr>
        <p:txBody>
          <a:bodyPr/>
          <a:lstStyle>
            <a:lvl1pPr marL="0" indent="0">
              <a:buNone/>
              <a:defRPr sz="1600" b="1"/>
            </a:lvl1pPr>
          </a:lstStyle>
          <a:p>
            <a:pPr lvl="0"/>
            <a:r>
              <a:rPr lang="en-US"/>
              <a:t>Click to edit Master text styles</a:t>
            </a:r>
          </a:p>
        </p:txBody>
      </p:sp>
    </p:spTree>
    <p:extLst>
      <p:ext uri="{BB962C8B-B14F-4D97-AF65-F5344CB8AC3E}">
        <p14:creationId xmlns:p14="http://schemas.microsoft.com/office/powerpoint/2010/main" val="1901838888"/>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3840">
          <p15:clr>
            <a:srgbClr val="FBAE40"/>
          </p15:clr>
        </p15:guide>
        <p15:guide id="3" pos="143">
          <p15:clr>
            <a:srgbClr val="FBAE40"/>
          </p15:clr>
        </p15:guide>
        <p15:guide id="4" pos="7537">
          <p15:clr>
            <a:srgbClr val="FBAE40"/>
          </p15:clr>
        </p15:guide>
        <p15:guide id="5" orient="horz" pos="527">
          <p15:clr>
            <a:srgbClr val="FBAE40"/>
          </p15:clr>
        </p15:guide>
        <p15:guide id="6" orient="horz" pos="4020">
          <p15:clr>
            <a:srgbClr val="FBAE40"/>
          </p15:clr>
        </p15:guide>
      </p15:sldGuideLst>
    </p:ext>
  </p:extLst>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p:cSld name="1_Title Only Layout">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custDataLst>
              <p:tags r:id="rId1"/>
            </p:custDataLst>
            <p:extLst>
              <p:ext uri="{D42A27DB-BD31-4B8C-83A1-F6EECF244321}">
                <p14:modId xmlns:p14="http://schemas.microsoft.com/office/powerpoint/2010/main" val="512160302"/>
              </p:ext>
            </p:extLst>
          </p:nvPr>
        </p:nvGraphicFramePr>
        <p:xfrm>
          <a:off x="2118" y="1589"/>
          <a:ext cx="2116" cy="1587"/>
        </p:xfrm>
        <a:graphic>
          <a:graphicData uri="http://schemas.openxmlformats.org/presentationml/2006/ole">
            <mc:AlternateContent xmlns:mc="http://schemas.openxmlformats.org/markup-compatibility/2006">
              <mc:Choice xmlns:v="urn:schemas-microsoft-com:vml" Requires="v">
                <p:oleObj name="think-cell Slide" r:id="rId3" imgW="360" imgH="360" progId="TCLayout.ActiveDocument.1">
                  <p:embed/>
                </p:oleObj>
              </mc:Choice>
              <mc:Fallback>
                <p:oleObj name="think-cell Slide" r:id="rId3" imgW="360" imgH="360" progId="TCLayout.ActiveDocument.1">
                  <p:embed/>
                  <p:pic>
                    <p:nvPicPr>
                      <p:cNvPr id="2" name="Object 1"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18" y="1589"/>
                        <a:ext cx="2116"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 name="Rectangle 5"/>
          <p:cNvSpPr>
            <a:spLocks noGrp="1" noChangeArrowheads="1"/>
          </p:cNvSpPr>
          <p:nvPr>
            <p:ph type="sldNum" sz="quarter" idx="12"/>
          </p:nvPr>
        </p:nvSpPr>
        <p:spPr>
          <a:xfrm>
            <a:off x="11664619" y="6400800"/>
            <a:ext cx="527381" cy="457200"/>
          </a:xfrm>
          <a:ln/>
        </p:spPr>
        <p:txBody>
          <a:bodyPr/>
          <a:lstStyle>
            <a:lvl1pPr>
              <a:defRPr/>
            </a:lvl1pPr>
          </a:lstStyle>
          <a:p>
            <a:fld id="{20314B1F-90EF-4791-B992-945A908ADE38}" type="slidenum">
              <a:rPr lang="en-GB" smtClean="0"/>
              <a:pPr/>
              <a:t>‹#›</a:t>
            </a:fld>
            <a:endParaRPr lang="en-GB"/>
          </a:p>
        </p:txBody>
      </p:sp>
      <p:sp>
        <p:nvSpPr>
          <p:cNvPr id="9" name="Title 1"/>
          <p:cNvSpPr>
            <a:spLocks noGrp="1"/>
          </p:cNvSpPr>
          <p:nvPr>
            <p:ph type="title"/>
          </p:nvPr>
        </p:nvSpPr>
        <p:spPr>
          <a:xfrm>
            <a:off x="239184" y="0"/>
            <a:ext cx="10273307" cy="648000"/>
          </a:xfrm>
          <a:prstGeom prst="rect">
            <a:avLst/>
          </a:prstGeom>
        </p:spPr>
        <p:txBody>
          <a:bodyPr lIns="0" tIns="0" rIns="0" bIns="0" anchor="ctr">
            <a:normAutofit/>
          </a:bodyPr>
          <a:lstStyle>
            <a:lvl1pPr>
              <a:defRPr sz="2000" b="1">
                <a:latin typeface="Calibri" panose="020F0502020204030204" pitchFamily="34" charset="0"/>
              </a:defRPr>
            </a:lvl1pPr>
          </a:lstStyle>
          <a:p>
            <a:r>
              <a:rPr lang="en-US"/>
              <a:t>Click to edit Master title style</a:t>
            </a:r>
            <a:endParaRPr lang="en-GB"/>
          </a:p>
        </p:txBody>
      </p:sp>
      <p:sp>
        <p:nvSpPr>
          <p:cNvPr id="6" name="Rectangle 4"/>
          <p:cNvSpPr>
            <a:spLocks noGrp="1" noChangeArrowheads="1"/>
          </p:cNvSpPr>
          <p:nvPr>
            <p:ph type="ftr" sz="quarter" idx="11"/>
          </p:nvPr>
        </p:nvSpPr>
        <p:spPr>
          <a:xfrm>
            <a:off x="239184" y="6400800"/>
            <a:ext cx="9409211" cy="457200"/>
          </a:xfrm>
          <a:prstGeom prst="rect">
            <a:avLst/>
          </a:prstGeom>
          <a:ln/>
        </p:spPr>
        <p:txBody>
          <a:bodyPr/>
          <a:lstStyle>
            <a:lvl1pPr>
              <a:defRPr/>
            </a:lvl1pPr>
          </a:lstStyle>
          <a:p>
            <a:endParaRPr lang="en-GB"/>
          </a:p>
        </p:txBody>
      </p:sp>
      <p:sp>
        <p:nvSpPr>
          <p:cNvPr id="3" name="Rectangle 2"/>
          <p:cNvSpPr/>
          <p:nvPr/>
        </p:nvSpPr>
        <p:spPr bwMode="auto">
          <a:xfrm>
            <a:off x="9833113" y="6368498"/>
            <a:ext cx="1722783" cy="476250"/>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900" b="0" i="0" u="none" strike="noStrike" cap="none" normalizeH="0" baseline="0">
              <a:ln>
                <a:noFill/>
              </a:ln>
              <a:solidFill>
                <a:schemeClr val="tx1"/>
              </a:solidFill>
              <a:effectLst/>
              <a:latin typeface="Arial" charset="0"/>
            </a:endParaRPr>
          </a:p>
        </p:txBody>
      </p:sp>
      <p:sp>
        <p:nvSpPr>
          <p:cNvPr id="5" name="Text Placeholder 4"/>
          <p:cNvSpPr>
            <a:spLocks noGrp="1"/>
          </p:cNvSpPr>
          <p:nvPr>
            <p:ph type="body" sz="quarter" idx="13"/>
          </p:nvPr>
        </p:nvSpPr>
        <p:spPr>
          <a:xfrm>
            <a:off x="239713" y="686328"/>
            <a:ext cx="10275887" cy="365760"/>
          </a:xfrm>
          <a:prstGeom prst="rect">
            <a:avLst/>
          </a:prstGeom>
        </p:spPr>
        <p:txBody>
          <a:bodyPr/>
          <a:lstStyle>
            <a:lvl1pPr marL="0" indent="0">
              <a:buNone/>
              <a:defRPr sz="1600" b="1"/>
            </a:lvl1pPr>
          </a:lstStyle>
          <a:p>
            <a:pPr lvl="0"/>
            <a:r>
              <a:rPr lang="en-US"/>
              <a:t>Click to edit Master text styles</a:t>
            </a:r>
          </a:p>
        </p:txBody>
      </p:sp>
    </p:spTree>
    <p:extLst>
      <p:ext uri="{BB962C8B-B14F-4D97-AF65-F5344CB8AC3E}">
        <p14:creationId xmlns:p14="http://schemas.microsoft.com/office/powerpoint/2010/main" val="511527761"/>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3840">
          <p15:clr>
            <a:srgbClr val="FBAE40"/>
          </p15:clr>
        </p15:guide>
        <p15:guide id="3" pos="143">
          <p15:clr>
            <a:srgbClr val="FBAE40"/>
          </p15:clr>
        </p15:guide>
        <p15:guide id="4" pos="7537">
          <p15:clr>
            <a:srgbClr val="FBAE40"/>
          </p15:clr>
        </p15:guide>
        <p15:guide id="5" orient="horz" pos="527">
          <p15:clr>
            <a:srgbClr val="FBAE40"/>
          </p15:clr>
        </p15:guide>
        <p15:guide id="6" orient="horz" pos="4020">
          <p15:clr>
            <a:srgbClr val="FBAE40"/>
          </p15:clr>
        </p15:guide>
      </p15:sldGuideLst>
    </p:ext>
  </p:extLst>
</p:sldLayout>
</file>

<file path=ppt/slideLayouts/slideLayout91.xml><?xml version="1.0" encoding="utf-8"?>
<p:sldLayout xmlns:a="http://schemas.openxmlformats.org/drawingml/2006/main" xmlns:r="http://schemas.openxmlformats.org/officeDocument/2006/relationships" xmlns:p="http://schemas.openxmlformats.org/presentationml/2006/main" type="blank" preserve="1">
  <p:cSld name="Blank Layout">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p:custDataLst>
              <p:tags r:id="rId1"/>
            </p:custDataLst>
            <p:extLst>
              <p:ext uri="{D42A27DB-BD31-4B8C-83A1-F6EECF244321}">
                <p14:modId xmlns:p14="http://schemas.microsoft.com/office/powerpoint/2010/main" val="2353270478"/>
              </p:ext>
            </p:extLst>
          </p:nvPr>
        </p:nvGraphicFramePr>
        <p:xfrm>
          <a:off x="2118" y="1589"/>
          <a:ext cx="2116" cy="1587"/>
        </p:xfrm>
        <a:graphic>
          <a:graphicData uri="http://schemas.openxmlformats.org/presentationml/2006/ole">
            <mc:AlternateContent xmlns:mc="http://schemas.openxmlformats.org/markup-compatibility/2006">
              <mc:Choice xmlns:v="urn:schemas-microsoft-com:vml" Requires="v">
                <p:oleObj name="think-cell Slide" r:id="rId4" imgW="360" imgH="360" progId="TCLayout.ActiveDocument.1">
                  <p:embed/>
                </p:oleObj>
              </mc:Choice>
              <mc:Fallback>
                <p:oleObj name="think-cell Slide" r:id="rId4" imgW="360" imgH="360" progId="TCLayout.ActiveDocument.1">
                  <p:embed/>
                  <p:pic>
                    <p:nvPicPr>
                      <p:cNvPr id="6" name="Object 5" hidden="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18" y="1589"/>
                        <a:ext cx="2116"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 name="Rectangle 4" hidden="1"/>
          <p:cNvSpPr/>
          <p:nvPr>
            <p:custDataLst>
              <p:tags r:id="rId2"/>
            </p:custDataLst>
          </p:nvPr>
        </p:nvSpPr>
        <p:spPr bwMode="auto">
          <a:xfrm>
            <a:off x="0" y="0"/>
            <a:ext cx="211667" cy="158750"/>
          </a:xfrm>
          <a:prstGeom prst="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GB" sz="1000" b="0" i="0" u="none" strike="noStrike" cap="none" normalizeH="0" baseline="0">
              <a:ln>
                <a:noFill/>
              </a:ln>
              <a:solidFill>
                <a:schemeClr val="tx1"/>
              </a:solidFill>
              <a:effectLst/>
              <a:latin typeface="Calibri"/>
              <a:ea typeface="+mn-ea"/>
              <a:cs typeface="Times New Roman"/>
              <a:sym typeface="Calibri"/>
            </a:endParaRPr>
          </a:p>
        </p:txBody>
      </p:sp>
      <p:sp>
        <p:nvSpPr>
          <p:cNvPr id="8" name="Rectangle 5"/>
          <p:cNvSpPr>
            <a:spLocks noGrp="1" noChangeArrowheads="1"/>
          </p:cNvSpPr>
          <p:nvPr>
            <p:ph type="sldNum" sz="quarter" idx="12"/>
          </p:nvPr>
        </p:nvSpPr>
        <p:spPr>
          <a:xfrm>
            <a:off x="11664619" y="6400800"/>
            <a:ext cx="527381" cy="457200"/>
          </a:xfrm>
          <a:ln/>
        </p:spPr>
        <p:txBody>
          <a:bodyPr/>
          <a:lstStyle>
            <a:lvl1pPr>
              <a:defRPr/>
            </a:lvl1pPr>
          </a:lstStyle>
          <a:p>
            <a:fld id="{20314B1F-90EF-4791-B992-945A908ADE38}" type="slidenum">
              <a:rPr lang="en-GB" smtClean="0"/>
              <a:pPr/>
              <a:t>‹#›</a:t>
            </a:fld>
            <a:endParaRPr lang="en-GB"/>
          </a:p>
        </p:txBody>
      </p:sp>
      <p:sp>
        <p:nvSpPr>
          <p:cNvPr id="9" name="Rectangle 4"/>
          <p:cNvSpPr>
            <a:spLocks noGrp="1" noChangeArrowheads="1"/>
          </p:cNvSpPr>
          <p:nvPr>
            <p:ph type="ftr" sz="quarter" idx="11"/>
          </p:nvPr>
        </p:nvSpPr>
        <p:spPr>
          <a:xfrm>
            <a:off x="239184" y="6400800"/>
            <a:ext cx="9409211" cy="457200"/>
          </a:xfrm>
          <a:prstGeom prst="rect">
            <a:avLst/>
          </a:prstGeom>
          <a:ln/>
        </p:spPr>
        <p:txBody>
          <a:bodyPr/>
          <a:lstStyle>
            <a:lvl1pPr>
              <a:defRPr/>
            </a:lvl1pPr>
          </a:lstStyle>
          <a:p>
            <a:endParaRPr lang="en-GB"/>
          </a:p>
        </p:txBody>
      </p:sp>
    </p:spTree>
    <p:extLst>
      <p:ext uri="{BB962C8B-B14F-4D97-AF65-F5344CB8AC3E}">
        <p14:creationId xmlns:p14="http://schemas.microsoft.com/office/powerpoint/2010/main" val="1118470639"/>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p:cSld name="Full Blank Layout">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p:custDataLst>
              <p:tags r:id="rId1"/>
            </p:custDataLst>
            <p:extLst>
              <p:ext uri="{D42A27DB-BD31-4B8C-83A1-F6EECF244321}">
                <p14:modId xmlns:p14="http://schemas.microsoft.com/office/powerpoint/2010/main" val="3389085670"/>
              </p:ext>
            </p:extLst>
          </p:nvPr>
        </p:nvGraphicFramePr>
        <p:xfrm>
          <a:off x="2118" y="1589"/>
          <a:ext cx="2116" cy="1587"/>
        </p:xfrm>
        <a:graphic>
          <a:graphicData uri="http://schemas.openxmlformats.org/presentationml/2006/ole">
            <mc:AlternateContent xmlns:mc="http://schemas.openxmlformats.org/markup-compatibility/2006">
              <mc:Choice xmlns:v="urn:schemas-microsoft-com:vml" Requires="v">
                <p:oleObj name="think-cell Slide" r:id="rId3" imgW="360" imgH="360" progId="TCLayout.ActiveDocument.1">
                  <p:embed/>
                </p:oleObj>
              </mc:Choice>
              <mc:Fallback>
                <p:oleObj name="think-cell Slide" r:id="rId3" imgW="360" imgH="360" progId="TCLayout.ActiveDocument.1">
                  <p:embed/>
                  <p:pic>
                    <p:nvPicPr>
                      <p:cNvPr id="6" name="Object 5"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18" y="1589"/>
                        <a:ext cx="2116"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 name="Rectangle 4"/>
          <p:cNvSpPr/>
          <p:nvPr/>
        </p:nvSpPr>
        <p:spPr bwMode="auto">
          <a:xfrm>
            <a:off x="0" y="0"/>
            <a:ext cx="12192000" cy="1052736"/>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1900" b="0" i="0" u="none" strike="noStrike" cap="none" normalizeH="0" baseline="0">
              <a:ln>
                <a:noFill/>
              </a:ln>
              <a:solidFill>
                <a:schemeClr val="tx1"/>
              </a:solidFill>
              <a:effectLst/>
              <a:latin typeface="Arial" charset="0"/>
            </a:endParaRPr>
          </a:p>
        </p:txBody>
      </p:sp>
      <p:sp>
        <p:nvSpPr>
          <p:cNvPr id="4" name="Slide Number Placeholder 3"/>
          <p:cNvSpPr>
            <a:spLocks noGrp="1"/>
          </p:cNvSpPr>
          <p:nvPr>
            <p:ph type="sldNum" sz="quarter" idx="11"/>
          </p:nvPr>
        </p:nvSpPr>
        <p:spPr/>
        <p:txBody>
          <a:bodyPr/>
          <a:lstStyle/>
          <a:p>
            <a:fld id="{20314B1F-90EF-4791-B992-945A908ADE38}" type="slidenum">
              <a:rPr lang="en-GB" smtClean="0"/>
              <a:pPr/>
              <a:t>‹#›</a:t>
            </a:fld>
            <a:endParaRPr lang="en-GB"/>
          </a:p>
        </p:txBody>
      </p:sp>
      <p:sp>
        <p:nvSpPr>
          <p:cNvPr id="7" name="Rectangle 4"/>
          <p:cNvSpPr>
            <a:spLocks noGrp="1" noChangeArrowheads="1"/>
          </p:cNvSpPr>
          <p:nvPr>
            <p:ph type="ftr" sz="quarter" idx="12"/>
          </p:nvPr>
        </p:nvSpPr>
        <p:spPr>
          <a:xfrm>
            <a:off x="239184" y="6400800"/>
            <a:ext cx="9409211" cy="457200"/>
          </a:xfrm>
          <a:prstGeom prst="rect">
            <a:avLst/>
          </a:prstGeom>
          <a:ln/>
        </p:spPr>
        <p:txBody>
          <a:bodyPr/>
          <a:lstStyle>
            <a:lvl1pPr>
              <a:defRPr/>
            </a:lvl1pPr>
          </a:lstStyle>
          <a:p>
            <a:endParaRPr lang="en-GB"/>
          </a:p>
        </p:txBody>
      </p:sp>
    </p:spTree>
    <p:extLst>
      <p:ext uri="{BB962C8B-B14F-4D97-AF65-F5344CB8AC3E}">
        <p14:creationId xmlns:p14="http://schemas.microsoft.com/office/powerpoint/2010/main" val="62772306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orient="horz" pos="4020">
          <p15:clr>
            <a:srgbClr val="FBAE40"/>
          </p15:clr>
        </p15:guide>
        <p15:guide id="4" pos="143">
          <p15:clr>
            <a:srgbClr val="FBAE40"/>
          </p15:clr>
        </p15:guide>
        <p15:guide id="5" pos="7537">
          <p15:clr>
            <a:srgbClr val="FBAE40"/>
          </p15:clr>
        </p15:guide>
      </p15:sldGuideLst>
    </p:ext>
  </p:extLst>
</p:sldLayout>
</file>

<file path=ppt/slideLayouts/slideLayout93.xml><?xml version="1.0" encoding="utf-8"?>
<p:sldLayout xmlns:a="http://schemas.openxmlformats.org/drawingml/2006/main" xmlns:r="http://schemas.openxmlformats.org/officeDocument/2006/relationships" xmlns:p="http://schemas.openxmlformats.org/presentationml/2006/main" showMasterSp="0" preserve="1">
  <p:cSld name="D. Green left arrow">
    <p:bg>
      <p:bgPr>
        <a:solidFill>
          <a:schemeClr val="bg1"/>
        </a:solidFill>
        <a:effectLst/>
      </p:bgPr>
    </p:bg>
    <p:spTree>
      <p:nvGrpSpPr>
        <p:cNvPr id="1" name=""/>
        <p:cNvGrpSpPr/>
        <p:nvPr/>
      </p:nvGrpSpPr>
      <p:grpSpPr>
        <a:xfrm>
          <a:off x="0" y="0"/>
          <a:ext cx="0" cy="0"/>
          <a:chOff x="0" y="0"/>
          <a:chExt cx="0" cy="0"/>
        </a:xfrm>
      </p:grpSpPr>
      <p:sp>
        <p:nvSpPr>
          <p:cNvPr id="10" name="Freeform 14"/>
          <p:cNvSpPr/>
          <p:nvPr/>
        </p:nvSpPr>
        <p:spPr bwMode="ltGray">
          <a:xfrm>
            <a:off x="1524" y="131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gradFill>
            <a:gsLst>
              <a:gs pos="100000">
                <a:schemeClr val="tx2"/>
              </a:gs>
              <a:gs pos="99000">
                <a:srgbClr val="AF4946"/>
              </a:gs>
              <a:gs pos="79000">
                <a:schemeClr val="tx2"/>
              </a:gs>
              <a:gs pos="100000">
                <a:schemeClr val="accent2"/>
              </a:gs>
            </a:gsLst>
            <a:lin ang="8100000" scaled="1"/>
          </a:gra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lvl="0">
              <a:lnSpc>
                <a:spcPct val="90000"/>
              </a:lnSpc>
              <a:spcAft>
                <a:spcPts val="1000"/>
              </a:spcAft>
            </a:pPr>
            <a:endParaRPr lang="en-US" sz="1200">
              <a:solidFill>
                <a:prstClr val="white"/>
              </a:solidFill>
              <a:sym typeface="Trebuchet MS" panose="020B0603020202020204" pitchFamily="34" charset="0"/>
            </a:endParaRPr>
          </a:p>
        </p:txBody>
      </p:sp>
      <p:sp>
        <p:nvSpPr>
          <p:cNvPr id="5" name="Title 4"/>
          <p:cNvSpPr>
            <a:spLocks noGrp="1"/>
          </p:cNvSpPr>
          <p:nvPr>
            <p:ph type="title" hasCustomPrompt="1"/>
          </p:nvPr>
        </p:nvSpPr>
        <p:spPr>
          <a:xfrm>
            <a:off x="630000" y="2764203"/>
            <a:ext cx="2478638" cy="1314311"/>
          </a:xfrm>
          <a:prstGeom prst="rect">
            <a:avLst/>
          </a:prstGeom>
        </p:spPr>
        <p:txBody>
          <a:bodyPr anchor="ctr" anchorCtr="0">
            <a:noAutofit/>
          </a:bodyPr>
          <a:lstStyle>
            <a:lvl1pPr>
              <a:defRPr>
                <a:solidFill>
                  <a:srgbClr val="FFFFFF"/>
                </a:solidFill>
                <a:latin typeface="+mj-lt"/>
              </a:defRPr>
            </a:lvl1pPr>
          </a:lstStyle>
          <a:p>
            <a:r>
              <a:rPr lang="en-US"/>
              <a:t>Click to add title</a:t>
            </a:r>
          </a:p>
        </p:txBody>
      </p:sp>
      <p:sp>
        <p:nvSpPr>
          <p:cNvPr id="19" name="FooterSimple" hidden="1"/>
          <p:cNvSpPr txBox="1"/>
          <p:nvPr>
            <p:custDataLst>
              <p:tags r:id="rId1"/>
            </p:custDataLst>
          </p:nvPr>
        </p:nvSpPr>
        <p:spPr>
          <a:xfrm rot="16200000">
            <a:off x="10561320" y="5069411"/>
            <a:ext cx="2743200" cy="193899"/>
          </a:xfrm>
          <a:prstGeom prst="rect">
            <a:avLst/>
          </a:prstGeom>
          <a:noFill/>
        </p:spPr>
        <p:txBody>
          <a:bodyPr wrap="square" lIns="0" tIns="0" rIns="0" bIns="0" rtlCol="0" anchor="b">
            <a:spAutoFit/>
          </a:bodyPr>
          <a:lstStyle/>
          <a:p>
            <a:pPr>
              <a:lnSpc>
                <a:spcPct val="90000"/>
              </a:lnSpc>
              <a:spcAft>
                <a:spcPts val="600"/>
              </a:spcAft>
            </a:pPr>
            <a:r>
              <a:rPr lang="en-US" sz="700">
                <a:solidFill>
                  <a:prstClr val="white">
                    <a:lumMod val="50000"/>
                  </a:prstClr>
                </a:solidFill>
                <a:sym typeface="Trebuchet MS" panose="020B0603020202020204" pitchFamily="34" charset="0"/>
              </a:rPr>
              <a:t>180211 RAKBANK Strategy 2018-2020_ExCo presentation_vF BSC.pptx</a:t>
            </a:r>
          </a:p>
        </p:txBody>
      </p:sp>
      <p:sp>
        <p:nvSpPr>
          <p:cNvPr id="9" name="Slide Number Placeholder 3"/>
          <p:cNvSpPr>
            <a:spLocks noGrp="1"/>
          </p:cNvSpPr>
          <p:nvPr>
            <p:ph type="sldNum" sz="quarter" idx="11"/>
          </p:nvPr>
        </p:nvSpPr>
        <p:spPr>
          <a:xfrm>
            <a:off x="11664619" y="6400800"/>
            <a:ext cx="527381" cy="457200"/>
          </a:xfrm>
        </p:spPr>
        <p:txBody>
          <a:bodyPr/>
          <a:lstStyle/>
          <a:p>
            <a:fld id="{20314B1F-90EF-4791-B992-945A908ADE38}" type="slidenum">
              <a:rPr lang="en-GB" smtClean="0"/>
              <a:pPr/>
              <a:t>‹#›</a:t>
            </a:fld>
            <a:endParaRPr lang="en-GB"/>
          </a:p>
        </p:txBody>
      </p:sp>
      <p:sp>
        <p:nvSpPr>
          <p:cNvPr id="12" name="Rectangle 4"/>
          <p:cNvSpPr>
            <a:spLocks noGrp="1" noChangeArrowheads="1"/>
          </p:cNvSpPr>
          <p:nvPr>
            <p:ph type="ftr" sz="quarter" idx="12"/>
          </p:nvPr>
        </p:nvSpPr>
        <p:spPr>
          <a:xfrm>
            <a:off x="239184" y="6400800"/>
            <a:ext cx="9409211" cy="457200"/>
          </a:xfrm>
          <a:prstGeom prst="rect">
            <a:avLst/>
          </a:prstGeom>
          <a:ln/>
        </p:spPr>
        <p:txBody>
          <a:bodyPr/>
          <a:lstStyle>
            <a:lvl1pPr>
              <a:defRPr/>
            </a:lvl1pPr>
          </a:lstStyle>
          <a:p>
            <a:endParaRPr lang="en-GB"/>
          </a:p>
        </p:txBody>
      </p:sp>
      <p:pic>
        <p:nvPicPr>
          <p:cNvPr id="13" name="Picture 4"/>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840416" y="6597352"/>
            <a:ext cx="1698136" cy="216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Text Placeholder 2"/>
          <p:cNvSpPr>
            <a:spLocks noGrp="1"/>
          </p:cNvSpPr>
          <p:nvPr>
            <p:ph type="body" sz="quarter" idx="13"/>
          </p:nvPr>
        </p:nvSpPr>
        <p:spPr>
          <a:xfrm>
            <a:off x="4655441" y="203199"/>
            <a:ext cx="7406640" cy="5943600"/>
          </a:xfrm>
          <a:prstGeom prst="rect">
            <a:avLst/>
          </a:prstGeom>
        </p:spPr>
        <p:txBody>
          <a:bodyPr/>
          <a:lstStyle>
            <a:lvl1pPr>
              <a:buClr>
                <a:srgbClr val="C00000"/>
              </a:buClr>
              <a:defRPr/>
            </a:lvl1pPr>
            <a:lvl2pPr>
              <a:buClr>
                <a:srgbClr val="C00000"/>
              </a:buClr>
              <a:defRPr/>
            </a:lvl2pPr>
            <a:lvl3pPr>
              <a:buClr>
                <a:srgbClr val="C00000"/>
              </a:buClr>
              <a:defRPr/>
            </a:lvl3pPr>
            <a:lvl4pPr>
              <a:buClr>
                <a:srgbClr val="C00000"/>
              </a:buClr>
              <a:defRPr/>
            </a:lvl4pPr>
            <a:lvl5pPr>
              <a:buClr>
                <a:srgbClr val="C00000"/>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2994403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hf hdr="0" dt="0"/>
</p:sldLayout>
</file>

<file path=ppt/slideLayouts/slideLayout94.xml><?xml version="1.0" encoding="utf-8"?>
<p:sldLayout xmlns:a="http://schemas.openxmlformats.org/drawingml/2006/main" xmlns:r="http://schemas.openxmlformats.org/officeDocument/2006/relationships" xmlns:p="http://schemas.openxmlformats.org/presentationml/2006/main" showMasterSp="0" preserve="1">
  <p:cSld name="Agenda D. Two-Thirds">
    <p:bg>
      <p:bgPr>
        <a:gradFill>
          <a:gsLst>
            <a:gs pos="100000">
              <a:srgbClr val="C00000"/>
            </a:gs>
            <a:gs pos="8100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26" name="Rectangle 25"/>
          <p:cNvSpPr/>
          <p:nvPr/>
        </p:nvSpPr>
        <p:spPr bwMode="ltGray">
          <a:xfrm>
            <a:off x="4080763" y="-1309"/>
            <a:ext cx="8111237" cy="6859309"/>
          </a:xfrm>
          <a:prstGeom prst="rect">
            <a:avLst/>
          </a:prstGeom>
          <a:solidFill>
            <a:schemeClr val="bg1"/>
          </a:solidFill>
          <a:ln>
            <a:noFill/>
          </a:ln>
          <a:effectLst>
            <a:outerShdw blurRad="50800" dist="508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en-US" sz="1200">
              <a:solidFill>
                <a:prstClr val="white"/>
              </a:solidFill>
              <a:sym typeface="Trebuchet MS" panose="020B0603020202020204" pitchFamily="34" charset="0"/>
            </a:endParaRPr>
          </a:p>
        </p:txBody>
      </p:sp>
      <p:sp>
        <p:nvSpPr>
          <p:cNvPr id="11" name="FooterSimple" hidden="1"/>
          <p:cNvSpPr txBox="1"/>
          <p:nvPr>
            <p:custDataLst>
              <p:tags r:id="rId2"/>
            </p:custDataLst>
          </p:nvPr>
        </p:nvSpPr>
        <p:spPr>
          <a:xfrm rot="16200000">
            <a:off x="10561320" y="5069411"/>
            <a:ext cx="2743200" cy="193899"/>
          </a:xfrm>
          <a:prstGeom prst="rect">
            <a:avLst/>
          </a:prstGeom>
          <a:noFill/>
        </p:spPr>
        <p:txBody>
          <a:bodyPr wrap="square" lIns="0" tIns="0" rIns="0" bIns="0" rtlCol="0" anchor="b">
            <a:spAutoFit/>
          </a:bodyPr>
          <a:lstStyle/>
          <a:p>
            <a:pPr>
              <a:lnSpc>
                <a:spcPct val="90000"/>
              </a:lnSpc>
              <a:spcAft>
                <a:spcPts val="600"/>
              </a:spcAft>
            </a:pPr>
            <a:r>
              <a:rPr lang="en-US" sz="700">
                <a:solidFill>
                  <a:prstClr val="white">
                    <a:lumMod val="50000"/>
                  </a:prstClr>
                </a:solidFill>
                <a:sym typeface="Trebuchet MS" panose="020B0603020202020204" pitchFamily="34" charset="0"/>
              </a:rPr>
              <a:t>180211 RAKBANK Strategy 2018-2020_ExCo presentation_vF BSC.pptx</a:t>
            </a:r>
          </a:p>
        </p:txBody>
      </p:sp>
      <p:sp>
        <p:nvSpPr>
          <p:cNvPr id="9" name="Slide Number Placeholder 3"/>
          <p:cNvSpPr>
            <a:spLocks noGrp="1"/>
          </p:cNvSpPr>
          <p:nvPr>
            <p:ph type="sldNum" sz="quarter" idx="11"/>
          </p:nvPr>
        </p:nvSpPr>
        <p:spPr>
          <a:xfrm>
            <a:off x="11664619" y="6400800"/>
            <a:ext cx="527381" cy="457200"/>
          </a:xfrm>
        </p:spPr>
        <p:txBody>
          <a:bodyPr/>
          <a:lstStyle/>
          <a:p>
            <a:fld id="{20314B1F-90EF-4791-B992-945A908ADE38}" type="slidenum">
              <a:rPr lang="en-GB" smtClean="0"/>
              <a:pPr/>
              <a:t>‹#›</a:t>
            </a:fld>
            <a:endParaRPr lang="en-GB"/>
          </a:p>
        </p:txBody>
      </p:sp>
      <p:sp>
        <p:nvSpPr>
          <p:cNvPr id="12" name="Rectangle 4"/>
          <p:cNvSpPr>
            <a:spLocks noGrp="1" noChangeArrowheads="1"/>
          </p:cNvSpPr>
          <p:nvPr>
            <p:ph type="ftr" sz="quarter" idx="12"/>
          </p:nvPr>
        </p:nvSpPr>
        <p:spPr>
          <a:xfrm>
            <a:off x="239184" y="6400800"/>
            <a:ext cx="9409211" cy="457200"/>
          </a:xfrm>
          <a:prstGeom prst="rect">
            <a:avLst/>
          </a:prstGeom>
          <a:ln/>
        </p:spPr>
        <p:txBody>
          <a:bodyPr/>
          <a:lstStyle>
            <a:lvl1pPr>
              <a:defRPr/>
            </a:lvl1pPr>
          </a:lstStyle>
          <a:p>
            <a:endParaRPr lang="en-GB"/>
          </a:p>
        </p:txBody>
      </p:sp>
      <p:pic>
        <p:nvPicPr>
          <p:cNvPr id="13" name="Picture 4"/>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9840416" y="6597352"/>
            <a:ext cx="1698136" cy="216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4" name="Title 4"/>
          <p:cNvSpPr>
            <a:spLocks noGrp="1"/>
          </p:cNvSpPr>
          <p:nvPr>
            <p:ph type="title" hasCustomPrompt="1"/>
          </p:nvPr>
        </p:nvSpPr>
        <p:spPr>
          <a:xfrm>
            <a:off x="630000" y="2764203"/>
            <a:ext cx="2478638" cy="1314311"/>
          </a:xfrm>
          <a:prstGeom prst="rect">
            <a:avLst/>
          </a:prstGeom>
        </p:spPr>
        <p:txBody>
          <a:bodyPr anchor="ctr" anchorCtr="0">
            <a:noAutofit/>
          </a:bodyPr>
          <a:lstStyle>
            <a:lvl1pPr>
              <a:defRPr>
                <a:solidFill>
                  <a:srgbClr val="FFFFFF"/>
                </a:solidFill>
                <a:latin typeface="+mj-lt"/>
              </a:defRPr>
            </a:lvl1pPr>
          </a:lstStyle>
          <a:p>
            <a:r>
              <a:rPr lang="en-US"/>
              <a:t>Click to add title</a:t>
            </a:r>
          </a:p>
        </p:txBody>
      </p:sp>
      <p:sp>
        <p:nvSpPr>
          <p:cNvPr id="10" name="Text Placeholder 2"/>
          <p:cNvSpPr>
            <a:spLocks noGrp="1"/>
          </p:cNvSpPr>
          <p:nvPr>
            <p:ph type="body" sz="quarter" idx="13"/>
          </p:nvPr>
        </p:nvSpPr>
        <p:spPr>
          <a:xfrm>
            <a:off x="4655441" y="203199"/>
            <a:ext cx="7406640" cy="5943600"/>
          </a:xfrm>
          <a:prstGeom prst="rect">
            <a:avLst/>
          </a:prstGeom>
        </p:spPr>
        <p:txBody>
          <a:bodyPr/>
          <a:lstStyle>
            <a:lvl1pPr>
              <a:buClr>
                <a:srgbClr val="C00000"/>
              </a:buClr>
              <a:defRPr/>
            </a:lvl1pPr>
            <a:lvl2pPr>
              <a:buClr>
                <a:srgbClr val="C00000"/>
              </a:buClr>
              <a:defRPr/>
            </a:lvl2pPr>
            <a:lvl3pPr>
              <a:buClr>
                <a:srgbClr val="C00000"/>
              </a:buClr>
              <a:defRPr/>
            </a:lvl3pPr>
            <a:lvl4pPr>
              <a:buClr>
                <a:srgbClr val="C00000"/>
              </a:buClr>
              <a:defRPr/>
            </a:lvl4pPr>
            <a:lvl5pPr>
              <a:buClr>
                <a:srgbClr val="C00000"/>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0758080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hf hdr="0" dt="0"/>
</p:sldLayout>
</file>

<file path=ppt/slideLayouts/slideLayout95.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graphicFrame>
        <p:nvGraphicFramePr>
          <p:cNvPr id="8" name="Object 7" hidden="1"/>
          <p:cNvGraphicFramePr>
            <a:graphicFrameLocks noChangeAspect="1"/>
          </p:cNvGraphicFramePr>
          <p:nvPr>
            <p:custDataLst>
              <p:tags r:id="rId1"/>
            </p:custDataLst>
          </p:nvPr>
        </p:nvGraphicFramePr>
        <p:xfrm>
          <a:off x="2119" y="1597"/>
          <a:ext cx="2116" cy="1587"/>
        </p:xfrm>
        <a:graphic>
          <a:graphicData uri="http://schemas.openxmlformats.org/presentationml/2006/ole">
            <mc:AlternateContent xmlns:mc="http://schemas.openxmlformats.org/markup-compatibility/2006">
              <mc:Choice xmlns:v="urn:schemas-microsoft-com:vml" Requires="v">
                <p:oleObj name="think-cell Slide" r:id="rId3" imgW="430" imgH="433" progId="TCLayout.ActiveDocument.1">
                  <p:embed/>
                </p:oleObj>
              </mc:Choice>
              <mc:Fallback>
                <p:oleObj name="think-cell Slide" r:id="rId3" imgW="430" imgH="433" progId="TCLayout.ActiveDocument.1">
                  <p:embed/>
                  <p:pic>
                    <p:nvPicPr>
                      <p:cNvPr id="8" name="Object 7" hidden="1"/>
                      <p:cNvPicPr/>
                      <p:nvPr/>
                    </p:nvPicPr>
                    <p:blipFill>
                      <a:blip r:embed="rId4"/>
                      <a:stretch>
                        <a:fillRect/>
                      </a:stretch>
                    </p:blipFill>
                    <p:spPr>
                      <a:xfrm>
                        <a:off x="2119" y="1597"/>
                        <a:ext cx="2116" cy="1587"/>
                      </a:xfrm>
                      <a:prstGeom prst="rect">
                        <a:avLst/>
                      </a:prstGeom>
                    </p:spPr>
                  </p:pic>
                </p:oleObj>
              </mc:Fallback>
            </mc:AlternateContent>
          </a:graphicData>
        </a:graphic>
      </p:graphicFrame>
      <p:pic>
        <p:nvPicPr>
          <p:cNvPr id="33" name="Picture 32"/>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 y="7"/>
            <a:ext cx="12192000" cy="6857433"/>
          </a:xfrm>
          <a:prstGeom prst="rect">
            <a:avLst/>
          </a:prstGeom>
          <a:ln>
            <a:noFill/>
          </a:ln>
        </p:spPr>
      </p:pic>
      <p:sp>
        <p:nvSpPr>
          <p:cNvPr id="7" name="Rectangle 6"/>
          <p:cNvSpPr/>
          <p:nvPr/>
        </p:nvSpPr>
        <p:spPr bwMode="auto">
          <a:xfrm>
            <a:off x="2" y="1809000"/>
            <a:ext cx="12192000" cy="3240000"/>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none" lIns="51435" tIns="25717" rIns="51435" bIns="25717" numCol="1" rtlCol="0" anchor="ctr" anchorCtr="0" compatLnSpc="1">
            <a:prstTxWarp prst="textNoShape">
              <a:avLst/>
            </a:prstTxWarp>
          </a:bodyPr>
          <a:lstStyle/>
          <a:p>
            <a:pPr algn="ctr" defTabSz="514362" fontAlgn="base">
              <a:spcBef>
                <a:spcPct val="0"/>
              </a:spcBef>
              <a:spcAft>
                <a:spcPct val="0"/>
              </a:spcAft>
            </a:pPr>
            <a:endParaRPr lang="en-GB" sz="1068">
              <a:solidFill>
                <a:srgbClr val="2D2926"/>
              </a:solidFill>
              <a:latin typeface="Arial" charset="0"/>
            </a:endParaRPr>
          </a:p>
        </p:txBody>
      </p:sp>
      <p:sp>
        <p:nvSpPr>
          <p:cNvPr id="4" name="Date Placeholder 3"/>
          <p:cNvSpPr>
            <a:spLocks noGrp="1" noChangeArrowheads="1"/>
          </p:cNvSpPr>
          <p:nvPr>
            <p:ph type="dt" sz="half" idx="10"/>
          </p:nvPr>
        </p:nvSpPr>
        <p:spPr>
          <a:xfrm>
            <a:off x="0" y="6400800"/>
            <a:ext cx="2540000" cy="457200"/>
          </a:xfrm>
          <a:prstGeom prst="rect">
            <a:avLst/>
          </a:prstGeom>
          <a:ln/>
        </p:spPr>
        <p:txBody>
          <a:bodyPr lIns="36000" tIns="36000" rIns="36000" bIns="36000" anchor="b"/>
          <a:lstStyle>
            <a:lvl1pPr>
              <a:defRPr sz="676">
                <a:solidFill>
                  <a:schemeClr val="bg1"/>
                </a:solidFill>
                <a:latin typeface="+mn-lt"/>
              </a:defRPr>
            </a:lvl1pPr>
          </a:lstStyle>
          <a:p>
            <a:endParaRPr lang="en-US">
              <a:solidFill>
                <a:srgbClr val="FFFFFF"/>
              </a:solidFill>
            </a:endParaRPr>
          </a:p>
        </p:txBody>
      </p:sp>
      <p:sp>
        <p:nvSpPr>
          <p:cNvPr id="6" name="Rectangle 5"/>
          <p:cNvSpPr>
            <a:spLocks noGrp="1" noChangeArrowheads="1"/>
          </p:cNvSpPr>
          <p:nvPr>
            <p:ph type="sldNum" sz="quarter" idx="12"/>
          </p:nvPr>
        </p:nvSpPr>
        <p:spPr>
          <a:ln/>
        </p:spPr>
        <p:txBody>
          <a:bodyPr anchor="b"/>
          <a:lstStyle>
            <a:lvl1pPr>
              <a:defRPr sz="676">
                <a:solidFill>
                  <a:schemeClr val="tx1"/>
                </a:solidFill>
                <a:latin typeface="+mn-lt"/>
              </a:defRPr>
            </a:lvl1pPr>
          </a:lstStyle>
          <a:p>
            <a:fld id="{B3CE4FC1-9BFD-4D71-B62C-EB069A42157A}" type="slidenum">
              <a:rPr lang="en-US" smtClean="0"/>
              <a:pPr/>
              <a:t>‹#›</a:t>
            </a:fld>
            <a:endParaRPr lang="en-US"/>
          </a:p>
        </p:txBody>
      </p:sp>
      <p:sp>
        <p:nvSpPr>
          <p:cNvPr id="2" name="Title 1"/>
          <p:cNvSpPr>
            <a:spLocks noGrp="1"/>
          </p:cNvSpPr>
          <p:nvPr>
            <p:ph type="ctrTitle"/>
          </p:nvPr>
        </p:nvSpPr>
        <p:spPr>
          <a:xfrm>
            <a:off x="286572" y="2390408"/>
            <a:ext cx="11616000" cy="1918823"/>
          </a:xfrm>
          <a:prstGeom prst="rect">
            <a:avLst/>
          </a:prstGeom>
        </p:spPr>
        <p:txBody>
          <a:bodyPr anchor="ctr"/>
          <a:lstStyle>
            <a:lvl1pPr algn="l">
              <a:defRPr sz="2100" b="1">
                <a:solidFill>
                  <a:schemeClr val="tx1"/>
                </a:solidFill>
                <a:effectLst/>
                <a:latin typeface="Calibri" panose="020F0502020204030204" pitchFamily="34" charset="0"/>
              </a:defRPr>
            </a:lvl1pPr>
          </a:lstStyle>
          <a:p>
            <a:r>
              <a:rPr lang="en-US"/>
              <a:t>Click to edit Master title style</a:t>
            </a:r>
          </a:p>
        </p:txBody>
      </p:sp>
      <p:sp>
        <p:nvSpPr>
          <p:cNvPr id="3" name="Subtitle 2"/>
          <p:cNvSpPr>
            <a:spLocks noGrp="1"/>
          </p:cNvSpPr>
          <p:nvPr>
            <p:ph type="subTitle" idx="1"/>
          </p:nvPr>
        </p:nvSpPr>
        <p:spPr>
          <a:xfrm>
            <a:off x="286571" y="5140422"/>
            <a:ext cx="5088000" cy="1080000"/>
          </a:xfrm>
          <a:prstGeom prst="rect">
            <a:avLst/>
          </a:prstGeom>
        </p:spPr>
        <p:txBody>
          <a:bodyPr/>
          <a:lstStyle>
            <a:lvl1pPr marL="0" indent="0" algn="l">
              <a:buNone/>
              <a:defRPr sz="1051" b="1">
                <a:solidFill>
                  <a:schemeClr val="bg1"/>
                </a:solidFill>
                <a:effectLst>
                  <a:outerShdw blurRad="38100" dist="38100" dir="2700000" algn="tl">
                    <a:srgbClr val="000000">
                      <a:alpha val="43137"/>
                    </a:srgbClr>
                  </a:outerShdw>
                </a:effectLst>
                <a:latin typeface="Calibri" panose="020F0502020204030204" pitchFamily="34" charset="0"/>
              </a:defRPr>
            </a:lvl1pPr>
            <a:lvl2pPr marL="257182" indent="0" algn="ctr">
              <a:buNone/>
              <a:defRPr/>
            </a:lvl2pPr>
            <a:lvl3pPr marL="514362" indent="0" algn="ctr">
              <a:buNone/>
              <a:defRPr/>
            </a:lvl3pPr>
            <a:lvl4pPr marL="771544" indent="0" algn="ctr">
              <a:buNone/>
              <a:defRPr/>
            </a:lvl4pPr>
            <a:lvl5pPr marL="1028726" indent="0" algn="ctr">
              <a:buNone/>
              <a:defRPr/>
            </a:lvl5pPr>
            <a:lvl6pPr marL="1285908" indent="0" algn="ctr">
              <a:buNone/>
              <a:defRPr/>
            </a:lvl6pPr>
            <a:lvl7pPr marL="1543088" indent="0" algn="ctr">
              <a:buNone/>
              <a:defRPr/>
            </a:lvl7pPr>
            <a:lvl8pPr marL="1800271" indent="0" algn="ctr">
              <a:buNone/>
              <a:defRPr/>
            </a:lvl8pPr>
            <a:lvl9pPr marL="2057451" indent="0" algn="ctr">
              <a:buNone/>
              <a:defRPr/>
            </a:lvl9pPr>
          </a:lstStyle>
          <a:p>
            <a:r>
              <a:rPr lang="en-US"/>
              <a:t>Click to edit Master subtitle style</a:t>
            </a:r>
          </a:p>
        </p:txBody>
      </p:sp>
      <p:sp>
        <p:nvSpPr>
          <p:cNvPr id="12" name="Rectangle 11"/>
          <p:cNvSpPr/>
          <p:nvPr/>
        </p:nvSpPr>
        <p:spPr bwMode="auto">
          <a:xfrm>
            <a:off x="5104665" y="6755907"/>
            <a:ext cx="2925191" cy="102094"/>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none" lIns="51435" tIns="25717" rIns="51435" bIns="25717" numCol="1" rtlCol="0" anchor="ctr" anchorCtr="0" compatLnSpc="1">
            <a:prstTxWarp prst="textNoShape">
              <a:avLst/>
            </a:prstTxWarp>
          </a:bodyPr>
          <a:lstStyle/>
          <a:p>
            <a:pPr algn="ctr" defTabSz="514362" fontAlgn="base">
              <a:spcBef>
                <a:spcPct val="0"/>
              </a:spcBef>
              <a:spcAft>
                <a:spcPct val="0"/>
              </a:spcAft>
            </a:pPr>
            <a:endParaRPr lang="en-GB" sz="676">
              <a:solidFill>
                <a:srgbClr val="2D2926"/>
              </a:solidFill>
            </a:endParaRPr>
          </a:p>
        </p:txBody>
      </p:sp>
      <p:pic>
        <p:nvPicPr>
          <p:cNvPr id="9" name="Picture 8"/>
          <p:cNvPicPr>
            <a:picLocks noChangeAspect="1"/>
          </p:cNvPicPr>
          <p:nvPr/>
        </p:nvPicPr>
        <p:blipFill>
          <a:blip r:embed="rId6"/>
          <a:stretch>
            <a:fillRect/>
          </a:stretch>
        </p:blipFill>
        <p:spPr>
          <a:xfrm>
            <a:off x="8429746" y="526501"/>
            <a:ext cx="2876434" cy="756000"/>
          </a:xfrm>
          <a:prstGeom prst="rect">
            <a:avLst/>
          </a:prstGeom>
        </p:spPr>
      </p:pic>
      <p:pic>
        <p:nvPicPr>
          <p:cNvPr id="11" name="Picture 10"/>
          <p:cNvPicPr>
            <a:picLocks noChangeAspect="1"/>
          </p:cNvPicPr>
          <p:nvPr/>
        </p:nvPicPr>
        <p:blipFill rotWithShape="1">
          <a:blip r:embed="rId7">
            <a:extLst>
              <a:ext uri="{28A0092B-C50C-407E-A947-70E740481C1C}">
                <a14:useLocalDpi xmlns:a14="http://schemas.microsoft.com/office/drawing/2010/main" val="0"/>
              </a:ext>
            </a:extLst>
          </a:blip>
          <a:srcRect l="37353" t="8741" r="101" b="27"/>
          <a:stretch/>
        </p:blipFill>
        <p:spPr bwMode="ltGray">
          <a:xfrm rot="16200000" flipH="1">
            <a:off x="9058187" y="-962476"/>
            <a:ext cx="369901" cy="5915488"/>
          </a:xfrm>
          <a:prstGeom prst="rect">
            <a:avLst/>
          </a:prstGeom>
        </p:spPr>
      </p:pic>
    </p:spTree>
    <p:extLst>
      <p:ext uri="{BB962C8B-B14F-4D97-AF65-F5344CB8AC3E}">
        <p14:creationId xmlns:p14="http://schemas.microsoft.com/office/powerpoint/2010/main" val="978393716"/>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p:custDataLst>
              <p:tags r:id="rId1"/>
            </p:custDataLst>
          </p:nvPr>
        </p:nvGraphicFramePr>
        <p:xfrm>
          <a:off x="2119" y="1595"/>
          <a:ext cx="2116" cy="1587"/>
        </p:xfrm>
        <a:graphic>
          <a:graphicData uri="http://schemas.openxmlformats.org/presentationml/2006/ole">
            <mc:AlternateContent xmlns:mc="http://schemas.openxmlformats.org/markup-compatibility/2006">
              <mc:Choice xmlns:v="urn:schemas-microsoft-com:vml" Requires="v">
                <p:oleObj name="think-cell Slide" r:id="rId3" imgW="430" imgH="433" progId="TCLayout.ActiveDocument.1">
                  <p:embed/>
                </p:oleObj>
              </mc:Choice>
              <mc:Fallback>
                <p:oleObj name="think-cell Slide" r:id="rId3" imgW="430" imgH="433" progId="TCLayout.ActiveDocument.1">
                  <p:embed/>
                  <p:pic>
                    <p:nvPicPr>
                      <p:cNvPr id="3" name="Object 2" hidden="1"/>
                      <p:cNvPicPr/>
                      <p:nvPr/>
                    </p:nvPicPr>
                    <p:blipFill>
                      <a:blip r:embed="rId4"/>
                      <a:stretch>
                        <a:fillRect/>
                      </a:stretch>
                    </p:blipFill>
                    <p:spPr>
                      <a:xfrm>
                        <a:off x="2119" y="1595"/>
                        <a:ext cx="2116" cy="1587"/>
                      </a:xfrm>
                      <a:prstGeom prst="rect">
                        <a:avLst/>
                      </a:prstGeom>
                    </p:spPr>
                  </p:pic>
                </p:oleObj>
              </mc:Fallback>
            </mc:AlternateContent>
          </a:graphicData>
        </a:graphic>
      </p:graphicFrame>
      <p:sp>
        <p:nvSpPr>
          <p:cNvPr id="10" name="Rectangle 9"/>
          <p:cNvSpPr/>
          <p:nvPr/>
        </p:nvSpPr>
        <p:spPr bwMode="auto">
          <a:xfrm>
            <a:off x="0" y="0"/>
            <a:ext cx="12192000" cy="1052736"/>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none" lIns="68580" tIns="34290" rIns="68580" bIns="34290" numCol="1" rtlCol="0" anchor="ctr" anchorCtr="0" compatLnSpc="1">
            <a:prstTxWarp prst="textNoShape">
              <a:avLst/>
            </a:prstTxWarp>
          </a:bodyPr>
          <a:lstStyle/>
          <a:p>
            <a:pPr algn="ctr" fontAlgn="base">
              <a:spcBef>
                <a:spcPct val="0"/>
              </a:spcBef>
              <a:spcAft>
                <a:spcPct val="0"/>
              </a:spcAft>
            </a:pPr>
            <a:endParaRPr lang="en-GB" sz="1426">
              <a:solidFill>
                <a:srgbClr val="2D2926"/>
              </a:solidFill>
              <a:latin typeface="Arial" charset="0"/>
            </a:endParaRPr>
          </a:p>
        </p:txBody>
      </p:sp>
      <p:pic>
        <p:nvPicPr>
          <p:cNvPr id="2" name="Picture 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616327" y="477844"/>
            <a:ext cx="5575676" cy="5543451"/>
          </a:xfrm>
          <a:prstGeom prst="rect">
            <a:avLst/>
          </a:prstGeom>
        </p:spPr>
      </p:pic>
      <p:sp>
        <p:nvSpPr>
          <p:cNvPr id="6" name="Rectangle 5"/>
          <p:cNvSpPr>
            <a:spLocks noGrp="1" noChangeArrowheads="1"/>
          </p:cNvSpPr>
          <p:nvPr>
            <p:ph type="sldNum" sz="quarter" idx="12"/>
          </p:nvPr>
        </p:nvSpPr>
        <p:spPr>
          <a:ln/>
        </p:spPr>
        <p:txBody>
          <a:bodyPr/>
          <a:lstStyle>
            <a:lvl1pPr>
              <a:defRPr/>
            </a:lvl1pPr>
          </a:lstStyle>
          <a:p>
            <a:fld id="{B3CE4FC1-9BFD-4D71-B62C-EB069A42157A}" type="slidenum">
              <a:rPr lang="en-US" smtClean="0">
                <a:solidFill>
                  <a:srgbClr val="000000"/>
                </a:solidFill>
              </a:rPr>
              <a:pPr/>
              <a:t>‹#›</a:t>
            </a:fld>
            <a:endParaRPr lang="en-US">
              <a:solidFill>
                <a:srgbClr val="000000"/>
              </a:solidFill>
            </a:endParaRPr>
          </a:p>
        </p:txBody>
      </p:sp>
      <p:pic>
        <p:nvPicPr>
          <p:cNvPr id="7" name="Picture 6"/>
          <p:cNvPicPr>
            <a:picLocks noChangeAspect="1"/>
          </p:cNvPicPr>
          <p:nvPr/>
        </p:nvPicPr>
        <p:blipFill>
          <a:blip r:embed="rId6"/>
          <a:stretch>
            <a:fillRect/>
          </a:stretch>
        </p:blipFill>
        <p:spPr>
          <a:xfrm>
            <a:off x="239188" y="1964571"/>
            <a:ext cx="11713634" cy="65091"/>
          </a:xfrm>
          <a:prstGeom prst="rect">
            <a:avLst/>
          </a:prstGeom>
        </p:spPr>
      </p:pic>
      <p:sp>
        <p:nvSpPr>
          <p:cNvPr id="8" name="Text Placeholder 11"/>
          <p:cNvSpPr>
            <a:spLocks noGrp="1"/>
          </p:cNvSpPr>
          <p:nvPr>
            <p:ph type="body" sz="quarter" idx="13" hasCustomPrompt="1"/>
          </p:nvPr>
        </p:nvSpPr>
        <p:spPr>
          <a:xfrm>
            <a:off x="239188" y="2181578"/>
            <a:ext cx="11713634" cy="1463446"/>
          </a:xfrm>
          <a:prstGeom prst="rect">
            <a:avLst/>
          </a:prstGeom>
        </p:spPr>
        <p:txBody>
          <a:bodyPr vert="horz">
            <a:normAutofit/>
          </a:bodyPr>
          <a:lstStyle>
            <a:lvl1pPr marL="0" indent="0">
              <a:buNone/>
              <a:defRPr sz="2400" b="1">
                <a:solidFill>
                  <a:schemeClr val="tx1"/>
                </a:solidFill>
                <a:effectLst/>
              </a:defRPr>
            </a:lvl1pPr>
          </a:lstStyle>
          <a:p>
            <a:pPr lvl="0"/>
            <a:r>
              <a:rPr lang="en-US"/>
              <a:t>Section Title</a:t>
            </a:r>
          </a:p>
        </p:txBody>
      </p:sp>
      <p:sp>
        <p:nvSpPr>
          <p:cNvPr id="9" name="Text Placeholder 11"/>
          <p:cNvSpPr>
            <a:spLocks noGrp="1"/>
          </p:cNvSpPr>
          <p:nvPr>
            <p:ph type="body" sz="quarter" idx="14" hasCustomPrompt="1"/>
          </p:nvPr>
        </p:nvSpPr>
        <p:spPr>
          <a:xfrm>
            <a:off x="239188" y="1266925"/>
            <a:ext cx="11713634" cy="561756"/>
          </a:xfrm>
          <a:prstGeom prst="rect">
            <a:avLst/>
          </a:prstGeom>
        </p:spPr>
        <p:txBody>
          <a:bodyPr vert="horz" anchor="b">
            <a:normAutofit/>
          </a:bodyPr>
          <a:lstStyle>
            <a:lvl1pPr marL="0" indent="0">
              <a:buNone/>
              <a:defRPr sz="1349" b="0">
                <a:solidFill>
                  <a:schemeClr val="tx1">
                    <a:lumMod val="50000"/>
                    <a:lumOff val="50000"/>
                  </a:schemeClr>
                </a:solidFill>
              </a:defRPr>
            </a:lvl1pPr>
          </a:lstStyle>
          <a:p>
            <a:pPr lvl="0"/>
            <a:r>
              <a:rPr lang="en-US"/>
              <a:t>Section #</a:t>
            </a:r>
          </a:p>
        </p:txBody>
      </p:sp>
      <p:sp>
        <p:nvSpPr>
          <p:cNvPr id="11" name="Rectangle 4"/>
          <p:cNvSpPr>
            <a:spLocks noGrp="1" noChangeArrowheads="1"/>
          </p:cNvSpPr>
          <p:nvPr>
            <p:ph type="ftr" sz="quarter" idx="11"/>
          </p:nvPr>
        </p:nvSpPr>
        <p:spPr>
          <a:xfrm>
            <a:off x="239187" y="6400800"/>
            <a:ext cx="9409211" cy="457200"/>
          </a:xfrm>
          <a:prstGeom prst="rect">
            <a:avLst/>
          </a:prstGeom>
          <a:ln/>
        </p:spPr>
        <p:txBody>
          <a:bodyPr/>
          <a:lstStyle>
            <a:lvl1pPr>
              <a:defRPr/>
            </a:lvl1pPr>
          </a:lstStyle>
          <a:p>
            <a:endParaRPr lang="en-US">
              <a:solidFill>
                <a:srgbClr val="000000"/>
              </a:solidFill>
            </a:endParaRPr>
          </a:p>
        </p:txBody>
      </p:sp>
    </p:spTree>
    <p:extLst>
      <p:ext uri="{BB962C8B-B14F-4D97-AF65-F5344CB8AC3E}">
        <p14:creationId xmlns:p14="http://schemas.microsoft.com/office/powerpoint/2010/main" val="2098641989"/>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p:cSld name="1_Section Header">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p:custDataLst>
              <p:tags r:id="rId1"/>
            </p:custDataLst>
          </p:nvPr>
        </p:nvGraphicFramePr>
        <p:xfrm>
          <a:off x="2119" y="1595"/>
          <a:ext cx="2116" cy="1587"/>
        </p:xfrm>
        <a:graphic>
          <a:graphicData uri="http://schemas.openxmlformats.org/presentationml/2006/ole">
            <mc:AlternateContent xmlns:mc="http://schemas.openxmlformats.org/markup-compatibility/2006">
              <mc:Choice xmlns:v="urn:schemas-microsoft-com:vml" Requires="v">
                <p:oleObj name="think-cell Slide" r:id="rId3" imgW="430" imgH="433" progId="TCLayout.ActiveDocument.1">
                  <p:embed/>
                </p:oleObj>
              </mc:Choice>
              <mc:Fallback>
                <p:oleObj name="think-cell Slide" r:id="rId3" imgW="430" imgH="433" progId="TCLayout.ActiveDocument.1">
                  <p:embed/>
                  <p:pic>
                    <p:nvPicPr>
                      <p:cNvPr id="3" name="Object 2" hidden="1"/>
                      <p:cNvPicPr/>
                      <p:nvPr/>
                    </p:nvPicPr>
                    <p:blipFill>
                      <a:blip r:embed="rId4"/>
                      <a:stretch>
                        <a:fillRect/>
                      </a:stretch>
                    </p:blipFill>
                    <p:spPr>
                      <a:xfrm>
                        <a:off x="2119" y="1595"/>
                        <a:ext cx="2116" cy="1587"/>
                      </a:xfrm>
                      <a:prstGeom prst="rect">
                        <a:avLst/>
                      </a:prstGeom>
                    </p:spPr>
                  </p:pic>
                </p:oleObj>
              </mc:Fallback>
            </mc:AlternateContent>
          </a:graphicData>
        </a:graphic>
      </p:graphicFrame>
      <p:grpSp>
        <p:nvGrpSpPr>
          <p:cNvPr id="2" name="Group 1"/>
          <p:cNvGrpSpPr/>
          <p:nvPr/>
        </p:nvGrpSpPr>
        <p:grpSpPr>
          <a:xfrm>
            <a:off x="0" y="1178585"/>
            <a:ext cx="12192000" cy="2547336"/>
            <a:chOff x="0" y="1178584"/>
            <a:chExt cx="12192000" cy="2547336"/>
          </a:xfrm>
        </p:grpSpPr>
        <p:grpSp>
          <p:nvGrpSpPr>
            <p:cNvPr id="5" name="Group 4"/>
            <p:cNvGrpSpPr/>
            <p:nvPr/>
          </p:nvGrpSpPr>
          <p:grpSpPr>
            <a:xfrm>
              <a:off x="4584735" y="1178585"/>
              <a:ext cx="7607265" cy="1277860"/>
              <a:chOff x="4242374" y="1266924"/>
              <a:chExt cx="7607265" cy="1277860"/>
            </a:xfrm>
          </p:grpSpPr>
          <p:pic>
            <p:nvPicPr>
              <p:cNvPr id="15"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l="66788"/>
              <a:stretch/>
            </p:blipFill>
            <p:spPr bwMode="auto">
              <a:xfrm>
                <a:off x="7458055" y="1266924"/>
                <a:ext cx="4049222" cy="6921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6"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r="97157" b="17268"/>
              <a:stretch/>
            </p:blipFill>
            <p:spPr bwMode="auto">
              <a:xfrm>
                <a:off x="4242374" y="1266924"/>
                <a:ext cx="3215680" cy="12778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8"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t="12683" r="99340" b="31624"/>
              <a:stretch/>
            </p:blipFill>
            <p:spPr bwMode="auto">
              <a:xfrm>
                <a:off x="10873398" y="1505214"/>
                <a:ext cx="616085" cy="38548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9"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l="66788" b="7541"/>
              <a:stretch/>
            </p:blipFill>
            <p:spPr bwMode="auto">
              <a:xfrm>
                <a:off x="6747364" y="1904828"/>
                <a:ext cx="4049222" cy="63995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7"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r="99746" b="50292"/>
              <a:stretch/>
            </p:blipFill>
            <p:spPr bwMode="auto">
              <a:xfrm>
                <a:off x="10181088" y="2094605"/>
                <a:ext cx="526195" cy="288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t="12683" r="99340" b="31624"/>
              <a:stretch/>
            </p:blipFill>
            <p:spPr bwMode="auto">
              <a:xfrm>
                <a:off x="11005120" y="1266924"/>
                <a:ext cx="844519" cy="12778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1"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t="12683" r="99340" b="31624"/>
              <a:stretch/>
            </p:blipFill>
            <p:spPr bwMode="auto">
              <a:xfrm>
                <a:off x="10662759" y="1724108"/>
                <a:ext cx="1186880" cy="82067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grpSp>
          <p:nvGrpSpPr>
            <p:cNvPr id="23" name="Group 22"/>
            <p:cNvGrpSpPr/>
            <p:nvPr/>
          </p:nvGrpSpPr>
          <p:grpSpPr>
            <a:xfrm>
              <a:off x="3169032" y="2448060"/>
              <a:ext cx="7607265" cy="1277860"/>
              <a:chOff x="4242374" y="1266924"/>
              <a:chExt cx="7607265" cy="1277860"/>
            </a:xfrm>
          </p:grpSpPr>
          <p:pic>
            <p:nvPicPr>
              <p:cNvPr id="24"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l="66788"/>
              <a:stretch/>
            </p:blipFill>
            <p:spPr bwMode="auto">
              <a:xfrm>
                <a:off x="7458055" y="1266924"/>
                <a:ext cx="4049222" cy="6921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5"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r="97157" b="17268"/>
              <a:stretch/>
            </p:blipFill>
            <p:spPr bwMode="auto">
              <a:xfrm>
                <a:off x="4242374" y="1266924"/>
                <a:ext cx="3215680" cy="12778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6"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t="12683" r="99340" b="31624"/>
              <a:stretch/>
            </p:blipFill>
            <p:spPr bwMode="auto">
              <a:xfrm>
                <a:off x="10873398" y="1505214"/>
                <a:ext cx="616085" cy="38548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7"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l="66788" b="7541"/>
              <a:stretch/>
            </p:blipFill>
            <p:spPr bwMode="auto">
              <a:xfrm>
                <a:off x="6747364" y="1904828"/>
                <a:ext cx="4049222" cy="63995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8"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r="99746" b="50292"/>
              <a:stretch/>
            </p:blipFill>
            <p:spPr bwMode="auto">
              <a:xfrm>
                <a:off x="10181088" y="2094605"/>
                <a:ext cx="526195" cy="288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9"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t="12683" r="99340" b="31624"/>
              <a:stretch/>
            </p:blipFill>
            <p:spPr bwMode="auto">
              <a:xfrm>
                <a:off x="11005120" y="1266924"/>
                <a:ext cx="844519" cy="12778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t="12683" r="99340" b="31624"/>
              <a:stretch/>
            </p:blipFill>
            <p:spPr bwMode="auto">
              <a:xfrm>
                <a:off x="10662759" y="1724108"/>
                <a:ext cx="1186880" cy="82067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pic>
          <p:nvPicPr>
            <p:cNvPr id="31"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t="12683" r="99340" b="31624"/>
            <a:stretch/>
          </p:blipFill>
          <p:spPr bwMode="auto">
            <a:xfrm>
              <a:off x="10662758" y="2453554"/>
              <a:ext cx="1529242" cy="127236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2"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t="12683" r="99340" b="31624"/>
            <a:stretch/>
          </p:blipFill>
          <p:spPr bwMode="auto">
            <a:xfrm>
              <a:off x="0" y="1178584"/>
              <a:ext cx="4648131" cy="254733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sp>
        <p:nvSpPr>
          <p:cNvPr id="10" name="Rectangle 9"/>
          <p:cNvSpPr/>
          <p:nvPr/>
        </p:nvSpPr>
        <p:spPr bwMode="auto">
          <a:xfrm>
            <a:off x="0" y="0"/>
            <a:ext cx="12192000" cy="1052736"/>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none" lIns="68580" tIns="34290" rIns="68580" bIns="34290" numCol="1" rtlCol="0" anchor="ctr" anchorCtr="0" compatLnSpc="1">
            <a:prstTxWarp prst="textNoShape">
              <a:avLst/>
            </a:prstTxWarp>
          </a:bodyPr>
          <a:lstStyle/>
          <a:p>
            <a:pPr algn="ctr" fontAlgn="base">
              <a:spcBef>
                <a:spcPct val="0"/>
              </a:spcBef>
              <a:spcAft>
                <a:spcPct val="0"/>
              </a:spcAft>
            </a:pPr>
            <a:endParaRPr lang="en-GB" sz="1426">
              <a:solidFill>
                <a:srgbClr val="2D2926"/>
              </a:solidFill>
              <a:latin typeface="Arial" charset="0"/>
            </a:endParaRPr>
          </a:p>
        </p:txBody>
      </p:sp>
      <p:sp>
        <p:nvSpPr>
          <p:cNvPr id="6" name="Rectangle 5"/>
          <p:cNvSpPr>
            <a:spLocks noGrp="1" noChangeArrowheads="1"/>
          </p:cNvSpPr>
          <p:nvPr>
            <p:ph type="sldNum" sz="quarter" idx="12"/>
          </p:nvPr>
        </p:nvSpPr>
        <p:spPr>
          <a:ln/>
        </p:spPr>
        <p:txBody>
          <a:bodyPr/>
          <a:lstStyle>
            <a:lvl1pPr>
              <a:defRPr/>
            </a:lvl1pPr>
          </a:lstStyle>
          <a:p>
            <a:fld id="{B3CE4FC1-9BFD-4D71-B62C-EB069A42157A}" type="slidenum">
              <a:rPr lang="en-US" smtClean="0">
                <a:solidFill>
                  <a:srgbClr val="000000"/>
                </a:solidFill>
              </a:rPr>
              <a:pPr/>
              <a:t>‹#›</a:t>
            </a:fld>
            <a:endParaRPr lang="en-US">
              <a:solidFill>
                <a:srgbClr val="000000"/>
              </a:solidFill>
            </a:endParaRPr>
          </a:p>
        </p:txBody>
      </p:sp>
      <p:sp>
        <p:nvSpPr>
          <p:cNvPr id="8" name="Text Placeholder 11"/>
          <p:cNvSpPr>
            <a:spLocks noGrp="1"/>
          </p:cNvSpPr>
          <p:nvPr>
            <p:ph type="body" sz="quarter" idx="13" hasCustomPrompt="1"/>
          </p:nvPr>
        </p:nvSpPr>
        <p:spPr>
          <a:xfrm>
            <a:off x="239187" y="2181578"/>
            <a:ext cx="8736139" cy="1463446"/>
          </a:xfrm>
          <a:prstGeom prst="rect">
            <a:avLst/>
          </a:prstGeom>
        </p:spPr>
        <p:txBody>
          <a:bodyPr vert="horz">
            <a:normAutofit/>
          </a:bodyPr>
          <a:lstStyle>
            <a:lvl1pPr marL="0" indent="0">
              <a:buNone/>
              <a:defRPr sz="2400" b="1">
                <a:solidFill>
                  <a:schemeClr val="bg1"/>
                </a:solidFill>
                <a:effectLst/>
              </a:defRPr>
            </a:lvl1pPr>
          </a:lstStyle>
          <a:p>
            <a:pPr lvl="0"/>
            <a:r>
              <a:rPr lang="en-US"/>
              <a:t>Section Title</a:t>
            </a:r>
          </a:p>
        </p:txBody>
      </p:sp>
      <p:sp>
        <p:nvSpPr>
          <p:cNvPr id="9" name="Text Placeholder 11"/>
          <p:cNvSpPr>
            <a:spLocks noGrp="1"/>
          </p:cNvSpPr>
          <p:nvPr>
            <p:ph type="body" sz="quarter" idx="14" hasCustomPrompt="1"/>
          </p:nvPr>
        </p:nvSpPr>
        <p:spPr>
          <a:xfrm>
            <a:off x="239187" y="1266925"/>
            <a:ext cx="8736139" cy="561756"/>
          </a:xfrm>
          <a:prstGeom prst="rect">
            <a:avLst/>
          </a:prstGeom>
        </p:spPr>
        <p:txBody>
          <a:bodyPr vert="horz" anchor="b">
            <a:normAutofit/>
          </a:bodyPr>
          <a:lstStyle>
            <a:lvl1pPr marL="0" indent="0">
              <a:buNone/>
              <a:defRPr sz="1349" b="0">
                <a:solidFill>
                  <a:schemeClr val="bg1"/>
                </a:solidFill>
              </a:defRPr>
            </a:lvl1pPr>
          </a:lstStyle>
          <a:p>
            <a:pPr lvl="0"/>
            <a:r>
              <a:rPr lang="en-US"/>
              <a:t>Section #</a:t>
            </a:r>
          </a:p>
        </p:txBody>
      </p:sp>
      <p:sp>
        <p:nvSpPr>
          <p:cNvPr id="11" name="Rectangle 4"/>
          <p:cNvSpPr>
            <a:spLocks noGrp="1" noChangeArrowheads="1"/>
          </p:cNvSpPr>
          <p:nvPr>
            <p:ph type="ftr" sz="quarter" idx="11"/>
          </p:nvPr>
        </p:nvSpPr>
        <p:spPr>
          <a:xfrm>
            <a:off x="239187" y="6400800"/>
            <a:ext cx="9409211" cy="457200"/>
          </a:xfrm>
          <a:prstGeom prst="rect">
            <a:avLst/>
          </a:prstGeom>
          <a:ln/>
        </p:spPr>
        <p:txBody>
          <a:bodyPr/>
          <a:lstStyle>
            <a:lvl1pPr>
              <a:defRPr/>
            </a:lvl1pPr>
          </a:lstStyle>
          <a:p>
            <a:endParaRPr lang="en-US">
              <a:solidFill>
                <a:srgbClr val="000000"/>
              </a:solidFill>
            </a:endParaRPr>
          </a:p>
        </p:txBody>
      </p:sp>
      <p:pic>
        <p:nvPicPr>
          <p:cNvPr id="14" name="Picture 3"/>
          <p:cNvPicPr>
            <a:picLocks noChangeAspect="1" noChangeArrowheads="1"/>
          </p:cNvPicPr>
          <p:nvPr/>
        </p:nvPicPr>
        <p:blipFill rotWithShape="1">
          <a:blip r:embed="rId6">
            <a:extLst>
              <a:ext uri="{28A0092B-C50C-407E-A947-70E740481C1C}">
                <a14:useLocalDpi xmlns:a14="http://schemas.microsoft.com/office/drawing/2010/main" val="0"/>
              </a:ext>
            </a:extLst>
          </a:blip>
          <a:srcRect t="13116" r="76604" b="25471"/>
          <a:stretch/>
        </p:blipFill>
        <p:spPr bwMode="auto">
          <a:xfrm>
            <a:off x="11399103" y="3113153"/>
            <a:ext cx="627692" cy="53187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35" name="Straight Connector 34"/>
          <p:cNvCxnSpPr/>
          <p:nvPr/>
        </p:nvCxnSpPr>
        <p:spPr bwMode="auto">
          <a:xfrm>
            <a:off x="239187" y="2006353"/>
            <a:ext cx="8875152" cy="0"/>
          </a:xfrm>
          <a:prstGeom prst="line">
            <a:avLst/>
          </a:prstGeom>
          <a:ln w="28575">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41495004"/>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p:cSld name="Title + Text Box Layout">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custDataLst>
              <p:tags r:id="rId1"/>
            </p:custDataLst>
          </p:nvPr>
        </p:nvGraphicFramePr>
        <p:xfrm>
          <a:off x="1592" y="1594"/>
          <a:ext cx="1588" cy="1587"/>
        </p:xfrm>
        <a:graphic>
          <a:graphicData uri="http://schemas.openxmlformats.org/presentationml/2006/ole">
            <mc:AlternateContent xmlns:mc="http://schemas.openxmlformats.org/markup-compatibility/2006">
              <mc:Choice xmlns:v="urn:schemas-microsoft-com:vml" Requires="v">
                <p:oleObj name="think-cell Slide" r:id="rId3" imgW="430" imgH="433" progId="TCLayout.ActiveDocument.1">
                  <p:embed/>
                </p:oleObj>
              </mc:Choice>
              <mc:Fallback>
                <p:oleObj name="think-cell Slide" r:id="rId3" imgW="430" imgH="433" progId="TCLayout.ActiveDocument.1">
                  <p:embed/>
                  <p:pic>
                    <p:nvPicPr>
                      <p:cNvPr id="2" name="Object 1" hidden="1"/>
                      <p:cNvPicPr/>
                      <p:nvPr/>
                    </p:nvPicPr>
                    <p:blipFill>
                      <a:blip r:embed="rId4"/>
                      <a:stretch>
                        <a:fillRect/>
                      </a:stretch>
                    </p:blipFill>
                    <p:spPr>
                      <a:xfrm>
                        <a:off x="1592" y="1594"/>
                        <a:ext cx="1588" cy="1587"/>
                      </a:xfrm>
                      <a:prstGeom prst="rect">
                        <a:avLst/>
                      </a:prstGeom>
                    </p:spPr>
                  </p:pic>
                </p:oleObj>
              </mc:Fallback>
            </mc:AlternateContent>
          </a:graphicData>
        </a:graphic>
      </p:graphicFrame>
      <p:sp>
        <p:nvSpPr>
          <p:cNvPr id="6" name="Title 1"/>
          <p:cNvSpPr>
            <a:spLocks noGrp="1"/>
          </p:cNvSpPr>
          <p:nvPr>
            <p:ph type="title"/>
          </p:nvPr>
        </p:nvSpPr>
        <p:spPr>
          <a:xfrm>
            <a:off x="239188" y="0"/>
            <a:ext cx="10273307" cy="648000"/>
          </a:xfrm>
          <a:prstGeom prst="rect">
            <a:avLst/>
          </a:prstGeom>
        </p:spPr>
        <p:txBody>
          <a:bodyPr lIns="0" tIns="0" rIns="0" bIns="0" anchor="ctr">
            <a:normAutofit/>
          </a:bodyPr>
          <a:lstStyle>
            <a:lvl1pPr>
              <a:defRPr sz="1500">
                <a:latin typeface="Calibri" panose="020F0502020204030204" pitchFamily="34" charset="0"/>
              </a:defRPr>
            </a:lvl1pPr>
          </a:lstStyle>
          <a:p>
            <a:r>
              <a:rPr lang="en-US"/>
              <a:t>Click to edit Master title style</a:t>
            </a:r>
            <a:endParaRPr lang="en-GB"/>
          </a:p>
        </p:txBody>
      </p:sp>
      <p:sp>
        <p:nvSpPr>
          <p:cNvPr id="7" name="Rectangle 4"/>
          <p:cNvSpPr>
            <a:spLocks noGrp="1" noChangeArrowheads="1"/>
          </p:cNvSpPr>
          <p:nvPr>
            <p:ph type="ftr" sz="quarter" idx="11"/>
          </p:nvPr>
        </p:nvSpPr>
        <p:spPr>
          <a:xfrm>
            <a:off x="239187" y="6400800"/>
            <a:ext cx="9409211" cy="457200"/>
          </a:xfrm>
          <a:prstGeom prst="rect">
            <a:avLst/>
          </a:prstGeom>
          <a:ln/>
        </p:spPr>
        <p:txBody>
          <a:bodyPr/>
          <a:lstStyle>
            <a:lvl1pPr>
              <a:defRPr/>
            </a:lvl1pPr>
          </a:lstStyle>
          <a:p>
            <a:endParaRPr lang="en-US">
              <a:solidFill>
                <a:srgbClr val="000000"/>
              </a:solidFill>
            </a:endParaRPr>
          </a:p>
        </p:txBody>
      </p:sp>
      <p:sp>
        <p:nvSpPr>
          <p:cNvPr id="8" name="Rectangle 5"/>
          <p:cNvSpPr>
            <a:spLocks noGrp="1" noChangeArrowheads="1"/>
          </p:cNvSpPr>
          <p:nvPr>
            <p:ph type="sldNum" sz="quarter" idx="12"/>
          </p:nvPr>
        </p:nvSpPr>
        <p:spPr>
          <a:xfrm>
            <a:off x="11664622" y="6400800"/>
            <a:ext cx="527381" cy="457200"/>
          </a:xfrm>
          <a:ln/>
        </p:spPr>
        <p:txBody>
          <a:bodyPr/>
          <a:lstStyle>
            <a:lvl1pPr>
              <a:defRPr/>
            </a:lvl1pPr>
          </a:lstStyle>
          <a:p>
            <a:fld id="{B3CE4FC1-9BFD-4D71-B62C-EB069A42157A}" type="slidenum">
              <a:rPr lang="en-US" smtClean="0">
                <a:solidFill>
                  <a:srgbClr val="000000"/>
                </a:solidFill>
              </a:rPr>
              <a:pPr/>
              <a:t>‹#›</a:t>
            </a:fld>
            <a:endParaRPr lang="en-US">
              <a:solidFill>
                <a:srgbClr val="000000"/>
              </a:solidFill>
            </a:endParaRPr>
          </a:p>
        </p:txBody>
      </p:sp>
      <p:sp>
        <p:nvSpPr>
          <p:cNvPr id="5" name="Text Placeholder 4"/>
          <p:cNvSpPr>
            <a:spLocks noGrp="1"/>
          </p:cNvSpPr>
          <p:nvPr>
            <p:ph type="body" sz="quarter" idx="13" hasCustomPrompt="1"/>
          </p:nvPr>
        </p:nvSpPr>
        <p:spPr>
          <a:xfrm>
            <a:off x="239187" y="836712"/>
            <a:ext cx="11329424" cy="1655762"/>
          </a:xfrm>
          <a:prstGeom prst="rect">
            <a:avLst/>
          </a:prstGeom>
        </p:spPr>
        <p:txBody>
          <a:bodyPr/>
          <a:lstStyle>
            <a:lvl1pPr marL="0" marR="0" indent="0" algn="l" defTabSz="685817" rtl="0" eaLnBrk="1" fontAlgn="base" latinLnBrk="0" hangingPunct="1">
              <a:lnSpc>
                <a:spcPct val="100000"/>
              </a:lnSpc>
              <a:spcBef>
                <a:spcPct val="20000"/>
              </a:spcBef>
              <a:spcAft>
                <a:spcPct val="0"/>
              </a:spcAft>
              <a:buClr>
                <a:srgbClr val="C00000"/>
              </a:buClr>
              <a:buSzTx/>
              <a:buFontTx/>
              <a:buNone/>
              <a:tabLst/>
              <a:defRPr kumimoji="0" lang="en-US" sz="1349" b="0" i="0" u="none" strike="noStrike" kern="0" cap="none" spc="0" normalizeH="0" baseline="0" noProof="0">
                <a:ln>
                  <a:noFill/>
                </a:ln>
                <a:solidFill>
                  <a:schemeClr val="tx1"/>
                </a:solidFill>
                <a:effectLst/>
                <a:uLnTx/>
                <a:uFillTx/>
              </a:defRPr>
            </a:lvl1pPr>
            <a:lvl2pPr marL="557227" marR="0" indent="-214319" algn="l" defTabSz="685817" rtl="0" eaLnBrk="1" fontAlgn="base" latinLnBrk="0" hangingPunct="1">
              <a:lnSpc>
                <a:spcPct val="100000"/>
              </a:lnSpc>
              <a:spcBef>
                <a:spcPct val="20000"/>
              </a:spcBef>
              <a:spcAft>
                <a:spcPct val="0"/>
              </a:spcAft>
              <a:buClr>
                <a:srgbClr val="C00000"/>
              </a:buClr>
              <a:buSzTx/>
              <a:buFontTx/>
              <a:buChar char="–"/>
              <a:tabLst/>
              <a:defRPr kumimoji="0" lang="en-US" sz="1200" b="0" i="0" u="none" strike="noStrike" kern="0" cap="none" spc="0" normalizeH="0" baseline="0" noProof="0">
                <a:ln>
                  <a:noFill/>
                </a:ln>
                <a:solidFill>
                  <a:schemeClr val="tx1"/>
                </a:solidFill>
                <a:effectLst/>
                <a:uLnTx/>
                <a:uFillTx/>
              </a:defRPr>
            </a:lvl2pPr>
            <a:lvl3pPr marL="857271" marR="0" indent="-171455" algn="l" defTabSz="685817" rtl="0" eaLnBrk="1" fontAlgn="base" latinLnBrk="0" hangingPunct="1">
              <a:lnSpc>
                <a:spcPct val="100000"/>
              </a:lnSpc>
              <a:spcBef>
                <a:spcPct val="20000"/>
              </a:spcBef>
              <a:spcAft>
                <a:spcPct val="0"/>
              </a:spcAft>
              <a:buClr>
                <a:srgbClr val="C00000"/>
              </a:buClr>
              <a:buSzTx/>
              <a:buFontTx/>
              <a:buChar char="•"/>
              <a:tabLst/>
              <a:defRPr kumimoji="0" lang="en-US" sz="1051" b="0" i="0" u="none" strike="noStrike" kern="0" cap="none" spc="0" normalizeH="0" baseline="0" noProof="0">
                <a:ln>
                  <a:noFill/>
                </a:ln>
                <a:solidFill>
                  <a:schemeClr val="tx1"/>
                </a:solidFill>
                <a:effectLst/>
                <a:uLnTx/>
                <a:uFillTx/>
              </a:defRPr>
            </a:lvl3pPr>
            <a:lvl4pPr marL="1200180" marR="0" indent="-171455" algn="l" defTabSz="685817" rtl="0" eaLnBrk="1" fontAlgn="base" latinLnBrk="0" hangingPunct="1">
              <a:lnSpc>
                <a:spcPct val="100000"/>
              </a:lnSpc>
              <a:spcBef>
                <a:spcPct val="20000"/>
              </a:spcBef>
              <a:spcAft>
                <a:spcPct val="0"/>
              </a:spcAft>
              <a:buClr>
                <a:srgbClr val="C00000"/>
              </a:buClr>
              <a:buSzTx/>
              <a:buFontTx/>
              <a:buChar char="–"/>
              <a:tabLst/>
              <a:defRPr kumimoji="0" lang="en-US" sz="1051" b="0" i="0" u="none" strike="noStrike" kern="0" cap="none" spc="0" normalizeH="0" baseline="0" noProof="0">
                <a:ln>
                  <a:noFill/>
                </a:ln>
                <a:solidFill>
                  <a:schemeClr val="tx1"/>
                </a:solidFill>
                <a:effectLst/>
                <a:uLnTx/>
                <a:uFillTx/>
              </a:defRPr>
            </a:lvl4pPr>
            <a:lvl5pPr marL="1543088" marR="0" indent="-171455" algn="l" defTabSz="685817" rtl="0" eaLnBrk="1" fontAlgn="base" latinLnBrk="0" hangingPunct="1">
              <a:lnSpc>
                <a:spcPct val="100000"/>
              </a:lnSpc>
              <a:spcBef>
                <a:spcPct val="20000"/>
              </a:spcBef>
              <a:spcAft>
                <a:spcPct val="0"/>
              </a:spcAft>
              <a:buClr>
                <a:srgbClr val="C00000"/>
              </a:buClr>
              <a:buSzTx/>
              <a:buFontTx/>
              <a:buChar char="»"/>
              <a:tabLst/>
              <a:defRPr kumimoji="0" lang="en-US" sz="1051" b="0" i="0" u="none" strike="noStrike" kern="0" cap="none" spc="0" normalizeH="0" baseline="0" noProof="0">
                <a:ln>
                  <a:noFill/>
                </a:ln>
                <a:solidFill>
                  <a:schemeClr val="tx1"/>
                </a:solidFill>
                <a:effectLst/>
                <a:uLnTx/>
                <a:uFillTx/>
              </a:defRPr>
            </a:lvl5pPr>
            <a:lvl6pPr marL="0" marR="0" indent="0" algn="l" defTabSz="685817" rtl="0" eaLnBrk="1" fontAlgn="base" latinLnBrk="0" hangingPunct="1">
              <a:lnSpc>
                <a:spcPct val="100000"/>
              </a:lnSpc>
              <a:spcBef>
                <a:spcPct val="20000"/>
              </a:spcBef>
              <a:spcAft>
                <a:spcPct val="0"/>
              </a:spcAft>
              <a:buClr>
                <a:srgbClr val="C00000"/>
              </a:buClr>
              <a:buSzTx/>
              <a:buFontTx/>
              <a:buNone/>
              <a:tabLst/>
              <a:defRPr>
                <a:solidFill>
                  <a:schemeClr val="tx1"/>
                </a:solidFill>
              </a:defRPr>
            </a:lvl6pPr>
            <a:lvl8pPr marL="0" marR="0" indent="0" algn="l" defTabSz="685817" rtl="0" eaLnBrk="1" fontAlgn="base" latinLnBrk="0" hangingPunct="1">
              <a:lnSpc>
                <a:spcPct val="100000"/>
              </a:lnSpc>
              <a:spcBef>
                <a:spcPct val="20000"/>
              </a:spcBef>
              <a:spcAft>
                <a:spcPct val="0"/>
              </a:spcAft>
              <a:buClrTx/>
              <a:buSzTx/>
              <a:buFontTx/>
              <a:buNone/>
              <a:tabLst/>
              <a:defRPr/>
            </a:lvl8pPr>
            <a:lvl9pPr marL="0" marR="0" indent="0" algn="l" defTabSz="685817" rtl="0" eaLnBrk="1" fontAlgn="base" latinLnBrk="0" hangingPunct="1">
              <a:lnSpc>
                <a:spcPct val="100000"/>
              </a:lnSpc>
              <a:spcBef>
                <a:spcPct val="20000"/>
              </a:spcBef>
              <a:spcAft>
                <a:spcPct val="0"/>
              </a:spcAft>
              <a:buClrTx/>
              <a:buSzTx/>
              <a:buFontTx/>
              <a:buNone/>
              <a:tabLst/>
              <a:defRPr/>
            </a:lvl9pPr>
          </a:lstStyle>
          <a:p>
            <a:pPr marL="257182" marR="0" lvl="0" indent="-257182" algn="l" defTabSz="685817" rtl="0" eaLnBrk="1" fontAlgn="base" latinLnBrk="0" hangingPunct="1">
              <a:lnSpc>
                <a:spcPct val="100000"/>
              </a:lnSpc>
              <a:spcBef>
                <a:spcPct val="20000"/>
              </a:spcBef>
              <a:spcAft>
                <a:spcPct val="0"/>
              </a:spcAft>
              <a:buClrTx/>
              <a:buSzTx/>
              <a:buFontTx/>
              <a:buChar char="•"/>
              <a:tabLst/>
              <a:defRPr/>
            </a:pPr>
            <a:r>
              <a:rPr kumimoji="0" lang="en-US" sz="1349" b="0" i="0" u="none" strike="noStrike" kern="0" cap="none" spc="0" normalizeH="0" baseline="0" noProof="0">
                <a:ln>
                  <a:noFill/>
                </a:ln>
                <a:solidFill>
                  <a:srgbClr val="575757"/>
                </a:solidFill>
                <a:effectLst/>
                <a:uLnTx/>
                <a:uFillTx/>
                <a:latin typeface="+mn-lt"/>
              </a:rPr>
              <a:t>Edit Master text styles</a:t>
            </a:r>
          </a:p>
          <a:p>
            <a:pPr marL="557227" marR="0" lvl="1" indent="-214319" algn="l" defTabSz="685817" rtl="0" eaLnBrk="1" fontAlgn="base" latinLnBrk="0" hangingPunct="1">
              <a:lnSpc>
                <a:spcPct val="100000"/>
              </a:lnSpc>
              <a:spcBef>
                <a:spcPct val="20000"/>
              </a:spcBef>
              <a:spcAft>
                <a:spcPct val="0"/>
              </a:spcAft>
              <a:buClrTx/>
              <a:buSzTx/>
              <a:buFontTx/>
              <a:buChar char="–"/>
              <a:tabLst/>
              <a:defRPr/>
            </a:pPr>
            <a:r>
              <a:rPr kumimoji="0" lang="en-US" sz="1200" b="0" i="0" u="none" strike="noStrike" kern="0" cap="none" spc="0" normalizeH="0" baseline="0" noProof="0">
                <a:ln>
                  <a:noFill/>
                </a:ln>
                <a:solidFill>
                  <a:srgbClr val="575757"/>
                </a:solidFill>
                <a:effectLst/>
                <a:uLnTx/>
                <a:uFillTx/>
                <a:latin typeface="+mn-lt"/>
              </a:rPr>
              <a:t>Second level</a:t>
            </a:r>
          </a:p>
          <a:p>
            <a:pPr marL="857271" marR="0" lvl="2" indent="-171455" algn="l" defTabSz="685817" rtl="0" eaLnBrk="1" fontAlgn="base" latinLnBrk="0" hangingPunct="1">
              <a:lnSpc>
                <a:spcPct val="100000"/>
              </a:lnSpc>
              <a:spcBef>
                <a:spcPct val="20000"/>
              </a:spcBef>
              <a:spcAft>
                <a:spcPct val="0"/>
              </a:spcAft>
              <a:buClrTx/>
              <a:buSzTx/>
              <a:buFontTx/>
              <a:buChar char="•"/>
              <a:tabLst/>
              <a:defRPr/>
            </a:pPr>
            <a:r>
              <a:rPr kumimoji="0" lang="en-US" sz="1051" b="0" i="0" u="none" strike="noStrike" kern="0" cap="none" spc="0" normalizeH="0" baseline="0" noProof="0">
                <a:ln>
                  <a:noFill/>
                </a:ln>
                <a:solidFill>
                  <a:srgbClr val="575757"/>
                </a:solidFill>
                <a:effectLst/>
                <a:uLnTx/>
                <a:uFillTx/>
                <a:latin typeface="+mn-lt"/>
              </a:rPr>
              <a:t>Third level</a:t>
            </a:r>
          </a:p>
          <a:p>
            <a:pPr marL="1200180" marR="0" lvl="3" indent="-171455" algn="l" defTabSz="685817" rtl="0" eaLnBrk="1" fontAlgn="base" latinLnBrk="0" hangingPunct="1">
              <a:lnSpc>
                <a:spcPct val="100000"/>
              </a:lnSpc>
              <a:spcBef>
                <a:spcPct val="20000"/>
              </a:spcBef>
              <a:spcAft>
                <a:spcPct val="0"/>
              </a:spcAft>
              <a:buClrTx/>
              <a:buSzTx/>
              <a:buFontTx/>
              <a:buChar char="–"/>
              <a:tabLst/>
              <a:defRPr/>
            </a:pPr>
            <a:r>
              <a:rPr kumimoji="0" lang="en-US" sz="1051" b="0" i="0" u="none" strike="noStrike" kern="0" cap="none" spc="0" normalizeH="0" baseline="0" noProof="0">
                <a:ln>
                  <a:noFill/>
                </a:ln>
                <a:solidFill>
                  <a:srgbClr val="575757"/>
                </a:solidFill>
                <a:effectLst/>
                <a:uLnTx/>
                <a:uFillTx/>
                <a:latin typeface="+mn-lt"/>
              </a:rPr>
              <a:t>Fourth level</a:t>
            </a:r>
          </a:p>
          <a:p>
            <a:pPr marL="1543088" marR="0" lvl="4" indent="-171455" algn="l" defTabSz="685817" rtl="0" eaLnBrk="1" fontAlgn="base" latinLnBrk="0" hangingPunct="1">
              <a:lnSpc>
                <a:spcPct val="100000"/>
              </a:lnSpc>
              <a:spcBef>
                <a:spcPct val="20000"/>
              </a:spcBef>
              <a:spcAft>
                <a:spcPct val="0"/>
              </a:spcAft>
              <a:buClrTx/>
              <a:buSzTx/>
              <a:buFontTx/>
              <a:buChar char="»"/>
              <a:tabLst/>
              <a:defRPr/>
            </a:pPr>
            <a:r>
              <a:rPr kumimoji="0" lang="en-US" sz="1051" b="0" i="0" u="none" strike="noStrike" kern="0" cap="none" spc="0" normalizeH="0" baseline="0" noProof="0">
                <a:ln>
                  <a:noFill/>
                </a:ln>
                <a:solidFill>
                  <a:srgbClr val="575757"/>
                </a:solidFill>
                <a:effectLst/>
                <a:uLnTx/>
                <a:uFillTx/>
                <a:latin typeface="+mn-lt"/>
              </a:rPr>
              <a:t>Fifth level</a:t>
            </a:r>
          </a:p>
          <a:p>
            <a:pPr marL="1885997" marR="0" lvl="5" indent="-171455" algn="l" defTabSz="685817" rtl="0" eaLnBrk="1" fontAlgn="base" latinLnBrk="0" hangingPunct="1">
              <a:lnSpc>
                <a:spcPct val="100000"/>
              </a:lnSpc>
              <a:spcBef>
                <a:spcPct val="20000"/>
              </a:spcBef>
              <a:spcAft>
                <a:spcPct val="0"/>
              </a:spcAft>
              <a:buClrTx/>
              <a:buSzTx/>
              <a:buFontTx/>
              <a:buChar char="»"/>
              <a:tabLst/>
              <a:defRPr/>
            </a:pPr>
            <a:r>
              <a:rPr kumimoji="0" lang="en-US" sz="1349" b="0" i="0" u="none" strike="noStrike" kern="0" cap="none" spc="0" normalizeH="0" baseline="0" noProof="0">
                <a:ln>
                  <a:noFill/>
                </a:ln>
                <a:solidFill>
                  <a:srgbClr val="575757"/>
                </a:solidFill>
                <a:effectLst/>
                <a:uLnTx/>
                <a:uFillTx/>
                <a:latin typeface="+mn-lt"/>
              </a:rPr>
              <a:t>Level six</a:t>
            </a:r>
          </a:p>
          <a:p>
            <a:pPr marL="0" marR="0" lvl="5" indent="0" algn="l" defTabSz="685817" rtl="0" eaLnBrk="1" fontAlgn="base" latinLnBrk="0" hangingPunct="1">
              <a:lnSpc>
                <a:spcPct val="100000"/>
              </a:lnSpc>
              <a:spcBef>
                <a:spcPct val="20000"/>
              </a:spcBef>
              <a:spcAft>
                <a:spcPct val="0"/>
              </a:spcAft>
              <a:buClrTx/>
              <a:buSzTx/>
              <a:buFontTx/>
              <a:buNone/>
              <a:tabLst/>
              <a:defRPr/>
            </a:pPr>
            <a:r>
              <a:rPr kumimoji="0" lang="en-US" sz="1349" b="1" i="0" u="none" strike="noStrike" kern="0" cap="none" spc="0" normalizeH="0" baseline="0" noProof="0">
                <a:ln>
                  <a:noFill/>
                </a:ln>
                <a:solidFill>
                  <a:schemeClr val="accent3"/>
                </a:solidFill>
                <a:effectLst/>
                <a:uLnTx/>
                <a:uFillTx/>
                <a:latin typeface="+mn-lt"/>
              </a:rPr>
              <a:t>Level seven</a:t>
            </a:r>
          </a:p>
          <a:p>
            <a:pPr marL="0" marR="0" lvl="7" indent="0" algn="l" defTabSz="685817" rtl="0" eaLnBrk="1" fontAlgn="base" latinLnBrk="0" hangingPunct="1">
              <a:lnSpc>
                <a:spcPct val="100000"/>
              </a:lnSpc>
              <a:spcBef>
                <a:spcPct val="20000"/>
              </a:spcBef>
              <a:spcAft>
                <a:spcPct val="0"/>
              </a:spcAft>
              <a:buClrTx/>
              <a:buSzTx/>
              <a:buFontTx/>
              <a:buNone/>
              <a:tabLst/>
              <a:defRPr/>
            </a:pPr>
            <a:r>
              <a:rPr kumimoji="0" lang="en-US" sz="1349" b="0" i="0" u="none" strike="noStrike" kern="0" cap="none" spc="0" normalizeH="0" baseline="0" noProof="0">
                <a:ln>
                  <a:noFill/>
                </a:ln>
                <a:solidFill>
                  <a:srgbClr val="C00000"/>
                </a:solidFill>
                <a:effectLst/>
                <a:uLnTx/>
                <a:uFillTx/>
                <a:latin typeface="+mn-lt"/>
              </a:rPr>
              <a:t>Level eight</a:t>
            </a:r>
          </a:p>
          <a:p>
            <a:pPr marL="0" marR="0" lvl="8" indent="0" algn="l" defTabSz="685817" rtl="0" eaLnBrk="1" fontAlgn="base" latinLnBrk="0" hangingPunct="1">
              <a:lnSpc>
                <a:spcPct val="100000"/>
              </a:lnSpc>
              <a:spcBef>
                <a:spcPct val="20000"/>
              </a:spcBef>
              <a:spcAft>
                <a:spcPct val="0"/>
              </a:spcAft>
              <a:buClrTx/>
              <a:buSzTx/>
              <a:buFontTx/>
              <a:buNone/>
              <a:tabLst/>
              <a:defRPr/>
            </a:pPr>
            <a:r>
              <a:rPr kumimoji="0" lang="en-US" sz="1200" b="0" i="0" u="none" strike="noStrike" kern="0" cap="none" spc="0" normalizeH="0" baseline="0" noProof="0">
                <a:ln>
                  <a:noFill/>
                </a:ln>
                <a:solidFill>
                  <a:srgbClr val="575757"/>
                </a:solidFill>
                <a:effectLst/>
                <a:uLnTx/>
                <a:uFillTx/>
                <a:latin typeface="+mn-lt"/>
              </a:rPr>
              <a:t>Level nine</a:t>
            </a:r>
          </a:p>
        </p:txBody>
      </p:sp>
    </p:spTree>
    <p:extLst>
      <p:ext uri="{BB962C8B-B14F-4D97-AF65-F5344CB8AC3E}">
        <p14:creationId xmlns:p14="http://schemas.microsoft.com/office/powerpoint/2010/main" val="1726911975"/>
      </p:ext>
    </p:extLst>
  </p:cSld>
  <p:clrMapOvr>
    <a:masterClrMapping/>
  </p:clrMapOvr>
  <p:extLst>
    <p:ext uri="{DCECCB84-F9BA-43D5-87BE-67443E8EF086}">
      <p15:sldGuideLst xmlns:p15="http://schemas.microsoft.com/office/powerpoint/2012/main">
        <p15:guide id="1" orient="horz" pos="2160">
          <p15:clr>
            <a:srgbClr val="FBAE40"/>
          </p15:clr>
        </p15:guide>
        <p15:guide id="2" pos="5120">
          <p15:clr>
            <a:srgbClr val="FBAE40"/>
          </p15:clr>
        </p15:guide>
        <p15:guide id="3" pos="190">
          <p15:clr>
            <a:srgbClr val="FBAE40"/>
          </p15:clr>
        </p15:guide>
        <p15:guide id="4" pos="10050">
          <p15:clr>
            <a:srgbClr val="FBAE40"/>
          </p15:clr>
        </p15:guide>
        <p15:guide id="5" orient="horz" pos="4020">
          <p15:clr>
            <a:srgbClr val="FBAE40"/>
          </p15:clr>
        </p15:guide>
        <p15:guide id="6" orient="horz" pos="527">
          <p15:clr>
            <a:srgbClr val="FBAE40"/>
          </p15:clr>
        </p15:guide>
      </p15:sldGuideLst>
    </p:ext>
  </p:extLst>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p:cSld name="Title Only Layout">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custDataLst>
              <p:tags r:id="rId1"/>
            </p:custDataLst>
          </p:nvPr>
        </p:nvGraphicFramePr>
        <p:xfrm>
          <a:off x="2119" y="1595"/>
          <a:ext cx="2116" cy="1587"/>
        </p:xfrm>
        <a:graphic>
          <a:graphicData uri="http://schemas.openxmlformats.org/presentationml/2006/ole">
            <mc:AlternateContent xmlns:mc="http://schemas.openxmlformats.org/markup-compatibility/2006">
              <mc:Choice xmlns:v="urn:schemas-microsoft-com:vml" Requires="v">
                <p:oleObj name="think-cell Slide" r:id="rId3" imgW="430" imgH="433" progId="TCLayout.ActiveDocument.1">
                  <p:embed/>
                </p:oleObj>
              </mc:Choice>
              <mc:Fallback>
                <p:oleObj name="think-cell Slide" r:id="rId3" imgW="430" imgH="433" progId="TCLayout.ActiveDocument.1">
                  <p:embed/>
                  <p:pic>
                    <p:nvPicPr>
                      <p:cNvPr id="2" name="Object 1" hidden="1"/>
                      <p:cNvPicPr/>
                      <p:nvPr/>
                    </p:nvPicPr>
                    <p:blipFill>
                      <a:blip r:embed="rId4"/>
                      <a:stretch>
                        <a:fillRect/>
                      </a:stretch>
                    </p:blipFill>
                    <p:spPr>
                      <a:xfrm>
                        <a:off x="2119" y="1595"/>
                        <a:ext cx="2116" cy="1587"/>
                      </a:xfrm>
                      <a:prstGeom prst="rect">
                        <a:avLst/>
                      </a:prstGeom>
                    </p:spPr>
                  </p:pic>
                </p:oleObj>
              </mc:Fallback>
            </mc:AlternateContent>
          </a:graphicData>
        </a:graphic>
      </p:graphicFrame>
      <p:sp>
        <p:nvSpPr>
          <p:cNvPr id="8" name="Rectangle 5"/>
          <p:cNvSpPr>
            <a:spLocks noGrp="1" noChangeArrowheads="1"/>
          </p:cNvSpPr>
          <p:nvPr>
            <p:ph type="sldNum" sz="quarter" idx="12"/>
          </p:nvPr>
        </p:nvSpPr>
        <p:spPr>
          <a:xfrm>
            <a:off x="11664622" y="6400800"/>
            <a:ext cx="527381" cy="457200"/>
          </a:xfrm>
          <a:ln/>
        </p:spPr>
        <p:txBody>
          <a:bodyPr/>
          <a:lstStyle>
            <a:lvl1pPr>
              <a:defRPr/>
            </a:lvl1pPr>
          </a:lstStyle>
          <a:p>
            <a:fld id="{B3CE4FC1-9BFD-4D71-B62C-EB069A42157A}" type="slidenum">
              <a:rPr lang="en-US" smtClean="0">
                <a:solidFill>
                  <a:srgbClr val="000000"/>
                </a:solidFill>
              </a:rPr>
              <a:pPr/>
              <a:t>‹#›</a:t>
            </a:fld>
            <a:endParaRPr lang="en-US">
              <a:solidFill>
                <a:srgbClr val="000000"/>
              </a:solidFill>
            </a:endParaRPr>
          </a:p>
        </p:txBody>
      </p:sp>
      <p:sp>
        <p:nvSpPr>
          <p:cNvPr id="9" name="Title 1"/>
          <p:cNvSpPr>
            <a:spLocks noGrp="1"/>
          </p:cNvSpPr>
          <p:nvPr>
            <p:ph type="title"/>
          </p:nvPr>
        </p:nvSpPr>
        <p:spPr>
          <a:xfrm>
            <a:off x="239188" y="0"/>
            <a:ext cx="10273307" cy="648000"/>
          </a:xfrm>
          <a:prstGeom prst="rect">
            <a:avLst/>
          </a:prstGeom>
        </p:spPr>
        <p:txBody>
          <a:bodyPr lIns="0" tIns="0" rIns="0" bIns="0" anchor="ctr">
            <a:normAutofit/>
          </a:bodyPr>
          <a:lstStyle>
            <a:lvl1pPr>
              <a:defRPr sz="1500">
                <a:latin typeface="Calibri" panose="020F0502020204030204" pitchFamily="34" charset="0"/>
              </a:defRPr>
            </a:lvl1pPr>
          </a:lstStyle>
          <a:p>
            <a:r>
              <a:rPr lang="en-US"/>
              <a:t>Click to edit Master title style</a:t>
            </a:r>
            <a:endParaRPr lang="en-GB"/>
          </a:p>
        </p:txBody>
      </p:sp>
      <p:sp>
        <p:nvSpPr>
          <p:cNvPr id="6" name="Rectangle 4"/>
          <p:cNvSpPr>
            <a:spLocks noGrp="1" noChangeArrowheads="1"/>
          </p:cNvSpPr>
          <p:nvPr>
            <p:ph type="ftr" sz="quarter" idx="11"/>
          </p:nvPr>
        </p:nvSpPr>
        <p:spPr>
          <a:xfrm>
            <a:off x="239187" y="6400800"/>
            <a:ext cx="9409211" cy="457200"/>
          </a:xfrm>
          <a:prstGeom prst="rect">
            <a:avLst/>
          </a:prstGeom>
          <a:ln/>
        </p:spPr>
        <p:txBody>
          <a:bodyPr/>
          <a:lstStyle>
            <a:lvl1pPr>
              <a:defRPr/>
            </a:lvl1pPr>
          </a:lstStyle>
          <a:p>
            <a:endParaRPr lang="en-US">
              <a:solidFill>
                <a:srgbClr val="000000"/>
              </a:solidFill>
            </a:endParaRPr>
          </a:p>
        </p:txBody>
      </p:sp>
    </p:spTree>
    <p:extLst>
      <p:ext uri="{BB962C8B-B14F-4D97-AF65-F5344CB8AC3E}">
        <p14:creationId xmlns:p14="http://schemas.microsoft.com/office/powerpoint/2010/main" val="3395808138"/>
      </p:ext>
    </p:extLst>
  </p:cSld>
  <p:clrMapOvr>
    <a:masterClrMapping/>
  </p:clrMapOvr>
  <p:extLst>
    <p:ext uri="{DCECCB84-F9BA-43D5-87BE-67443E8EF086}">
      <p15:sldGuideLst xmlns:p15="http://schemas.microsoft.com/office/powerpoint/2012/main">
        <p15:guide id="1" orient="horz" pos="2160">
          <p15:clr>
            <a:srgbClr val="FBAE40"/>
          </p15:clr>
        </p15:guide>
        <p15:guide id="2" pos="5120">
          <p15:clr>
            <a:srgbClr val="FBAE40"/>
          </p15:clr>
        </p15:guide>
        <p15:guide id="3" pos="190">
          <p15:clr>
            <a:srgbClr val="FBAE40"/>
          </p15:clr>
        </p15:guide>
        <p15:guide id="4" pos="10050">
          <p15:clr>
            <a:srgbClr val="FBAE40"/>
          </p15:clr>
        </p15:guide>
        <p15:guide id="5" orient="horz" pos="527">
          <p15:clr>
            <a:srgbClr val="FBAE40"/>
          </p15:clr>
        </p15:guide>
        <p15:guide id="6" orient="horz" pos="4020">
          <p15:clr>
            <a:srgbClr val="FBAE40"/>
          </p15:clr>
        </p15:guide>
      </p15:sldGuideLst>
    </p:ext>
  </p:extLst>
</p:sldLayout>
</file>

<file path=ppt/slideLayouts/slideLayout100.xml><?xml version="1.0" encoding="utf-8"?>
<p:sldLayout xmlns:a="http://schemas.openxmlformats.org/drawingml/2006/main" xmlns:r="http://schemas.openxmlformats.org/officeDocument/2006/relationships" xmlns:p="http://schemas.openxmlformats.org/presentationml/2006/main" type="blank" preserve="1">
  <p:cSld name="Blank Layout">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p:custDataLst>
              <p:tags r:id="rId1"/>
            </p:custDataLst>
          </p:nvPr>
        </p:nvGraphicFramePr>
        <p:xfrm>
          <a:off x="2119" y="1595"/>
          <a:ext cx="2116" cy="1587"/>
        </p:xfrm>
        <a:graphic>
          <a:graphicData uri="http://schemas.openxmlformats.org/presentationml/2006/ole">
            <mc:AlternateContent xmlns:mc="http://schemas.openxmlformats.org/markup-compatibility/2006">
              <mc:Choice xmlns:v="urn:schemas-microsoft-com:vml" Requires="v">
                <p:oleObj name="think-cell Slide" r:id="rId4" imgW="430" imgH="433" progId="TCLayout.ActiveDocument.1">
                  <p:embed/>
                </p:oleObj>
              </mc:Choice>
              <mc:Fallback>
                <p:oleObj name="think-cell Slide" r:id="rId4" imgW="430" imgH="433" progId="TCLayout.ActiveDocument.1">
                  <p:embed/>
                  <p:pic>
                    <p:nvPicPr>
                      <p:cNvPr id="6" name="Object 5" hidden="1"/>
                      <p:cNvPicPr/>
                      <p:nvPr/>
                    </p:nvPicPr>
                    <p:blipFill>
                      <a:blip r:embed="rId5"/>
                      <a:stretch>
                        <a:fillRect/>
                      </a:stretch>
                    </p:blipFill>
                    <p:spPr>
                      <a:xfrm>
                        <a:off x="2119" y="1595"/>
                        <a:ext cx="2116" cy="1587"/>
                      </a:xfrm>
                      <a:prstGeom prst="rect">
                        <a:avLst/>
                      </a:prstGeom>
                    </p:spPr>
                  </p:pic>
                </p:oleObj>
              </mc:Fallback>
            </mc:AlternateContent>
          </a:graphicData>
        </a:graphic>
      </p:graphicFrame>
      <p:sp>
        <p:nvSpPr>
          <p:cNvPr id="5" name="Rectangle 4" hidden="1"/>
          <p:cNvSpPr/>
          <p:nvPr>
            <p:custDataLst>
              <p:tags r:id="rId2"/>
            </p:custDataLst>
          </p:nvPr>
        </p:nvSpPr>
        <p:spPr bwMode="auto">
          <a:xfrm>
            <a:off x="2" y="0"/>
            <a:ext cx="211668" cy="158750"/>
          </a:xfrm>
          <a:prstGeom prst="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rtlCol="0" anchor="ctr" anchorCtr="0" compatLnSpc="1">
            <a:prstTxWarp prst="textNoShape">
              <a:avLst/>
            </a:prstTxWarp>
          </a:bodyPr>
          <a:lstStyle/>
          <a:p>
            <a:pPr algn="ctr" fontAlgn="base">
              <a:spcBef>
                <a:spcPct val="0"/>
              </a:spcBef>
              <a:spcAft>
                <a:spcPct val="0"/>
              </a:spcAft>
            </a:pPr>
            <a:endParaRPr lang="en-GB" sz="750">
              <a:solidFill>
                <a:srgbClr val="2D2926"/>
              </a:solidFill>
              <a:cs typeface="Times New Roman"/>
              <a:sym typeface="Calibri"/>
            </a:endParaRPr>
          </a:p>
        </p:txBody>
      </p:sp>
      <p:sp>
        <p:nvSpPr>
          <p:cNvPr id="8" name="Rectangle 5"/>
          <p:cNvSpPr>
            <a:spLocks noGrp="1" noChangeArrowheads="1"/>
          </p:cNvSpPr>
          <p:nvPr>
            <p:ph type="sldNum" sz="quarter" idx="12"/>
          </p:nvPr>
        </p:nvSpPr>
        <p:spPr>
          <a:xfrm>
            <a:off x="11664622" y="6400800"/>
            <a:ext cx="527381" cy="457200"/>
          </a:xfrm>
          <a:ln/>
        </p:spPr>
        <p:txBody>
          <a:bodyPr/>
          <a:lstStyle>
            <a:lvl1pPr>
              <a:defRPr/>
            </a:lvl1pPr>
          </a:lstStyle>
          <a:p>
            <a:fld id="{B3CE4FC1-9BFD-4D71-B62C-EB069A42157A}" type="slidenum">
              <a:rPr lang="en-US" smtClean="0">
                <a:solidFill>
                  <a:srgbClr val="000000"/>
                </a:solidFill>
              </a:rPr>
              <a:pPr/>
              <a:t>‹#›</a:t>
            </a:fld>
            <a:endParaRPr lang="en-US">
              <a:solidFill>
                <a:srgbClr val="000000"/>
              </a:solidFill>
            </a:endParaRPr>
          </a:p>
        </p:txBody>
      </p:sp>
      <p:sp>
        <p:nvSpPr>
          <p:cNvPr id="9" name="Rectangle 4"/>
          <p:cNvSpPr>
            <a:spLocks noGrp="1" noChangeArrowheads="1"/>
          </p:cNvSpPr>
          <p:nvPr>
            <p:ph type="ftr" sz="quarter" idx="11"/>
          </p:nvPr>
        </p:nvSpPr>
        <p:spPr>
          <a:xfrm>
            <a:off x="239187" y="6400800"/>
            <a:ext cx="9409211" cy="457200"/>
          </a:xfrm>
          <a:prstGeom prst="rect">
            <a:avLst/>
          </a:prstGeom>
          <a:ln/>
        </p:spPr>
        <p:txBody>
          <a:bodyPr/>
          <a:lstStyle>
            <a:lvl1pPr>
              <a:defRPr/>
            </a:lvl1pPr>
          </a:lstStyle>
          <a:p>
            <a:endParaRPr lang="en-US">
              <a:solidFill>
                <a:srgbClr val="000000"/>
              </a:solidFill>
            </a:endParaRPr>
          </a:p>
        </p:txBody>
      </p:sp>
    </p:spTree>
    <p:extLst>
      <p:ext uri="{BB962C8B-B14F-4D97-AF65-F5344CB8AC3E}">
        <p14:creationId xmlns:p14="http://schemas.microsoft.com/office/powerpoint/2010/main" val="1376515659"/>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p:cSld name="Full Blank Layout">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p:custDataLst>
              <p:tags r:id="rId1"/>
            </p:custDataLst>
          </p:nvPr>
        </p:nvGraphicFramePr>
        <p:xfrm>
          <a:off x="2119" y="1595"/>
          <a:ext cx="2116" cy="1587"/>
        </p:xfrm>
        <a:graphic>
          <a:graphicData uri="http://schemas.openxmlformats.org/presentationml/2006/ole">
            <mc:AlternateContent xmlns:mc="http://schemas.openxmlformats.org/markup-compatibility/2006">
              <mc:Choice xmlns:v="urn:schemas-microsoft-com:vml" Requires="v">
                <p:oleObj name="think-cell Slide" r:id="rId3" imgW="430" imgH="433" progId="TCLayout.ActiveDocument.1">
                  <p:embed/>
                </p:oleObj>
              </mc:Choice>
              <mc:Fallback>
                <p:oleObj name="think-cell Slide" r:id="rId3" imgW="430" imgH="433" progId="TCLayout.ActiveDocument.1">
                  <p:embed/>
                  <p:pic>
                    <p:nvPicPr>
                      <p:cNvPr id="6" name="Object 5" hidden="1"/>
                      <p:cNvPicPr/>
                      <p:nvPr/>
                    </p:nvPicPr>
                    <p:blipFill>
                      <a:blip r:embed="rId4"/>
                      <a:stretch>
                        <a:fillRect/>
                      </a:stretch>
                    </p:blipFill>
                    <p:spPr>
                      <a:xfrm>
                        <a:off x="2119" y="1595"/>
                        <a:ext cx="2116" cy="1587"/>
                      </a:xfrm>
                      <a:prstGeom prst="rect">
                        <a:avLst/>
                      </a:prstGeom>
                    </p:spPr>
                  </p:pic>
                </p:oleObj>
              </mc:Fallback>
            </mc:AlternateContent>
          </a:graphicData>
        </a:graphic>
      </p:graphicFrame>
      <p:sp>
        <p:nvSpPr>
          <p:cNvPr id="5" name="Rectangle 4"/>
          <p:cNvSpPr/>
          <p:nvPr/>
        </p:nvSpPr>
        <p:spPr bwMode="auto">
          <a:xfrm>
            <a:off x="0" y="0"/>
            <a:ext cx="12192000" cy="1052736"/>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none" lIns="68580" tIns="34290" rIns="68580" bIns="34290" numCol="1" rtlCol="0" anchor="ctr" anchorCtr="0" compatLnSpc="1">
            <a:prstTxWarp prst="textNoShape">
              <a:avLst/>
            </a:prstTxWarp>
          </a:bodyPr>
          <a:lstStyle/>
          <a:p>
            <a:pPr algn="ctr" fontAlgn="base">
              <a:spcBef>
                <a:spcPct val="0"/>
              </a:spcBef>
              <a:spcAft>
                <a:spcPct val="0"/>
              </a:spcAft>
            </a:pPr>
            <a:endParaRPr lang="en-GB" sz="1426">
              <a:solidFill>
                <a:srgbClr val="2D2926"/>
              </a:solidFill>
              <a:latin typeface="Arial" charset="0"/>
            </a:endParaRPr>
          </a:p>
        </p:txBody>
      </p:sp>
      <p:sp>
        <p:nvSpPr>
          <p:cNvPr id="4" name="Slide Number Placeholder 3"/>
          <p:cNvSpPr>
            <a:spLocks noGrp="1"/>
          </p:cNvSpPr>
          <p:nvPr>
            <p:ph type="sldNum" sz="quarter" idx="11"/>
          </p:nvPr>
        </p:nvSpPr>
        <p:spPr/>
        <p:txBody>
          <a:bodyPr/>
          <a:lstStyle/>
          <a:p>
            <a:fld id="{B3CE4FC1-9BFD-4D71-B62C-EB069A42157A}" type="slidenum">
              <a:rPr lang="en-US" smtClean="0">
                <a:solidFill>
                  <a:srgbClr val="000000"/>
                </a:solidFill>
              </a:rPr>
              <a:pPr/>
              <a:t>‹#›</a:t>
            </a:fld>
            <a:endParaRPr lang="en-US">
              <a:solidFill>
                <a:srgbClr val="000000"/>
              </a:solidFill>
            </a:endParaRPr>
          </a:p>
        </p:txBody>
      </p:sp>
      <p:sp>
        <p:nvSpPr>
          <p:cNvPr id="7" name="Rectangle 4"/>
          <p:cNvSpPr>
            <a:spLocks noGrp="1" noChangeArrowheads="1"/>
          </p:cNvSpPr>
          <p:nvPr>
            <p:ph type="ftr" sz="quarter" idx="12"/>
          </p:nvPr>
        </p:nvSpPr>
        <p:spPr>
          <a:xfrm>
            <a:off x="239187" y="6400800"/>
            <a:ext cx="9409211" cy="457200"/>
          </a:xfrm>
          <a:prstGeom prst="rect">
            <a:avLst/>
          </a:prstGeom>
          <a:ln/>
        </p:spPr>
        <p:txBody>
          <a:bodyPr/>
          <a:lstStyle>
            <a:lvl1pPr>
              <a:defRPr/>
            </a:lvl1pPr>
          </a:lstStyle>
          <a:p>
            <a:endParaRPr lang="en-US">
              <a:solidFill>
                <a:srgbClr val="000000"/>
              </a:solidFill>
            </a:endParaRPr>
          </a:p>
        </p:txBody>
      </p:sp>
    </p:spTree>
    <p:extLst>
      <p:ext uri="{BB962C8B-B14F-4D97-AF65-F5344CB8AC3E}">
        <p14:creationId xmlns:p14="http://schemas.microsoft.com/office/powerpoint/2010/main" val="786578679"/>
      </p:ext>
    </p:extLst>
  </p:cSld>
  <p:clrMapOvr>
    <a:masterClrMapping/>
  </p:clrMapOvr>
  <p:extLst>
    <p:ext uri="{DCECCB84-F9BA-43D5-87BE-67443E8EF086}">
      <p15:sldGuideLst xmlns:p15="http://schemas.microsoft.com/office/powerpoint/2012/main">
        <p15:guide id="1" orient="horz" pos="2160">
          <p15:clr>
            <a:srgbClr val="FBAE40"/>
          </p15:clr>
        </p15:guide>
        <p15:guide id="2" pos="5120">
          <p15:clr>
            <a:srgbClr val="FBAE40"/>
          </p15:clr>
        </p15:guide>
        <p15:guide id="3" orient="horz" pos="4020">
          <p15:clr>
            <a:srgbClr val="FBAE40"/>
          </p15:clr>
        </p15:guide>
        <p15:guide id="4" pos="190">
          <p15:clr>
            <a:srgbClr val="FBAE40"/>
          </p15:clr>
        </p15:guide>
        <p15:guide id="5" pos="10050">
          <p15:clr>
            <a:srgbClr val="FBAE40"/>
          </p15:clr>
        </p15:guide>
      </p15:sldGuideLst>
    </p:ext>
  </p:extLst>
</p:sldLayout>
</file>

<file path=ppt/slideLayouts/slideLayout102.xml><?xml version="1.0" encoding="utf-8"?>
<p:sldLayout xmlns:a="http://schemas.openxmlformats.org/drawingml/2006/main" xmlns:r="http://schemas.openxmlformats.org/officeDocument/2006/relationships" xmlns:p="http://schemas.openxmlformats.org/presentationml/2006/main" showMasterSp="0" preserve="1">
  <p:cSld name="Arrow half">
    <p:bg>
      <p:bgPr>
        <a:gradFill flip="none" rotWithShape="1">
          <a:gsLst>
            <a:gs pos="0">
              <a:srgbClr val="ED1D24"/>
            </a:gs>
            <a:gs pos="100000">
              <a:srgbClr val="870B0E"/>
            </a:gs>
          </a:gsLst>
          <a:lin ang="8100000" scaled="1"/>
          <a:tileRect/>
        </a:gra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93772988-BAC3-45EB-8F49-ECA66C3B6F60}"/>
              </a:ext>
            </a:extLst>
          </p:cNvPr>
          <p:cNvGraphicFramePr>
            <a:graphicFrameLocks noChangeAspect="1"/>
          </p:cNvGraphicFramePr>
          <p:nvPr>
            <p:custDataLst>
              <p:tags r:id="rId1"/>
            </p:custDataLst>
          </p:nvPr>
        </p:nvGraphicFramePr>
        <p:xfrm>
          <a:off x="1594" y="1588"/>
          <a:ext cx="1588" cy="1588"/>
        </p:xfrm>
        <a:graphic>
          <a:graphicData uri="http://schemas.openxmlformats.org/presentationml/2006/ole">
            <mc:AlternateContent xmlns:mc="http://schemas.openxmlformats.org/markup-compatibility/2006">
              <mc:Choice xmlns:v="urn:schemas-microsoft-com:vml" Requires="v">
                <p:oleObj name="think-cell Slide" r:id="rId3" imgW="286" imgH="286" progId="TCLayout.ActiveDocument.1">
                  <p:embed/>
                </p:oleObj>
              </mc:Choice>
              <mc:Fallback>
                <p:oleObj name="think-cell Slide" r:id="rId3" imgW="286" imgH="286" progId="TCLayout.ActiveDocument.1">
                  <p:embed/>
                  <p:pic>
                    <p:nvPicPr>
                      <p:cNvPr id="3" name="Object 2" hidden="1">
                        <a:extLst>
                          <a:ext uri="{FF2B5EF4-FFF2-40B4-BE49-F238E27FC236}">
                            <a16:creationId xmlns:a16="http://schemas.microsoft.com/office/drawing/2014/main" id="{93772988-BAC3-45EB-8F49-ECA66C3B6F60}"/>
                          </a:ext>
                        </a:extLst>
                      </p:cNvPr>
                      <p:cNvPicPr/>
                      <p:nvPr/>
                    </p:nvPicPr>
                    <p:blipFill>
                      <a:blip r:embed="rId4"/>
                      <a:stretch>
                        <a:fillRect/>
                      </a:stretch>
                    </p:blipFill>
                    <p:spPr>
                      <a:xfrm>
                        <a:off x="1594" y="1588"/>
                        <a:ext cx="1588" cy="1588"/>
                      </a:xfrm>
                      <a:prstGeom prst="rect">
                        <a:avLst/>
                      </a:prstGeom>
                    </p:spPr>
                  </p:pic>
                </p:oleObj>
              </mc:Fallback>
            </mc:AlternateContent>
          </a:graphicData>
        </a:graphic>
      </p:graphicFrame>
      <p:sp>
        <p:nvSpPr>
          <p:cNvPr id="18" name="Copyright" hidden="1"/>
          <p:cNvSpPr txBox="1"/>
          <p:nvPr/>
        </p:nvSpPr>
        <p:spPr>
          <a:xfrm rot="16200000">
            <a:off x="9486906" y="3934681"/>
            <a:ext cx="5133975" cy="72584"/>
          </a:xfrm>
          <a:prstGeom prst="rect">
            <a:avLst/>
          </a:prstGeom>
          <a:noFill/>
        </p:spPr>
        <p:txBody>
          <a:bodyPr wrap="square" lIns="0" tIns="0" rIns="0" bIns="0" rtlCol="0" anchor="t">
            <a:spAutoFit/>
          </a:bodyPr>
          <a:lstStyle/>
          <a:p>
            <a:pPr>
              <a:lnSpc>
                <a:spcPct val="90000"/>
              </a:lnSpc>
              <a:spcAft>
                <a:spcPts val="450"/>
              </a:spcAft>
            </a:pPr>
            <a:r>
              <a:rPr lang="en-US" sz="524">
                <a:solidFill>
                  <a:schemeClr val="bg1"/>
                </a:solidFill>
                <a:latin typeface="+mn-lt"/>
                <a:ea typeface="+mn-ea"/>
                <a:cs typeface="+mn-cs"/>
                <a:sym typeface="Trebuchet MS" panose="020B0603020202020204" pitchFamily="34" charset="0"/>
              </a:rPr>
              <a:t>Copyright © 2022 by Boston Consulting Group. All rights reserved.</a:t>
            </a:r>
          </a:p>
        </p:txBody>
      </p:sp>
      <p:sp>
        <p:nvSpPr>
          <p:cNvPr id="14" name="Pentagon 8"/>
          <p:cNvSpPr/>
          <p:nvPr/>
        </p:nvSpPr>
        <p:spPr bwMode="white">
          <a:xfrm>
            <a:off x="2" y="0"/>
            <a:ext cx="6363547" cy="6858000"/>
          </a:xfrm>
          <a:prstGeom prst="homePlate">
            <a:avLst>
              <a:gd name="adj" fmla="val 12939"/>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750"/>
              </a:spcAft>
            </a:pPr>
            <a:endParaRPr lang="en-US" sz="900">
              <a:solidFill>
                <a:prstClr val="white"/>
              </a:solidFill>
              <a:latin typeface="+mn-lt"/>
              <a:ea typeface="+mn-ea"/>
              <a:cs typeface="+mn-cs"/>
              <a:sym typeface="Trebuchet MS" panose="020B0603020202020204" pitchFamily="34" charset="0"/>
            </a:endParaRPr>
          </a:p>
        </p:txBody>
      </p:sp>
      <p:sp>
        <p:nvSpPr>
          <p:cNvPr id="16" name="Title 2"/>
          <p:cNvSpPr>
            <a:spLocks noGrp="1"/>
          </p:cNvSpPr>
          <p:nvPr>
            <p:ph type="title" hasCustomPrompt="1"/>
          </p:nvPr>
        </p:nvSpPr>
        <p:spPr>
          <a:xfrm>
            <a:off x="630004" y="622800"/>
            <a:ext cx="4673646" cy="353045"/>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2549" b="0" i="0" u="none" kern="1200" spc="0">
                <a:solidFill>
                  <a:srgbClr val="ED1D24"/>
                </a:solidFill>
                <a:latin typeface="+mj-lt"/>
                <a:ea typeface="+mj-ea"/>
                <a:cs typeface="+mj-cs"/>
                <a:sym typeface="Trebuchet MS" panose="020B0603020202020204" pitchFamily="34" charset="0"/>
              </a:defRPr>
            </a:lvl1pPr>
          </a:lstStyle>
          <a:p>
            <a:pPr lvl="0"/>
            <a:r>
              <a:rPr lang="en-US"/>
              <a:t>Click to add title</a:t>
            </a:r>
          </a:p>
        </p:txBody>
      </p:sp>
      <p:pic>
        <p:nvPicPr>
          <p:cNvPr id="9" name="Picture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97804" y="3589607"/>
            <a:ext cx="1365252" cy="3382962"/>
          </a:xfrm>
          <a:custGeom>
            <a:avLst/>
            <a:gdLst>
              <a:gd name="connsiteX0" fmla="*/ 920598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320782 h 3382962"/>
              <a:gd name="connsiteX5" fmla="*/ 126694 w 1365250"/>
              <a:gd name="connsiteY5" fmla="*/ 3320782 h 3382962"/>
              <a:gd name="connsiteX6" fmla="*/ 0 w 1365250"/>
              <a:gd name="connsiteY6" fmla="*/ 0 h 3382962"/>
              <a:gd name="connsiteX7" fmla="*/ 908172 w 1365250"/>
              <a:gd name="connsiteY7" fmla="*/ 0 h 3382962"/>
              <a:gd name="connsiteX8" fmla="*/ 0 w 1365250"/>
              <a:gd name="connsiteY8" fmla="*/ 289035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20598" y="0"/>
                </a:moveTo>
                <a:lnTo>
                  <a:pt x="1365250" y="0"/>
                </a:lnTo>
                <a:lnTo>
                  <a:pt x="1365250" y="3382962"/>
                </a:lnTo>
                <a:lnTo>
                  <a:pt x="0" y="3382962"/>
                </a:lnTo>
                <a:lnTo>
                  <a:pt x="0" y="3320782"/>
                </a:lnTo>
                <a:lnTo>
                  <a:pt x="126694" y="3320782"/>
                </a:lnTo>
                <a:close/>
                <a:moveTo>
                  <a:pt x="0" y="0"/>
                </a:moveTo>
                <a:lnTo>
                  <a:pt x="908172" y="0"/>
                </a:lnTo>
                <a:lnTo>
                  <a:pt x="0" y="2890357"/>
                </a:lnTo>
                <a:close/>
              </a:path>
            </a:pathLst>
          </a:cu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21203FE9-A075-4BF8-987F-E3175D587168}"/>
              </a:ext>
            </a:extLst>
          </p:cNvPr>
          <p:cNvSpPr txBox="1"/>
          <p:nvPr/>
        </p:nvSpPr>
        <p:spPr>
          <a:xfrm>
            <a:off x="11757837" y="6700053"/>
            <a:ext cx="381001" cy="115416"/>
          </a:xfrm>
          <a:prstGeom prst="rect">
            <a:avLst/>
          </a:prstGeom>
          <a:noFill/>
        </p:spPr>
        <p:txBody>
          <a:bodyPr wrap="square" lIns="0" tIns="0" rIns="0" bIns="0" rtlCol="0" anchor="b">
            <a:spAutoFit/>
          </a:bodyPr>
          <a:lstStyle/>
          <a:p>
            <a:pPr marL="0" marR="0" indent="0" algn="r" defTabSz="685817" rtl="0" eaLnBrk="1" fontAlgn="auto" latinLnBrk="0" hangingPunct="1">
              <a:lnSpc>
                <a:spcPct val="100000"/>
              </a:lnSpc>
              <a:spcBef>
                <a:spcPts val="0"/>
              </a:spcBef>
              <a:spcAft>
                <a:spcPts val="0"/>
              </a:spcAft>
              <a:buClrTx/>
              <a:buSzTx/>
              <a:buFontTx/>
              <a:buNone/>
              <a:tabLst/>
              <a:defRPr/>
            </a:pPr>
            <a:fld id="{DFCF27A5-1A5B-48D3-A060-2758FFBB1ADD}" type="slidenum">
              <a:rPr lang="en-US" sz="750" kern="1200" smtClean="0">
                <a:solidFill>
                  <a:schemeClr val="bg1"/>
                </a:solidFill>
                <a:latin typeface="+mn-lt"/>
                <a:ea typeface="+mn-ea"/>
                <a:cs typeface="+mn-cs"/>
                <a:sym typeface="Trebuchet MS" panose="020B0603020202020204" pitchFamily="34" charset="0"/>
              </a:rPr>
              <a:pPr marL="0" marR="0" indent="0" algn="r" defTabSz="685817" rtl="0" eaLnBrk="1" fontAlgn="auto" latinLnBrk="0" hangingPunct="1">
                <a:lnSpc>
                  <a:spcPct val="100000"/>
                </a:lnSpc>
                <a:spcBef>
                  <a:spcPts val="0"/>
                </a:spcBef>
                <a:spcAft>
                  <a:spcPts val="0"/>
                </a:spcAft>
                <a:buClrTx/>
                <a:buSzTx/>
                <a:buFontTx/>
                <a:buNone/>
                <a:tabLst/>
                <a:defRPr/>
              </a:pPr>
              <a:t>‹#›</a:t>
            </a:fld>
            <a:endParaRPr lang="en-US" sz="750" kern="1200">
              <a:solidFill>
                <a:schemeClr val="bg1"/>
              </a:solidFill>
              <a:latin typeface="+mn-lt"/>
              <a:ea typeface="+mn-ea"/>
              <a:cs typeface="+mn-cs"/>
              <a:sym typeface="Trebuchet MS" panose="020B0603020202020204" pitchFamily="34" charset="0"/>
            </a:endParaRPr>
          </a:p>
        </p:txBody>
      </p:sp>
      <p:pic>
        <p:nvPicPr>
          <p:cNvPr id="12" name="Picture 11">
            <a:extLst>
              <a:ext uri="{FF2B5EF4-FFF2-40B4-BE49-F238E27FC236}">
                <a16:creationId xmlns:a16="http://schemas.microsoft.com/office/drawing/2014/main" id="{DB280514-AAB0-4C3F-BD7F-3099741B263A}"/>
              </a:ext>
            </a:extLst>
          </p:cNvPr>
          <p:cNvPicPr>
            <a:picLocks noChangeAspect="1"/>
          </p:cNvPicPr>
          <p:nvPr/>
        </p:nvPicPr>
        <p:blipFill rotWithShape="1">
          <a:blip r:embed="rId6">
            <a:extLst>
              <a:ext uri="{BEBA8EAE-BF5A-486C-A8C5-ECC9F3942E4B}">
                <a14:imgProps xmlns:a14="http://schemas.microsoft.com/office/drawing/2010/main">
                  <a14:imgLayer r:embed="rId7">
                    <a14:imgEffect>
                      <a14:brightnessContrast bright="100000"/>
                    </a14:imgEffect>
                  </a14:imgLayer>
                </a14:imgProps>
              </a:ext>
              <a:ext uri="{28A0092B-C50C-407E-A947-70E740481C1C}">
                <a14:useLocalDpi xmlns:a14="http://schemas.microsoft.com/office/drawing/2010/main" val="0"/>
              </a:ext>
            </a:extLst>
          </a:blip>
          <a:srcRect l="23666" t="40333" b="40333"/>
          <a:stretch/>
        </p:blipFill>
        <p:spPr>
          <a:xfrm>
            <a:off x="10109202" y="6445250"/>
            <a:ext cx="1454151" cy="368300"/>
          </a:xfrm>
          <a:prstGeom prst="rect">
            <a:avLst/>
          </a:prstGeom>
        </p:spPr>
      </p:pic>
    </p:spTree>
    <p:extLst>
      <p:ext uri="{BB962C8B-B14F-4D97-AF65-F5344CB8AC3E}">
        <p14:creationId xmlns:p14="http://schemas.microsoft.com/office/powerpoint/2010/main" val="51643579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3.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graphicFrame>
        <p:nvGraphicFramePr>
          <p:cNvPr id="8" name="Object 7" hidden="1"/>
          <p:cNvGraphicFramePr>
            <a:graphicFrameLocks noChangeAspect="1"/>
          </p:cNvGraphicFramePr>
          <p:nvPr>
            <p:custDataLst>
              <p:tags r:id="rId1"/>
            </p:custDataLst>
          </p:nvPr>
        </p:nvGraphicFramePr>
        <p:xfrm>
          <a:off x="2119" y="1595"/>
          <a:ext cx="2116" cy="1587"/>
        </p:xfrm>
        <a:graphic>
          <a:graphicData uri="http://schemas.openxmlformats.org/presentationml/2006/ole">
            <mc:AlternateContent xmlns:mc="http://schemas.openxmlformats.org/markup-compatibility/2006">
              <mc:Choice xmlns:v="urn:schemas-microsoft-com:vml" Requires="v">
                <p:oleObj name="think-cell Slide" r:id="rId3" imgW="430" imgH="433" progId="TCLayout.ActiveDocument.1">
                  <p:embed/>
                </p:oleObj>
              </mc:Choice>
              <mc:Fallback>
                <p:oleObj name="think-cell Slide" r:id="rId3" imgW="430" imgH="433" progId="TCLayout.ActiveDocument.1">
                  <p:embed/>
                  <p:pic>
                    <p:nvPicPr>
                      <p:cNvPr id="8" name="Object 7" hidden="1"/>
                      <p:cNvPicPr/>
                      <p:nvPr/>
                    </p:nvPicPr>
                    <p:blipFill>
                      <a:blip r:embed="rId4"/>
                      <a:stretch>
                        <a:fillRect/>
                      </a:stretch>
                    </p:blipFill>
                    <p:spPr>
                      <a:xfrm>
                        <a:off x="2119" y="1595"/>
                        <a:ext cx="2116" cy="1587"/>
                      </a:xfrm>
                      <a:prstGeom prst="rect">
                        <a:avLst/>
                      </a:prstGeom>
                    </p:spPr>
                  </p:pic>
                </p:oleObj>
              </mc:Fallback>
            </mc:AlternateContent>
          </a:graphicData>
        </a:graphic>
      </p:graphicFrame>
      <p:pic>
        <p:nvPicPr>
          <p:cNvPr id="33" name="Picture 32"/>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 y="6"/>
            <a:ext cx="12192000" cy="6857433"/>
          </a:xfrm>
          <a:prstGeom prst="rect">
            <a:avLst/>
          </a:prstGeom>
          <a:ln>
            <a:noFill/>
          </a:ln>
        </p:spPr>
      </p:pic>
      <p:sp>
        <p:nvSpPr>
          <p:cNvPr id="7" name="Rectangle 6"/>
          <p:cNvSpPr/>
          <p:nvPr/>
        </p:nvSpPr>
        <p:spPr bwMode="auto">
          <a:xfrm>
            <a:off x="1" y="1809000"/>
            <a:ext cx="12192000" cy="3240000"/>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none" lIns="51435" tIns="25718" rIns="51435" bIns="25718" numCol="1" rtlCol="0" anchor="ctr" anchorCtr="0" compatLnSpc="1">
            <a:prstTxWarp prst="textNoShape">
              <a:avLst/>
            </a:prstTxWarp>
          </a:bodyPr>
          <a:lstStyle/>
          <a:p>
            <a:pPr algn="ctr" defTabSz="514350" fontAlgn="base">
              <a:spcBef>
                <a:spcPct val="0"/>
              </a:spcBef>
              <a:spcAft>
                <a:spcPct val="0"/>
              </a:spcAft>
            </a:pPr>
            <a:endParaRPr lang="en-GB" sz="1069">
              <a:solidFill>
                <a:srgbClr val="2D2926"/>
              </a:solidFill>
              <a:latin typeface="Arial" charset="0"/>
            </a:endParaRPr>
          </a:p>
        </p:txBody>
      </p:sp>
      <p:sp>
        <p:nvSpPr>
          <p:cNvPr id="4" name="Date Placeholder 3"/>
          <p:cNvSpPr>
            <a:spLocks noGrp="1" noChangeArrowheads="1"/>
          </p:cNvSpPr>
          <p:nvPr>
            <p:ph type="dt" sz="half" idx="10"/>
          </p:nvPr>
        </p:nvSpPr>
        <p:spPr>
          <a:xfrm>
            <a:off x="0" y="6400800"/>
            <a:ext cx="2540000" cy="457200"/>
          </a:xfrm>
          <a:prstGeom prst="rect">
            <a:avLst/>
          </a:prstGeom>
          <a:ln/>
        </p:spPr>
        <p:txBody>
          <a:bodyPr lIns="36000" tIns="36000" rIns="36000" bIns="36000" anchor="b"/>
          <a:lstStyle>
            <a:lvl1pPr>
              <a:defRPr sz="675">
                <a:solidFill>
                  <a:schemeClr val="bg1"/>
                </a:solidFill>
                <a:latin typeface="+mn-lt"/>
              </a:defRPr>
            </a:lvl1pPr>
          </a:lstStyle>
          <a:p>
            <a:endParaRPr lang="en-US"/>
          </a:p>
        </p:txBody>
      </p:sp>
      <p:sp>
        <p:nvSpPr>
          <p:cNvPr id="6" name="Rectangle 5"/>
          <p:cNvSpPr>
            <a:spLocks noGrp="1" noChangeArrowheads="1"/>
          </p:cNvSpPr>
          <p:nvPr>
            <p:ph type="sldNum" sz="quarter" idx="12"/>
          </p:nvPr>
        </p:nvSpPr>
        <p:spPr>
          <a:ln/>
        </p:spPr>
        <p:txBody>
          <a:bodyPr anchor="b"/>
          <a:lstStyle>
            <a:lvl1pPr>
              <a:defRPr sz="675">
                <a:solidFill>
                  <a:schemeClr val="bg1"/>
                </a:solidFill>
                <a:latin typeface="+mn-lt"/>
              </a:defRPr>
            </a:lvl1pPr>
          </a:lstStyle>
          <a:p>
            <a:pPr>
              <a:defRPr/>
            </a:pPr>
            <a:fld id="{6516E9BE-843C-4425-80E4-36155279AD5E}" type="slidenum">
              <a:rPr lang="en-GB" smtClean="0">
                <a:solidFill>
                  <a:srgbClr val="FFFFFF"/>
                </a:solidFill>
              </a:rPr>
              <a:pPr>
                <a:defRPr/>
              </a:pPr>
              <a:t>‹#›</a:t>
            </a:fld>
            <a:endParaRPr lang="en-GB">
              <a:solidFill>
                <a:srgbClr val="FFFFFF"/>
              </a:solidFill>
            </a:endParaRPr>
          </a:p>
        </p:txBody>
      </p:sp>
      <p:sp>
        <p:nvSpPr>
          <p:cNvPr id="2" name="Title 1"/>
          <p:cNvSpPr>
            <a:spLocks noGrp="1"/>
          </p:cNvSpPr>
          <p:nvPr>
            <p:ph type="ctrTitle"/>
          </p:nvPr>
        </p:nvSpPr>
        <p:spPr>
          <a:xfrm>
            <a:off x="286572" y="2390406"/>
            <a:ext cx="11616000" cy="1918823"/>
          </a:xfrm>
          <a:prstGeom prst="rect">
            <a:avLst/>
          </a:prstGeom>
        </p:spPr>
        <p:txBody>
          <a:bodyPr anchor="ctr"/>
          <a:lstStyle>
            <a:lvl1pPr algn="l">
              <a:defRPr sz="2100" b="1">
                <a:solidFill>
                  <a:schemeClr val="tx1"/>
                </a:solidFill>
                <a:effectLst/>
                <a:latin typeface="Calibri" panose="020F0502020204030204" pitchFamily="34" charset="0"/>
              </a:defRPr>
            </a:lvl1pPr>
          </a:lstStyle>
          <a:p>
            <a:r>
              <a:rPr lang="en-US"/>
              <a:t>Click to edit Master title style</a:t>
            </a:r>
          </a:p>
        </p:txBody>
      </p:sp>
      <p:sp>
        <p:nvSpPr>
          <p:cNvPr id="3" name="Subtitle 2"/>
          <p:cNvSpPr>
            <a:spLocks noGrp="1"/>
          </p:cNvSpPr>
          <p:nvPr>
            <p:ph type="subTitle" idx="1"/>
          </p:nvPr>
        </p:nvSpPr>
        <p:spPr>
          <a:xfrm>
            <a:off x="286571" y="5140422"/>
            <a:ext cx="5088000" cy="1080000"/>
          </a:xfrm>
          <a:prstGeom prst="rect">
            <a:avLst/>
          </a:prstGeom>
        </p:spPr>
        <p:txBody>
          <a:bodyPr/>
          <a:lstStyle>
            <a:lvl1pPr marL="0" indent="0" algn="l">
              <a:buNone/>
              <a:defRPr sz="1050" b="1">
                <a:solidFill>
                  <a:schemeClr val="bg1"/>
                </a:solidFill>
                <a:effectLst>
                  <a:outerShdw blurRad="38100" dist="38100" dir="2700000" algn="tl">
                    <a:srgbClr val="000000">
                      <a:alpha val="43137"/>
                    </a:srgbClr>
                  </a:outerShdw>
                </a:effectLst>
                <a:latin typeface="Calibri" panose="020F0502020204030204" pitchFamily="34" charset="0"/>
              </a:defRPr>
            </a:lvl1pPr>
            <a:lvl2pPr marL="257175" indent="0" algn="ctr">
              <a:buNone/>
              <a:defRPr/>
            </a:lvl2pPr>
            <a:lvl3pPr marL="514350" indent="0" algn="ctr">
              <a:buNone/>
              <a:defRPr/>
            </a:lvl3pPr>
            <a:lvl4pPr marL="771525" indent="0" algn="ctr">
              <a:buNone/>
              <a:defRPr/>
            </a:lvl4pPr>
            <a:lvl5pPr marL="1028700" indent="0" algn="ctr">
              <a:buNone/>
              <a:defRPr/>
            </a:lvl5pPr>
            <a:lvl6pPr marL="1285875" indent="0" algn="ctr">
              <a:buNone/>
              <a:defRPr/>
            </a:lvl6pPr>
            <a:lvl7pPr marL="1543050" indent="0" algn="ctr">
              <a:buNone/>
              <a:defRPr/>
            </a:lvl7pPr>
            <a:lvl8pPr marL="1800225" indent="0" algn="ctr">
              <a:buNone/>
              <a:defRPr/>
            </a:lvl8pPr>
            <a:lvl9pPr marL="2057400" indent="0" algn="ctr">
              <a:buNone/>
              <a:defRPr/>
            </a:lvl9pPr>
          </a:lstStyle>
          <a:p>
            <a:r>
              <a:rPr lang="en-US"/>
              <a:t>Click to edit Master subtitle style</a:t>
            </a:r>
          </a:p>
        </p:txBody>
      </p:sp>
      <p:sp>
        <p:nvSpPr>
          <p:cNvPr id="12" name="Rectangle 11"/>
          <p:cNvSpPr/>
          <p:nvPr/>
        </p:nvSpPr>
        <p:spPr bwMode="auto">
          <a:xfrm>
            <a:off x="5104664" y="6755907"/>
            <a:ext cx="2925191" cy="102094"/>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none" lIns="51435" tIns="25718" rIns="51435" bIns="25718" numCol="1" rtlCol="0" anchor="ctr" anchorCtr="0" compatLnSpc="1">
            <a:prstTxWarp prst="textNoShape">
              <a:avLst/>
            </a:prstTxWarp>
          </a:bodyPr>
          <a:lstStyle/>
          <a:p>
            <a:pPr algn="ctr" defTabSz="514350" fontAlgn="base">
              <a:spcBef>
                <a:spcPct val="0"/>
              </a:spcBef>
              <a:spcAft>
                <a:spcPct val="0"/>
              </a:spcAft>
            </a:pPr>
            <a:endParaRPr lang="en-GB" sz="675">
              <a:solidFill>
                <a:srgbClr val="2D2926"/>
              </a:solidFill>
            </a:endParaRPr>
          </a:p>
        </p:txBody>
      </p:sp>
      <p:pic>
        <p:nvPicPr>
          <p:cNvPr id="9" name="Picture 8"/>
          <p:cNvPicPr>
            <a:picLocks noChangeAspect="1"/>
          </p:cNvPicPr>
          <p:nvPr/>
        </p:nvPicPr>
        <p:blipFill>
          <a:blip r:embed="rId6"/>
          <a:stretch>
            <a:fillRect/>
          </a:stretch>
        </p:blipFill>
        <p:spPr>
          <a:xfrm>
            <a:off x="8429746" y="526501"/>
            <a:ext cx="2876433" cy="756000"/>
          </a:xfrm>
          <a:prstGeom prst="rect">
            <a:avLst/>
          </a:prstGeom>
        </p:spPr>
      </p:pic>
      <p:pic>
        <p:nvPicPr>
          <p:cNvPr id="11" name="Picture 10"/>
          <p:cNvPicPr>
            <a:picLocks noChangeAspect="1"/>
          </p:cNvPicPr>
          <p:nvPr/>
        </p:nvPicPr>
        <p:blipFill rotWithShape="1">
          <a:blip r:embed="rId7">
            <a:extLst>
              <a:ext uri="{28A0092B-C50C-407E-A947-70E740481C1C}">
                <a14:useLocalDpi xmlns:a14="http://schemas.microsoft.com/office/drawing/2010/main" val="0"/>
              </a:ext>
            </a:extLst>
          </a:blip>
          <a:srcRect l="37353" t="8741" r="101" b="27"/>
          <a:stretch/>
        </p:blipFill>
        <p:spPr bwMode="ltGray">
          <a:xfrm rot="16200000" flipH="1">
            <a:off x="9058187" y="-962476"/>
            <a:ext cx="369901" cy="5915488"/>
          </a:xfrm>
          <a:prstGeom prst="rect">
            <a:avLst/>
          </a:prstGeom>
        </p:spPr>
      </p:pic>
    </p:spTree>
    <p:extLst>
      <p:ext uri="{BB962C8B-B14F-4D97-AF65-F5344CB8AC3E}">
        <p14:creationId xmlns:p14="http://schemas.microsoft.com/office/powerpoint/2010/main" val="1852297939"/>
      </p:ext>
    </p:extLst>
  </p:cSld>
  <p:clrMapOvr>
    <a:masterClrMapping/>
  </p:clrMapOvr>
  <p:hf hdr="0" ftr="0" dt="0"/>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p:custDataLst>
              <p:tags r:id="rId1"/>
            </p:custDataLst>
          </p:nvPr>
        </p:nvGraphicFramePr>
        <p:xfrm>
          <a:off x="2119" y="1593"/>
          <a:ext cx="2116" cy="1587"/>
        </p:xfrm>
        <a:graphic>
          <a:graphicData uri="http://schemas.openxmlformats.org/presentationml/2006/ole">
            <mc:AlternateContent xmlns:mc="http://schemas.openxmlformats.org/markup-compatibility/2006">
              <mc:Choice xmlns:v="urn:schemas-microsoft-com:vml" Requires="v">
                <p:oleObj name="think-cell Slide" r:id="rId3" imgW="430" imgH="433" progId="TCLayout.ActiveDocument.1">
                  <p:embed/>
                </p:oleObj>
              </mc:Choice>
              <mc:Fallback>
                <p:oleObj name="think-cell Slide" r:id="rId3" imgW="430" imgH="433" progId="TCLayout.ActiveDocument.1">
                  <p:embed/>
                  <p:pic>
                    <p:nvPicPr>
                      <p:cNvPr id="3" name="Object 2" hidden="1"/>
                      <p:cNvPicPr/>
                      <p:nvPr/>
                    </p:nvPicPr>
                    <p:blipFill>
                      <a:blip r:embed="rId4"/>
                      <a:stretch>
                        <a:fillRect/>
                      </a:stretch>
                    </p:blipFill>
                    <p:spPr>
                      <a:xfrm>
                        <a:off x="2119" y="1593"/>
                        <a:ext cx="2116" cy="1587"/>
                      </a:xfrm>
                      <a:prstGeom prst="rect">
                        <a:avLst/>
                      </a:prstGeom>
                    </p:spPr>
                  </p:pic>
                </p:oleObj>
              </mc:Fallback>
            </mc:AlternateContent>
          </a:graphicData>
        </a:graphic>
      </p:graphicFrame>
      <p:sp>
        <p:nvSpPr>
          <p:cNvPr id="10" name="Rectangle 9"/>
          <p:cNvSpPr/>
          <p:nvPr/>
        </p:nvSpPr>
        <p:spPr bwMode="auto">
          <a:xfrm>
            <a:off x="0" y="0"/>
            <a:ext cx="12192000" cy="1052736"/>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none" lIns="68580" tIns="34290" rIns="68580" bIns="34290" numCol="1" rtlCol="0" anchor="ctr" anchorCtr="0" compatLnSpc="1">
            <a:prstTxWarp prst="textNoShape">
              <a:avLst/>
            </a:prstTxWarp>
          </a:bodyPr>
          <a:lstStyle/>
          <a:p>
            <a:pPr algn="ctr" fontAlgn="base">
              <a:spcBef>
                <a:spcPct val="0"/>
              </a:spcBef>
              <a:spcAft>
                <a:spcPct val="0"/>
              </a:spcAft>
            </a:pPr>
            <a:endParaRPr lang="en-GB" sz="1425">
              <a:solidFill>
                <a:srgbClr val="2D2926"/>
              </a:solidFill>
              <a:latin typeface="Arial" charset="0"/>
            </a:endParaRPr>
          </a:p>
        </p:txBody>
      </p:sp>
      <p:pic>
        <p:nvPicPr>
          <p:cNvPr id="2" name="Picture 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616327" y="477842"/>
            <a:ext cx="5575676" cy="5543451"/>
          </a:xfrm>
          <a:prstGeom prst="rect">
            <a:avLst/>
          </a:prstGeom>
        </p:spPr>
      </p:pic>
      <p:sp>
        <p:nvSpPr>
          <p:cNvPr id="6" name="Rectangle 5"/>
          <p:cNvSpPr>
            <a:spLocks noGrp="1" noChangeArrowheads="1"/>
          </p:cNvSpPr>
          <p:nvPr>
            <p:ph type="sldNum" sz="quarter" idx="12"/>
          </p:nvPr>
        </p:nvSpPr>
        <p:spPr>
          <a:ln/>
        </p:spPr>
        <p:txBody>
          <a:bodyPr/>
          <a:lstStyle>
            <a:lvl1pPr>
              <a:defRPr/>
            </a:lvl1pPr>
          </a:lstStyle>
          <a:p>
            <a:pPr>
              <a:defRPr/>
            </a:pPr>
            <a:fld id="{6516E9BE-843C-4425-80E4-36155279AD5E}" type="slidenum">
              <a:rPr lang="en-GB" smtClean="0">
                <a:solidFill>
                  <a:srgbClr val="FFFFFF"/>
                </a:solidFill>
              </a:rPr>
              <a:pPr>
                <a:defRPr/>
              </a:pPr>
              <a:t>‹#›</a:t>
            </a:fld>
            <a:endParaRPr lang="en-GB">
              <a:solidFill>
                <a:srgbClr val="FFFFFF"/>
              </a:solidFill>
            </a:endParaRPr>
          </a:p>
        </p:txBody>
      </p:sp>
      <p:pic>
        <p:nvPicPr>
          <p:cNvPr id="7" name="Picture 6"/>
          <p:cNvPicPr>
            <a:picLocks noChangeAspect="1"/>
          </p:cNvPicPr>
          <p:nvPr/>
        </p:nvPicPr>
        <p:blipFill>
          <a:blip r:embed="rId6"/>
          <a:stretch>
            <a:fillRect/>
          </a:stretch>
        </p:blipFill>
        <p:spPr>
          <a:xfrm>
            <a:off x="239188" y="1964569"/>
            <a:ext cx="11713633" cy="65091"/>
          </a:xfrm>
          <a:prstGeom prst="rect">
            <a:avLst/>
          </a:prstGeom>
        </p:spPr>
      </p:pic>
      <p:sp>
        <p:nvSpPr>
          <p:cNvPr id="8" name="Text Placeholder 11"/>
          <p:cNvSpPr>
            <a:spLocks noGrp="1"/>
          </p:cNvSpPr>
          <p:nvPr>
            <p:ph type="body" sz="quarter" idx="13" hasCustomPrompt="1"/>
          </p:nvPr>
        </p:nvSpPr>
        <p:spPr>
          <a:xfrm>
            <a:off x="239188" y="2181578"/>
            <a:ext cx="11713633" cy="1463446"/>
          </a:xfrm>
          <a:prstGeom prst="rect">
            <a:avLst/>
          </a:prstGeom>
        </p:spPr>
        <p:txBody>
          <a:bodyPr vert="horz">
            <a:normAutofit/>
          </a:bodyPr>
          <a:lstStyle>
            <a:lvl1pPr marL="0" indent="0">
              <a:buNone/>
              <a:defRPr sz="2400" b="1">
                <a:solidFill>
                  <a:schemeClr val="tx1"/>
                </a:solidFill>
                <a:effectLst/>
              </a:defRPr>
            </a:lvl1pPr>
          </a:lstStyle>
          <a:p>
            <a:pPr lvl="0"/>
            <a:r>
              <a:rPr lang="en-US"/>
              <a:t>Section Title</a:t>
            </a:r>
          </a:p>
        </p:txBody>
      </p:sp>
      <p:sp>
        <p:nvSpPr>
          <p:cNvPr id="9" name="Text Placeholder 11"/>
          <p:cNvSpPr>
            <a:spLocks noGrp="1"/>
          </p:cNvSpPr>
          <p:nvPr>
            <p:ph type="body" sz="quarter" idx="14" hasCustomPrompt="1"/>
          </p:nvPr>
        </p:nvSpPr>
        <p:spPr>
          <a:xfrm>
            <a:off x="239188" y="1266924"/>
            <a:ext cx="11713633" cy="561756"/>
          </a:xfrm>
          <a:prstGeom prst="rect">
            <a:avLst/>
          </a:prstGeom>
        </p:spPr>
        <p:txBody>
          <a:bodyPr vert="horz" anchor="b">
            <a:normAutofit/>
          </a:bodyPr>
          <a:lstStyle>
            <a:lvl1pPr marL="0" indent="0">
              <a:buNone/>
              <a:defRPr sz="1350" b="0">
                <a:solidFill>
                  <a:schemeClr val="tx1">
                    <a:lumMod val="50000"/>
                    <a:lumOff val="50000"/>
                  </a:schemeClr>
                </a:solidFill>
              </a:defRPr>
            </a:lvl1pPr>
          </a:lstStyle>
          <a:p>
            <a:pPr lvl="0"/>
            <a:r>
              <a:rPr lang="en-US"/>
              <a:t>Section #</a:t>
            </a:r>
          </a:p>
        </p:txBody>
      </p:sp>
      <p:sp>
        <p:nvSpPr>
          <p:cNvPr id="11" name="Rectangle 4"/>
          <p:cNvSpPr>
            <a:spLocks noGrp="1" noChangeArrowheads="1"/>
          </p:cNvSpPr>
          <p:nvPr>
            <p:ph type="ftr" sz="quarter" idx="11"/>
          </p:nvPr>
        </p:nvSpPr>
        <p:spPr>
          <a:xfrm>
            <a:off x="239184" y="6400800"/>
            <a:ext cx="9409211" cy="457200"/>
          </a:xfrm>
          <a:prstGeom prst="rect">
            <a:avLst/>
          </a:prstGeom>
          <a:ln/>
        </p:spPr>
        <p:txBody>
          <a:bodyPr/>
          <a:lstStyle>
            <a:lvl1pPr>
              <a:defRPr/>
            </a:lvl1pPr>
          </a:lstStyle>
          <a:p>
            <a:endParaRPr lang="en-US"/>
          </a:p>
        </p:txBody>
      </p:sp>
    </p:spTree>
    <p:extLst>
      <p:ext uri="{BB962C8B-B14F-4D97-AF65-F5344CB8AC3E}">
        <p14:creationId xmlns:p14="http://schemas.microsoft.com/office/powerpoint/2010/main" val="3071890252"/>
      </p:ext>
    </p:extLst>
  </p:cSld>
  <p:clrMapOvr>
    <a:masterClrMapping/>
  </p:clrMapOvr>
  <p:hf hdr="0" ftr="0" dt="0"/>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p:cSld name="1_Section Header">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p:custDataLst>
              <p:tags r:id="rId1"/>
            </p:custDataLst>
          </p:nvPr>
        </p:nvGraphicFramePr>
        <p:xfrm>
          <a:off x="2119" y="1593"/>
          <a:ext cx="2116" cy="1587"/>
        </p:xfrm>
        <a:graphic>
          <a:graphicData uri="http://schemas.openxmlformats.org/presentationml/2006/ole">
            <mc:AlternateContent xmlns:mc="http://schemas.openxmlformats.org/markup-compatibility/2006">
              <mc:Choice xmlns:v="urn:schemas-microsoft-com:vml" Requires="v">
                <p:oleObj name="think-cell Slide" r:id="rId3" imgW="430" imgH="433" progId="TCLayout.ActiveDocument.1">
                  <p:embed/>
                </p:oleObj>
              </mc:Choice>
              <mc:Fallback>
                <p:oleObj name="think-cell Slide" r:id="rId3" imgW="430" imgH="433" progId="TCLayout.ActiveDocument.1">
                  <p:embed/>
                  <p:pic>
                    <p:nvPicPr>
                      <p:cNvPr id="3" name="Object 2" hidden="1"/>
                      <p:cNvPicPr/>
                      <p:nvPr/>
                    </p:nvPicPr>
                    <p:blipFill>
                      <a:blip r:embed="rId4"/>
                      <a:stretch>
                        <a:fillRect/>
                      </a:stretch>
                    </p:blipFill>
                    <p:spPr>
                      <a:xfrm>
                        <a:off x="2119" y="1593"/>
                        <a:ext cx="2116" cy="1587"/>
                      </a:xfrm>
                      <a:prstGeom prst="rect">
                        <a:avLst/>
                      </a:prstGeom>
                    </p:spPr>
                  </p:pic>
                </p:oleObj>
              </mc:Fallback>
            </mc:AlternateContent>
          </a:graphicData>
        </a:graphic>
      </p:graphicFrame>
      <p:grpSp>
        <p:nvGrpSpPr>
          <p:cNvPr id="2" name="Group 1"/>
          <p:cNvGrpSpPr/>
          <p:nvPr/>
        </p:nvGrpSpPr>
        <p:grpSpPr>
          <a:xfrm>
            <a:off x="0" y="1178584"/>
            <a:ext cx="12192000" cy="2547336"/>
            <a:chOff x="0" y="1178584"/>
            <a:chExt cx="12192000" cy="2547336"/>
          </a:xfrm>
        </p:grpSpPr>
        <p:grpSp>
          <p:nvGrpSpPr>
            <p:cNvPr id="5" name="Group 4"/>
            <p:cNvGrpSpPr/>
            <p:nvPr/>
          </p:nvGrpSpPr>
          <p:grpSpPr>
            <a:xfrm>
              <a:off x="4584735" y="1178585"/>
              <a:ext cx="7607265" cy="1277860"/>
              <a:chOff x="4242374" y="1266924"/>
              <a:chExt cx="7607265" cy="1277860"/>
            </a:xfrm>
          </p:grpSpPr>
          <p:pic>
            <p:nvPicPr>
              <p:cNvPr id="15"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l="66788"/>
              <a:stretch/>
            </p:blipFill>
            <p:spPr bwMode="auto">
              <a:xfrm>
                <a:off x="7458055" y="1266924"/>
                <a:ext cx="4049222" cy="6921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6"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r="97157" b="17268"/>
              <a:stretch/>
            </p:blipFill>
            <p:spPr bwMode="auto">
              <a:xfrm>
                <a:off x="4242374" y="1266924"/>
                <a:ext cx="3215680" cy="12778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8"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t="12683" r="99340" b="31624"/>
              <a:stretch/>
            </p:blipFill>
            <p:spPr bwMode="auto">
              <a:xfrm>
                <a:off x="10873398" y="1505214"/>
                <a:ext cx="616085" cy="38548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9"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l="66788" b="7541"/>
              <a:stretch/>
            </p:blipFill>
            <p:spPr bwMode="auto">
              <a:xfrm>
                <a:off x="6747364" y="1904828"/>
                <a:ext cx="4049222" cy="63995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7"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r="99746" b="50292"/>
              <a:stretch/>
            </p:blipFill>
            <p:spPr bwMode="auto">
              <a:xfrm>
                <a:off x="10181088" y="2094605"/>
                <a:ext cx="526195" cy="288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t="12683" r="99340" b="31624"/>
              <a:stretch/>
            </p:blipFill>
            <p:spPr bwMode="auto">
              <a:xfrm>
                <a:off x="11005120" y="1266924"/>
                <a:ext cx="844519" cy="12778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1"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t="12683" r="99340" b="31624"/>
              <a:stretch/>
            </p:blipFill>
            <p:spPr bwMode="auto">
              <a:xfrm>
                <a:off x="10662759" y="1724108"/>
                <a:ext cx="1186880" cy="82067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grpSp>
          <p:nvGrpSpPr>
            <p:cNvPr id="23" name="Group 22"/>
            <p:cNvGrpSpPr/>
            <p:nvPr/>
          </p:nvGrpSpPr>
          <p:grpSpPr>
            <a:xfrm>
              <a:off x="3169032" y="2448060"/>
              <a:ext cx="7607265" cy="1277860"/>
              <a:chOff x="4242374" y="1266924"/>
              <a:chExt cx="7607265" cy="1277860"/>
            </a:xfrm>
          </p:grpSpPr>
          <p:pic>
            <p:nvPicPr>
              <p:cNvPr id="24"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l="66788"/>
              <a:stretch/>
            </p:blipFill>
            <p:spPr bwMode="auto">
              <a:xfrm>
                <a:off x="7458055" y="1266924"/>
                <a:ext cx="4049222" cy="6921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5"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r="97157" b="17268"/>
              <a:stretch/>
            </p:blipFill>
            <p:spPr bwMode="auto">
              <a:xfrm>
                <a:off x="4242374" y="1266924"/>
                <a:ext cx="3215680" cy="12778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6"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t="12683" r="99340" b="31624"/>
              <a:stretch/>
            </p:blipFill>
            <p:spPr bwMode="auto">
              <a:xfrm>
                <a:off x="10873398" y="1505214"/>
                <a:ext cx="616085" cy="38548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7"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l="66788" b="7541"/>
              <a:stretch/>
            </p:blipFill>
            <p:spPr bwMode="auto">
              <a:xfrm>
                <a:off x="6747364" y="1904828"/>
                <a:ext cx="4049222" cy="63995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8"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r="99746" b="50292"/>
              <a:stretch/>
            </p:blipFill>
            <p:spPr bwMode="auto">
              <a:xfrm>
                <a:off x="10181088" y="2094605"/>
                <a:ext cx="526195" cy="288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9"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t="12683" r="99340" b="31624"/>
              <a:stretch/>
            </p:blipFill>
            <p:spPr bwMode="auto">
              <a:xfrm>
                <a:off x="11005120" y="1266924"/>
                <a:ext cx="844519" cy="12778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t="12683" r="99340" b="31624"/>
              <a:stretch/>
            </p:blipFill>
            <p:spPr bwMode="auto">
              <a:xfrm>
                <a:off x="10662759" y="1724108"/>
                <a:ext cx="1186880" cy="82067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pic>
          <p:nvPicPr>
            <p:cNvPr id="31"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t="12683" r="99340" b="31624"/>
            <a:stretch/>
          </p:blipFill>
          <p:spPr bwMode="auto">
            <a:xfrm>
              <a:off x="10662758" y="2453554"/>
              <a:ext cx="1529242" cy="127236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2"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t="12683" r="99340" b="31624"/>
            <a:stretch/>
          </p:blipFill>
          <p:spPr bwMode="auto">
            <a:xfrm>
              <a:off x="0" y="1178584"/>
              <a:ext cx="4648131" cy="254733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sp>
        <p:nvSpPr>
          <p:cNvPr id="10" name="Rectangle 9"/>
          <p:cNvSpPr/>
          <p:nvPr/>
        </p:nvSpPr>
        <p:spPr bwMode="auto">
          <a:xfrm>
            <a:off x="0" y="0"/>
            <a:ext cx="12192000" cy="1052736"/>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none" lIns="68580" tIns="34290" rIns="68580" bIns="34290" numCol="1" rtlCol="0" anchor="ctr" anchorCtr="0" compatLnSpc="1">
            <a:prstTxWarp prst="textNoShape">
              <a:avLst/>
            </a:prstTxWarp>
          </a:bodyPr>
          <a:lstStyle/>
          <a:p>
            <a:pPr algn="ctr" fontAlgn="base">
              <a:spcBef>
                <a:spcPct val="0"/>
              </a:spcBef>
              <a:spcAft>
                <a:spcPct val="0"/>
              </a:spcAft>
            </a:pPr>
            <a:endParaRPr lang="en-GB" sz="1425">
              <a:solidFill>
                <a:srgbClr val="2D2926"/>
              </a:solidFill>
              <a:latin typeface="Arial" charset="0"/>
            </a:endParaRPr>
          </a:p>
        </p:txBody>
      </p:sp>
      <p:sp>
        <p:nvSpPr>
          <p:cNvPr id="6" name="Rectangle 5"/>
          <p:cNvSpPr>
            <a:spLocks noGrp="1" noChangeArrowheads="1"/>
          </p:cNvSpPr>
          <p:nvPr>
            <p:ph type="sldNum" sz="quarter" idx="12"/>
          </p:nvPr>
        </p:nvSpPr>
        <p:spPr>
          <a:ln/>
        </p:spPr>
        <p:txBody>
          <a:bodyPr/>
          <a:lstStyle>
            <a:lvl1pPr>
              <a:defRPr/>
            </a:lvl1pPr>
          </a:lstStyle>
          <a:p>
            <a:pPr>
              <a:defRPr/>
            </a:pPr>
            <a:fld id="{6516E9BE-843C-4425-80E4-36155279AD5E}" type="slidenum">
              <a:rPr lang="en-GB" smtClean="0">
                <a:solidFill>
                  <a:srgbClr val="FFFFFF"/>
                </a:solidFill>
              </a:rPr>
              <a:pPr>
                <a:defRPr/>
              </a:pPr>
              <a:t>‹#›</a:t>
            </a:fld>
            <a:endParaRPr lang="en-GB">
              <a:solidFill>
                <a:srgbClr val="FFFFFF"/>
              </a:solidFill>
            </a:endParaRPr>
          </a:p>
        </p:txBody>
      </p:sp>
      <p:sp>
        <p:nvSpPr>
          <p:cNvPr id="8" name="Text Placeholder 11"/>
          <p:cNvSpPr>
            <a:spLocks noGrp="1"/>
          </p:cNvSpPr>
          <p:nvPr>
            <p:ph type="body" sz="quarter" idx="13" hasCustomPrompt="1"/>
          </p:nvPr>
        </p:nvSpPr>
        <p:spPr>
          <a:xfrm>
            <a:off x="239185" y="2181578"/>
            <a:ext cx="8736139" cy="1463446"/>
          </a:xfrm>
          <a:prstGeom prst="rect">
            <a:avLst/>
          </a:prstGeom>
        </p:spPr>
        <p:txBody>
          <a:bodyPr vert="horz">
            <a:normAutofit/>
          </a:bodyPr>
          <a:lstStyle>
            <a:lvl1pPr marL="0" indent="0">
              <a:buNone/>
              <a:defRPr sz="2400" b="1">
                <a:solidFill>
                  <a:schemeClr val="bg1"/>
                </a:solidFill>
                <a:effectLst/>
              </a:defRPr>
            </a:lvl1pPr>
          </a:lstStyle>
          <a:p>
            <a:pPr lvl="0"/>
            <a:r>
              <a:rPr lang="en-US"/>
              <a:t>Section Title</a:t>
            </a:r>
          </a:p>
        </p:txBody>
      </p:sp>
      <p:sp>
        <p:nvSpPr>
          <p:cNvPr id="9" name="Text Placeholder 11"/>
          <p:cNvSpPr>
            <a:spLocks noGrp="1"/>
          </p:cNvSpPr>
          <p:nvPr>
            <p:ph type="body" sz="quarter" idx="14" hasCustomPrompt="1"/>
          </p:nvPr>
        </p:nvSpPr>
        <p:spPr>
          <a:xfrm>
            <a:off x="239185" y="1266924"/>
            <a:ext cx="8736139" cy="561756"/>
          </a:xfrm>
          <a:prstGeom prst="rect">
            <a:avLst/>
          </a:prstGeom>
        </p:spPr>
        <p:txBody>
          <a:bodyPr vert="horz" anchor="b">
            <a:normAutofit/>
          </a:bodyPr>
          <a:lstStyle>
            <a:lvl1pPr marL="0" indent="0">
              <a:buNone/>
              <a:defRPr sz="1350" b="0">
                <a:solidFill>
                  <a:schemeClr val="bg1"/>
                </a:solidFill>
              </a:defRPr>
            </a:lvl1pPr>
          </a:lstStyle>
          <a:p>
            <a:pPr lvl="0"/>
            <a:r>
              <a:rPr lang="en-US"/>
              <a:t>Section #</a:t>
            </a:r>
          </a:p>
        </p:txBody>
      </p:sp>
      <p:sp>
        <p:nvSpPr>
          <p:cNvPr id="11" name="Rectangle 4"/>
          <p:cNvSpPr>
            <a:spLocks noGrp="1" noChangeArrowheads="1"/>
          </p:cNvSpPr>
          <p:nvPr>
            <p:ph type="ftr" sz="quarter" idx="11"/>
          </p:nvPr>
        </p:nvSpPr>
        <p:spPr>
          <a:xfrm>
            <a:off x="239184" y="6400800"/>
            <a:ext cx="9409211" cy="457200"/>
          </a:xfrm>
          <a:prstGeom prst="rect">
            <a:avLst/>
          </a:prstGeom>
          <a:ln/>
        </p:spPr>
        <p:txBody>
          <a:bodyPr/>
          <a:lstStyle>
            <a:lvl1pPr>
              <a:defRPr/>
            </a:lvl1pPr>
          </a:lstStyle>
          <a:p>
            <a:endParaRPr lang="en-US"/>
          </a:p>
        </p:txBody>
      </p:sp>
      <p:pic>
        <p:nvPicPr>
          <p:cNvPr id="14" name="Picture 3"/>
          <p:cNvPicPr>
            <a:picLocks noChangeAspect="1" noChangeArrowheads="1"/>
          </p:cNvPicPr>
          <p:nvPr/>
        </p:nvPicPr>
        <p:blipFill rotWithShape="1">
          <a:blip r:embed="rId6">
            <a:extLst>
              <a:ext uri="{28A0092B-C50C-407E-A947-70E740481C1C}">
                <a14:useLocalDpi xmlns:a14="http://schemas.microsoft.com/office/drawing/2010/main" val="0"/>
              </a:ext>
            </a:extLst>
          </a:blip>
          <a:srcRect t="13116" r="76604" b="25471"/>
          <a:stretch/>
        </p:blipFill>
        <p:spPr bwMode="auto">
          <a:xfrm>
            <a:off x="11399100" y="3113151"/>
            <a:ext cx="627693" cy="53187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35" name="Straight Connector 34"/>
          <p:cNvCxnSpPr/>
          <p:nvPr/>
        </p:nvCxnSpPr>
        <p:spPr bwMode="auto">
          <a:xfrm>
            <a:off x="239184" y="2006353"/>
            <a:ext cx="8875152" cy="0"/>
          </a:xfrm>
          <a:prstGeom prst="line">
            <a:avLst/>
          </a:prstGeom>
          <a:ln w="28575">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21740068"/>
      </p:ext>
    </p:extLst>
  </p:cSld>
  <p:clrMapOvr>
    <a:masterClrMapping/>
  </p:clrMapOvr>
  <p:hf hdr="0" ftr="0" dt="0"/>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p:cSld name="Title + Text Box Layout">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custDataLst>
              <p:tags r:id="rId1"/>
            </p:custDataLst>
          </p:nvPr>
        </p:nvGraphicFramePr>
        <p:xfrm>
          <a:off x="1589" y="1592"/>
          <a:ext cx="1587" cy="1587"/>
        </p:xfrm>
        <a:graphic>
          <a:graphicData uri="http://schemas.openxmlformats.org/presentationml/2006/ole">
            <mc:AlternateContent xmlns:mc="http://schemas.openxmlformats.org/markup-compatibility/2006">
              <mc:Choice xmlns:v="urn:schemas-microsoft-com:vml" Requires="v">
                <p:oleObj name="think-cell Slide" r:id="rId3" imgW="430" imgH="433" progId="TCLayout.ActiveDocument.1">
                  <p:embed/>
                </p:oleObj>
              </mc:Choice>
              <mc:Fallback>
                <p:oleObj name="think-cell Slide" r:id="rId3" imgW="430" imgH="433" progId="TCLayout.ActiveDocument.1">
                  <p:embed/>
                  <p:pic>
                    <p:nvPicPr>
                      <p:cNvPr id="2" name="Object 1" hidden="1"/>
                      <p:cNvPicPr/>
                      <p:nvPr/>
                    </p:nvPicPr>
                    <p:blipFill>
                      <a:blip r:embed="rId4"/>
                      <a:stretch>
                        <a:fillRect/>
                      </a:stretch>
                    </p:blipFill>
                    <p:spPr>
                      <a:xfrm>
                        <a:off x="1589" y="1592"/>
                        <a:ext cx="1587" cy="1587"/>
                      </a:xfrm>
                      <a:prstGeom prst="rect">
                        <a:avLst/>
                      </a:prstGeom>
                    </p:spPr>
                  </p:pic>
                </p:oleObj>
              </mc:Fallback>
            </mc:AlternateContent>
          </a:graphicData>
        </a:graphic>
      </p:graphicFrame>
      <p:sp>
        <p:nvSpPr>
          <p:cNvPr id="6" name="Title 1"/>
          <p:cNvSpPr>
            <a:spLocks noGrp="1"/>
          </p:cNvSpPr>
          <p:nvPr>
            <p:ph type="title"/>
          </p:nvPr>
        </p:nvSpPr>
        <p:spPr>
          <a:xfrm>
            <a:off x="239185" y="0"/>
            <a:ext cx="10273307" cy="648000"/>
          </a:xfrm>
          <a:prstGeom prst="rect">
            <a:avLst/>
          </a:prstGeom>
        </p:spPr>
        <p:txBody>
          <a:bodyPr lIns="0" tIns="0" rIns="0" bIns="0" anchor="ctr">
            <a:normAutofit/>
          </a:bodyPr>
          <a:lstStyle>
            <a:lvl1pPr>
              <a:defRPr sz="1500">
                <a:latin typeface="Calibri" panose="020F0502020204030204" pitchFamily="34" charset="0"/>
              </a:defRPr>
            </a:lvl1pPr>
          </a:lstStyle>
          <a:p>
            <a:r>
              <a:rPr lang="en-US"/>
              <a:t>Click to edit Master title style</a:t>
            </a:r>
            <a:endParaRPr lang="en-GB"/>
          </a:p>
        </p:txBody>
      </p:sp>
      <p:sp>
        <p:nvSpPr>
          <p:cNvPr id="7" name="Rectangle 4"/>
          <p:cNvSpPr>
            <a:spLocks noGrp="1" noChangeArrowheads="1"/>
          </p:cNvSpPr>
          <p:nvPr>
            <p:ph type="ftr" sz="quarter" idx="11"/>
          </p:nvPr>
        </p:nvSpPr>
        <p:spPr>
          <a:xfrm>
            <a:off x="239184" y="6400800"/>
            <a:ext cx="9409211" cy="457200"/>
          </a:xfrm>
          <a:prstGeom prst="rect">
            <a:avLst/>
          </a:prstGeom>
          <a:ln/>
        </p:spPr>
        <p:txBody>
          <a:bodyPr/>
          <a:lstStyle>
            <a:lvl1pPr>
              <a:defRPr/>
            </a:lvl1pPr>
          </a:lstStyle>
          <a:p>
            <a:endParaRPr lang="en-US"/>
          </a:p>
        </p:txBody>
      </p:sp>
      <p:sp>
        <p:nvSpPr>
          <p:cNvPr id="8" name="Rectangle 5"/>
          <p:cNvSpPr>
            <a:spLocks noGrp="1" noChangeArrowheads="1"/>
          </p:cNvSpPr>
          <p:nvPr>
            <p:ph type="sldNum" sz="quarter" idx="12"/>
          </p:nvPr>
        </p:nvSpPr>
        <p:spPr>
          <a:xfrm>
            <a:off x="11664620" y="6400800"/>
            <a:ext cx="527381" cy="457200"/>
          </a:xfrm>
          <a:ln/>
        </p:spPr>
        <p:txBody>
          <a:bodyPr/>
          <a:lstStyle>
            <a:lvl1pPr>
              <a:defRPr/>
            </a:lvl1pPr>
          </a:lstStyle>
          <a:p>
            <a:pPr>
              <a:defRPr/>
            </a:pPr>
            <a:fld id="{6516E9BE-843C-4425-80E4-36155279AD5E}" type="slidenum">
              <a:rPr lang="en-GB" smtClean="0">
                <a:solidFill>
                  <a:srgbClr val="FFFFFF"/>
                </a:solidFill>
              </a:rPr>
              <a:pPr>
                <a:defRPr/>
              </a:pPr>
              <a:t>‹#›</a:t>
            </a:fld>
            <a:endParaRPr lang="en-GB">
              <a:solidFill>
                <a:srgbClr val="FFFFFF"/>
              </a:solidFill>
            </a:endParaRPr>
          </a:p>
        </p:txBody>
      </p:sp>
      <p:sp>
        <p:nvSpPr>
          <p:cNvPr id="5" name="Text Placeholder 4"/>
          <p:cNvSpPr>
            <a:spLocks noGrp="1"/>
          </p:cNvSpPr>
          <p:nvPr>
            <p:ph type="body" sz="quarter" idx="13" hasCustomPrompt="1"/>
          </p:nvPr>
        </p:nvSpPr>
        <p:spPr>
          <a:xfrm>
            <a:off x="239184" y="836712"/>
            <a:ext cx="11329424" cy="1655762"/>
          </a:xfrm>
          <a:prstGeom prst="rect">
            <a:avLst/>
          </a:prstGeom>
        </p:spPr>
        <p:txBody>
          <a:bodyPr/>
          <a:lstStyle>
            <a:lvl1pPr marL="0" marR="0" indent="0" algn="l" defTabSz="685800" rtl="0" eaLnBrk="1" fontAlgn="base" latinLnBrk="0" hangingPunct="1">
              <a:lnSpc>
                <a:spcPct val="100000"/>
              </a:lnSpc>
              <a:spcBef>
                <a:spcPct val="20000"/>
              </a:spcBef>
              <a:spcAft>
                <a:spcPct val="0"/>
              </a:spcAft>
              <a:buClr>
                <a:srgbClr val="C00000"/>
              </a:buClr>
              <a:buSzTx/>
              <a:buFontTx/>
              <a:buNone/>
              <a:tabLst/>
              <a:defRPr kumimoji="0" lang="en-US" sz="1350" b="0" i="0" u="none" strike="noStrike" kern="0" cap="none" spc="0" normalizeH="0" baseline="0" noProof="0">
                <a:ln>
                  <a:noFill/>
                </a:ln>
                <a:solidFill>
                  <a:schemeClr val="tx1"/>
                </a:solidFill>
                <a:effectLst/>
                <a:uLnTx/>
                <a:uFillTx/>
              </a:defRPr>
            </a:lvl1pPr>
            <a:lvl2pPr marL="557213" marR="0" indent="-214313" algn="l" defTabSz="685800" rtl="0" eaLnBrk="1" fontAlgn="base" latinLnBrk="0" hangingPunct="1">
              <a:lnSpc>
                <a:spcPct val="100000"/>
              </a:lnSpc>
              <a:spcBef>
                <a:spcPct val="20000"/>
              </a:spcBef>
              <a:spcAft>
                <a:spcPct val="0"/>
              </a:spcAft>
              <a:buClr>
                <a:srgbClr val="C00000"/>
              </a:buClr>
              <a:buSzTx/>
              <a:buFontTx/>
              <a:buChar char="–"/>
              <a:tabLst/>
              <a:defRPr kumimoji="0" lang="en-US" sz="1200" b="0" i="0" u="none" strike="noStrike" kern="0" cap="none" spc="0" normalizeH="0" baseline="0" noProof="0">
                <a:ln>
                  <a:noFill/>
                </a:ln>
                <a:solidFill>
                  <a:schemeClr val="tx1"/>
                </a:solidFill>
                <a:effectLst/>
                <a:uLnTx/>
                <a:uFillTx/>
              </a:defRPr>
            </a:lvl2pPr>
            <a:lvl3pPr marL="857250" marR="0" indent="-171450" algn="l" defTabSz="685800" rtl="0" eaLnBrk="1" fontAlgn="base" latinLnBrk="0" hangingPunct="1">
              <a:lnSpc>
                <a:spcPct val="100000"/>
              </a:lnSpc>
              <a:spcBef>
                <a:spcPct val="20000"/>
              </a:spcBef>
              <a:spcAft>
                <a:spcPct val="0"/>
              </a:spcAft>
              <a:buClr>
                <a:srgbClr val="C00000"/>
              </a:buClr>
              <a:buSzTx/>
              <a:buFontTx/>
              <a:buChar char="•"/>
              <a:tabLst/>
              <a:defRPr kumimoji="0" lang="en-US" sz="1050" b="0" i="0" u="none" strike="noStrike" kern="0" cap="none" spc="0" normalizeH="0" baseline="0" noProof="0">
                <a:ln>
                  <a:noFill/>
                </a:ln>
                <a:solidFill>
                  <a:schemeClr val="tx1"/>
                </a:solidFill>
                <a:effectLst/>
                <a:uLnTx/>
                <a:uFillTx/>
              </a:defRPr>
            </a:lvl3pPr>
            <a:lvl4pPr marL="1200150" marR="0" indent="-171450" algn="l" defTabSz="685800" rtl="0" eaLnBrk="1" fontAlgn="base" latinLnBrk="0" hangingPunct="1">
              <a:lnSpc>
                <a:spcPct val="100000"/>
              </a:lnSpc>
              <a:spcBef>
                <a:spcPct val="20000"/>
              </a:spcBef>
              <a:spcAft>
                <a:spcPct val="0"/>
              </a:spcAft>
              <a:buClr>
                <a:srgbClr val="C00000"/>
              </a:buClr>
              <a:buSzTx/>
              <a:buFontTx/>
              <a:buChar char="–"/>
              <a:tabLst/>
              <a:defRPr kumimoji="0" lang="en-US" sz="1050" b="0" i="0" u="none" strike="noStrike" kern="0" cap="none" spc="0" normalizeH="0" baseline="0" noProof="0">
                <a:ln>
                  <a:noFill/>
                </a:ln>
                <a:solidFill>
                  <a:schemeClr val="tx1"/>
                </a:solidFill>
                <a:effectLst/>
                <a:uLnTx/>
                <a:uFillTx/>
              </a:defRPr>
            </a:lvl4pPr>
            <a:lvl5pPr marL="1543050" marR="0" indent="-171450" algn="l" defTabSz="685800" rtl="0" eaLnBrk="1" fontAlgn="base" latinLnBrk="0" hangingPunct="1">
              <a:lnSpc>
                <a:spcPct val="100000"/>
              </a:lnSpc>
              <a:spcBef>
                <a:spcPct val="20000"/>
              </a:spcBef>
              <a:spcAft>
                <a:spcPct val="0"/>
              </a:spcAft>
              <a:buClr>
                <a:srgbClr val="C00000"/>
              </a:buClr>
              <a:buSzTx/>
              <a:buFontTx/>
              <a:buChar char="»"/>
              <a:tabLst/>
              <a:defRPr kumimoji="0" lang="en-US" sz="1050" b="0" i="0" u="none" strike="noStrike" kern="0" cap="none" spc="0" normalizeH="0" baseline="0" noProof="0">
                <a:ln>
                  <a:noFill/>
                </a:ln>
                <a:solidFill>
                  <a:schemeClr val="tx1"/>
                </a:solidFill>
                <a:effectLst/>
                <a:uLnTx/>
                <a:uFillTx/>
              </a:defRPr>
            </a:lvl5pPr>
            <a:lvl6pPr marL="0" marR="0" indent="0" algn="l" defTabSz="685800" rtl="0" eaLnBrk="1" fontAlgn="base" latinLnBrk="0" hangingPunct="1">
              <a:lnSpc>
                <a:spcPct val="100000"/>
              </a:lnSpc>
              <a:spcBef>
                <a:spcPct val="20000"/>
              </a:spcBef>
              <a:spcAft>
                <a:spcPct val="0"/>
              </a:spcAft>
              <a:buClr>
                <a:srgbClr val="C00000"/>
              </a:buClr>
              <a:buSzTx/>
              <a:buFontTx/>
              <a:buNone/>
              <a:tabLst/>
              <a:defRPr>
                <a:solidFill>
                  <a:schemeClr val="tx1"/>
                </a:solidFill>
              </a:defRPr>
            </a:lvl6pPr>
            <a:lvl8pPr marL="0" marR="0" indent="0" algn="l" defTabSz="685800" rtl="0" eaLnBrk="1" fontAlgn="base" latinLnBrk="0" hangingPunct="1">
              <a:lnSpc>
                <a:spcPct val="100000"/>
              </a:lnSpc>
              <a:spcBef>
                <a:spcPct val="20000"/>
              </a:spcBef>
              <a:spcAft>
                <a:spcPct val="0"/>
              </a:spcAft>
              <a:buClrTx/>
              <a:buSzTx/>
              <a:buFontTx/>
              <a:buNone/>
              <a:tabLst/>
              <a:defRPr/>
            </a:lvl8pPr>
            <a:lvl9pPr marL="0" marR="0" indent="0" algn="l" defTabSz="685800" rtl="0" eaLnBrk="1" fontAlgn="base" latinLnBrk="0" hangingPunct="1">
              <a:lnSpc>
                <a:spcPct val="100000"/>
              </a:lnSpc>
              <a:spcBef>
                <a:spcPct val="20000"/>
              </a:spcBef>
              <a:spcAft>
                <a:spcPct val="0"/>
              </a:spcAft>
              <a:buClrTx/>
              <a:buSzTx/>
              <a:buFontTx/>
              <a:buNone/>
              <a:tabLst/>
              <a:defRPr/>
            </a:lvl9pPr>
          </a:lstStyle>
          <a:p>
            <a:pPr marL="257175" marR="0" lvl="0" indent="-257175" algn="l" defTabSz="685800" rtl="0" eaLnBrk="1" fontAlgn="base" latinLnBrk="0" hangingPunct="1">
              <a:lnSpc>
                <a:spcPct val="100000"/>
              </a:lnSpc>
              <a:spcBef>
                <a:spcPct val="20000"/>
              </a:spcBef>
              <a:spcAft>
                <a:spcPct val="0"/>
              </a:spcAft>
              <a:buClrTx/>
              <a:buSzTx/>
              <a:buFontTx/>
              <a:buChar char="•"/>
              <a:tabLst/>
              <a:defRPr/>
            </a:pPr>
            <a:r>
              <a:rPr kumimoji="0" lang="en-US" sz="1350" b="0" i="0" u="none" strike="noStrike" kern="0" cap="none" spc="0" normalizeH="0" baseline="0" noProof="0">
                <a:ln>
                  <a:noFill/>
                </a:ln>
                <a:solidFill>
                  <a:srgbClr val="575757"/>
                </a:solidFill>
                <a:effectLst/>
                <a:uLnTx/>
                <a:uFillTx/>
                <a:latin typeface="+mn-lt"/>
              </a:rPr>
              <a:t>Edit Master text styles</a:t>
            </a:r>
          </a:p>
          <a:p>
            <a:pPr marL="557213" marR="0" lvl="1" indent="-214313" algn="l" defTabSz="685800" rtl="0" eaLnBrk="1" fontAlgn="base" latinLnBrk="0" hangingPunct="1">
              <a:lnSpc>
                <a:spcPct val="100000"/>
              </a:lnSpc>
              <a:spcBef>
                <a:spcPct val="20000"/>
              </a:spcBef>
              <a:spcAft>
                <a:spcPct val="0"/>
              </a:spcAft>
              <a:buClrTx/>
              <a:buSzTx/>
              <a:buFontTx/>
              <a:buChar char="–"/>
              <a:tabLst/>
              <a:defRPr/>
            </a:pPr>
            <a:r>
              <a:rPr kumimoji="0" lang="en-US" sz="1200" b="0" i="0" u="none" strike="noStrike" kern="0" cap="none" spc="0" normalizeH="0" baseline="0" noProof="0">
                <a:ln>
                  <a:noFill/>
                </a:ln>
                <a:solidFill>
                  <a:srgbClr val="575757"/>
                </a:solidFill>
                <a:effectLst/>
                <a:uLnTx/>
                <a:uFillTx/>
                <a:latin typeface="+mn-lt"/>
              </a:rPr>
              <a:t>Second level</a:t>
            </a:r>
          </a:p>
          <a:p>
            <a:pPr marL="857250" marR="0" lvl="2" indent="-171450" algn="l" defTabSz="685800" rtl="0" eaLnBrk="1" fontAlgn="base" latinLnBrk="0" hangingPunct="1">
              <a:lnSpc>
                <a:spcPct val="100000"/>
              </a:lnSpc>
              <a:spcBef>
                <a:spcPct val="20000"/>
              </a:spcBef>
              <a:spcAft>
                <a:spcPct val="0"/>
              </a:spcAft>
              <a:buClrTx/>
              <a:buSzTx/>
              <a:buFontTx/>
              <a:buChar char="•"/>
              <a:tabLst/>
              <a:defRPr/>
            </a:pPr>
            <a:r>
              <a:rPr kumimoji="0" lang="en-US" sz="1050" b="0" i="0" u="none" strike="noStrike" kern="0" cap="none" spc="0" normalizeH="0" baseline="0" noProof="0">
                <a:ln>
                  <a:noFill/>
                </a:ln>
                <a:solidFill>
                  <a:srgbClr val="575757"/>
                </a:solidFill>
                <a:effectLst/>
                <a:uLnTx/>
                <a:uFillTx/>
                <a:latin typeface="+mn-lt"/>
              </a:rPr>
              <a:t>Third level</a:t>
            </a:r>
          </a:p>
          <a:p>
            <a:pPr marL="1200150" marR="0" lvl="3" indent="-171450" algn="l" defTabSz="685800" rtl="0" eaLnBrk="1" fontAlgn="base" latinLnBrk="0" hangingPunct="1">
              <a:lnSpc>
                <a:spcPct val="100000"/>
              </a:lnSpc>
              <a:spcBef>
                <a:spcPct val="20000"/>
              </a:spcBef>
              <a:spcAft>
                <a:spcPct val="0"/>
              </a:spcAft>
              <a:buClrTx/>
              <a:buSzTx/>
              <a:buFontTx/>
              <a:buChar char="–"/>
              <a:tabLst/>
              <a:defRPr/>
            </a:pPr>
            <a:r>
              <a:rPr kumimoji="0" lang="en-US" sz="1050" b="0" i="0" u="none" strike="noStrike" kern="0" cap="none" spc="0" normalizeH="0" baseline="0" noProof="0">
                <a:ln>
                  <a:noFill/>
                </a:ln>
                <a:solidFill>
                  <a:srgbClr val="575757"/>
                </a:solidFill>
                <a:effectLst/>
                <a:uLnTx/>
                <a:uFillTx/>
                <a:latin typeface="+mn-lt"/>
              </a:rPr>
              <a:t>Fourth level</a:t>
            </a:r>
          </a:p>
          <a:p>
            <a:pPr marL="1543050" marR="0" lvl="4" indent="-171450" algn="l" defTabSz="685800" rtl="0" eaLnBrk="1" fontAlgn="base" latinLnBrk="0" hangingPunct="1">
              <a:lnSpc>
                <a:spcPct val="100000"/>
              </a:lnSpc>
              <a:spcBef>
                <a:spcPct val="20000"/>
              </a:spcBef>
              <a:spcAft>
                <a:spcPct val="0"/>
              </a:spcAft>
              <a:buClrTx/>
              <a:buSzTx/>
              <a:buFontTx/>
              <a:buChar char="»"/>
              <a:tabLst/>
              <a:defRPr/>
            </a:pPr>
            <a:r>
              <a:rPr kumimoji="0" lang="en-US" sz="1050" b="0" i="0" u="none" strike="noStrike" kern="0" cap="none" spc="0" normalizeH="0" baseline="0" noProof="0">
                <a:ln>
                  <a:noFill/>
                </a:ln>
                <a:solidFill>
                  <a:srgbClr val="575757"/>
                </a:solidFill>
                <a:effectLst/>
                <a:uLnTx/>
                <a:uFillTx/>
                <a:latin typeface="+mn-lt"/>
              </a:rPr>
              <a:t>Fifth level</a:t>
            </a:r>
          </a:p>
          <a:p>
            <a:pPr marL="1885950" marR="0" lvl="5" indent="-171450" algn="l" defTabSz="685800" rtl="0" eaLnBrk="1" fontAlgn="base" latinLnBrk="0" hangingPunct="1">
              <a:lnSpc>
                <a:spcPct val="100000"/>
              </a:lnSpc>
              <a:spcBef>
                <a:spcPct val="20000"/>
              </a:spcBef>
              <a:spcAft>
                <a:spcPct val="0"/>
              </a:spcAft>
              <a:buClrTx/>
              <a:buSzTx/>
              <a:buFontTx/>
              <a:buChar char="»"/>
              <a:tabLst/>
              <a:defRPr/>
            </a:pPr>
            <a:r>
              <a:rPr kumimoji="0" lang="en-US" sz="1350" b="0" i="0" u="none" strike="noStrike" kern="0" cap="none" spc="0" normalizeH="0" baseline="0" noProof="0">
                <a:ln>
                  <a:noFill/>
                </a:ln>
                <a:solidFill>
                  <a:srgbClr val="575757"/>
                </a:solidFill>
                <a:effectLst/>
                <a:uLnTx/>
                <a:uFillTx/>
                <a:latin typeface="+mn-lt"/>
              </a:rPr>
              <a:t>Level six</a:t>
            </a:r>
          </a:p>
          <a:p>
            <a:pPr marL="0" marR="0" lvl="5" indent="0" algn="l" defTabSz="685800" rtl="0" eaLnBrk="1" fontAlgn="base" latinLnBrk="0" hangingPunct="1">
              <a:lnSpc>
                <a:spcPct val="100000"/>
              </a:lnSpc>
              <a:spcBef>
                <a:spcPct val="20000"/>
              </a:spcBef>
              <a:spcAft>
                <a:spcPct val="0"/>
              </a:spcAft>
              <a:buClrTx/>
              <a:buSzTx/>
              <a:buFontTx/>
              <a:buNone/>
              <a:tabLst/>
              <a:defRPr/>
            </a:pPr>
            <a:r>
              <a:rPr kumimoji="0" lang="en-US" sz="1350" b="1" i="0" u="none" strike="noStrike" kern="0" cap="none" spc="0" normalizeH="0" baseline="0" noProof="0">
                <a:ln>
                  <a:noFill/>
                </a:ln>
                <a:solidFill>
                  <a:schemeClr val="accent3"/>
                </a:solidFill>
                <a:effectLst/>
                <a:uLnTx/>
                <a:uFillTx/>
                <a:latin typeface="+mn-lt"/>
              </a:rPr>
              <a:t>Level seven</a:t>
            </a:r>
          </a:p>
          <a:p>
            <a:pPr marL="0" marR="0" lvl="7" indent="0" algn="l" defTabSz="685800" rtl="0" eaLnBrk="1" fontAlgn="base" latinLnBrk="0" hangingPunct="1">
              <a:lnSpc>
                <a:spcPct val="100000"/>
              </a:lnSpc>
              <a:spcBef>
                <a:spcPct val="20000"/>
              </a:spcBef>
              <a:spcAft>
                <a:spcPct val="0"/>
              </a:spcAft>
              <a:buClrTx/>
              <a:buSzTx/>
              <a:buFontTx/>
              <a:buNone/>
              <a:tabLst/>
              <a:defRPr/>
            </a:pPr>
            <a:r>
              <a:rPr kumimoji="0" lang="en-US" sz="1350" b="0" i="0" u="none" strike="noStrike" kern="0" cap="none" spc="0" normalizeH="0" baseline="0" noProof="0">
                <a:ln>
                  <a:noFill/>
                </a:ln>
                <a:solidFill>
                  <a:srgbClr val="C00000"/>
                </a:solidFill>
                <a:effectLst/>
                <a:uLnTx/>
                <a:uFillTx/>
                <a:latin typeface="+mn-lt"/>
              </a:rPr>
              <a:t>Level eight</a:t>
            </a:r>
          </a:p>
          <a:p>
            <a:pPr marL="0" marR="0" lvl="8" indent="0" algn="l" defTabSz="685800" rtl="0" eaLnBrk="1" fontAlgn="base" latinLnBrk="0" hangingPunct="1">
              <a:lnSpc>
                <a:spcPct val="100000"/>
              </a:lnSpc>
              <a:spcBef>
                <a:spcPct val="20000"/>
              </a:spcBef>
              <a:spcAft>
                <a:spcPct val="0"/>
              </a:spcAft>
              <a:buClrTx/>
              <a:buSzTx/>
              <a:buFontTx/>
              <a:buNone/>
              <a:tabLst/>
              <a:defRPr/>
            </a:pPr>
            <a:r>
              <a:rPr kumimoji="0" lang="en-US" sz="1200" b="0" i="0" u="none" strike="noStrike" kern="0" cap="none" spc="0" normalizeH="0" baseline="0" noProof="0">
                <a:ln>
                  <a:noFill/>
                </a:ln>
                <a:solidFill>
                  <a:srgbClr val="575757"/>
                </a:solidFill>
                <a:effectLst/>
                <a:uLnTx/>
                <a:uFillTx/>
                <a:latin typeface="+mn-lt"/>
              </a:rPr>
              <a:t>Level nine</a:t>
            </a:r>
          </a:p>
        </p:txBody>
      </p:sp>
    </p:spTree>
    <p:extLst>
      <p:ext uri="{BB962C8B-B14F-4D97-AF65-F5344CB8AC3E}">
        <p14:creationId xmlns:p14="http://schemas.microsoft.com/office/powerpoint/2010/main" val="836205568"/>
      </p:ext>
    </p:extLst>
  </p:cSld>
  <p:clrMapOvr>
    <a:masterClrMapping/>
  </p:clrMapOvr>
  <p:hf hdr="0" ftr="0" dt="0"/>
  <p:extLst>
    <p:ext uri="{DCECCB84-F9BA-43D5-87BE-67443E8EF086}">
      <p15:sldGuideLst xmlns:p15="http://schemas.microsoft.com/office/powerpoint/2012/main">
        <p15:guide id="1" orient="horz" pos="2160">
          <p15:clr>
            <a:srgbClr val="FBAE40"/>
          </p15:clr>
        </p15:guide>
        <p15:guide id="2" pos="5120">
          <p15:clr>
            <a:srgbClr val="FBAE40"/>
          </p15:clr>
        </p15:guide>
        <p15:guide id="3" pos="191">
          <p15:clr>
            <a:srgbClr val="FBAE40"/>
          </p15:clr>
        </p15:guide>
        <p15:guide id="4" pos="10049">
          <p15:clr>
            <a:srgbClr val="FBAE40"/>
          </p15:clr>
        </p15:guide>
        <p15:guide id="5" orient="horz" pos="4020">
          <p15:clr>
            <a:srgbClr val="FBAE40"/>
          </p15:clr>
        </p15:guide>
        <p15:guide id="6" orient="horz" pos="527">
          <p15:clr>
            <a:srgbClr val="FBAE40"/>
          </p15:clr>
        </p15:guide>
      </p15:sldGuideLst>
    </p:ext>
  </p:extLst>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p:cSld name="Title Only Layout">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custDataLst>
              <p:tags r:id="rId1"/>
            </p:custDataLst>
          </p:nvPr>
        </p:nvGraphicFramePr>
        <p:xfrm>
          <a:off x="2119" y="1593"/>
          <a:ext cx="2116" cy="1587"/>
        </p:xfrm>
        <a:graphic>
          <a:graphicData uri="http://schemas.openxmlformats.org/presentationml/2006/ole">
            <mc:AlternateContent xmlns:mc="http://schemas.openxmlformats.org/markup-compatibility/2006">
              <mc:Choice xmlns:v="urn:schemas-microsoft-com:vml" Requires="v">
                <p:oleObj name="think-cell Slide" r:id="rId3" imgW="430" imgH="433" progId="TCLayout.ActiveDocument.1">
                  <p:embed/>
                </p:oleObj>
              </mc:Choice>
              <mc:Fallback>
                <p:oleObj name="think-cell Slide" r:id="rId3" imgW="430" imgH="433" progId="TCLayout.ActiveDocument.1">
                  <p:embed/>
                  <p:pic>
                    <p:nvPicPr>
                      <p:cNvPr id="2" name="Object 1" hidden="1"/>
                      <p:cNvPicPr/>
                      <p:nvPr/>
                    </p:nvPicPr>
                    <p:blipFill>
                      <a:blip r:embed="rId4"/>
                      <a:stretch>
                        <a:fillRect/>
                      </a:stretch>
                    </p:blipFill>
                    <p:spPr>
                      <a:xfrm>
                        <a:off x="2119" y="1593"/>
                        <a:ext cx="2116" cy="1587"/>
                      </a:xfrm>
                      <a:prstGeom prst="rect">
                        <a:avLst/>
                      </a:prstGeom>
                    </p:spPr>
                  </p:pic>
                </p:oleObj>
              </mc:Fallback>
            </mc:AlternateContent>
          </a:graphicData>
        </a:graphic>
      </p:graphicFrame>
      <p:sp>
        <p:nvSpPr>
          <p:cNvPr id="8" name="Rectangle 5"/>
          <p:cNvSpPr>
            <a:spLocks noGrp="1" noChangeArrowheads="1"/>
          </p:cNvSpPr>
          <p:nvPr>
            <p:ph type="sldNum" sz="quarter" idx="12"/>
          </p:nvPr>
        </p:nvSpPr>
        <p:spPr>
          <a:xfrm>
            <a:off x="11664620" y="6400800"/>
            <a:ext cx="527381" cy="457200"/>
          </a:xfrm>
          <a:ln/>
        </p:spPr>
        <p:txBody>
          <a:bodyPr/>
          <a:lstStyle>
            <a:lvl1pPr>
              <a:defRPr/>
            </a:lvl1pPr>
          </a:lstStyle>
          <a:p>
            <a:pPr>
              <a:defRPr/>
            </a:pPr>
            <a:fld id="{6516E9BE-843C-4425-80E4-36155279AD5E}" type="slidenum">
              <a:rPr lang="en-GB" smtClean="0">
                <a:solidFill>
                  <a:srgbClr val="FFFFFF"/>
                </a:solidFill>
              </a:rPr>
              <a:pPr>
                <a:defRPr/>
              </a:pPr>
              <a:t>‹#›</a:t>
            </a:fld>
            <a:endParaRPr lang="en-GB">
              <a:solidFill>
                <a:srgbClr val="FFFFFF"/>
              </a:solidFill>
            </a:endParaRPr>
          </a:p>
        </p:txBody>
      </p:sp>
      <p:sp>
        <p:nvSpPr>
          <p:cNvPr id="9" name="Title 1"/>
          <p:cNvSpPr>
            <a:spLocks noGrp="1"/>
          </p:cNvSpPr>
          <p:nvPr>
            <p:ph type="title"/>
          </p:nvPr>
        </p:nvSpPr>
        <p:spPr>
          <a:xfrm>
            <a:off x="239185" y="0"/>
            <a:ext cx="10273307" cy="648000"/>
          </a:xfrm>
          <a:prstGeom prst="rect">
            <a:avLst/>
          </a:prstGeom>
        </p:spPr>
        <p:txBody>
          <a:bodyPr lIns="0" tIns="0" rIns="0" bIns="0" anchor="ctr">
            <a:normAutofit/>
          </a:bodyPr>
          <a:lstStyle>
            <a:lvl1pPr>
              <a:defRPr sz="1500">
                <a:latin typeface="Calibri" panose="020F0502020204030204" pitchFamily="34" charset="0"/>
              </a:defRPr>
            </a:lvl1pPr>
          </a:lstStyle>
          <a:p>
            <a:r>
              <a:rPr lang="en-US"/>
              <a:t>Click to edit Master title style</a:t>
            </a:r>
            <a:endParaRPr lang="en-GB"/>
          </a:p>
        </p:txBody>
      </p:sp>
      <p:sp>
        <p:nvSpPr>
          <p:cNvPr id="6" name="Rectangle 4"/>
          <p:cNvSpPr>
            <a:spLocks noGrp="1" noChangeArrowheads="1"/>
          </p:cNvSpPr>
          <p:nvPr>
            <p:ph type="ftr" sz="quarter" idx="11"/>
          </p:nvPr>
        </p:nvSpPr>
        <p:spPr>
          <a:xfrm>
            <a:off x="239184" y="6400800"/>
            <a:ext cx="9409211" cy="457200"/>
          </a:xfrm>
          <a:prstGeom prst="rect">
            <a:avLst/>
          </a:prstGeom>
          <a:ln/>
        </p:spPr>
        <p:txBody>
          <a:bodyPr/>
          <a:lstStyle>
            <a:lvl1pPr>
              <a:defRPr/>
            </a:lvl1pPr>
          </a:lstStyle>
          <a:p>
            <a:endParaRPr lang="en-US"/>
          </a:p>
        </p:txBody>
      </p:sp>
    </p:spTree>
    <p:extLst>
      <p:ext uri="{BB962C8B-B14F-4D97-AF65-F5344CB8AC3E}">
        <p14:creationId xmlns:p14="http://schemas.microsoft.com/office/powerpoint/2010/main" val="4075554652"/>
      </p:ext>
    </p:extLst>
  </p:cSld>
  <p:clrMapOvr>
    <a:masterClrMapping/>
  </p:clrMapOvr>
  <p:hf hdr="0" ftr="0" dt="0"/>
  <p:extLst>
    <p:ext uri="{DCECCB84-F9BA-43D5-87BE-67443E8EF086}">
      <p15:sldGuideLst xmlns:p15="http://schemas.microsoft.com/office/powerpoint/2012/main">
        <p15:guide id="1" orient="horz" pos="2160">
          <p15:clr>
            <a:srgbClr val="FBAE40"/>
          </p15:clr>
        </p15:guide>
        <p15:guide id="2" pos="5120">
          <p15:clr>
            <a:srgbClr val="FBAE40"/>
          </p15:clr>
        </p15:guide>
        <p15:guide id="3" pos="191">
          <p15:clr>
            <a:srgbClr val="FBAE40"/>
          </p15:clr>
        </p15:guide>
        <p15:guide id="4" pos="10049">
          <p15:clr>
            <a:srgbClr val="FBAE40"/>
          </p15:clr>
        </p15:guide>
        <p15:guide id="5" orient="horz" pos="527">
          <p15:clr>
            <a:srgbClr val="FBAE40"/>
          </p15:clr>
        </p15:guide>
        <p15:guide id="6" orient="horz" pos="4020">
          <p15:clr>
            <a:srgbClr val="FBAE40"/>
          </p15:clr>
        </p15:guide>
      </p15:sldGuideLst>
    </p:ext>
  </p:extLst>
</p:sldLayout>
</file>

<file path=ppt/slideLayouts/slideLayout108.xml><?xml version="1.0" encoding="utf-8"?>
<p:sldLayout xmlns:a="http://schemas.openxmlformats.org/drawingml/2006/main" xmlns:r="http://schemas.openxmlformats.org/officeDocument/2006/relationships" xmlns:p="http://schemas.openxmlformats.org/presentationml/2006/main" type="blank" preserve="1">
  <p:cSld name="Blank Layout">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p:custDataLst>
              <p:tags r:id="rId1"/>
            </p:custDataLst>
          </p:nvPr>
        </p:nvGraphicFramePr>
        <p:xfrm>
          <a:off x="2119" y="1593"/>
          <a:ext cx="2116" cy="1587"/>
        </p:xfrm>
        <a:graphic>
          <a:graphicData uri="http://schemas.openxmlformats.org/presentationml/2006/ole">
            <mc:AlternateContent xmlns:mc="http://schemas.openxmlformats.org/markup-compatibility/2006">
              <mc:Choice xmlns:v="urn:schemas-microsoft-com:vml" Requires="v">
                <p:oleObj name="think-cell Slide" r:id="rId4" imgW="430" imgH="433" progId="TCLayout.ActiveDocument.1">
                  <p:embed/>
                </p:oleObj>
              </mc:Choice>
              <mc:Fallback>
                <p:oleObj name="think-cell Slide" r:id="rId4" imgW="430" imgH="433" progId="TCLayout.ActiveDocument.1">
                  <p:embed/>
                  <p:pic>
                    <p:nvPicPr>
                      <p:cNvPr id="6" name="Object 5" hidden="1"/>
                      <p:cNvPicPr/>
                      <p:nvPr/>
                    </p:nvPicPr>
                    <p:blipFill>
                      <a:blip r:embed="rId5"/>
                      <a:stretch>
                        <a:fillRect/>
                      </a:stretch>
                    </p:blipFill>
                    <p:spPr>
                      <a:xfrm>
                        <a:off x="2119" y="1593"/>
                        <a:ext cx="2116" cy="1587"/>
                      </a:xfrm>
                      <a:prstGeom prst="rect">
                        <a:avLst/>
                      </a:prstGeom>
                    </p:spPr>
                  </p:pic>
                </p:oleObj>
              </mc:Fallback>
            </mc:AlternateContent>
          </a:graphicData>
        </a:graphic>
      </p:graphicFrame>
      <p:sp>
        <p:nvSpPr>
          <p:cNvPr id="5" name="Rectangle 4" hidden="1"/>
          <p:cNvSpPr/>
          <p:nvPr>
            <p:custDataLst>
              <p:tags r:id="rId2"/>
            </p:custDataLst>
          </p:nvPr>
        </p:nvSpPr>
        <p:spPr bwMode="auto">
          <a:xfrm>
            <a:off x="1" y="0"/>
            <a:ext cx="211667" cy="158750"/>
          </a:xfrm>
          <a:prstGeom prst="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rtlCol="0" anchor="ctr" anchorCtr="0" compatLnSpc="1">
            <a:prstTxWarp prst="textNoShape">
              <a:avLst/>
            </a:prstTxWarp>
          </a:bodyPr>
          <a:lstStyle/>
          <a:p>
            <a:pPr algn="ctr" fontAlgn="base">
              <a:spcBef>
                <a:spcPct val="0"/>
              </a:spcBef>
              <a:spcAft>
                <a:spcPct val="0"/>
              </a:spcAft>
            </a:pPr>
            <a:endParaRPr lang="en-GB" sz="750">
              <a:solidFill>
                <a:srgbClr val="2D2926"/>
              </a:solidFill>
              <a:cs typeface="Times New Roman"/>
              <a:sym typeface="Calibri"/>
            </a:endParaRPr>
          </a:p>
        </p:txBody>
      </p:sp>
      <p:sp>
        <p:nvSpPr>
          <p:cNvPr id="8" name="Rectangle 5"/>
          <p:cNvSpPr>
            <a:spLocks noGrp="1" noChangeArrowheads="1"/>
          </p:cNvSpPr>
          <p:nvPr>
            <p:ph type="sldNum" sz="quarter" idx="12"/>
          </p:nvPr>
        </p:nvSpPr>
        <p:spPr>
          <a:xfrm>
            <a:off x="11664620" y="6400800"/>
            <a:ext cx="527381" cy="457200"/>
          </a:xfrm>
          <a:ln/>
        </p:spPr>
        <p:txBody>
          <a:bodyPr/>
          <a:lstStyle>
            <a:lvl1pPr>
              <a:defRPr/>
            </a:lvl1pPr>
          </a:lstStyle>
          <a:p>
            <a:pPr>
              <a:defRPr/>
            </a:pPr>
            <a:fld id="{6516E9BE-843C-4425-80E4-36155279AD5E}" type="slidenum">
              <a:rPr lang="en-GB" smtClean="0">
                <a:solidFill>
                  <a:srgbClr val="FFFFFF"/>
                </a:solidFill>
              </a:rPr>
              <a:pPr>
                <a:defRPr/>
              </a:pPr>
              <a:t>‹#›</a:t>
            </a:fld>
            <a:endParaRPr lang="en-GB">
              <a:solidFill>
                <a:srgbClr val="FFFFFF"/>
              </a:solidFill>
            </a:endParaRPr>
          </a:p>
        </p:txBody>
      </p:sp>
      <p:sp>
        <p:nvSpPr>
          <p:cNvPr id="9" name="Rectangle 4"/>
          <p:cNvSpPr>
            <a:spLocks noGrp="1" noChangeArrowheads="1"/>
          </p:cNvSpPr>
          <p:nvPr>
            <p:ph type="ftr" sz="quarter" idx="11"/>
          </p:nvPr>
        </p:nvSpPr>
        <p:spPr>
          <a:xfrm>
            <a:off x="239184" y="6400800"/>
            <a:ext cx="9409211" cy="457200"/>
          </a:xfrm>
          <a:prstGeom prst="rect">
            <a:avLst/>
          </a:prstGeom>
          <a:ln/>
        </p:spPr>
        <p:txBody>
          <a:bodyPr/>
          <a:lstStyle>
            <a:lvl1pPr>
              <a:defRPr/>
            </a:lvl1pPr>
          </a:lstStyle>
          <a:p>
            <a:endParaRPr lang="en-US"/>
          </a:p>
        </p:txBody>
      </p:sp>
    </p:spTree>
    <p:extLst>
      <p:ext uri="{BB962C8B-B14F-4D97-AF65-F5344CB8AC3E}">
        <p14:creationId xmlns:p14="http://schemas.microsoft.com/office/powerpoint/2010/main" val="3657522874"/>
      </p:ext>
    </p:extLst>
  </p:cSld>
  <p:clrMapOvr>
    <a:masterClrMapping/>
  </p:clrMapOvr>
  <p:hf hdr="0" ftr="0" dt="0"/>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p:cSld name="Full Blank Layout">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p:custDataLst>
              <p:tags r:id="rId1"/>
            </p:custDataLst>
          </p:nvPr>
        </p:nvGraphicFramePr>
        <p:xfrm>
          <a:off x="2119" y="1593"/>
          <a:ext cx="2116" cy="1587"/>
        </p:xfrm>
        <a:graphic>
          <a:graphicData uri="http://schemas.openxmlformats.org/presentationml/2006/ole">
            <mc:AlternateContent xmlns:mc="http://schemas.openxmlformats.org/markup-compatibility/2006">
              <mc:Choice xmlns:v="urn:schemas-microsoft-com:vml" Requires="v">
                <p:oleObj name="think-cell Slide" r:id="rId3" imgW="430" imgH="433" progId="TCLayout.ActiveDocument.1">
                  <p:embed/>
                </p:oleObj>
              </mc:Choice>
              <mc:Fallback>
                <p:oleObj name="think-cell Slide" r:id="rId3" imgW="430" imgH="433" progId="TCLayout.ActiveDocument.1">
                  <p:embed/>
                  <p:pic>
                    <p:nvPicPr>
                      <p:cNvPr id="6" name="Object 5" hidden="1"/>
                      <p:cNvPicPr/>
                      <p:nvPr/>
                    </p:nvPicPr>
                    <p:blipFill>
                      <a:blip r:embed="rId4"/>
                      <a:stretch>
                        <a:fillRect/>
                      </a:stretch>
                    </p:blipFill>
                    <p:spPr>
                      <a:xfrm>
                        <a:off x="2119" y="1593"/>
                        <a:ext cx="2116" cy="1587"/>
                      </a:xfrm>
                      <a:prstGeom prst="rect">
                        <a:avLst/>
                      </a:prstGeom>
                    </p:spPr>
                  </p:pic>
                </p:oleObj>
              </mc:Fallback>
            </mc:AlternateContent>
          </a:graphicData>
        </a:graphic>
      </p:graphicFrame>
      <p:sp>
        <p:nvSpPr>
          <p:cNvPr id="5" name="Rectangle 4"/>
          <p:cNvSpPr/>
          <p:nvPr/>
        </p:nvSpPr>
        <p:spPr bwMode="auto">
          <a:xfrm>
            <a:off x="0" y="0"/>
            <a:ext cx="12192000" cy="1052736"/>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none" lIns="68580" tIns="34290" rIns="68580" bIns="34290" numCol="1" rtlCol="0" anchor="ctr" anchorCtr="0" compatLnSpc="1">
            <a:prstTxWarp prst="textNoShape">
              <a:avLst/>
            </a:prstTxWarp>
          </a:bodyPr>
          <a:lstStyle/>
          <a:p>
            <a:pPr algn="ctr" fontAlgn="base">
              <a:spcBef>
                <a:spcPct val="0"/>
              </a:spcBef>
              <a:spcAft>
                <a:spcPct val="0"/>
              </a:spcAft>
            </a:pPr>
            <a:endParaRPr lang="en-GB" sz="1425">
              <a:solidFill>
                <a:srgbClr val="2D2926"/>
              </a:solidFill>
              <a:latin typeface="Arial" charset="0"/>
            </a:endParaRPr>
          </a:p>
        </p:txBody>
      </p:sp>
      <p:sp>
        <p:nvSpPr>
          <p:cNvPr id="4" name="Slide Number Placeholder 3"/>
          <p:cNvSpPr>
            <a:spLocks noGrp="1"/>
          </p:cNvSpPr>
          <p:nvPr>
            <p:ph type="sldNum" sz="quarter" idx="11"/>
          </p:nvPr>
        </p:nvSpPr>
        <p:spPr/>
        <p:txBody>
          <a:bodyPr/>
          <a:lstStyle/>
          <a:p>
            <a:pPr>
              <a:defRPr/>
            </a:pPr>
            <a:fld id="{6516E9BE-843C-4425-80E4-36155279AD5E}" type="slidenum">
              <a:rPr lang="en-GB" smtClean="0">
                <a:solidFill>
                  <a:srgbClr val="FFFFFF"/>
                </a:solidFill>
              </a:rPr>
              <a:pPr>
                <a:defRPr/>
              </a:pPr>
              <a:t>‹#›</a:t>
            </a:fld>
            <a:endParaRPr lang="en-GB">
              <a:solidFill>
                <a:srgbClr val="FFFFFF"/>
              </a:solidFill>
            </a:endParaRPr>
          </a:p>
        </p:txBody>
      </p:sp>
      <p:sp>
        <p:nvSpPr>
          <p:cNvPr id="7" name="Rectangle 4"/>
          <p:cNvSpPr>
            <a:spLocks noGrp="1" noChangeArrowheads="1"/>
          </p:cNvSpPr>
          <p:nvPr>
            <p:ph type="ftr" sz="quarter" idx="12"/>
          </p:nvPr>
        </p:nvSpPr>
        <p:spPr>
          <a:xfrm>
            <a:off x="239184" y="6400800"/>
            <a:ext cx="9409211" cy="457200"/>
          </a:xfrm>
          <a:prstGeom prst="rect">
            <a:avLst/>
          </a:prstGeom>
          <a:ln/>
        </p:spPr>
        <p:txBody>
          <a:bodyPr/>
          <a:lstStyle>
            <a:lvl1pPr>
              <a:defRPr/>
            </a:lvl1pPr>
          </a:lstStyle>
          <a:p>
            <a:endParaRPr lang="en-US"/>
          </a:p>
        </p:txBody>
      </p:sp>
    </p:spTree>
    <p:extLst>
      <p:ext uri="{BB962C8B-B14F-4D97-AF65-F5344CB8AC3E}">
        <p14:creationId xmlns:p14="http://schemas.microsoft.com/office/powerpoint/2010/main" val="3509260546"/>
      </p:ext>
    </p:extLst>
  </p:cSld>
  <p:clrMapOvr>
    <a:masterClrMapping/>
  </p:clrMapOvr>
  <p:hf hdr="0" ftr="0" dt="0"/>
  <p:extLst>
    <p:ext uri="{DCECCB84-F9BA-43D5-87BE-67443E8EF086}">
      <p15:sldGuideLst xmlns:p15="http://schemas.microsoft.com/office/powerpoint/2012/main">
        <p15:guide id="1" orient="horz" pos="2160">
          <p15:clr>
            <a:srgbClr val="FBAE40"/>
          </p15:clr>
        </p15:guide>
        <p15:guide id="2" pos="5120">
          <p15:clr>
            <a:srgbClr val="FBAE40"/>
          </p15:clr>
        </p15:guide>
        <p15:guide id="3" orient="horz" pos="4020">
          <p15:clr>
            <a:srgbClr val="FBAE40"/>
          </p15:clr>
        </p15:guide>
        <p15:guide id="4" pos="191">
          <p15:clr>
            <a:srgbClr val="FBAE40"/>
          </p15:clr>
        </p15:guide>
        <p15:guide id="5" pos="10049">
          <p15:clr>
            <a:srgbClr val="FBAE40"/>
          </p15:clr>
        </p15:guide>
      </p15:sldGuideLst>
    </p:ext>
  </p:extLst>
</p:sldLayout>
</file>

<file path=ppt/slideLayouts/slideLayout110.xml><?xml version="1.0" encoding="utf-8"?>
<p:sldLayout xmlns:a="http://schemas.openxmlformats.org/drawingml/2006/main" xmlns:r="http://schemas.openxmlformats.org/officeDocument/2006/relationships" xmlns:p="http://schemas.openxmlformats.org/presentationml/2006/main" showMasterSp="0">
  <p:cSld name="Arrow half">
    <p:bg>
      <p:bgPr>
        <a:gradFill flip="none" rotWithShape="1">
          <a:gsLst>
            <a:gs pos="0">
              <a:srgbClr val="ED1D24"/>
            </a:gs>
            <a:gs pos="100000">
              <a:srgbClr val="870B0E"/>
            </a:gs>
          </a:gsLst>
          <a:lin ang="8100000" scaled="1"/>
          <a:tileRect/>
        </a:gra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93772988-BAC3-45EB-8F49-ECA66C3B6F60}"/>
              </a:ext>
            </a:extLst>
          </p:cNvPr>
          <p:cNvGraphicFramePr>
            <a:graphicFrameLocks noChangeAspect="1"/>
          </p:cNvGraphicFramePr>
          <p:nvPr>
            <p:custDataLst>
              <p:tags r:id="rId1"/>
            </p:custDataLst>
          </p:nvPr>
        </p:nvGraphicFramePr>
        <p:xfrm>
          <a:off x="1590" y="1588"/>
          <a:ext cx="1588" cy="1588"/>
        </p:xfrm>
        <a:graphic>
          <a:graphicData uri="http://schemas.openxmlformats.org/presentationml/2006/ole">
            <mc:AlternateContent xmlns:mc="http://schemas.openxmlformats.org/markup-compatibility/2006">
              <mc:Choice xmlns:v="urn:schemas-microsoft-com:vml" Requires="v">
                <p:oleObj name="think-cell Slide" r:id="rId3" imgW="286" imgH="286" progId="TCLayout.ActiveDocument.1">
                  <p:embed/>
                </p:oleObj>
              </mc:Choice>
              <mc:Fallback>
                <p:oleObj name="think-cell Slide" r:id="rId3" imgW="286" imgH="286" progId="TCLayout.ActiveDocument.1">
                  <p:embed/>
                  <p:pic>
                    <p:nvPicPr>
                      <p:cNvPr id="3" name="Object 2" hidden="1">
                        <a:extLst>
                          <a:ext uri="{FF2B5EF4-FFF2-40B4-BE49-F238E27FC236}">
                            <a16:creationId xmlns:a16="http://schemas.microsoft.com/office/drawing/2014/main" id="{93772988-BAC3-45EB-8F49-ECA66C3B6F60}"/>
                          </a:ext>
                        </a:extLst>
                      </p:cNvPr>
                      <p:cNvPicPr/>
                      <p:nvPr/>
                    </p:nvPicPr>
                    <p:blipFill>
                      <a:blip r:embed="rId4"/>
                      <a:stretch>
                        <a:fillRect/>
                      </a:stretch>
                    </p:blipFill>
                    <p:spPr>
                      <a:xfrm>
                        <a:off x="1590" y="1588"/>
                        <a:ext cx="1588" cy="1588"/>
                      </a:xfrm>
                      <a:prstGeom prst="rect">
                        <a:avLst/>
                      </a:prstGeom>
                    </p:spPr>
                  </p:pic>
                </p:oleObj>
              </mc:Fallback>
            </mc:AlternateContent>
          </a:graphicData>
        </a:graphic>
      </p:graphicFrame>
      <p:sp>
        <p:nvSpPr>
          <p:cNvPr id="18" name="Copyright" hidden="1"/>
          <p:cNvSpPr txBox="1"/>
          <p:nvPr/>
        </p:nvSpPr>
        <p:spPr>
          <a:xfrm rot="16200000">
            <a:off x="9486903" y="3934616"/>
            <a:ext cx="5133975" cy="72712"/>
          </a:xfrm>
          <a:prstGeom prst="rect">
            <a:avLst/>
          </a:prstGeom>
          <a:noFill/>
        </p:spPr>
        <p:txBody>
          <a:bodyPr wrap="square" lIns="0" tIns="0" rIns="0" bIns="0" rtlCol="0" anchor="t">
            <a:spAutoFit/>
          </a:bodyPr>
          <a:lstStyle/>
          <a:p>
            <a:pPr>
              <a:lnSpc>
                <a:spcPct val="90000"/>
              </a:lnSpc>
              <a:spcAft>
                <a:spcPts val="450"/>
              </a:spcAft>
            </a:pPr>
            <a:r>
              <a:rPr lang="en-US" sz="525">
                <a:solidFill>
                  <a:schemeClr val="bg1"/>
                </a:solidFill>
                <a:latin typeface="+mn-lt"/>
                <a:ea typeface="+mn-ea"/>
                <a:cs typeface="+mn-cs"/>
                <a:sym typeface="Trebuchet MS" panose="020B0603020202020204" pitchFamily="34" charset="0"/>
              </a:rPr>
              <a:t>Copyright © 2022 by Boston Consulting Group. All rights reserved.</a:t>
            </a:r>
          </a:p>
        </p:txBody>
      </p:sp>
      <p:sp>
        <p:nvSpPr>
          <p:cNvPr id="14" name="Pentagon 8"/>
          <p:cNvSpPr/>
          <p:nvPr/>
        </p:nvSpPr>
        <p:spPr bwMode="white">
          <a:xfrm>
            <a:off x="1" y="0"/>
            <a:ext cx="6363547" cy="6858000"/>
          </a:xfrm>
          <a:prstGeom prst="homePlate">
            <a:avLst>
              <a:gd name="adj" fmla="val 12939"/>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750"/>
              </a:spcAft>
            </a:pPr>
            <a:endParaRPr lang="en-US" sz="900">
              <a:solidFill>
                <a:prstClr val="white"/>
              </a:solidFill>
              <a:latin typeface="+mn-lt"/>
              <a:ea typeface="+mn-ea"/>
              <a:cs typeface="+mn-cs"/>
              <a:sym typeface="Trebuchet MS" panose="020B0603020202020204" pitchFamily="34" charset="0"/>
            </a:endParaRPr>
          </a:p>
        </p:txBody>
      </p:sp>
      <p:sp>
        <p:nvSpPr>
          <p:cNvPr id="16" name="Title 2"/>
          <p:cNvSpPr>
            <a:spLocks noGrp="1"/>
          </p:cNvSpPr>
          <p:nvPr>
            <p:ph type="title" hasCustomPrompt="1"/>
          </p:nvPr>
        </p:nvSpPr>
        <p:spPr>
          <a:xfrm>
            <a:off x="630002" y="622800"/>
            <a:ext cx="4673647" cy="353174"/>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2550" b="0" i="0" u="none" kern="1200" spc="0">
                <a:solidFill>
                  <a:srgbClr val="ED1D24"/>
                </a:solidFill>
                <a:latin typeface="+mj-lt"/>
                <a:ea typeface="+mj-ea"/>
                <a:cs typeface="+mj-cs"/>
                <a:sym typeface="Trebuchet MS" panose="020B0603020202020204" pitchFamily="34" charset="0"/>
              </a:defRPr>
            </a:lvl1pPr>
          </a:lstStyle>
          <a:p>
            <a:pPr lvl="0"/>
            <a:r>
              <a:rPr lang="en-US"/>
              <a:t>Click to add title</a:t>
            </a:r>
          </a:p>
        </p:txBody>
      </p:sp>
      <p:pic>
        <p:nvPicPr>
          <p:cNvPr id="9" name="Picture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97805" y="3589606"/>
            <a:ext cx="1365251" cy="3382962"/>
          </a:xfrm>
          <a:custGeom>
            <a:avLst/>
            <a:gdLst>
              <a:gd name="connsiteX0" fmla="*/ 920598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320782 h 3382962"/>
              <a:gd name="connsiteX5" fmla="*/ 126694 w 1365250"/>
              <a:gd name="connsiteY5" fmla="*/ 3320782 h 3382962"/>
              <a:gd name="connsiteX6" fmla="*/ 0 w 1365250"/>
              <a:gd name="connsiteY6" fmla="*/ 0 h 3382962"/>
              <a:gd name="connsiteX7" fmla="*/ 908172 w 1365250"/>
              <a:gd name="connsiteY7" fmla="*/ 0 h 3382962"/>
              <a:gd name="connsiteX8" fmla="*/ 0 w 1365250"/>
              <a:gd name="connsiteY8" fmla="*/ 289035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20598" y="0"/>
                </a:moveTo>
                <a:lnTo>
                  <a:pt x="1365250" y="0"/>
                </a:lnTo>
                <a:lnTo>
                  <a:pt x="1365250" y="3382962"/>
                </a:lnTo>
                <a:lnTo>
                  <a:pt x="0" y="3382962"/>
                </a:lnTo>
                <a:lnTo>
                  <a:pt x="0" y="3320782"/>
                </a:lnTo>
                <a:lnTo>
                  <a:pt x="126694" y="3320782"/>
                </a:lnTo>
                <a:close/>
                <a:moveTo>
                  <a:pt x="0" y="0"/>
                </a:moveTo>
                <a:lnTo>
                  <a:pt x="908172" y="0"/>
                </a:lnTo>
                <a:lnTo>
                  <a:pt x="0" y="2890357"/>
                </a:lnTo>
                <a:close/>
              </a:path>
            </a:pathLst>
          </a:cu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21203FE9-A075-4BF8-987F-E3175D587168}"/>
              </a:ext>
            </a:extLst>
          </p:cNvPr>
          <p:cNvSpPr txBox="1"/>
          <p:nvPr/>
        </p:nvSpPr>
        <p:spPr>
          <a:xfrm>
            <a:off x="11757835" y="6700052"/>
            <a:ext cx="381000" cy="115416"/>
          </a:xfrm>
          <a:prstGeom prst="rect">
            <a:avLst/>
          </a:prstGeom>
          <a:noFill/>
        </p:spPr>
        <p:txBody>
          <a:bodyPr wrap="square" lIns="0" tIns="0" rIns="0" bIns="0" rtlCol="0" anchor="b">
            <a:spAutoFit/>
          </a:bodyPr>
          <a:lstStyle/>
          <a:p>
            <a:pPr marL="0" marR="0" indent="0" algn="r" defTabSz="685800" rtl="0" eaLnBrk="1" fontAlgn="auto" latinLnBrk="0" hangingPunct="1">
              <a:lnSpc>
                <a:spcPct val="100000"/>
              </a:lnSpc>
              <a:spcBef>
                <a:spcPts val="0"/>
              </a:spcBef>
              <a:spcAft>
                <a:spcPts val="0"/>
              </a:spcAft>
              <a:buClrTx/>
              <a:buSzTx/>
              <a:buFontTx/>
              <a:buNone/>
              <a:tabLst/>
              <a:defRPr/>
            </a:pPr>
            <a:fld id="{DFCF27A5-1A5B-48D3-A060-2758FFBB1ADD}" type="slidenum">
              <a:rPr lang="en-US" sz="750" kern="1200" smtClean="0">
                <a:solidFill>
                  <a:schemeClr val="bg1"/>
                </a:solidFill>
                <a:latin typeface="+mn-lt"/>
                <a:ea typeface="+mn-ea"/>
                <a:cs typeface="+mn-cs"/>
                <a:sym typeface="Trebuchet MS" panose="020B0603020202020204" pitchFamily="34" charset="0"/>
              </a:rPr>
              <a:pPr marL="0" marR="0" indent="0" algn="r" defTabSz="685800" rtl="0" eaLnBrk="1" fontAlgn="auto" latinLnBrk="0" hangingPunct="1">
                <a:lnSpc>
                  <a:spcPct val="100000"/>
                </a:lnSpc>
                <a:spcBef>
                  <a:spcPts val="0"/>
                </a:spcBef>
                <a:spcAft>
                  <a:spcPts val="0"/>
                </a:spcAft>
                <a:buClrTx/>
                <a:buSzTx/>
                <a:buFontTx/>
                <a:buNone/>
                <a:tabLst/>
                <a:defRPr/>
              </a:pPr>
              <a:t>‹#›</a:t>
            </a:fld>
            <a:endParaRPr lang="en-US" sz="750" kern="1200">
              <a:solidFill>
                <a:schemeClr val="bg1"/>
              </a:solidFill>
              <a:latin typeface="+mn-lt"/>
              <a:ea typeface="+mn-ea"/>
              <a:cs typeface="+mn-cs"/>
              <a:sym typeface="Trebuchet MS" panose="020B0603020202020204" pitchFamily="34" charset="0"/>
            </a:endParaRPr>
          </a:p>
        </p:txBody>
      </p:sp>
      <p:pic>
        <p:nvPicPr>
          <p:cNvPr id="12" name="Picture 11">
            <a:extLst>
              <a:ext uri="{FF2B5EF4-FFF2-40B4-BE49-F238E27FC236}">
                <a16:creationId xmlns:a16="http://schemas.microsoft.com/office/drawing/2014/main" id="{DB280514-AAB0-4C3F-BD7F-3099741B263A}"/>
              </a:ext>
            </a:extLst>
          </p:cNvPr>
          <p:cNvPicPr>
            <a:picLocks noChangeAspect="1"/>
          </p:cNvPicPr>
          <p:nvPr/>
        </p:nvPicPr>
        <p:blipFill rotWithShape="1">
          <a:blip r:embed="rId6">
            <a:extLst>
              <a:ext uri="{BEBA8EAE-BF5A-486C-A8C5-ECC9F3942E4B}">
                <a14:imgProps xmlns:a14="http://schemas.microsoft.com/office/drawing/2010/main">
                  <a14:imgLayer r:embed="rId7">
                    <a14:imgEffect>
                      <a14:brightnessContrast bright="100000"/>
                    </a14:imgEffect>
                  </a14:imgLayer>
                </a14:imgProps>
              </a:ext>
              <a:ext uri="{28A0092B-C50C-407E-A947-70E740481C1C}">
                <a14:useLocalDpi xmlns:a14="http://schemas.microsoft.com/office/drawing/2010/main" val="0"/>
              </a:ext>
            </a:extLst>
          </a:blip>
          <a:srcRect l="23666" t="40333" b="40333"/>
          <a:stretch/>
        </p:blipFill>
        <p:spPr>
          <a:xfrm>
            <a:off x="10109202" y="6445250"/>
            <a:ext cx="1454151" cy="368300"/>
          </a:xfrm>
          <a:prstGeom prst="rect">
            <a:avLst/>
          </a:prstGeom>
        </p:spPr>
      </p:pic>
    </p:spTree>
    <p:extLst>
      <p:ext uri="{BB962C8B-B14F-4D97-AF65-F5344CB8AC3E}">
        <p14:creationId xmlns:p14="http://schemas.microsoft.com/office/powerpoint/2010/main" val="286365516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hf hdr="0" ftr="0" dt="0"/>
</p:sldLayout>
</file>

<file path=ppt/slideLayouts/slideLayout11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graphicFrame>
        <p:nvGraphicFramePr>
          <p:cNvPr id="8" name="Object 7" hidden="1"/>
          <p:cNvGraphicFramePr>
            <a:graphicFrameLocks noChangeAspect="1"/>
          </p:cNvGraphicFramePr>
          <p:nvPr>
            <p:custDataLst>
              <p:tags r:id="rId1"/>
            </p:custDataLst>
          </p:nvPr>
        </p:nvGraphicFramePr>
        <p:xfrm>
          <a:off x="2119" y="1591"/>
          <a:ext cx="2116" cy="1587"/>
        </p:xfrm>
        <a:graphic>
          <a:graphicData uri="http://schemas.openxmlformats.org/presentationml/2006/ole">
            <mc:AlternateContent xmlns:mc="http://schemas.openxmlformats.org/markup-compatibility/2006">
              <mc:Choice xmlns:v="urn:schemas-microsoft-com:vml" Requires="v">
                <p:oleObj name="think-cell Slide" r:id="rId3" imgW="430" imgH="433" progId="TCLayout.ActiveDocument.1">
                  <p:embed/>
                </p:oleObj>
              </mc:Choice>
              <mc:Fallback>
                <p:oleObj name="think-cell Slide" r:id="rId3" imgW="430" imgH="433" progId="TCLayout.ActiveDocument.1">
                  <p:embed/>
                  <p:pic>
                    <p:nvPicPr>
                      <p:cNvPr id="8" name="Object 7" hidden="1"/>
                      <p:cNvPicPr/>
                      <p:nvPr/>
                    </p:nvPicPr>
                    <p:blipFill>
                      <a:blip r:embed="rId4"/>
                      <a:stretch>
                        <a:fillRect/>
                      </a:stretch>
                    </p:blipFill>
                    <p:spPr>
                      <a:xfrm>
                        <a:off x="2119" y="1591"/>
                        <a:ext cx="2116" cy="1587"/>
                      </a:xfrm>
                      <a:prstGeom prst="rect">
                        <a:avLst/>
                      </a:prstGeom>
                    </p:spPr>
                  </p:pic>
                </p:oleObj>
              </mc:Fallback>
            </mc:AlternateContent>
          </a:graphicData>
        </a:graphic>
      </p:graphicFrame>
      <p:pic>
        <p:nvPicPr>
          <p:cNvPr id="33" name="Picture 32"/>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0" y="2"/>
            <a:ext cx="12192000" cy="6857433"/>
          </a:xfrm>
          <a:prstGeom prst="rect">
            <a:avLst/>
          </a:prstGeom>
          <a:ln>
            <a:noFill/>
          </a:ln>
        </p:spPr>
      </p:pic>
      <p:sp>
        <p:nvSpPr>
          <p:cNvPr id="7" name="Rectangle 6"/>
          <p:cNvSpPr/>
          <p:nvPr/>
        </p:nvSpPr>
        <p:spPr bwMode="auto">
          <a:xfrm>
            <a:off x="1" y="1809000"/>
            <a:ext cx="12192000" cy="3240000"/>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none" lIns="68580" tIns="34290" rIns="68580" bIns="34290" numCol="1" rtlCol="0" anchor="ctr" anchorCtr="0" compatLnSpc="1">
            <a:prstTxWarp prst="textNoShape">
              <a:avLst/>
            </a:prstTxWarp>
          </a:bodyPr>
          <a:lstStyle/>
          <a:p>
            <a:pPr algn="ctr" defTabSz="685800" fontAlgn="base">
              <a:spcBef>
                <a:spcPct val="0"/>
              </a:spcBef>
              <a:spcAft>
                <a:spcPct val="0"/>
              </a:spcAft>
            </a:pPr>
            <a:endParaRPr lang="en-GB" sz="1425">
              <a:solidFill>
                <a:prstClr val="black"/>
              </a:solidFill>
              <a:latin typeface="Arial" charset="0"/>
            </a:endParaRPr>
          </a:p>
        </p:txBody>
      </p:sp>
      <p:sp>
        <p:nvSpPr>
          <p:cNvPr id="4" name="Date Placeholder 3"/>
          <p:cNvSpPr>
            <a:spLocks noGrp="1" noChangeArrowheads="1"/>
          </p:cNvSpPr>
          <p:nvPr>
            <p:ph type="dt" sz="half" idx="10"/>
          </p:nvPr>
        </p:nvSpPr>
        <p:spPr>
          <a:xfrm>
            <a:off x="0" y="6400800"/>
            <a:ext cx="2540000" cy="457200"/>
          </a:xfrm>
          <a:prstGeom prst="rect">
            <a:avLst/>
          </a:prstGeom>
          <a:ln/>
        </p:spPr>
        <p:txBody>
          <a:bodyPr lIns="36000" tIns="36000" rIns="36000" bIns="36000" anchor="b"/>
          <a:lstStyle>
            <a:lvl1pPr>
              <a:defRPr sz="900">
                <a:solidFill>
                  <a:schemeClr val="bg1"/>
                </a:solidFill>
                <a:latin typeface="+mn-lt"/>
              </a:defRPr>
            </a:lvl1pPr>
          </a:lstStyle>
          <a:p>
            <a:pPr defTabSz="914363"/>
            <a:endParaRPr lang="en-GB">
              <a:solidFill>
                <a:prstClr val="white"/>
              </a:solidFill>
            </a:endParaRPr>
          </a:p>
        </p:txBody>
      </p:sp>
      <p:sp>
        <p:nvSpPr>
          <p:cNvPr id="6" name="Rectangle 5"/>
          <p:cNvSpPr>
            <a:spLocks noGrp="1" noChangeArrowheads="1"/>
          </p:cNvSpPr>
          <p:nvPr>
            <p:ph type="sldNum" sz="quarter" idx="12"/>
          </p:nvPr>
        </p:nvSpPr>
        <p:spPr>
          <a:ln/>
        </p:spPr>
        <p:txBody>
          <a:bodyPr anchor="b"/>
          <a:lstStyle>
            <a:lvl1pPr>
              <a:defRPr sz="900">
                <a:solidFill>
                  <a:schemeClr val="bg1"/>
                </a:solidFill>
                <a:latin typeface="+mn-lt"/>
              </a:defRPr>
            </a:lvl1pPr>
          </a:lstStyle>
          <a:p>
            <a:fld id="{20314B1F-90EF-4791-B992-945A908ADE38}" type="slidenum">
              <a:rPr lang="en-GB" smtClean="0">
                <a:solidFill>
                  <a:prstClr val="white"/>
                </a:solidFill>
              </a:rPr>
              <a:pPr/>
              <a:t>‹#›</a:t>
            </a:fld>
            <a:endParaRPr lang="en-GB">
              <a:solidFill>
                <a:prstClr val="white"/>
              </a:solidFill>
            </a:endParaRPr>
          </a:p>
        </p:txBody>
      </p:sp>
      <p:sp>
        <p:nvSpPr>
          <p:cNvPr id="2" name="Title 1"/>
          <p:cNvSpPr>
            <a:spLocks noGrp="1"/>
          </p:cNvSpPr>
          <p:nvPr>
            <p:ph type="ctrTitle"/>
          </p:nvPr>
        </p:nvSpPr>
        <p:spPr>
          <a:xfrm>
            <a:off x="286572" y="2390402"/>
            <a:ext cx="11616000" cy="1918823"/>
          </a:xfrm>
          <a:prstGeom prst="rect">
            <a:avLst/>
          </a:prstGeom>
        </p:spPr>
        <p:txBody>
          <a:bodyPr anchor="ctr"/>
          <a:lstStyle>
            <a:lvl1pPr algn="l">
              <a:defRPr sz="2800" b="1">
                <a:solidFill>
                  <a:schemeClr val="tx1"/>
                </a:solidFill>
                <a:effectLst/>
                <a:latin typeface="Calibri" panose="020F0502020204030204" pitchFamily="34" charset="0"/>
              </a:defRPr>
            </a:lvl1pPr>
          </a:lstStyle>
          <a:p>
            <a:r>
              <a:rPr lang="en-US"/>
              <a:t>Click to edit Master title style</a:t>
            </a:r>
          </a:p>
        </p:txBody>
      </p:sp>
      <p:sp>
        <p:nvSpPr>
          <p:cNvPr id="3" name="Subtitle 2"/>
          <p:cNvSpPr>
            <a:spLocks noGrp="1"/>
          </p:cNvSpPr>
          <p:nvPr>
            <p:ph type="subTitle" idx="1"/>
          </p:nvPr>
        </p:nvSpPr>
        <p:spPr>
          <a:xfrm>
            <a:off x="286571" y="5140422"/>
            <a:ext cx="5088000" cy="1080000"/>
          </a:xfrm>
          <a:prstGeom prst="rect">
            <a:avLst/>
          </a:prstGeom>
        </p:spPr>
        <p:txBody>
          <a:bodyPr/>
          <a:lstStyle>
            <a:lvl1pPr marL="0" indent="0" algn="l">
              <a:buNone/>
              <a:defRPr sz="1400" b="1">
                <a:solidFill>
                  <a:schemeClr val="bg1"/>
                </a:solidFill>
                <a:effectLst>
                  <a:outerShdw blurRad="38100" dist="38100" dir="2700000" algn="tl">
                    <a:srgbClr val="000000">
                      <a:alpha val="43137"/>
                    </a:srgbClr>
                  </a:outerShdw>
                </a:effectLst>
                <a:latin typeface="Calibri" panose="020F0502020204030204" pitchFamily="34" charset="0"/>
              </a:defRPr>
            </a:lvl1pPr>
            <a:lvl2pPr marL="342900" indent="0" algn="ctr">
              <a:buNone/>
              <a:defRPr/>
            </a:lvl2pPr>
            <a:lvl3pPr marL="685800" indent="0" algn="ctr">
              <a:buNone/>
              <a:defRPr/>
            </a:lvl3pPr>
            <a:lvl4pPr marL="1028700" indent="0" algn="ctr">
              <a:buNone/>
              <a:defRPr/>
            </a:lvl4pPr>
            <a:lvl5pPr marL="1371600" indent="0" algn="ctr">
              <a:buNone/>
              <a:defRPr/>
            </a:lvl5pPr>
            <a:lvl6pPr marL="1714500" indent="0" algn="ctr">
              <a:buNone/>
              <a:defRPr/>
            </a:lvl6pPr>
            <a:lvl7pPr marL="2057400" indent="0" algn="ctr">
              <a:buNone/>
              <a:defRPr/>
            </a:lvl7pPr>
            <a:lvl8pPr marL="2400300" indent="0" algn="ctr">
              <a:buNone/>
              <a:defRPr/>
            </a:lvl8pPr>
            <a:lvl9pPr marL="2743200" indent="0" algn="ctr">
              <a:buNone/>
              <a:defRPr/>
            </a:lvl9pPr>
          </a:lstStyle>
          <a:p>
            <a:r>
              <a:rPr lang="en-US"/>
              <a:t>Click to edit Master subtitle style</a:t>
            </a:r>
          </a:p>
        </p:txBody>
      </p:sp>
      <p:sp>
        <p:nvSpPr>
          <p:cNvPr id="12" name="Rectangle 11"/>
          <p:cNvSpPr/>
          <p:nvPr/>
        </p:nvSpPr>
        <p:spPr bwMode="auto">
          <a:xfrm>
            <a:off x="5104662" y="6755907"/>
            <a:ext cx="2925191" cy="102094"/>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none" lIns="68580" tIns="34290" rIns="68580" bIns="34290" numCol="1" rtlCol="0" anchor="ctr" anchorCtr="0" compatLnSpc="1">
            <a:prstTxWarp prst="textNoShape">
              <a:avLst/>
            </a:prstTxWarp>
          </a:bodyPr>
          <a:lstStyle/>
          <a:p>
            <a:pPr algn="ctr" defTabSz="685800" fontAlgn="base">
              <a:spcBef>
                <a:spcPct val="0"/>
              </a:spcBef>
              <a:spcAft>
                <a:spcPct val="0"/>
              </a:spcAft>
            </a:pPr>
            <a:endParaRPr lang="en-GB" sz="900">
              <a:solidFill>
                <a:prstClr val="black"/>
              </a:solidFill>
            </a:endParaRPr>
          </a:p>
        </p:txBody>
      </p:sp>
      <p:pic>
        <p:nvPicPr>
          <p:cNvPr id="9" name="Picture 8"/>
          <p:cNvPicPr>
            <a:picLocks noChangeAspect="1"/>
          </p:cNvPicPr>
          <p:nvPr/>
        </p:nvPicPr>
        <p:blipFill>
          <a:blip r:embed="rId6"/>
          <a:stretch>
            <a:fillRect/>
          </a:stretch>
        </p:blipFill>
        <p:spPr>
          <a:xfrm>
            <a:off x="8429744" y="526501"/>
            <a:ext cx="2876433" cy="756000"/>
          </a:xfrm>
          <a:prstGeom prst="rect">
            <a:avLst/>
          </a:prstGeom>
        </p:spPr>
      </p:pic>
    </p:spTree>
    <p:extLst>
      <p:ext uri="{BB962C8B-B14F-4D97-AF65-F5344CB8AC3E}">
        <p14:creationId xmlns:p14="http://schemas.microsoft.com/office/powerpoint/2010/main" val="2412899563"/>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p:custDataLst>
              <p:tags r:id="rId1"/>
            </p:custDataLst>
          </p:nvPr>
        </p:nvGraphicFramePr>
        <p:xfrm>
          <a:off x="2119" y="1591"/>
          <a:ext cx="2116" cy="1587"/>
        </p:xfrm>
        <a:graphic>
          <a:graphicData uri="http://schemas.openxmlformats.org/presentationml/2006/ole">
            <mc:AlternateContent xmlns:mc="http://schemas.openxmlformats.org/markup-compatibility/2006">
              <mc:Choice xmlns:v="urn:schemas-microsoft-com:vml" Requires="v">
                <p:oleObj name="think-cell Slide" r:id="rId3" imgW="430" imgH="433" progId="TCLayout.ActiveDocument.1">
                  <p:embed/>
                </p:oleObj>
              </mc:Choice>
              <mc:Fallback>
                <p:oleObj name="think-cell Slide" r:id="rId3" imgW="430" imgH="433" progId="TCLayout.ActiveDocument.1">
                  <p:embed/>
                  <p:pic>
                    <p:nvPicPr>
                      <p:cNvPr id="3" name="Object 2" hidden="1"/>
                      <p:cNvPicPr/>
                      <p:nvPr/>
                    </p:nvPicPr>
                    <p:blipFill>
                      <a:blip r:embed="rId4"/>
                      <a:stretch>
                        <a:fillRect/>
                      </a:stretch>
                    </p:blipFill>
                    <p:spPr>
                      <a:xfrm>
                        <a:off x="2119" y="1591"/>
                        <a:ext cx="2116" cy="1587"/>
                      </a:xfrm>
                      <a:prstGeom prst="rect">
                        <a:avLst/>
                      </a:prstGeom>
                    </p:spPr>
                  </p:pic>
                </p:oleObj>
              </mc:Fallback>
            </mc:AlternateContent>
          </a:graphicData>
        </a:graphic>
      </p:graphicFrame>
      <p:sp>
        <p:nvSpPr>
          <p:cNvPr id="10" name="Rectangle 9"/>
          <p:cNvSpPr/>
          <p:nvPr/>
        </p:nvSpPr>
        <p:spPr bwMode="auto">
          <a:xfrm>
            <a:off x="0" y="0"/>
            <a:ext cx="12192000" cy="1052736"/>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none" lIns="68580" tIns="34290" rIns="68580" bIns="34290" numCol="1" rtlCol="0" anchor="ctr" anchorCtr="0" compatLnSpc="1">
            <a:prstTxWarp prst="textNoShape">
              <a:avLst/>
            </a:prstTxWarp>
          </a:bodyPr>
          <a:lstStyle/>
          <a:p>
            <a:pPr algn="ctr" defTabSz="685800" fontAlgn="base">
              <a:spcBef>
                <a:spcPct val="0"/>
              </a:spcBef>
              <a:spcAft>
                <a:spcPct val="0"/>
              </a:spcAft>
            </a:pPr>
            <a:endParaRPr lang="en-GB" sz="1425">
              <a:solidFill>
                <a:prstClr val="black"/>
              </a:solidFill>
              <a:latin typeface="Arial" charset="0"/>
            </a:endParaRPr>
          </a:p>
        </p:txBody>
      </p:sp>
      <p:pic>
        <p:nvPicPr>
          <p:cNvPr id="2" name="Picture 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616326" y="477840"/>
            <a:ext cx="5575676" cy="5543451"/>
          </a:xfrm>
          <a:prstGeom prst="rect">
            <a:avLst/>
          </a:prstGeom>
        </p:spPr>
      </p:pic>
      <p:sp>
        <p:nvSpPr>
          <p:cNvPr id="6" name="Rectangle 5"/>
          <p:cNvSpPr>
            <a:spLocks noGrp="1" noChangeArrowheads="1"/>
          </p:cNvSpPr>
          <p:nvPr>
            <p:ph type="sldNum" sz="quarter" idx="12"/>
          </p:nvPr>
        </p:nvSpPr>
        <p:spPr>
          <a:ln/>
        </p:spPr>
        <p:txBody>
          <a:bodyPr/>
          <a:lstStyle>
            <a:lvl1pPr>
              <a:defRPr sz="1000"/>
            </a:lvl1pPr>
          </a:lstStyle>
          <a:p>
            <a:fld id="{20314B1F-90EF-4791-B992-945A908ADE38}" type="slidenum">
              <a:rPr lang="en-GB" smtClean="0">
                <a:solidFill>
                  <a:prstClr val="black">
                    <a:lumMod val="50000"/>
                    <a:lumOff val="50000"/>
                  </a:prstClr>
                </a:solidFill>
              </a:rPr>
              <a:pPr/>
              <a:t>‹#›</a:t>
            </a:fld>
            <a:endParaRPr lang="en-GB">
              <a:solidFill>
                <a:prstClr val="black">
                  <a:lumMod val="50000"/>
                  <a:lumOff val="50000"/>
                </a:prstClr>
              </a:solidFill>
            </a:endParaRPr>
          </a:p>
        </p:txBody>
      </p:sp>
      <p:pic>
        <p:nvPicPr>
          <p:cNvPr id="7" name="Picture 6"/>
          <p:cNvPicPr>
            <a:picLocks noChangeAspect="1"/>
          </p:cNvPicPr>
          <p:nvPr/>
        </p:nvPicPr>
        <p:blipFill>
          <a:blip r:embed="rId6"/>
          <a:stretch>
            <a:fillRect/>
          </a:stretch>
        </p:blipFill>
        <p:spPr>
          <a:xfrm>
            <a:off x="239186" y="1964569"/>
            <a:ext cx="11713633" cy="65091"/>
          </a:xfrm>
          <a:prstGeom prst="rect">
            <a:avLst/>
          </a:prstGeom>
        </p:spPr>
      </p:pic>
      <p:sp>
        <p:nvSpPr>
          <p:cNvPr id="8" name="Text Placeholder 11"/>
          <p:cNvSpPr>
            <a:spLocks noGrp="1"/>
          </p:cNvSpPr>
          <p:nvPr>
            <p:ph type="body" sz="quarter" idx="13" hasCustomPrompt="1"/>
          </p:nvPr>
        </p:nvSpPr>
        <p:spPr>
          <a:xfrm>
            <a:off x="239186" y="2181578"/>
            <a:ext cx="11713633" cy="1463446"/>
          </a:xfrm>
          <a:prstGeom prst="rect">
            <a:avLst/>
          </a:prstGeom>
        </p:spPr>
        <p:txBody>
          <a:bodyPr vert="horz">
            <a:normAutofit/>
          </a:bodyPr>
          <a:lstStyle>
            <a:lvl1pPr marL="0" indent="0">
              <a:buNone/>
              <a:defRPr sz="2800" b="1">
                <a:solidFill>
                  <a:schemeClr val="tx1"/>
                </a:solidFill>
                <a:effectLst/>
              </a:defRPr>
            </a:lvl1pPr>
          </a:lstStyle>
          <a:p>
            <a:pPr lvl="0"/>
            <a:r>
              <a:rPr lang="en-US"/>
              <a:t>Section Title</a:t>
            </a:r>
          </a:p>
        </p:txBody>
      </p:sp>
      <p:sp>
        <p:nvSpPr>
          <p:cNvPr id="9" name="Text Placeholder 11"/>
          <p:cNvSpPr>
            <a:spLocks noGrp="1"/>
          </p:cNvSpPr>
          <p:nvPr>
            <p:ph type="body" sz="quarter" idx="14" hasCustomPrompt="1"/>
          </p:nvPr>
        </p:nvSpPr>
        <p:spPr>
          <a:xfrm>
            <a:off x="239186" y="1266924"/>
            <a:ext cx="11713633" cy="561756"/>
          </a:xfrm>
          <a:prstGeom prst="rect">
            <a:avLst/>
          </a:prstGeom>
        </p:spPr>
        <p:txBody>
          <a:bodyPr vert="horz" anchor="b">
            <a:normAutofit/>
          </a:bodyPr>
          <a:lstStyle>
            <a:lvl1pPr marL="0" indent="0">
              <a:buNone/>
              <a:defRPr sz="1350" b="0">
                <a:solidFill>
                  <a:schemeClr val="tx1">
                    <a:lumMod val="50000"/>
                    <a:lumOff val="50000"/>
                  </a:schemeClr>
                </a:solidFill>
              </a:defRPr>
            </a:lvl1pPr>
          </a:lstStyle>
          <a:p>
            <a:pPr lvl="0"/>
            <a:r>
              <a:rPr lang="en-US"/>
              <a:t>Section #</a:t>
            </a:r>
          </a:p>
        </p:txBody>
      </p:sp>
    </p:spTree>
    <p:extLst>
      <p:ext uri="{BB962C8B-B14F-4D97-AF65-F5344CB8AC3E}">
        <p14:creationId xmlns:p14="http://schemas.microsoft.com/office/powerpoint/2010/main" val="2936488300"/>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Title + Text Box Layout">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430" imgH="433" progId="TCLayout.ActiveDocument.1">
                  <p:embed/>
                </p:oleObj>
              </mc:Choice>
              <mc:Fallback>
                <p:oleObj name="think-cell Slide" r:id="rId3" imgW="430" imgH="433"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7" name="Rectangle 4"/>
          <p:cNvSpPr>
            <a:spLocks noGrp="1" noChangeArrowheads="1"/>
          </p:cNvSpPr>
          <p:nvPr>
            <p:ph type="ftr" sz="quarter" idx="11"/>
          </p:nvPr>
        </p:nvSpPr>
        <p:spPr>
          <a:xfrm>
            <a:off x="239184" y="6400800"/>
            <a:ext cx="9409211" cy="457200"/>
          </a:xfrm>
          <a:prstGeom prst="rect">
            <a:avLst/>
          </a:prstGeom>
          <a:ln/>
        </p:spPr>
        <p:txBody>
          <a:bodyPr/>
          <a:lstStyle>
            <a:lvl1pPr>
              <a:defRPr sz="1000"/>
            </a:lvl1pPr>
          </a:lstStyle>
          <a:p>
            <a:pPr defTabSz="914363"/>
            <a:endParaRPr lang="en-GB">
              <a:solidFill>
                <a:prstClr val="black">
                  <a:lumMod val="50000"/>
                  <a:lumOff val="50000"/>
                </a:prstClr>
              </a:solidFill>
            </a:endParaRPr>
          </a:p>
        </p:txBody>
      </p:sp>
      <p:sp>
        <p:nvSpPr>
          <p:cNvPr id="8" name="Rectangle 5"/>
          <p:cNvSpPr>
            <a:spLocks noGrp="1" noChangeArrowheads="1"/>
          </p:cNvSpPr>
          <p:nvPr>
            <p:ph type="sldNum" sz="quarter" idx="12"/>
          </p:nvPr>
        </p:nvSpPr>
        <p:spPr>
          <a:xfrm>
            <a:off x="11664620" y="6400800"/>
            <a:ext cx="527381" cy="457200"/>
          </a:xfrm>
          <a:ln/>
        </p:spPr>
        <p:txBody>
          <a:bodyPr/>
          <a:lstStyle>
            <a:lvl1pPr>
              <a:defRPr sz="1000"/>
            </a:lvl1pPr>
          </a:lstStyle>
          <a:p>
            <a:fld id="{20314B1F-90EF-4791-B992-945A908ADE38}" type="slidenum">
              <a:rPr lang="en-GB" smtClean="0">
                <a:solidFill>
                  <a:prstClr val="black">
                    <a:lumMod val="50000"/>
                    <a:lumOff val="50000"/>
                  </a:prstClr>
                </a:solidFill>
              </a:rPr>
              <a:pPr/>
              <a:t>‹#›</a:t>
            </a:fld>
            <a:endParaRPr lang="en-GB">
              <a:solidFill>
                <a:prstClr val="black">
                  <a:lumMod val="50000"/>
                  <a:lumOff val="50000"/>
                </a:prstClr>
              </a:solidFill>
            </a:endParaRPr>
          </a:p>
        </p:txBody>
      </p:sp>
      <p:sp>
        <p:nvSpPr>
          <p:cNvPr id="3" name="Text Placeholder 2"/>
          <p:cNvSpPr>
            <a:spLocks noGrp="1"/>
          </p:cNvSpPr>
          <p:nvPr>
            <p:ph type="body" sz="quarter" idx="13"/>
          </p:nvPr>
        </p:nvSpPr>
        <p:spPr>
          <a:xfrm>
            <a:off x="239184" y="836613"/>
            <a:ext cx="11713635" cy="5472112"/>
          </a:xfrm>
          <a:prstGeom prst="rect">
            <a:avLst/>
          </a:prstGeom>
        </p:spPr>
        <p:txBody>
          <a:bodyPr lIns="0" tIns="0" rIns="0" bIns="0"/>
          <a:lstStyle>
            <a:lvl1pPr>
              <a:defRPr sz="1400"/>
            </a:lvl1pPr>
            <a:lvl2pPr marL="557213" indent="-214313">
              <a:buFont typeface="Courier New" panose="02070309020205020404" pitchFamily="49" charset="0"/>
              <a:buChar char="o"/>
              <a:defRPr sz="1400"/>
            </a:lvl2pPr>
            <a:lvl3pPr marL="857250" indent="-171450">
              <a:buFont typeface="Wingdings" panose="05000000000000000000" pitchFamily="2" charset="2"/>
              <a:buChar char="Ø"/>
              <a:defRPr sz="1200"/>
            </a:lvl3pPr>
            <a:lvl4pPr>
              <a:defRPr sz="1200"/>
            </a:lvl4pPr>
            <a:lvl5pPr>
              <a:defRPr sz="1200"/>
            </a:lvl5pPr>
            <a:lvl6pPr>
              <a:defRPr sz="900" baseline="0"/>
            </a:lvl6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3655614966"/>
      </p:ext>
    </p:extLst>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p:cSld name="Title Only Layout">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custDataLst>
              <p:tags r:id="rId1"/>
            </p:custDataLst>
          </p:nvPr>
        </p:nvGraphicFramePr>
        <p:xfrm>
          <a:off x="2119" y="1591"/>
          <a:ext cx="2116" cy="1587"/>
        </p:xfrm>
        <a:graphic>
          <a:graphicData uri="http://schemas.openxmlformats.org/presentationml/2006/ole">
            <mc:AlternateContent xmlns:mc="http://schemas.openxmlformats.org/markup-compatibility/2006">
              <mc:Choice xmlns:v="urn:schemas-microsoft-com:vml" Requires="v">
                <p:oleObj name="think-cell Slide" r:id="rId3" imgW="430" imgH="433" progId="TCLayout.ActiveDocument.1">
                  <p:embed/>
                </p:oleObj>
              </mc:Choice>
              <mc:Fallback>
                <p:oleObj name="think-cell Slide" r:id="rId3" imgW="430" imgH="433" progId="TCLayout.ActiveDocument.1">
                  <p:embed/>
                  <p:pic>
                    <p:nvPicPr>
                      <p:cNvPr id="2" name="Object 1" hidden="1"/>
                      <p:cNvPicPr/>
                      <p:nvPr/>
                    </p:nvPicPr>
                    <p:blipFill>
                      <a:blip r:embed="rId4"/>
                      <a:stretch>
                        <a:fillRect/>
                      </a:stretch>
                    </p:blipFill>
                    <p:spPr>
                      <a:xfrm>
                        <a:off x="2119" y="1591"/>
                        <a:ext cx="2116" cy="1587"/>
                      </a:xfrm>
                      <a:prstGeom prst="rect">
                        <a:avLst/>
                      </a:prstGeom>
                    </p:spPr>
                  </p:pic>
                </p:oleObj>
              </mc:Fallback>
            </mc:AlternateContent>
          </a:graphicData>
        </a:graphic>
      </p:graphicFrame>
      <p:sp>
        <p:nvSpPr>
          <p:cNvPr id="8" name="Rectangle 5"/>
          <p:cNvSpPr>
            <a:spLocks noGrp="1" noChangeArrowheads="1"/>
          </p:cNvSpPr>
          <p:nvPr>
            <p:ph type="sldNum" sz="quarter" idx="12"/>
          </p:nvPr>
        </p:nvSpPr>
        <p:spPr>
          <a:xfrm>
            <a:off x="11664620" y="6400800"/>
            <a:ext cx="527381" cy="457200"/>
          </a:xfrm>
          <a:ln/>
        </p:spPr>
        <p:txBody>
          <a:bodyPr/>
          <a:lstStyle>
            <a:lvl1pPr>
              <a:defRPr sz="1000"/>
            </a:lvl1pPr>
          </a:lstStyle>
          <a:p>
            <a:fld id="{20314B1F-90EF-4791-B992-945A908ADE38}" type="slidenum">
              <a:rPr lang="en-GB" smtClean="0">
                <a:solidFill>
                  <a:prstClr val="black">
                    <a:lumMod val="50000"/>
                    <a:lumOff val="50000"/>
                  </a:prstClr>
                </a:solidFill>
              </a:rPr>
              <a:pPr/>
              <a:t>‹#›</a:t>
            </a:fld>
            <a:endParaRPr lang="en-GB">
              <a:solidFill>
                <a:prstClr val="black">
                  <a:lumMod val="50000"/>
                  <a:lumOff val="50000"/>
                </a:prstClr>
              </a:solidFill>
            </a:endParaRPr>
          </a:p>
        </p:txBody>
      </p:sp>
      <p:sp>
        <p:nvSpPr>
          <p:cNvPr id="9" name="Title 1"/>
          <p:cNvSpPr>
            <a:spLocks noGrp="1"/>
          </p:cNvSpPr>
          <p:nvPr>
            <p:ph type="title"/>
          </p:nvPr>
        </p:nvSpPr>
        <p:spPr>
          <a:xfrm>
            <a:off x="239185" y="0"/>
            <a:ext cx="10273307" cy="648000"/>
          </a:xfrm>
          <a:prstGeom prst="rect">
            <a:avLst/>
          </a:prstGeom>
        </p:spPr>
        <p:txBody>
          <a:bodyPr lIns="0" tIns="0" rIns="0" bIns="0" anchor="ctr">
            <a:normAutofit/>
          </a:bodyPr>
          <a:lstStyle>
            <a:lvl1pPr>
              <a:defRPr sz="2000">
                <a:latin typeface="Calibri" panose="020F0502020204030204" pitchFamily="34" charset="0"/>
              </a:defRPr>
            </a:lvl1pPr>
          </a:lstStyle>
          <a:p>
            <a:r>
              <a:rPr lang="en-US"/>
              <a:t>Click to edit Master title style</a:t>
            </a:r>
            <a:endParaRPr lang="en-GB"/>
          </a:p>
        </p:txBody>
      </p:sp>
    </p:spTree>
    <p:extLst>
      <p:ext uri="{BB962C8B-B14F-4D97-AF65-F5344CB8AC3E}">
        <p14:creationId xmlns:p14="http://schemas.microsoft.com/office/powerpoint/2010/main" val="3733095558"/>
      </p:ext>
    </p:extLst>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type="blank" preserve="1">
  <p:cSld name="Blank Layout">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p:custDataLst>
              <p:tags r:id="rId1"/>
            </p:custDataLst>
          </p:nvPr>
        </p:nvGraphicFramePr>
        <p:xfrm>
          <a:off x="2119" y="1591"/>
          <a:ext cx="2116" cy="1587"/>
        </p:xfrm>
        <a:graphic>
          <a:graphicData uri="http://schemas.openxmlformats.org/presentationml/2006/ole">
            <mc:AlternateContent xmlns:mc="http://schemas.openxmlformats.org/markup-compatibility/2006">
              <mc:Choice xmlns:v="urn:schemas-microsoft-com:vml" Requires="v">
                <p:oleObj name="think-cell Slide" r:id="rId4" imgW="430" imgH="433" progId="TCLayout.ActiveDocument.1">
                  <p:embed/>
                </p:oleObj>
              </mc:Choice>
              <mc:Fallback>
                <p:oleObj name="think-cell Slide" r:id="rId4" imgW="430" imgH="433" progId="TCLayout.ActiveDocument.1">
                  <p:embed/>
                  <p:pic>
                    <p:nvPicPr>
                      <p:cNvPr id="6" name="Object 5" hidden="1"/>
                      <p:cNvPicPr/>
                      <p:nvPr/>
                    </p:nvPicPr>
                    <p:blipFill>
                      <a:blip r:embed="rId5"/>
                      <a:stretch>
                        <a:fillRect/>
                      </a:stretch>
                    </p:blipFill>
                    <p:spPr>
                      <a:xfrm>
                        <a:off x="2119" y="1591"/>
                        <a:ext cx="2116" cy="1587"/>
                      </a:xfrm>
                      <a:prstGeom prst="rect">
                        <a:avLst/>
                      </a:prstGeom>
                    </p:spPr>
                  </p:pic>
                </p:oleObj>
              </mc:Fallback>
            </mc:AlternateContent>
          </a:graphicData>
        </a:graphic>
      </p:graphicFrame>
      <p:sp>
        <p:nvSpPr>
          <p:cNvPr id="5" name="Rectangle 4" hidden="1"/>
          <p:cNvSpPr/>
          <p:nvPr>
            <p:custDataLst>
              <p:tags r:id="rId2"/>
            </p:custDataLst>
          </p:nvPr>
        </p:nvSpPr>
        <p:spPr bwMode="auto">
          <a:xfrm>
            <a:off x="1" y="0"/>
            <a:ext cx="211667" cy="158750"/>
          </a:xfrm>
          <a:prstGeom prst="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rtlCol="0" anchor="ctr" anchorCtr="0" compatLnSpc="1">
            <a:prstTxWarp prst="textNoShape">
              <a:avLst/>
            </a:prstTxWarp>
          </a:bodyPr>
          <a:lstStyle/>
          <a:p>
            <a:pPr algn="ctr" defTabSz="685800" fontAlgn="base">
              <a:spcBef>
                <a:spcPct val="0"/>
              </a:spcBef>
              <a:spcAft>
                <a:spcPct val="0"/>
              </a:spcAft>
            </a:pPr>
            <a:endParaRPr lang="en-GB" sz="750">
              <a:solidFill>
                <a:prstClr val="black"/>
              </a:solidFill>
              <a:cs typeface="Times New Roman"/>
              <a:sym typeface="Calibri"/>
            </a:endParaRPr>
          </a:p>
        </p:txBody>
      </p:sp>
      <p:sp>
        <p:nvSpPr>
          <p:cNvPr id="8" name="Rectangle 5"/>
          <p:cNvSpPr>
            <a:spLocks noGrp="1" noChangeArrowheads="1"/>
          </p:cNvSpPr>
          <p:nvPr>
            <p:ph type="sldNum" sz="quarter" idx="12"/>
          </p:nvPr>
        </p:nvSpPr>
        <p:spPr>
          <a:xfrm>
            <a:off x="11664620" y="6400800"/>
            <a:ext cx="527381" cy="457200"/>
          </a:xfrm>
          <a:ln/>
        </p:spPr>
        <p:txBody>
          <a:bodyPr/>
          <a:lstStyle>
            <a:lvl1pPr>
              <a:defRPr sz="1000"/>
            </a:lvl1pPr>
          </a:lstStyle>
          <a:p>
            <a:fld id="{20314B1F-90EF-4791-B992-945A908ADE38}" type="slidenum">
              <a:rPr lang="en-GB" smtClean="0">
                <a:solidFill>
                  <a:prstClr val="black">
                    <a:lumMod val="50000"/>
                    <a:lumOff val="50000"/>
                  </a:prstClr>
                </a:solidFill>
              </a:rPr>
              <a:pPr/>
              <a:t>‹#›</a:t>
            </a:fld>
            <a:endParaRPr lang="en-GB">
              <a:solidFill>
                <a:prstClr val="black">
                  <a:lumMod val="50000"/>
                  <a:lumOff val="50000"/>
                </a:prstClr>
              </a:solidFill>
            </a:endParaRPr>
          </a:p>
        </p:txBody>
      </p:sp>
      <p:sp>
        <p:nvSpPr>
          <p:cNvPr id="9" name="Rectangle 4"/>
          <p:cNvSpPr>
            <a:spLocks noGrp="1" noChangeArrowheads="1"/>
          </p:cNvSpPr>
          <p:nvPr>
            <p:ph type="ftr" sz="quarter" idx="11"/>
          </p:nvPr>
        </p:nvSpPr>
        <p:spPr>
          <a:xfrm>
            <a:off x="239184" y="6400800"/>
            <a:ext cx="9409211" cy="457200"/>
          </a:xfrm>
          <a:prstGeom prst="rect">
            <a:avLst/>
          </a:prstGeom>
          <a:ln/>
        </p:spPr>
        <p:txBody>
          <a:bodyPr/>
          <a:lstStyle>
            <a:lvl1pPr>
              <a:defRPr sz="1000"/>
            </a:lvl1pPr>
          </a:lstStyle>
          <a:p>
            <a:pPr defTabSz="914363"/>
            <a:endParaRPr lang="en-GB">
              <a:solidFill>
                <a:prstClr val="black">
                  <a:lumMod val="50000"/>
                  <a:lumOff val="50000"/>
                </a:prstClr>
              </a:solidFill>
            </a:endParaRPr>
          </a:p>
        </p:txBody>
      </p:sp>
    </p:spTree>
    <p:extLst>
      <p:ext uri="{BB962C8B-B14F-4D97-AF65-F5344CB8AC3E}">
        <p14:creationId xmlns:p14="http://schemas.microsoft.com/office/powerpoint/2010/main" val="3034016457"/>
      </p:ext>
    </p:extLst>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p:cSld name="Full Blank Layout">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p:custDataLst>
              <p:tags r:id="rId1"/>
            </p:custDataLst>
          </p:nvPr>
        </p:nvGraphicFramePr>
        <p:xfrm>
          <a:off x="2119" y="1591"/>
          <a:ext cx="2116" cy="1587"/>
        </p:xfrm>
        <a:graphic>
          <a:graphicData uri="http://schemas.openxmlformats.org/presentationml/2006/ole">
            <mc:AlternateContent xmlns:mc="http://schemas.openxmlformats.org/markup-compatibility/2006">
              <mc:Choice xmlns:v="urn:schemas-microsoft-com:vml" Requires="v">
                <p:oleObj name="think-cell Slide" r:id="rId3" imgW="430" imgH="433" progId="TCLayout.ActiveDocument.1">
                  <p:embed/>
                </p:oleObj>
              </mc:Choice>
              <mc:Fallback>
                <p:oleObj name="think-cell Slide" r:id="rId3" imgW="430" imgH="433" progId="TCLayout.ActiveDocument.1">
                  <p:embed/>
                  <p:pic>
                    <p:nvPicPr>
                      <p:cNvPr id="6" name="Object 5" hidden="1"/>
                      <p:cNvPicPr/>
                      <p:nvPr/>
                    </p:nvPicPr>
                    <p:blipFill>
                      <a:blip r:embed="rId4"/>
                      <a:stretch>
                        <a:fillRect/>
                      </a:stretch>
                    </p:blipFill>
                    <p:spPr>
                      <a:xfrm>
                        <a:off x="2119" y="1591"/>
                        <a:ext cx="2116" cy="1587"/>
                      </a:xfrm>
                      <a:prstGeom prst="rect">
                        <a:avLst/>
                      </a:prstGeom>
                    </p:spPr>
                  </p:pic>
                </p:oleObj>
              </mc:Fallback>
            </mc:AlternateContent>
          </a:graphicData>
        </a:graphic>
      </p:graphicFrame>
      <p:sp>
        <p:nvSpPr>
          <p:cNvPr id="5" name="Rectangle 4"/>
          <p:cNvSpPr/>
          <p:nvPr/>
        </p:nvSpPr>
        <p:spPr bwMode="auto">
          <a:xfrm>
            <a:off x="0" y="0"/>
            <a:ext cx="12192000" cy="1052736"/>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none" lIns="68580" tIns="34290" rIns="68580" bIns="34290" numCol="1" rtlCol="0" anchor="ctr" anchorCtr="0" compatLnSpc="1">
            <a:prstTxWarp prst="textNoShape">
              <a:avLst/>
            </a:prstTxWarp>
          </a:bodyPr>
          <a:lstStyle/>
          <a:p>
            <a:pPr algn="ctr" defTabSz="685800" fontAlgn="base">
              <a:spcBef>
                <a:spcPct val="0"/>
              </a:spcBef>
              <a:spcAft>
                <a:spcPct val="0"/>
              </a:spcAft>
            </a:pPr>
            <a:endParaRPr lang="en-GB" sz="1425">
              <a:solidFill>
                <a:prstClr val="black"/>
              </a:solidFill>
              <a:latin typeface="Arial" charset="0"/>
            </a:endParaRPr>
          </a:p>
        </p:txBody>
      </p:sp>
      <p:sp>
        <p:nvSpPr>
          <p:cNvPr id="4" name="Slide Number Placeholder 3"/>
          <p:cNvSpPr>
            <a:spLocks noGrp="1"/>
          </p:cNvSpPr>
          <p:nvPr>
            <p:ph type="sldNum" sz="quarter" idx="11"/>
          </p:nvPr>
        </p:nvSpPr>
        <p:spPr/>
        <p:txBody>
          <a:bodyPr/>
          <a:lstStyle>
            <a:lvl1pPr>
              <a:defRPr sz="1000"/>
            </a:lvl1pPr>
          </a:lstStyle>
          <a:p>
            <a:fld id="{20314B1F-90EF-4791-B992-945A908ADE38}" type="slidenum">
              <a:rPr lang="en-GB" smtClean="0">
                <a:solidFill>
                  <a:prstClr val="black">
                    <a:lumMod val="50000"/>
                    <a:lumOff val="50000"/>
                  </a:prstClr>
                </a:solidFill>
              </a:rPr>
              <a:pPr/>
              <a:t>‹#›</a:t>
            </a:fld>
            <a:endParaRPr lang="en-GB">
              <a:solidFill>
                <a:prstClr val="black">
                  <a:lumMod val="50000"/>
                  <a:lumOff val="50000"/>
                </a:prstClr>
              </a:solidFill>
            </a:endParaRPr>
          </a:p>
        </p:txBody>
      </p:sp>
      <p:sp>
        <p:nvSpPr>
          <p:cNvPr id="7" name="Rectangle 4"/>
          <p:cNvSpPr>
            <a:spLocks noGrp="1" noChangeArrowheads="1"/>
          </p:cNvSpPr>
          <p:nvPr>
            <p:ph type="ftr" sz="quarter" idx="12"/>
          </p:nvPr>
        </p:nvSpPr>
        <p:spPr>
          <a:xfrm>
            <a:off x="239184" y="6400800"/>
            <a:ext cx="9409211" cy="457200"/>
          </a:xfrm>
          <a:prstGeom prst="rect">
            <a:avLst/>
          </a:prstGeom>
          <a:ln/>
        </p:spPr>
        <p:txBody>
          <a:bodyPr/>
          <a:lstStyle>
            <a:lvl1pPr>
              <a:defRPr sz="1000"/>
            </a:lvl1pPr>
          </a:lstStyle>
          <a:p>
            <a:pPr defTabSz="914363"/>
            <a:endParaRPr lang="en-GB">
              <a:solidFill>
                <a:prstClr val="black">
                  <a:lumMod val="50000"/>
                  <a:lumOff val="50000"/>
                </a:prstClr>
              </a:solidFill>
            </a:endParaRPr>
          </a:p>
        </p:txBody>
      </p:sp>
    </p:spTree>
    <p:extLst>
      <p:ext uri="{BB962C8B-B14F-4D97-AF65-F5344CB8AC3E}">
        <p14:creationId xmlns:p14="http://schemas.microsoft.com/office/powerpoint/2010/main" val="3526879319"/>
      </p:ext>
    </p:extLst>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344" imgH="344" progId="TCLayout.ActiveDocument.1">
                  <p:embed/>
                </p:oleObj>
              </mc:Choice>
              <mc:Fallback>
                <p:oleObj name="think-cell Slide" r:id="rId3" imgW="344" imgH="344"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3" name="Content Placeholder 2"/>
          <p:cNvSpPr>
            <a:spLocks noGrp="1"/>
          </p:cNvSpPr>
          <p:nvPr>
            <p:ph idx="1"/>
          </p:nvPr>
        </p:nvSpPr>
        <p:spPr>
          <a:xfrm>
            <a:off x="336000" y="1080864"/>
            <a:ext cx="11520000" cy="47244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noChangeArrowheads="1"/>
          </p:cNvSpPr>
          <p:nvPr>
            <p:ph type="dt" sz="half" idx="10"/>
          </p:nvPr>
        </p:nvSpPr>
        <p:spPr>
          <a:xfrm>
            <a:off x="0" y="6400800"/>
            <a:ext cx="2540000" cy="457200"/>
          </a:xfrm>
          <a:prstGeom prst="rect">
            <a:avLst/>
          </a:prstGeom>
          <a:ln/>
        </p:spPr>
        <p:txBody>
          <a:bodyPr/>
          <a:lstStyle>
            <a:lvl1pPr>
              <a:defRPr/>
            </a:lvl1pPr>
          </a:lstStyle>
          <a:p>
            <a:pPr defTabSz="914363"/>
            <a:endParaRPr lang="en-GB">
              <a:solidFill>
                <a:prstClr val="black"/>
              </a:solidFill>
            </a:endParaRPr>
          </a:p>
        </p:txBody>
      </p:sp>
      <p:sp>
        <p:nvSpPr>
          <p:cNvPr id="5" name="Footer Placeholder 4"/>
          <p:cNvSpPr>
            <a:spLocks noGrp="1" noChangeArrowheads="1"/>
          </p:cNvSpPr>
          <p:nvPr>
            <p:ph type="ftr" sz="quarter" idx="11"/>
          </p:nvPr>
        </p:nvSpPr>
        <p:spPr>
          <a:xfrm>
            <a:off x="239184" y="6400800"/>
            <a:ext cx="9409211" cy="457200"/>
          </a:xfrm>
          <a:prstGeom prst="rect">
            <a:avLst/>
          </a:prstGeom>
          <a:ln/>
        </p:spPr>
        <p:txBody>
          <a:bodyPr/>
          <a:lstStyle>
            <a:lvl1pPr>
              <a:defRPr/>
            </a:lvl1pPr>
          </a:lstStyle>
          <a:p>
            <a:pPr defTabSz="914363"/>
            <a:endParaRPr lang="en-GB">
              <a:solidFill>
                <a:prstClr val="black">
                  <a:lumMod val="50000"/>
                  <a:lumOff val="50000"/>
                </a:prstClr>
              </a:solidFill>
            </a:endParaRPr>
          </a:p>
        </p:txBody>
      </p:sp>
      <p:sp>
        <p:nvSpPr>
          <p:cNvPr id="6" name="Rectangle 5"/>
          <p:cNvSpPr>
            <a:spLocks noGrp="1" noChangeArrowheads="1"/>
          </p:cNvSpPr>
          <p:nvPr>
            <p:ph type="sldNum" sz="quarter" idx="12"/>
          </p:nvPr>
        </p:nvSpPr>
        <p:spPr>
          <a:ln/>
        </p:spPr>
        <p:txBody>
          <a:bodyPr/>
          <a:lstStyle>
            <a:lvl1pPr>
              <a:defRPr/>
            </a:lvl1pPr>
          </a:lstStyle>
          <a:p>
            <a:fld id="{20314B1F-90EF-4791-B992-945A908ADE38}" type="slidenum">
              <a:rPr lang="en-GB" smtClean="0">
                <a:solidFill>
                  <a:prstClr val="black">
                    <a:lumMod val="50000"/>
                    <a:lumOff val="50000"/>
                  </a:prstClr>
                </a:solidFill>
              </a:rPr>
              <a:pPr/>
              <a:t>‹#›</a:t>
            </a:fld>
            <a:endParaRPr lang="en-GB">
              <a:solidFill>
                <a:prstClr val="black">
                  <a:lumMod val="50000"/>
                  <a:lumOff val="50000"/>
                </a:prstClr>
              </a:solidFill>
            </a:endParaRPr>
          </a:p>
        </p:txBody>
      </p:sp>
      <p:sp>
        <p:nvSpPr>
          <p:cNvPr id="10" name="Title 1"/>
          <p:cNvSpPr>
            <a:spLocks noGrp="1"/>
          </p:cNvSpPr>
          <p:nvPr>
            <p:ph type="title"/>
          </p:nvPr>
        </p:nvSpPr>
        <p:spPr>
          <a:xfrm>
            <a:off x="239349" y="260648"/>
            <a:ext cx="11521280" cy="648000"/>
          </a:xfrm>
          <a:prstGeom prst="rect">
            <a:avLst/>
          </a:prstGeom>
        </p:spPr>
        <p:txBody>
          <a:bodyPr anchor="ctr"/>
          <a:lstStyle>
            <a:lvl1pPr>
              <a:defRPr sz="1800">
                <a:latin typeface="Calibri" panose="020F0502020204030204" pitchFamily="34" charset="0"/>
              </a:defRPr>
            </a:lvl1pPr>
          </a:lstStyle>
          <a:p>
            <a:r>
              <a:rPr lang="en-US"/>
              <a:t>Click to edit Master title style</a:t>
            </a:r>
            <a:endParaRPr lang="en-GB"/>
          </a:p>
        </p:txBody>
      </p:sp>
    </p:spTree>
    <p:extLst>
      <p:ext uri="{BB962C8B-B14F-4D97-AF65-F5344CB8AC3E}">
        <p14:creationId xmlns:p14="http://schemas.microsoft.com/office/powerpoint/2010/main" val="666955584"/>
      </p:ext>
    </p:extLst>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Infographic_P00003">
    <p:spTree>
      <p:nvGrpSpPr>
        <p:cNvPr id="1" name=""/>
        <p:cNvGrpSpPr/>
        <p:nvPr/>
      </p:nvGrpSpPr>
      <p:grpSpPr>
        <a:xfrm>
          <a:off x="0" y="0"/>
          <a:ext cx="0" cy="0"/>
          <a:chOff x="0" y="0"/>
          <a:chExt cx="0" cy="0"/>
        </a:xfrm>
      </p:grpSpPr>
      <p:sp>
        <p:nvSpPr>
          <p:cNvPr id="25" name="Text Placeholder 3"/>
          <p:cNvSpPr>
            <a:spLocks noGrp="1"/>
          </p:cNvSpPr>
          <p:nvPr>
            <p:ph type="body" sz="half" idx="2" hasCustomPrompt="1"/>
          </p:nvPr>
        </p:nvSpPr>
        <p:spPr>
          <a:xfrm>
            <a:off x="508001" y="901143"/>
            <a:ext cx="11157817" cy="231007"/>
          </a:xfrm>
          <a:prstGeom prst="rect">
            <a:avLst/>
          </a:prstGeom>
        </p:spPr>
        <p:txBody>
          <a:bodyPr wrap="none" lIns="0" tIns="0" rIns="0" bIns="0" anchor="ctr">
            <a:noAutofit/>
          </a:bodyPr>
          <a:lstStyle>
            <a:lvl1pPr marL="0" indent="0" algn="ctr">
              <a:buNone/>
              <a:defRPr sz="1600" b="0" baseline="0">
                <a:solidFill>
                  <a:schemeClr val="bg1">
                    <a:lumMod val="65000"/>
                  </a:schemeClr>
                </a:solidFill>
                <a:latin typeface="+mn-lt"/>
                <a:ea typeface="Roboto" panose="02000000000000000000" pitchFamily="2" charset="0"/>
              </a:defRPr>
            </a:lvl1pPr>
            <a:lvl2pPr marL="609570" indent="0">
              <a:buNone/>
              <a:defRPr sz="1600"/>
            </a:lvl2pPr>
            <a:lvl3pPr marL="1219139" indent="0">
              <a:buNone/>
              <a:defRPr sz="1333"/>
            </a:lvl3pPr>
            <a:lvl4pPr marL="1828709" indent="0">
              <a:buNone/>
              <a:defRPr sz="1200"/>
            </a:lvl4pPr>
            <a:lvl5pPr marL="2438278" indent="0">
              <a:buNone/>
              <a:defRPr sz="1200"/>
            </a:lvl5pPr>
            <a:lvl6pPr marL="3047848" indent="0">
              <a:buNone/>
              <a:defRPr sz="1200"/>
            </a:lvl6pPr>
            <a:lvl7pPr marL="3657417" indent="0">
              <a:buNone/>
              <a:defRPr sz="1200"/>
            </a:lvl7pPr>
            <a:lvl8pPr marL="4266987" indent="0">
              <a:buNone/>
              <a:defRPr sz="1200"/>
            </a:lvl8pPr>
            <a:lvl9pPr marL="4876557" indent="0">
              <a:buNone/>
              <a:defRPr sz="1200"/>
            </a:lvl9pPr>
          </a:lstStyle>
          <a:p>
            <a:pPr lvl="0"/>
            <a:r>
              <a:rPr lang="en-US"/>
              <a:t>CLICK TO EDITE SUBTITLE</a:t>
            </a:r>
          </a:p>
        </p:txBody>
      </p:sp>
      <p:sp>
        <p:nvSpPr>
          <p:cNvPr id="26" name="Title 2"/>
          <p:cNvSpPr>
            <a:spLocks noGrp="1"/>
          </p:cNvSpPr>
          <p:nvPr>
            <p:ph type="title"/>
          </p:nvPr>
        </p:nvSpPr>
        <p:spPr>
          <a:xfrm>
            <a:off x="508001" y="177801"/>
            <a:ext cx="11157817" cy="660511"/>
          </a:xfrm>
          <a:prstGeom prst="rect">
            <a:avLst/>
          </a:prstGeom>
        </p:spPr>
        <p:txBody>
          <a:bodyPr lIns="0" tIns="0" rIns="0" bIns="0" anchor="ctr"/>
          <a:lstStyle>
            <a:lvl1pPr algn="ctr">
              <a:defRPr sz="3733">
                <a:solidFill>
                  <a:schemeClr val="tx1">
                    <a:lumMod val="50000"/>
                    <a:lumOff val="50000"/>
                  </a:schemeClr>
                </a:solidFill>
              </a:defRPr>
            </a:lvl1pPr>
          </a:lstStyle>
          <a:p>
            <a:r>
              <a:rPr lang="en-US"/>
              <a:t>Click to edit Master title style</a:t>
            </a:r>
          </a:p>
        </p:txBody>
      </p:sp>
    </p:spTree>
    <p:extLst>
      <p:ext uri="{BB962C8B-B14F-4D97-AF65-F5344CB8AC3E}">
        <p14:creationId xmlns:p14="http://schemas.microsoft.com/office/powerpoint/2010/main" val="282563226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userDrawn="1">
  <p:cSld name="CIlo_1">
    <p:spTree>
      <p:nvGrpSpPr>
        <p:cNvPr id="1" name=""/>
        <p:cNvGrpSpPr/>
        <p:nvPr/>
      </p:nvGrpSpPr>
      <p:grpSpPr>
        <a:xfrm>
          <a:off x="0" y="0"/>
          <a:ext cx="0" cy="0"/>
          <a:chOff x="0" y="0"/>
          <a:chExt cx="0" cy="0"/>
        </a:xfrm>
      </p:grpSpPr>
      <p:sp>
        <p:nvSpPr>
          <p:cNvPr id="5" name="Text Placeholder 3"/>
          <p:cNvSpPr>
            <a:spLocks noGrp="1"/>
          </p:cNvSpPr>
          <p:nvPr>
            <p:ph type="body" sz="half" idx="2" hasCustomPrompt="1"/>
          </p:nvPr>
        </p:nvSpPr>
        <p:spPr>
          <a:xfrm>
            <a:off x="508001" y="1178427"/>
            <a:ext cx="11157817" cy="231007"/>
          </a:xfrm>
          <a:prstGeom prst="rect">
            <a:avLst/>
          </a:prstGeom>
        </p:spPr>
        <p:txBody>
          <a:bodyPr wrap="none" lIns="0" tIns="0" rIns="0" bIns="0" anchor="ctr">
            <a:noAutofit/>
          </a:bodyPr>
          <a:lstStyle>
            <a:lvl1pPr marL="0" indent="0" algn="ctr">
              <a:buNone/>
              <a:defRPr sz="1600" b="0" baseline="0">
                <a:solidFill>
                  <a:schemeClr val="bg1">
                    <a:lumMod val="65000"/>
                  </a:schemeClr>
                </a:solidFill>
                <a:latin typeface="+mn-lt"/>
                <a:ea typeface="Roboto" panose="02000000000000000000" pitchFamily="2" charset="0"/>
              </a:defRPr>
            </a:lvl1pPr>
            <a:lvl2pPr marL="609570" indent="0">
              <a:buNone/>
              <a:defRPr sz="1600"/>
            </a:lvl2pPr>
            <a:lvl3pPr marL="1219139" indent="0">
              <a:buNone/>
              <a:defRPr sz="1333"/>
            </a:lvl3pPr>
            <a:lvl4pPr marL="1828709" indent="0">
              <a:buNone/>
              <a:defRPr sz="1200"/>
            </a:lvl4pPr>
            <a:lvl5pPr marL="2438278" indent="0">
              <a:buNone/>
              <a:defRPr sz="1200"/>
            </a:lvl5pPr>
            <a:lvl6pPr marL="3047848" indent="0">
              <a:buNone/>
              <a:defRPr sz="1200"/>
            </a:lvl6pPr>
            <a:lvl7pPr marL="3657417" indent="0">
              <a:buNone/>
              <a:defRPr sz="1200"/>
            </a:lvl7pPr>
            <a:lvl8pPr marL="4266987" indent="0">
              <a:buNone/>
              <a:defRPr sz="1200"/>
            </a:lvl8pPr>
            <a:lvl9pPr marL="4876557" indent="0">
              <a:buNone/>
              <a:defRPr sz="1200"/>
            </a:lvl9pPr>
          </a:lstStyle>
          <a:p>
            <a:pPr lvl="0"/>
            <a:r>
              <a:rPr lang="en-US"/>
              <a:t>CLICK TO EDITE SUBTITLE</a:t>
            </a:r>
          </a:p>
        </p:txBody>
      </p:sp>
      <p:sp>
        <p:nvSpPr>
          <p:cNvPr id="6" name="Title 2"/>
          <p:cNvSpPr>
            <a:spLocks noGrp="1"/>
          </p:cNvSpPr>
          <p:nvPr>
            <p:ph type="title"/>
          </p:nvPr>
        </p:nvSpPr>
        <p:spPr>
          <a:xfrm>
            <a:off x="508001" y="455085"/>
            <a:ext cx="11157817" cy="660511"/>
          </a:xfrm>
          <a:prstGeom prst="rect">
            <a:avLst/>
          </a:prstGeom>
        </p:spPr>
        <p:txBody>
          <a:bodyPr lIns="0" tIns="0" rIns="0" bIns="0" anchor="ctr"/>
          <a:lstStyle>
            <a:lvl1pPr algn="ctr">
              <a:defRPr sz="4800">
                <a:solidFill>
                  <a:schemeClr val="tx1">
                    <a:lumMod val="50000"/>
                    <a:lumOff val="50000"/>
                  </a:schemeClr>
                </a:solidFill>
              </a:defRPr>
            </a:lvl1pPr>
          </a:lstStyle>
          <a:p>
            <a:r>
              <a:rPr lang="en-US"/>
              <a:t>Click to edit Master title style</a:t>
            </a:r>
          </a:p>
        </p:txBody>
      </p:sp>
    </p:spTree>
    <p:extLst>
      <p:ext uri="{BB962C8B-B14F-4D97-AF65-F5344CB8AC3E}">
        <p14:creationId xmlns:p14="http://schemas.microsoft.com/office/powerpoint/2010/main" val="2275014413"/>
      </p:ext>
    </p:extLst>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Arrow">
    <p:spTree>
      <p:nvGrpSpPr>
        <p:cNvPr id="1" name=""/>
        <p:cNvGrpSpPr/>
        <p:nvPr/>
      </p:nvGrpSpPr>
      <p:grpSpPr>
        <a:xfrm>
          <a:off x="0" y="0"/>
          <a:ext cx="0" cy="0"/>
          <a:chOff x="0" y="0"/>
          <a:chExt cx="0" cy="0"/>
        </a:xfrm>
      </p:grpSpPr>
      <p:sp>
        <p:nvSpPr>
          <p:cNvPr id="5" name="Text Placeholder 3"/>
          <p:cNvSpPr>
            <a:spLocks noGrp="1"/>
          </p:cNvSpPr>
          <p:nvPr>
            <p:ph type="body" sz="half" idx="2" hasCustomPrompt="1"/>
          </p:nvPr>
        </p:nvSpPr>
        <p:spPr>
          <a:xfrm>
            <a:off x="508001" y="1178427"/>
            <a:ext cx="11157817" cy="231007"/>
          </a:xfrm>
          <a:prstGeom prst="rect">
            <a:avLst/>
          </a:prstGeom>
        </p:spPr>
        <p:txBody>
          <a:bodyPr wrap="none" lIns="0" tIns="0" rIns="0" bIns="0" anchor="ctr">
            <a:noAutofit/>
          </a:bodyPr>
          <a:lstStyle>
            <a:lvl1pPr marL="0" indent="0" algn="ctr">
              <a:buNone/>
              <a:defRPr sz="1600" b="0" baseline="0">
                <a:solidFill>
                  <a:schemeClr val="bg1">
                    <a:lumMod val="65000"/>
                  </a:schemeClr>
                </a:solidFill>
                <a:latin typeface="+mn-lt"/>
                <a:ea typeface="Roboto" panose="02000000000000000000" pitchFamily="2" charset="0"/>
              </a:defRPr>
            </a:lvl1pPr>
            <a:lvl2pPr marL="609570" indent="0">
              <a:buNone/>
              <a:defRPr sz="1600"/>
            </a:lvl2pPr>
            <a:lvl3pPr marL="1219139" indent="0">
              <a:buNone/>
              <a:defRPr sz="1333"/>
            </a:lvl3pPr>
            <a:lvl4pPr marL="1828709" indent="0">
              <a:buNone/>
              <a:defRPr sz="1200"/>
            </a:lvl4pPr>
            <a:lvl5pPr marL="2438278" indent="0">
              <a:buNone/>
              <a:defRPr sz="1200"/>
            </a:lvl5pPr>
            <a:lvl6pPr marL="3047848" indent="0">
              <a:buNone/>
              <a:defRPr sz="1200"/>
            </a:lvl6pPr>
            <a:lvl7pPr marL="3657417" indent="0">
              <a:buNone/>
              <a:defRPr sz="1200"/>
            </a:lvl7pPr>
            <a:lvl8pPr marL="4266987" indent="0">
              <a:buNone/>
              <a:defRPr sz="1200"/>
            </a:lvl8pPr>
            <a:lvl9pPr marL="4876557" indent="0">
              <a:buNone/>
              <a:defRPr sz="1200"/>
            </a:lvl9pPr>
          </a:lstStyle>
          <a:p>
            <a:pPr lvl="0"/>
            <a:r>
              <a:rPr lang="en-US"/>
              <a:t>CLICK TO EDITE SUBTITLE</a:t>
            </a:r>
          </a:p>
        </p:txBody>
      </p:sp>
      <p:sp>
        <p:nvSpPr>
          <p:cNvPr id="6" name="Title 2"/>
          <p:cNvSpPr>
            <a:spLocks noGrp="1"/>
          </p:cNvSpPr>
          <p:nvPr>
            <p:ph type="title"/>
          </p:nvPr>
        </p:nvSpPr>
        <p:spPr>
          <a:xfrm>
            <a:off x="508001" y="455085"/>
            <a:ext cx="11157817" cy="660511"/>
          </a:xfrm>
          <a:prstGeom prst="rect">
            <a:avLst/>
          </a:prstGeom>
        </p:spPr>
        <p:txBody>
          <a:bodyPr lIns="0" tIns="0" rIns="0" bIns="0" anchor="ctr"/>
          <a:lstStyle>
            <a:lvl1pPr algn="ctr">
              <a:defRPr sz="4800">
                <a:solidFill>
                  <a:schemeClr val="tx1">
                    <a:lumMod val="50000"/>
                    <a:lumOff val="50000"/>
                  </a:schemeClr>
                </a:solidFill>
              </a:defRPr>
            </a:lvl1pPr>
          </a:lstStyle>
          <a:p>
            <a:r>
              <a:rPr lang="en-US"/>
              <a:t>Click to edit Master title style</a:t>
            </a:r>
          </a:p>
        </p:txBody>
      </p:sp>
    </p:spTree>
    <p:extLst>
      <p:ext uri="{BB962C8B-B14F-4D97-AF65-F5344CB8AC3E}">
        <p14:creationId xmlns:p14="http://schemas.microsoft.com/office/powerpoint/2010/main" val="3540331529"/>
      </p:ext>
    </p:extLst>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graphicFrame>
        <p:nvGraphicFramePr>
          <p:cNvPr id="8" name="Object 7" hidden="1"/>
          <p:cNvGraphicFramePr>
            <a:graphicFrameLocks noChangeAspect="1"/>
          </p:cNvGraphicFramePr>
          <p:nvPr>
            <p:custDataLst>
              <p:tags r:id="rId1"/>
            </p:custDataLst>
          </p:nvPr>
        </p:nvGraphicFramePr>
        <p:xfrm>
          <a:off x="2119" y="1593"/>
          <a:ext cx="2116" cy="1587"/>
        </p:xfrm>
        <a:graphic>
          <a:graphicData uri="http://schemas.openxmlformats.org/presentationml/2006/ole">
            <mc:AlternateContent xmlns:mc="http://schemas.openxmlformats.org/markup-compatibility/2006">
              <mc:Choice xmlns:v="urn:schemas-microsoft-com:vml" Requires="v">
                <p:oleObj name="think-cell Slide" r:id="rId3" imgW="430" imgH="433" progId="TCLayout.ActiveDocument.1">
                  <p:embed/>
                </p:oleObj>
              </mc:Choice>
              <mc:Fallback>
                <p:oleObj name="think-cell Slide" r:id="rId3" imgW="430" imgH="433" progId="TCLayout.ActiveDocument.1">
                  <p:embed/>
                  <p:pic>
                    <p:nvPicPr>
                      <p:cNvPr id="8" name="Object 7" hidden="1"/>
                      <p:cNvPicPr/>
                      <p:nvPr/>
                    </p:nvPicPr>
                    <p:blipFill>
                      <a:blip r:embed="rId4"/>
                      <a:stretch>
                        <a:fillRect/>
                      </a:stretch>
                    </p:blipFill>
                    <p:spPr>
                      <a:xfrm>
                        <a:off x="2119" y="1593"/>
                        <a:ext cx="2116" cy="1587"/>
                      </a:xfrm>
                      <a:prstGeom prst="rect">
                        <a:avLst/>
                      </a:prstGeom>
                    </p:spPr>
                  </p:pic>
                </p:oleObj>
              </mc:Fallback>
            </mc:AlternateContent>
          </a:graphicData>
        </a:graphic>
      </p:graphicFrame>
      <p:pic>
        <p:nvPicPr>
          <p:cNvPr id="33" name="Picture 32"/>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 y="4"/>
            <a:ext cx="12192000" cy="6857433"/>
          </a:xfrm>
          <a:prstGeom prst="rect">
            <a:avLst/>
          </a:prstGeom>
          <a:ln>
            <a:noFill/>
          </a:ln>
        </p:spPr>
      </p:pic>
      <p:sp>
        <p:nvSpPr>
          <p:cNvPr id="7" name="Rectangle 6"/>
          <p:cNvSpPr/>
          <p:nvPr/>
        </p:nvSpPr>
        <p:spPr bwMode="auto">
          <a:xfrm>
            <a:off x="1" y="1809000"/>
            <a:ext cx="12192000" cy="3240000"/>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none" lIns="51435" tIns="25718" rIns="51435" bIns="25718" numCol="1" rtlCol="0" anchor="ctr" anchorCtr="0" compatLnSpc="1">
            <a:prstTxWarp prst="textNoShape">
              <a:avLst/>
            </a:prstTxWarp>
          </a:bodyPr>
          <a:lstStyle/>
          <a:p>
            <a:pPr algn="ctr" defTabSz="514350"/>
            <a:endParaRPr lang="en-GB" sz="1069">
              <a:solidFill>
                <a:srgbClr val="2D2926"/>
              </a:solidFill>
            </a:endParaRPr>
          </a:p>
        </p:txBody>
      </p:sp>
      <p:sp>
        <p:nvSpPr>
          <p:cNvPr id="4" name="Date Placeholder 3"/>
          <p:cNvSpPr>
            <a:spLocks noGrp="1" noChangeArrowheads="1"/>
          </p:cNvSpPr>
          <p:nvPr>
            <p:ph type="dt" sz="half" idx="10"/>
          </p:nvPr>
        </p:nvSpPr>
        <p:spPr>
          <a:xfrm>
            <a:off x="0" y="6400800"/>
            <a:ext cx="2540000" cy="457200"/>
          </a:xfrm>
          <a:prstGeom prst="rect">
            <a:avLst/>
          </a:prstGeom>
          <a:ln/>
        </p:spPr>
        <p:txBody>
          <a:bodyPr lIns="36000" tIns="36000" rIns="36000" bIns="36000" anchor="b"/>
          <a:lstStyle>
            <a:lvl1pPr>
              <a:defRPr sz="675">
                <a:solidFill>
                  <a:schemeClr val="bg1"/>
                </a:solidFill>
                <a:latin typeface="+mn-lt"/>
              </a:defRPr>
            </a:lvl1pPr>
          </a:lstStyle>
          <a:p>
            <a:endParaRPr lang="en-US">
              <a:solidFill>
                <a:srgbClr val="FFFFFF"/>
              </a:solidFill>
            </a:endParaRPr>
          </a:p>
        </p:txBody>
      </p:sp>
      <p:sp>
        <p:nvSpPr>
          <p:cNvPr id="6" name="Rectangle 5"/>
          <p:cNvSpPr>
            <a:spLocks noGrp="1" noChangeArrowheads="1"/>
          </p:cNvSpPr>
          <p:nvPr>
            <p:ph type="sldNum" sz="quarter" idx="12"/>
          </p:nvPr>
        </p:nvSpPr>
        <p:spPr>
          <a:ln/>
        </p:spPr>
        <p:txBody>
          <a:bodyPr anchor="b"/>
          <a:lstStyle>
            <a:lvl1pPr>
              <a:defRPr sz="675">
                <a:solidFill>
                  <a:schemeClr val="bg1"/>
                </a:solidFill>
                <a:latin typeface="+mn-lt"/>
              </a:defRPr>
            </a:lvl1pPr>
          </a:lstStyle>
          <a:p>
            <a:fld id="{B3CE4FC1-9BFD-4D71-B62C-EB069A42157A}" type="slidenum">
              <a:rPr lang="en-US" smtClean="0">
                <a:solidFill>
                  <a:srgbClr val="FFFFFF"/>
                </a:solidFill>
              </a:rPr>
              <a:pPr/>
              <a:t>‹#›</a:t>
            </a:fld>
            <a:endParaRPr lang="en-US">
              <a:solidFill>
                <a:srgbClr val="FFFFFF"/>
              </a:solidFill>
            </a:endParaRPr>
          </a:p>
        </p:txBody>
      </p:sp>
      <p:sp>
        <p:nvSpPr>
          <p:cNvPr id="2" name="Title 1"/>
          <p:cNvSpPr>
            <a:spLocks noGrp="1"/>
          </p:cNvSpPr>
          <p:nvPr>
            <p:ph type="ctrTitle"/>
          </p:nvPr>
        </p:nvSpPr>
        <p:spPr>
          <a:xfrm>
            <a:off x="286572" y="2390404"/>
            <a:ext cx="11616000" cy="1918823"/>
          </a:xfrm>
          <a:prstGeom prst="rect">
            <a:avLst/>
          </a:prstGeom>
        </p:spPr>
        <p:txBody>
          <a:bodyPr anchor="ctr"/>
          <a:lstStyle>
            <a:lvl1pPr algn="l">
              <a:defRPr sz="2100" b="1">
                <a:solidFill>
                  <a:schemeClr val="tx1"/>
                </a:solidFill>
                <a:effectLst/>
                <a:latin typeface="Calibri" panose="020F0502020204030204" pitchFamily="34" charset="0"/>
              </a:defRPr>
            </a:lvl1pPr>
          </a:lstStyle>
          <a:p>
            <a:r>
              <a:rPr lang="en-US"/>
              <a:t>Click to edit Master title style</a:t>
            </a:r>
          </a:p>
        </p:txBody>
      </p:sp>
      <p:sp>
        <p:nvSpPr>
          <p:cNvPr id="3" name="Subtitle 2"/>
          <p:cNvSpPr>
            <a:spLocks noGrp="1"/>
          </p:cNvSpPr>
          <p:nvPr>
            <p:ph type="subTitle" idx="1"/>
          </p:nvPr>
        </p:nvSpPr>
        <p:spPr>
          <a:xfrm>
            <a:off x="286571" y="5140422"/>
            <a:ext cx="5088000" cy="1080000"/>
          </a:xfrm>
          <a:prstGeom prst="rect">
            <a:avLst/>
          </a:prstGeom>
        </p:spPr>
        <p:txBody>
          <a:bodyPr/>
          <a:lstStyle>
            <a:lvl1pPr marL="0" indent="0" algn="l">
              <a:buNone/>
              <a:defRPr sz="1050" b="1">
                <a:solidFill>
                  <a:schemeClr val="bg1"/>
                </a:solidFill>
                <a:effectLst>
                  <a:outerShdw blurRad="38100" dist="38100" dir="2700000" algn="tl">
                    <a:srgbClr val="000000">
                      <a:alpha val="43137"/>
                    </a:srgbClr>
                  </a:outerShdw>
                </a:effectLst>
                <a:latin typeface="Calibri" panose="020F0502020204030204" pitchFamily="34" charset="0"/>
              </a:defRPr>
            </a:lvl1pPr>
            <a:lvl2pPr marL="257175" indent="0" algn="ctr">
              <a:buNone/>
              <a:defRPr/>
            </a:lvl2pPr>
            <a:lvl3pPr marL="514350" indent="0" algn="ctr">
              <a:buNone/>
              <a:defRPr/>
            </a:lvl3pPr>
            <a:lvl4pPr marL="771525" indent="0" algn="ctr">
              <a:buNone/>
              <a:defRPr/>
            </a:lvl4pPr>
            <a:lvl5pPr marL="1028700" indent="0" algn="ctr">
              <a:buNone/>
              <a:defRPr/>
            </a:lvl5pPr>
            <a:lvl6pPr marL="1285875" indent="0" algn="ctr">
              <a:buNone/>
              <a:defRPr/>
            </a:lvl6pPr>
            <a:lvl7pPr marL="1543050" indent="0" algn="ctr">
              <a:buNone/>
              <a:defRPr/>
            </a:lvl7pPr>
            <a:lvl8pPr marL="1800225" indent="0" algn="ctr">
              <a:buNone/>
              <a:defRPr/>
            </a:lvl8pPr>
            <a:lvl9pPr marL="2057400" indent="0" algn="ctr">
              <a:buNone/>
              <a:defRPr/>
            </a:lvl9pPr>
          </a:lstStyle>
          <a:p>
            <a:r>
              <a:rPr lang="en-US"/>
              <a:t>Click to edit Master subtitle style</a:t>
            </a:r>
          </a:p>
        </p:txBody>
      </p:sp>
      <p:sp>
        <p:nvSpPr>
          <p:cNvPr id="12" name="Rectangle 11"/>
          <p:cNvSpPr/>
          <p:nvPr/>
        </p:nvSpPr>
        <p:spPr bwMode="auto">
          <a:xfrm>
            <a:off x="5104663" y="6755907"/>
            <a:ext cx="2925191" cy="102094"/>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none" lIns="51435" tIns="25718" rIns="51435" bIns="25718" numCol="1" rtlCol="0" anchor="ctr" anchorCtr="0" compatLnSpc="1">
            <a:prstTxWarp prst="textNoShape">
              <a:avLst/>
            </a:prstTxWarp>
          </a:bodyPr>
          <a:lstStyle/>
          <a:p>
            <a:pPr algn="ctr" defTabSz="514350"/>
            <a:endParaRPr lang="en-GB" sz="675">
              <a:solidFill>
                <a:srgbClr val="2D2926"/>
              </a:solidFill>
            </a:endParaRPr>
          </a:p>
        </p:txBody>
      </p:sp>
      <p:pic>
        <p:nvPicPr>
          <p:cNvPr id="9" name="Picture 8"/>
          <p:cNvPicPr>
            <a:picLocks noChangeAspect="1"/>
          </p:cNvPicPr>
          <p:nvPr/>
        </p:nvPicPr>
        <p:blipFill>
          <a:blip r:embed="rId6"/>
          <a:stretch>
            <a:fillRect/>
          </a:stretch>
        </p:blipFill>
        <p:spPr>
          <a:xfrm>
            <a:off x="8429745" y="526501"/>
            <a:ext cx="2876433" cy="756000"/>
          </a:xfrm>
          <a:prstGeom prst="rect">
            <a:avLst/>
          </a:prstGeom>
        </p:spPr>
      </p:pic>
      <p:pic>
        <p:nvPicPr>
          <p:cNvPr id="11" name="Picture 10"/>
          <p:cNvPicPr>
            <a:picLocks noChangeAspect="1"/>
          </p:cNvPicPr>
          <p:nvPr/>
        </p:nvPicPr>
        <p:blipFill rotWithShape="1">
          <a:blip r:embed="rId7">
            <a:extLst>
              <a:ext uri="{28A0092B-C50C-407E-A947-70E740481C1C}">
                <a14:useLocalDpi xmlns:a14="http://schemas.microsoft.com/office/drawing/2010/main" val="0"/>
              </a:ext>
            </a:extLst>
          </a:blip>
          <a:srcRect l="37353" t="8741" r="101" b="27"/>
          <a:stretch/>
        </p:blipFill>
        <p:spPr bwMode="ltGray">
          <a:xfrm rot="16200000" flipH="1">
            <a:off x="9058186" y="-962476"/>
            <a:ext cx="369901" cy="5915488"/>
          </a:xfrm>
          <a:prstGeom prst="rect">
            <a:avLst/>
          </a:prstGeom>
        </p:spPr>
      </p:pic>
    </p:spTree>
    <p:extLst>
      <p:ext uri="{BB962C8B-B14F-4D97-AF65-F5344CB8AC3E}">
        <p14:creationId xmlns:p14="http://schemas.microsoft.com/office/powerpoint/2010/main" val="2813332268"/>
      </p:ext>
    </p:extLst>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p:custDataLst>
              <p:tags r:id="rId1"/>
            </p:custDataLst>
          </p:nvPr>
        </p:nvGraphicFramePr>
        <p:xfrm>
          <a:off x="2119" y="1591"/>
          <a:ext cx="2116" cy="1587"/>
        </p:xfrm>
        <a:graphic>
          <a:graphicData uri="http://schemas.openxmlformats.org/presentationml/2006/ole">
            <mc:AlternateContent xmlns:mc="http://schemas.openxmlformats.org/markup-compatibility/2006">
              <mc:Choice xmlns:v="urn:schemas-microsoft-com:vml" Requires="v">
                <p:oleObj name="think-cell Slide" r:id="rId3" imgW="430" imgH="433" progId="TCLayout.ActiveDocument.1">
                  <p:embed/>
                </p:oleObj>
              </mc:Choice>
              <mc:Fallback>
                <p:oleObj name="think-cell Slide" r:id="rId3" imgW="430" imgH="433" progId="TCLayout.ActiveDocument.1">
                  <p:embed/>
                  <p:pic>
                    <p:nvPicPr>
                      <p:cNvPr id="3" name="Object 2" hidden="1"/>
                      <p:cNvPicPr/>
                      <p:nvPr/>
                    </p:nvPicPr>
                    <p:blipFill>
                      <a:blip r:embed="rId4"/>
                      <a:stretch>
                        <a:fillRect/>
                      </a:stretch>
                    </p:blipFill>
                    <p:spPr>
                      <a:xfrm>
                        <a:off x="2119" y="1591"/>
                        <a:ext cx="2116" cy="1587"/>
                      </a:xfrm>
                      <a:prstGeom prst="rect">
                        <a:avLst/>
                      </a:prstGeom>
                    </p:spPr>
                  </p:pic>
                </p:oleObj>
              </mc:Fallback>
            </mc:AlternateContent>
          </a:graphicData>
        </a:graphic>
      </p:graphicFrame>
      <p:sp>
        <p:nvSpPr>
          <p:cNvPr id="10" name="Rectangle 9"/>
          <p:cNvSpPr/>
          <p:nvPr/>
        </p:nvSpPr>
        <p:spPr bwMode="auto">
          <a:xfrm>
            <a:off x="0" y="0"/>
            <a:ext cx="12192000" cy="1052736"/>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none" lIns="68580" tIns="34290" rIns="68580" bIns="34290" numCol="1" rtlCol="0" anchor="ctr" anchorCtr="0" compatLnSpc="1">
            <a:prstTxWarp prst="textNoShape">
              <a:avLst/>
            </a:prstTxWarp>
          </a:bodyPr>
          <a:lstStyle/>
          <a:p>
            <a:pPr algn="ctr"/>
            <a:endParaRPr lang="en-GB" sz="1425">
              <a:solidFill>
                <a:srgbClr val="2D2926"/>
              </a:solidFill>
            </a:endParaRPr>
          </a:p>
        </p:txBody>
      </p:sp>
      <p:pic>
        <p:nvPicPr>
          <p:cNvPr id="2" name="Picture 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616326" y="477840"/>
            <a:ext cx="5575676" cy="5543451"/>
          </a:xfrm>
          <a:prstGeom prst="rect">
            <a:avLst/>
          </a:prstGeom>
        </p:spPr>
      </p:pic>
      <p:sp>
        <p:nvSpPr>
          <p:cNvPr id="6" name="Rectangle 5"/>
          <p:cNvSpPr>
            <a:spLocks noGrp="1" noChangeArrowheads="1"/>
          </p:cNvSpPr>
          <p:nvPr>
            <p:ph type="sldNum" sz="quarter" idx="12"/>
          </p:nvPr>
        </p:nvSpPr>
        <p:spPr>
          <a:ln/>
        </p:spPr>
        <p:txBody>
          <a:bodyPr/>
          <a:lstStyle>
            <a:lvl1pPr>
              <a:defRPr/>
            </a:lvl1pPr>
          </a:lstStyle>
          <a:p>
            <a:fld id="{B3CE4FC1-9BFD-4D71-B62C-EB069A42157A}" type="slidenum">
              <a:rPr lang="en-US" smtClean="0">
                <a:solidFill>
                  <a:srgbClr val="000000"/>
                </a:solidFill>
              </a:rPr>
              <a:pPr/>
              <a:t>‹#›</a:t>
            </a:fld>
            <a:endParaRPr lang="en-US">
              <a:solidFill>
                <a:srgbClr val="000000"/>
              </a:solidFill>
            </a:endParaRPr>
          </a:p>
        </p:txBody>
      </p:sp>
      <p:pic>
        <p:nvPicPr>
          <p:cNvPr id="7" name="Picture 6"/>
          <p:cNvPicPr>
            <a:picLocks noChangeAspect="1"/>
          </p:cNvPicPr>
          <p:nvPr/>
        </p:nvPicPr>
        <p:blipFill>
          <a:blip r:embed="rId6"/>
          <a:stretch>
            <a:fillRect/>
          </a:stretch>
        </p:blipFill>
        <p:spPr>
          <a:xfrm>
            <a:off x="239186" y="1964569"/>
            <a:ext cx="11713633" cy="65091"/>
          </a:xfrm>
          <a:prstGeom prst="rect">
            <a:avLst/>
          </a:prstGeom>
        </p:spPr>
      </p:pic>
      <p:sp>
        <p:nvSpPr>
          <p:cNvPr id="8" name="Text Placeholder 11"/>
          <p:cNvSpPr>
            <a:spLocks noGrp="1"/>
          </p:cNvSpPr>
          <p:nvPr>
            <p:ph type="body" sz="quarter" idx="13" hasCustomPrompt="1"/>
          </p:nvPr>
        </p:nvSpPr>
        <p:spPr>
          <a:xfrm>
            <a:off x="239186" y="2181578"/>
            <a:ext cx="11713633" cy="1463446"/>
          </a:xfrm>
          <a:prstGeom prst="rect">
            <a:avLst/>
          </a:prstGeom>
        </p:spPr>
        <p:txBody>
          <a:bodyPr vert="horz">
            <a:normAutofit/>
          </a:bodyPr>
          <a:lstStyle>
            <a:lvl1pPr marL="0" indent="0">
              <a:buNone/>
              <a:defRPr sz="2400" b="1">
                <a:solidFill>
                  <a:schemeClr val="tx1"/>
                </a:solidFill>
                <a:effectLst/>
              </a:defRPr>
            </a:lvl1pPr>
          </a:lstStyle>
          <a:p>
            <a:pPr lvl="0"/>
            <a:r>
              <a:rPr lang="en-US"/>
              <a:t>Section Title</a:t>
            </a:r>
          </a:p>
        </p:txBody>
      </p:sp>
      <p:sp>
        <p:nvSpPr>
          <p:cNvPr id="9" name="Text Placeholder 11"/>
          <p:cNvSpPr>
            <a:spLocks noGrp="1"/>
          </p:cNvSpPr>
          <p:nvPr>
            <p:ph type="body" sz="quarter" idx="14" hasCustomPrompt="1"/>
          </p:nvPr>
        </p:nvSpPr>
        <p:spPr>
          <a:xfrm>
            <a:off x="239186" y="1266924"/>
            <a:ext cx="11713633" cy="561756"/>
          </a:xfrm>
          <a:prstGeom prst="rect">
            <a:avLst/>
          </a:prstGeom>
        </p:spPr>
        <p:txBody>
          <a:bodyPr vert="horz" anchor="b">
            <a:normAutofit/>
          </a:bodyPr>
          <a:lstStyle>
            <a:lvl1pPr marL="0" indent="0">
              <a:buNone/>
              <a:defRPr sz="1350" b="0">
                <a:solidFill>
                  <a:schemeClr val="tx1">
                    <a:lumMod val="50000"/>
                    <a:lumOff val="50000"/>
                  </a:schemeClr>
                </a:solidFill>
              </a:defRPr>
            </a:lvl1pPr>
          </a:lstStyle>
          <a:p>
            <a:pPr lvl="0"/>
            <a:r>
              <a:rPr lang="en-US"/>
              <a:t>Section #</a:t>
            </a:r>
          </a:p>
        </p:txBody>
      </p:sp>
      <p:sp>
        <p:nvSpPr>
          <p:cNvPr id="11" name="Rectangle 4"/>
          <p:cNvSpPr>
            <a:spLocks noGrp="1" noChangeArrowheads="1"/>
          </p:cNvSpPr>
          <p:nvPr>
            <p:ph type="ftr" sz="quarter" idx="11"/>
          </p:nvPr>
        </p:nvSpPr>
        <p:spPr>
          <a:xfrm>
            <a:off x="239184" y="6400800"/>
            <a:ext cx="9409211" cy="457200"/>
          </a:xfrm>
          <a:prstGeom prst="rect">
            <a:avLst/>
          </a:prstGeom>
          <a:ln/>
        </p:spPr>
        <p:txBody>
          <a:bodyPr/>
          <a:lstStyle>
            <a:lvl1pPr>
              <a:defRPr/>
            </a:lvl1pPr>
          </a:lstStyle>
          <a:p>
            <a:endParaRPr lang="en-US">
              <a:solidFill>
                <a:srgbClr val="000000"/>
              </a:solidFill>
            </a:endParaRPr>
          </a:p>
        </p:txBody>
      </p:sp>
    </p:spTree>
    <p:extLst>
      <p:ext uri="{BB962C8B-B14F-4D97-AF65-F5344CB8AC3E}">
        <p14:creationId xmlns:p14="http://schemas.microsoft.com/office/powerpoint/2010/main" val="4121427952"/>
      </p:ext>
    </p:extLst>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p:cSld name="1_Section Header">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p:custDataLst>
              <p:tags r:id="rId1"/>
            </p:custDataLst>
          </p:nvPr>
        </p:nvGraphicFramePr>
        <p:xfrm>
          <a:off x="2119" y="1591"/>
          <a:ext cx="2116" cy="1587"/>
        </p:xfrm>
        <a:graphic>
          <a:graphicData uri="http://schemas.openxmlformats.org/presentationml/2006/ole">
            <mc:AlternateContent xmlns:mc="http://schemas.openxmlformats.org/markup-compatibility/2006">
              <mc:Choice xmlns:v="urn:schemas-microsoft-com:vml" Requires="v">
                <p:oleObj name="think-cell Slide" r:id="rId3" imgW="430" imgH="433" progId="TCLayout.ActiveDocument.1">
                  <p:embed/>
                </p:oleObj>
              </mc:Choice>
              <mc:Fallback>
                <p:oleObj name="think-cell Slide" r:id="rId3" imgW="430" imgH="433" progId="TCLayout.ActiveDocument.1">
                  <p:embed/>
                  <p:pic>
                    <p:nvPicPr>
                      <p:cNvPr id="3" name="Object 2" hidden="1"/>
                      <p:cNvPicPr/>
                      <p:nvPr/>
                    </p:nvPicPr>
                    <p:blipFill>
                      <a:blip r:embed="rId4"/>
                      <a:stretch>
                        <a:fillRect/>
                      </a:stretch>
                    </p:blipFill>
                    <p:spPr>
                      <a:xfrm>
                        <a:off x="2119" y="1591"/>
                        <a:ext cx="2116" cy="1587"/>
                      </a:xfrm>
                      <a:prstGeom prst="rect">
                        <a:avLst/>
                      </a:prstGeom>
                    </p:spPr>
                  </p:pic>
                </p:oleObj>
              </mc:Fallback>
            </mc:AlternateContent>
          </a:graphicData>
        </a:graphic>
      </p:graphicFrame>
      <p:grpSp>
        <p:nvGrpSpPr>
          <p:cNvPr id="2" name="Group 1"/>
          <p:cNvGrpSpPr/>
          <p:nvPr/>
        </p:nvGrpSpPr>
        <p:grpSpPr>
          <a:xfrm>
            <a:off x="0" y="1178584"/>
            <a:ext cx="12192000" cy="2547336"/>
            <a:chOff x="0" y="1178584"/>
            <a:chExt cx="12192000" cy="2547336"/>
          </a:xfrm>
        </p:grpSpPr>
        <p:grpSp>
          <p:nvGrpSpPr>
            <p:cNvPr id="5" name="Group 4"/>
            <p:cNvGrpSpPr/>
            <p:nvPr/>
          </p:nvGrpSpPr>
          <p:grpSpPr>
            <a:xfrm>
              <a:off x="4584735" y="1178585"/>
              <a:ext cx="7607265" cy="1277860"/>
              <a:chOff x="4242374" y="1266924"/>
              <a:chExt cx="7607265" cy="1277860"/>
            </a:xfrm>
          </p:grpSpPr>
          <p:pic>
            <p:nvPicPr>
              <p:cNvPr id="15"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l="66788"/>
              <a:stretch/>
            </p:blipFill>
            <p:spPr bwMode="auto">
              <a:xfrm>
                <a:off x="7458055" y="1266924"/>
                <a:ext cx="4049222" cy="6921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6"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r="97157" b="17268"/>
              <a:stretch/>
            </p:blipFill>
            <p:spPr bwMode="auto">
              <a:xfrm>
                <a:off x="4242374" y="1266924"/>
                <a:ext cx="3215680" cy="12778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8"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t="12683" r="99340" b="31624"/>
              <a:stretch/>
            </p:blipFill>
            <p:spPr bwMode="auto">
              <a:xfrm>
                <a:off x="10873398" y="1505214"/>
                <a:ext cx="616085" cy="38548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9"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l="66788" b="7541"/>
              <a:stretch/>
            </p:blipFill>
            <p:spPr bwMode="auto">
              <a:xfrm>
                <a:off x="6747364" y="1904828"/>
                <a:ext cx="4049222" cy="63995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7"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r="99746" b="50292"/>
              <a:stretch/>
            </p:blipFill>
            <p:spPr bwMode="auto">
              <a:xfrm>
                <a:off x="10181088" y="2094605"/>
                <a:ext cx="526195" cy="288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t="12683" r="99340" b="31624"/>
              <a:stretch/>
            </p:blipFill>
            <p:spPr bwMode="auto">
              <a:xfrm>
                <a:off x="11005120" y="1266924"/>
                <a:ext cx="844519" cy="12778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1"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t="12683" r="99340" b="31624"/>
              <a:stretch/>
            </p:blipFill>
            <p:spPr bwMode="auto">
              <a:xfrm>
                <a:off x="10662759" y="1724108"/>
                <a:ext cx="1186880" cy="82067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grpSp>
          <p:nvGrpSpPr>
            <p:cNvPr id="23" name="Group 22"/>
            <p:cNvGrpSpPr/>
            <p:nvPr/>
          </p:nvGrpSpPr>
          <p:grpSpPr>
            <a:xfrm>
              <a:off x="3169032" y="2448060"/>
              <a:ext cx="7607265" cy="1277860"/>
              <a:chOff x="4242374" y="1266924"/>
              <a:chExt cx="7607265" cy="1277860"/>
            </a:xfrm>
          </p:grpSpPr>
          <p:pic>
            <p:nvPicPr>
              <p:cNvPr id="24"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l="66788"/>
              <a:stretch/>
            </p:blipFill>
            <p:spPr bwMode="auto">
              <a:xfrm>
                <a:off x="7458055" y="1266924"/>
                <a:ext cx="4049222" cy="6921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5"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r="97157" b="17268"/>
              <a:stretch/>
            </p:blipFill>
            <p:spPr bwMode="auto">
              <a:xfrm>
                <a:off x="4242374" y="1266924"/>
                <a:ext cx="3215680" cy="12778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6"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t="12683" r="99340" b="31624"/>
              <a:stretch/>
            </p:blipFill>
            <p:spPr bwMode="auto">
              <a:xfrm>
                <a:off x="10873398" y="1505214"/>
                <a:ext cx="616085" cy="38548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7"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l="66788" b="7541"/>
              <a:stretch/>
            </p:blipFill>
            <p:spPr bwMode="auto">
              <a:xfrm>
                <a:off x="6747364" y="1904828"/>
                <a:ext cx="4049222" cy="63995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8"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r="99746" b="50292"/>
              <a:stretch/>
            </p:blipFill>
            <p:spPr bwMode="auto">
              <a:xfrm>
                <a:off x="10181088" y="2094605"/>
                <a:ext cx="526195" cy="288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9"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t="12683" r="99340" b="31624"/>
              <a:stretch/>
            </p:blipFill>
            <p:spPr bwMode="auto">
              <a:xfrm>
                <a:off x="11005120" y="1266924"/>
                <a:ext cx="844519" cy="12778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t="12683" r="99340" b="31624"/>
              <a:stretch/>
            </p:blipFill>
            <p:spPr bwMode="auto">
              <a:xfrm>
                <a:off x="10662759" y="1724108"/>
                <a:ext cx="1186880" cy="82067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pic>
          <p:nvPicPr>
            <p:cNvPr id="31"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t="12683" r="99340" b="31624"/>
            <a:stretch/>
          </p:blipFill>
          <p:spPr bwMode="auto">
            <a:xfrm>
              <a:off x="10662758" y="2453554"/>
              <a:ext cx="1529242" cy="127236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2"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t="12683" r="99340" b="31624"/>
            <a:stretch/>
          </p:blipFill>
          <p:spPr bwMode="auto">
            <a:xfrm>
              <a:off x="0" y="1178584"/>
              <a:ext cx="4648131" cy="254733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sp>
        <p:nvSpPr>
          <p:cNvPr id="10" name="Rectangle 9"/>
          <p:cNvSpPr/>
          <p:nvPr/>
        </p:nvSpPr>
        <p:spPr bwMode="auto">
          <a:xfrm>
            <a:off x="0" y="0"/>
            <a:ext cx="12192000" cy="1052736"/>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none" lIns="68580" tIns="34290" rIns="68580" bIns="34290" numCol="1" rtlCol="0" anchor="ctr" anchorCtr="0" compatLnSpc="1">
            <a:prstTxWarp prst="textNoShape">
              <a:avLst/>
            </a:prstTxWarp>
          </a:bodyPr>
          <a:lstStyle/>
          <a:p>
            <a:pPr algn="ctr"/>
            <a:endParaRPr lang="en-GB" sz="1425">
              <a:solidFill>
                <a:srgbClr val="2D2926"/>
              </a:solidFill>
            </a:endParaRPr>
          </a:p>
        </p:txBody>
      </p:sp>
      <p:sp>
        <p:nvSpPr>
          <p:cNvPr id="6" name="Rectangle 5"/>
          <p:cNvSpPr>
            <a:spLocks noGrp="1" noChangeArrowheads="1"/>
          </p:cNvSpPr>
          <p:nvPr>
            <p:ph type="sldNum" sz="quarter" idx="12"/>
          </p:nvPr>
        </p:nvSpPr>
        <p:spPr>
          <a:ln/>
        </p:spPr>
        <p:txBody>
          <a:bodyPr/>
          <a:lstStyle>
            <a:lvl1pPr>
              <a:defRPr/>
            </a:lvl1pPr>
          </a:lstStyle>
          <a:p>
            <a:fld id="{B3CE4FC1-9BFD-4D71-B62C-EB069A42157A}" type="slidenum">
              <a:rPr lang="en-US" smtClean="0">
                <a:solidFill>
                  <a:srgbClr val="000000"/>
                </a:solidFill>
              </a:rPr>
              <a:pPr/>
              <a:t>‹#›</a:t>
            </a:fld>
            <a:endParaRPr lang="en-US">
              <a:solidFill>
                <a:srgbClr val="000000"/>
              </a:solidFill>
            </a:endParaRPr>
          </a:p>
        </p:txBody>
      </p:sp>
      <p:sp>
        <p:nvSpPr>
          <p:cNvPr id="8" name="Text Placeholder 11"/>
          <p:cNvSpPr>
            <a:spLocks noGrp="1"/>
          </p:cNvSpPr>
          <p:nvPr>
            <p:ph type="body" sz="quarter" idx="13" hasCustomPrompt="1"/>
          </p:nvPr>
        </p:nvSpPr>
        <p:spPr>
          <a:xfrm>
            <a:off x="239185" y="2181578"/>
            <a:ext cx="8736139" cy="1463446"/>
          </a:xfrm>
          <a:prstGeom prst="rect">
            <a:avLst/>
          </a:prstGeom>
        </p:spPr>
        <p:txBody>
          <a:bodyPr vert="horz">
            <a:normAutofit/>
          </a:bodyPr>
          <a:lstStyle>
            <a:lvl1pPr marL="0" indent="0">
              <a:buNone/>
              <a:defRPr sz="2400" b="1">
                <a:solidFill>
                  <a:schemeClr val="bg1"/>
                </a:solidFill>
                <a:effectLst/>
              </a:defRPr>
            </a:lvl1pPr>
          </a:lstStyle>
          <a:p>
            <a:pPr lvl="0"/>
            <a:r>
              <a:rPr lang="en-US"/>
              <a:t>Section Title</a:t>
            </a:r>
          </a:p>
        </p:txBody>
      </p:sp>
      <p:sp>
        <p:nvSpPr>
          <p:cNvPr id="9" name="Text Placeholder 11"/>
          <p:cNvSpPr>
            <a:spLocks noGrp="1"/>
          </p:cNvSpPr>
          <p:nvPr>
            <p:ph type="body" sz="quarter" idx="14" hasCustomPrompt="1"/>
          </p:nvPr>
        </p:nvSpPr>
        <p:spPr>
          <a:xfrm>
            <a:off x="239185" y="1266924"/>
            <a:ext cx="8736139" cy="561756"/>
          </a:xfrm>
          <a:prstGeom prst="rect">
            <a:avLst/>
          </a:prstGeom>
        </p:spPr>
        <p:txBody>
          <a:bodyPr vert="horz" anchor="b">
            <a:normAutofit/>
          </a:bodyPr>
          <a:lstStyle>
            <a:lvl1pPr marL="0" indent="0">
              <a:buNone/>
              <a:defRPr sz="1350" b="0">
                <a:solidFill>
                  <a:schemeClr val="bg1"/>
                </a:solidFill>
              </a:defRPr>
            </a:lvl1pPr>
          </a:lstStyle>
          <a:p>
            <a:pPr lvl="0"/>
            <a:r>
              <a:rPr lang="en-US"/>
              <a:t>Section #</a:t>
            </a:r>
          </a:p>
        </p:txBody>
      </p:sp>
      <p:sp>
        <p:nvSpPr>
          <p:cNvPr id="11" name="Rectangle 4"/>
          <p:cNvSpPr>
            <a:spLocks noGrp="1" noChangeArrowheads="1"/>
          </p:cNvSpPr>
          <p:nvPr>
            <p:ph type="ftr" sz="quarter" idx="11"/>
          </p:nvPr>
        </p:nvSpPr>
        <p:spPr>
          <a:xfrm>
            <a:off x="239184" y="6400800"/>
            <a:ext cx="9409211" cy="457200"/>
          </a:xfrm>
          <a:prstGeom prst="rect">
            <a:avLst/>
          </a:prstGeom>
          <a:ln/>
        </p:spPr>
        <p:txBody>
          <a:bodyPr/>
          <a:lstStyle>
            <a:lvl1pPr>
              <a:defRPr/>
            </a:lvl1pPr>
          </a:lstStyle>
          <a:p>
            <a:endParaRPr lang="en-US">
              <a:solidFill>
                <a:srgbClr val="000000"/>
              </a:solidFill>
            </a:endParaRPr>
          </a:p>
        </p:txBody>
      </p:sp>
      <p:pic>
        <p:nvPicPr>
          <p:cNvPr id="14" name="Picture 3"/>
          <p:cNvPicPr>
            <a:picLocks noChangeAspect="1" noChangeArrowheads="1"/>
          </p:cNvPicPr>
          <p:nvPr/>
        </p:nvPicPr>
        <p:blipFill rotWithShape="1">
          <a:blip r:embed="rId6">
            <a:extLst>
              <a:ext uri="{28A0092B-C50C-407E-A947-70E740481C1C}">
                <a14:useLocalDpi xmlns:a14="http://schemas.microsoft.com/office/drawing/2010/main" val="0"/>
              </a:ext>
            </a:extLst>
          </a:blip>
          <a:srcRect t="13116" r="76604" b="25471"/>
          <a:stretch/>
        </p:blipFill>
        <p:spPr bwMode="auto">
          <a:xfrm>
            <a:off x="11399100" y="3113149"/>
            <a:ext cx="627693" cy="53187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35" name="Straight Connector 34"/>
          <p:cNvCxnSpPr/>
          <p:nvPr/>
        </p:nvCxnSpPr>
        <p:spPr bwMode="auto">
          <a:xfrm>
            <a:off x="239184" y="2006353"/>
            <a:ext cx="8875152" cy="0"/>
          </a:xfrm>
          <a:prstGeom prst="line">
            <a:avLst/>
          </a:prstGeom>
          <a:ln w="28575">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88415115"/>
      </p:ext>
    </p:extLst>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p:cSld name="Title + Text Box Layout">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custDataLst>
              <p:tags r:id="rId1"/>
            </p:custDataLst>
          </p:nvPr>
        </p:nvGraphicFramePr>
        <p:xfrm>
          <a:off x="1589" y="1590"/>
          <a:ext cx="1587" cy="1587"/>
        </p:xfrm>
        <a:graphic>
          <a:graphicData uri="http://schemas.openxmlformats.org/presentationml/2006/ole">
            <mc:AlternateContent xmlns:mc="http://schemas.openxmlformats.org/markup-compatibility/2006">
              <mc:Choice xmlns:v="urn:schemas-microsoft-com:vml" Requires="v">
                <p:oleObj name="think-cell Slide" r:id="rId3" imgW="430" imgH="433" progId="TCLayout.ActiveDocument.1">
                  <p:embed/>
                </p:oleObj>
              </mc:Choice>
              <mc:Fallback>
                <p:oleObj name="think-cell Slide" r:id="rId3" imgW="430" imgH="433" progId="TCLayout.ActiveDocument.1">
                  <p:embed/>
                  <p:pic>
                    <p:nvPicPr>
                      <p:cNvPr id="2" name="Object 1" hidden="1"/>
                      <p:cNvPicPr/>
                      <p:nvPr/>
                    </p:nvPicPr>
                    <p:blipFill>
                      <a:blip r:embed="rId4"/>
                      <a:stretch>
                        <a:fillRect/>
                      </a:stretch>
                    </p:blipFill>
                    <p:spPr>
                      <a:xfrm>
                        <a:off x="1589" y="1590"/>
                        <a:ext cx="1587" cy="1587"/>
                      </a:xfrm>
                      <a:prstGeom prst="rect">
                        <a:avLst/>
                      </a:prstGeom>
                    </p:spPr>
                  </p:pic>
                </p:oleObj>
              </mc:Fallback>
            </mc:AlternateContent>
          </a:graphicData>
        </a:graphic>
      </p:graphicFrame>
      <p:sp>
        <p:nvSpPr>
          <p:cNvPr id="6" name="Title 1"/>
          <p:cNvSpPr>
            <a:spLocks noGrp="1"/>
          </p:cNvSpPr>
          <p:nvPr>
            <p:ph type="title"/>
          </p:nvPr>
        </p:nvSpPr>
        <p:spPr>
          <a:xfrm>
            <a:off x="239185" y="0"/>
            <a:ext cx="10273307" cy="648000"/>
          </a:xfrm>
          <a:prstGeom prst="rect">
            <a:avLst/>
          </a:prstGeom>
        </p:spPr>
        <p:txBody>
          <a:bodyPr lIns="0" tIns="0" rIns="0" bIns="0" anchor="ctr">
            <a:normAutofit/>
          </a:bodyPr>
          <a:lstStyle>
            <a:lvl1pPr>
              <a:defRPr sz="1500">
                <a:latin typeface="Calibri" panose="020F0502020204030204" pitchFamily="34" charset="0"/>
              </a:defRPr>
            </a:lvl1pPr>
          </a:lstStyle>
          <a:p>
            <a:r>
              <a:rPr lang="en-US"/>
              <a:t>Click to edit Master title style</a:t>
            </a:r>
            <a:endParaRPr lang="en-GB"/>
          </a:p>
        </p:txBody>
      </p:sp>
      <p:sp>
        <p:nvSpPr>
          <p:cNvPr id="7" name="Rectangle 4"/>
          <p:cNvSpPr>
            <a:spLocks noGrp="1" noChangeArrowheads="1"/>
          </p:cNvSpPr>
          <p:nvPr>
            <p:ph type="ftr" sz="quarter" idx="11"/>
          </p:nvPr>
        </p:nvSpPr>
        <p:spPr>
          <a:xfrm>
            <a:off x="239184" y="6400800"/>
            <a:ext cx="9409211" cy="457200"/>
          </a:xfrm>
          <a:prstGeom prst="rect">
            <a:avLst/>
          </a:prstGeom>
          <a:ln/>
        </p:spPr>
        <p:txBody>
          <a:bodyPr/>
          <a:lstStyle>
            <a:lvl1pPr>
              <a:defRPr/>
            </a:lvl1pPr>
          </a:lstStyle>
          <a:p>
            <a:endParaRPr lang="en-US">
              <a:solidFill>
                <a:srgbClr val="000000"/>
              </a:solidFill>
            </a:endParaRPr>
          </a:p>
        </p:txBody>
      </p:sp>
      <p:sp>
        <p:nvSpPr>
          <p:cNvPr id="8" name="Rectangle 5"/>
          <p:cNvSpPr>
            <a:spLocks noGrp="1" noChangeArrowheads="1"/>
          </p:cNvSpPr>
          <p:nvPr>
            <p:ph type="sldNum" sz="quarter" idx="12"/>
          </p:nvPr>
        </p:nvSpPr>
        <p:spPr>
          <a:xfrm>
            <a:off x="11664620" y="6400800"/>
            <a:ext cx="527381" cy="457200"/>
          </a:xfrm>
          <a:ln/>
        </p:spPr>
        <p:txBody>
          <a:bodyPr/>
          <a:lstStyle>
            <a:lvl1pPr>
              <a:defRPr/>
            </a:lvl1pPr>
          </a:lstStyle>
          <a:p>
            <a:fld id="{B3CE4FC1-9BFD-4D71-B62C-EB069A42157A}" type="slidenum">
              <a:rPr lang="en-US" smtClean="0">
                <a:solidFill>
                  <a:srgbClr val="000000"/>
                </a:solidFill>
              </a:rPr>
              <a:pPr/>
              <a:t>‹#›</a:t>
            </a:fld>
            <a:endParaRPr lang="en-US">
              <a:solidFill>
                <a:srgbClr val="000000"/>
              </a:solidFill>
            </a:endParaRPr>
          </a:p>
        </p:txBody>
      </p:sp>
      <p:sp>
        <p:nvSpPr>
          <p:cNvPr id="5" name="Text Placeholder 4"/>
          <p:cNvSpPr>
            <a:spLocks noGrp="1"/>
          </p:cNvSpPr>
          <p:nvPr>
            <p:ph type="body" sz="quarter" idx="13" hasCustomPrompt="1"/>
          </p:nvPr>
        </p:nvSpPr>
        <p:spPr>
          <a:xfrm>
            <a:off x="239184" y="836712"/>
            <a:ext cx="11329424" cy="1655762"/>
          </a:xfrm>
          <a:prstGeom prst="rect">
            <a:avLst/>
          </a:prstGeom>
        </p:spPr>
        <p:txBody>
          <a:bodyPr/>
          <a:lstStyle>
            <a:lvl1pPr marL="0" marR="0" indent="0" algn="l" defTabSz="685800" rtl="0" eaLnBrk="1" fontAlgn="base" latinLnBrk="0" hangingPunct="1">
              <a:lnSpc>
                <a:spcPct val="100000"/>
              </a:lnSpc>
              <a:spcBef>
                <a:spcPct val="20000"/>
              </a:spcBef>
              <a:spcAft>
                <a:spcPct val="0"/>
              </a:spcAft>
              <a:buClr>
                <a:srgbClr val="C00000"/>
              </a:buClr>
              <a:buSzTx/>
              <a:buFontTx/>
              <a:buNone/>
              <a:tabLst/>
              <a:defRPr kumimoji="0" lang="en-US" sz="1350" b="0" i="0" u="none" strike="noStrike" kern="0" cap="none" spc="0" normalizeH="0" baseline="0" noProof="0">
                <a:ln>
                  <a:noFill/>
                </a:ln>
                <a:solidFill>
                  <a:schemeClr val="tx1"/>
                </a:solidFill>
                <a:effectLst/>
                <a:uLnTx/>
                <a:uFillTx/>
              </a:defRPr>
            </a:lvl1pPr>
            <a:lvl2pPr marL="557213" marR="0" indent="-214313" algn="l" defTabSz="685800" rtl="0" eaLnBrk="1" fontAlgn="base" latinLnBrk="0" hangingPunct="1">
              <a:lnSpc>
                <a:spcPct val="100000"/>
              </a:lnSpc>
              <a:spcBef>
                <a:spcPct val="20000"/>
              </a:spcBef>
              <a:spcAft>
                <a:spcPct val="0"/>
              </a:spcAft>
              <a:buClr>
                <a:srgbClr val="C00000"/>
              </a:buClr>
              <a:buSzTx/>
              <a:buFontTx/>
              <a:buChar char="–"/>
              <a:tabLst/>
              <a:defRPr kumimoji="0" lang="en-US" sz="1200" b="0" i="0" u="none" strike="noStrike" kern="0" cap="none" spc="0" normalizeH="0" baseline="0" noProof="0">
                <a:ln>
                  <a:noFill/>
                </a:ln>
                <a:solidFill>
                  <a:schemeClr val="tx1"/>
                </a:solidFill>
                <a:effectLst/>
                <a:uLnTx/>
                <a:uFillTx/>
              </a:defRPr>
            </a:lvl2pPr>
            <a:lvl3pPr marL="857250" marR="0" indent="-171450" algn="l" defTabSz="685800" rtl="0" eaLnBrk="1" fontAlgn="base" latinLnBrk="0" hangingPunct="1">
              <a:lnSpc>
                <a:spcPct val="100000"/>
              </a:lnSpc>
              <a:spcBef>
                <a:spcPct val="20000"/>
              </a:spcBef>
              <a:spcAft>
                <a:spcPct val="0"/>
              </a:spcAft>
              <a:buClr>
                <a:srgbClr val="C00000"/>
              </a:buClr>
              <a:buSzTx/>
              <a:buFontTx/>
              <a:buChar char="•"/>
              <a:tabLst/>
              <a:defRPr kumimoji="0" lang="en-US" sz="1050" b="0" i="0" u="none" strike="noStrike" kern="0" cap="none" spc="0" normalizeH="0" baseline="0" noProof="0">
                <a:ln>
                  <a:noFill/>
                </a:ln>
                <a:solidFill>
                  <a:schemeClr val="tx1"/>
                </a:solidFill>
                <a:effectLst/>
                <a:uLnTx/>
                <a:uFillTx/>
              </a:defRPr>
            </a:lvl3pPr>
            <a:lvl4pPr marL="1200150" marR="0" indent="-171450" algn="l" defTabSz="685800" rtl="0" eaLnBrk="1" fontAlgn="base" latinLnBrk="0" hangingPunct="1">
              <a:lnSpc>
                <a:spcPct val="100000"/>
              </a:lnSpc>
              <a:spcBef>
                <a:spcPct val="20000"/>
              </a:spcBef>
              <a:spcAft>
                <a:spcPct val="0"/>
              </a:spcAft>
              <a:buClr>
                <a:srgbClr val="C00000"/>
              </a:buClr>
              <a:buSzTx/>
              <a:buFontTx/>
              <a:buChar char="–"/>
              <a:tabLst/>
              <a:defRPr kumimoji="0" lang="en-US" sz="1050" b="0" i="0" u="none" strike="noStrike" kern="0" cap="none" spc="0" normalizeH="0" baseline="0" noProof="0">
                <a:ln>
                  <a:noFill/>
                </a:ln>
                <a:solidFill>
                  <a:schemeClr val="tx1"/>
                </a:solidFill>
                <a:effectLst/>
                <a:uLnTx/>
                <a:uFillTx/>
              </a:defRPr>
            </a:lvl4pPr>
            <a:lvl5pPr marL="1543050" marR="0" indent="-171450" algn="l" defTabSz="685800" rtl="0" eaLnBrk="1" fontAlgn="base" latinLnBrk="0" hangingPunct="1">
              <a:lnSpc>
                <a:spcPct val="100000"/>
              </a:lnSpc>
              <a:spcBef>
                <a:spcPct val="20000"/>
              </a:spcBef>
              <a:spcAft>
                <a:spcPct val="0"/>
              </a:spcAft>
              <a:buClr>
                <a:srgbClr val="C00000"/>
              </a:buClr>
              <a:buSzTx/>
              <a:buFontTx/>
              <a:buChar char="»"/>
              <a:tabLst/>
              <a:defRPr kumimoji="0" lang="en-US" sz="1050" b="0" i="0" u="none" strike="noStrike" kern="0" cap="none" spc="0" normalizeH="0" baseline="0" noProof="0">
                <a:ln>
                  <a:noFill/>
                </a:ln>
                <a:solidFill>
                  <a:schemeClr val="tx1"/>
                </a:solidFill>
                <a:effectLst/>
                <a:uLnTx/>
                <a:uFillTx/>
              </a:defRPr>
            </a:lvl5pPr>
            <a:lvl6pPr marL="0" marR="0" indent="0" algn="l" defTabSz="685800" rtl="0" eaLnBrk="1" fontAlgn="base" latinLnBrk="0" hangingPunct="1">
              <a:lnSpc>
                <a:spcPct val="100000"/>
              </a:lnSpc>
              <a:spcBef>
                <a:spcPct val="20000"/>
              </a:spcBef>
              <a:spcAft>
                <a:spcPct val="0"/>
              </a:spcAft>
              <a:buClr>
                <a:srgbClr val="C00000"/>
              </a:buClr>
              <a:buSzTx/>
              <a:buFontTx/>
              <a:buNone/>
              <a:tabLst/>
              <a:defRPr>
                <a:solidFill>
                  <a:schemeClr val="tx1"/>
                </a:solidFill>
              </a:defRPr>
            </a:lvl6pPr>
            <a:lvl8pPr marL="0" marR="0" indent="0" algn="l" defTabSz="685800" rtl="0" eaLnBrk="1" fontAlgn="base" latinLnBrk="0" hangingPunct="1">
              <a:lnSpc>
                <a:spcPct val="100000"/>
              </a:lnSpc>
              <a:spcBef>
                <a:spcPct val="20000"/>
              </a:spcBef>
              <a:spcAft>
                <a:spcPct val="0"/>
              </a:spcAft>
              <a:buClrTx/>
              <a:buSzTx/>
              <a:buFontTx/>
              <a:buNone/>
              <a:tabLst/>
              <a:defRPr/>
            </a:lvl8pPr>
            <a:lvl9pPr marL="0" marR="0" indent="0" algn="l" defTabSz="685800" rtl="0" eaLnBrk="1" fontAlgn="base" latinLnBrk="0" hangingPunct="1">
              <a:lnSpc>
                <a:spcPct val="100000"/>
              </a:lnSpc>
              <a:spcBef>
                <a:spcPct val="20000"/>
              </a:spcBef>
              <a:spcAft>
                <a:spcPct val="0"/>
              </a:spcAft>
              <a:buClrTx/>
              <a:buSzTx/>
              <a:buFontTx/>
              <a:buNone/>
              <a:tabLst/>
              <a:defRPr/>
            </a:lvl9pPr>
          </a:lstStyle>
          <a:p>
            <a:pPr marL="257175" marR="0" lvl="0" indent="-257175" algn="l" defTabSz="685800" rtl="0" eaLnBrk="1" fontAlgn="base" latinLnBrk="0" hangingPunct="1">
              <a:lnSpc>
                <a:spcPct val="100000"/>
              </a:lnSpc>
              <a:spcBef>
                <a:spcPct val="20000"/>
              </a:spcBef>
              <a:spcAft>
                <a:spcPct val="0"/>
              </a:spcAft>
              <a:buClrTx/>
              <a:buSzTx/>
              <a:buFontTx/>
              <a:buChar char="•"/>
              <a:tabLst/>
              <a:defRPr/>
            </a:pPr>
            <a:r>
              <a:rPr kumimoji="0" lang="en-US" sz="1350" b="0" i="0" u="none" strike="noStrike" kern="0" cap="none" spc="0" normalizeH="0" baseline="0" noProof="0">
                <a:ln>
                  <a:noFill/>
                </a:ln>
                <a:solidFill>
                  <a:srgbClr val="575757"/>
                </a:solidFill>
                <a:effectLst/>
                <a:uLnTx/>
                <a:uFillTx/>
                <a:latin typeface="+mn-lt"/>
              </a:rPr>
              <a:t>Edit Master text styles</a:t>
            </a:r>
          </a:p>
          <a:p>
            <a:pPr marL="557213" marR="0" lvl="1" indent="-214313" algn="l" defTabSz="685800" rtl="0" eaLnBrk="1" fontAlgn="base" latinLnBrk="0" hangingPunct="1">
              <a:lnSpc>
                <a:spcPct val="100000"/>
              </a:lnSpc>
              <a:spcBef>
                <a:spcPct val="20000"/>
              </a:spcBef>
              <a:spcAft>
                <a:spcPct val="0"/>
              </a:spcAft>
              <a:buClrTx/>
              <a:buSzTx/>
              <a:buFontTx/>
              <a:buChar char="–"/>
              <a:tabLst/>
              <a:defRPr/>
            </a:pPr>
            <a:r>
              <a:rPr kumimoji="0" lang="en-US" sz="1200" b="0" i="0" u="none" strike="noStrike" kern="0" cap="none" spc="0" normalizeH="0" baseline="0" noProof="0">
                <a:ln>
                  <a:noFill/>
                </a:ln>
                <a:solidFill>
                  <a:srgbClr val="575757"/>
                </a:solidFill>
                <a:effectLst/>
                <a:uLnTx/>
                <a:uFillTx/>
                <a:latin typeface="+mn-lt"/>
              </a:rPr>
              <a:t>Second level</a:t>
            </a:r>
          </a:p>
          <a:p>
            <a:pPr marL="857250" marR="0" lvl="2" indent="-171450" algn="l" defTabSz="685800" rtl="0" eaLnBrk="1" fontAlgn="base" latinLnBrk="0" hangingPunct="1">
              <a:lnSpc>
                <a:spcPct val="100000"/>
              </a:lnSpc>
              <a:spcBef>
                <a:spcPct val="20000"/>
              </a:spcBef>
              <a:spcAft>
                <a:spcPct val="0"/>
              </a:spcAft>
              <a:buClrTx/>
              <a:buSzTx/>
              <a:buFontTx/>
              <a:buChar char="•"/>
              <a:tabLst/>
              <a:defRPr/>
            </a:pPr>
            <a:r>
              <a:rPr kumimoji="0" lang="en-US" sz="1050" b="0" i="0" u="none" strike="noStrike" kern="0" cap="none" spc="0" normalizeH="0" baseline="0" noProof="0">
                <a:ln>
                  <a:noFill/>
                </a:ln>
                <a:solidFill>
                  <a:srgbClr val="575757"/>
                </a:solidFill>
                <a:effectLst/>
                <a:uLnTx/>
                <a:uFillTx/>
                <a:latin typeface="+mn-lt"/>
              </a:rPr>
              <a:t>Third level</a:t>
            </a:r>
          </a:p>
          <a:p>
            <a:pPr marL="1200150" marR="0" lvl="3" indent="-171450" algn="l" defTabSz="685800" rtl="0" eaLnBrk="1" fontAlgn="base" latinLnBrk="0" hangingPunct="1">
              <a:lnSpc>
                <a:spcPct val="100000"/>
              </a:lnSpc>
              <a:spcBef>
                <a:spcPct val="20000"/>
              </a:spcBef>
              <a:spcAft>
                <a:spcPct val="0"/>
              </a:spcAft>
              <a:buClrTx/>
              <a:buSzTx/>
              <a:buFontTx/>
              <a:buChar char="–"/>
              <a:tabLst/>
              <a:defRPr/>
            </a:pPr>
            <a:r>
              <a:rPr kumimoji="0" lang="en-US" sz="1050" b="0" i="0" u="none" strike="noStrike" kern="0" cap="none" spc="0" normalizeH="0" baseline="0" noProof="0">
                <a:ln>
                  <a:noFill/>
                </a:ln>
                <a:solidFill>
                  <a:srgbClr val="575757"/>
                </a:solidFill>
                <a:effectLst/>
                <a:uLnTx/>
                <a:uFillTx/>
                <a:latin typeface="+mn-lt"/>
              </a:rPr>
              <a:t>Fourth level</a:t>
            </a:r>
          </a:p>
          <a:p>
            <a:pPr marL="1543050" marR="0" lvl="4" indent="-171450" algn="l" defTabSz="685800" rtl="0" eaLnBrk="1" fontAlgn="base" latinLnBrk="0" hangingPunct="1">
              <a:lnSpc>
                <a:spcPct val="100000"/>
              </a:lnSpc>
              <a:spcBef>
                <a:spcPct val="20000"/>
              </a:spcBef>
              <a:spcAft>
                <a:spcPct val="0"/>
              </a:spcAft>
              <a:buClrTx/>
              <a:buSzTx/>
              <a:buFontTx/>
              <a:buChar char="»"/>
              <a:tabLst/>
              <a:defRPr/>
            </a:pPr>
            <a:r>
              <a:rPr kumimoji="0" lang="en-US" sz="1050" b="0" i="0" u="none" strike="noStrike" kern="0" cap="none" spc="0" normalizeH="0" baseline="0" noProof="0">
                <a:ln>
                  <a:noFill/>
                </a:ln>
                <a:solidFill>
                  <a:srgbClr val="575757"/>
                </a:solidFill>
                <a:effectLst/>
                <a:uLnTx/>
                <a:uFillTx/>
                <a:latin typeface="+mn-lt"/>
              </a:rPr>
              <a:t>Fifth level</a:t>
            </a:r>
          </a:p>
          <a:p>
            <a:pPr marL="1885950" marR="0" lvl="5" indent="-171450" algn="l" defTabSz="685800" rtl="0" eaLnBrk="1" fontAlgn="base" latinLnBrk="0" hangingPunct="1">
              <a:lnSpc>
                <a:spcPct val="100000"/>
              </a:lnSpc>
              <a:spcBef>
                <a:spcPct val="20000"/>
              </a:spcBef>
              <a:spcAft>
                <a:spcPct val="0"/>
              </a:spcAft>
              <a:buClrTx/>
              <a:buSzTx/>
              <a:buFontTx/>
              <a:buChar char="»"/>
              <a:tabLst/>
              <a:defRPr/>
            </a:pPr>
            <a:r>
              <a:rPr kumimoji="0" lang="en-US" sz="1350" b="0" i="0" u="none" strike="noStrike" kern="0" cap="none" spc="0" normalizeH="0" baseline="0" noProof="0">
                <a:ln>
                  <a:noFill/>
                </a:ln>
                <a:solidFill>
                  <a:srgbClr val="575757"/>
                </a:solidFill>
                <a:effectLst/>
                <a:uLnTx/>
                <a:uFillTx/>
                <a:latin typeface="+mn-lt"/>
              </a:rPr>
              <a:t>Level six</a:t>
            </a:r>
          </a:p>
          <a:p>
            <a:pPr marL="0" marR="0" lvl="5" indent="0" algn="l" defTabSz="685800" rtl="0" eaLnBrk="1" fontAlgn="base" latinLnBrk="0" hangingPunct="1">
              <a:lnSpc>
                <a:spcPct val="100000"/>
              </a:lnSpc>
              <a:spcBef>
                <a:spcPct val="20000"/>
              </a:spcBef>
              <a:spcAft>
                <a:spcPct val="0"/>
              </a:spcAft>
              <a:buClrTx/>
              <a:buSzTx/>
              <a:buFontTx/>
              <a:buNone/>
              <a:tabLst/>
              <a:defRPr/>
            </a:pPr>
            <a:r>
              <a:rPr kumimoji="0" lang="en-US" sz="1350" b="1" i="0" u="none" strike="noStrike" kern="0" cap="none" spc="0" normalizeH="0" baseline="0" noProof="0">
                <a:ln>
                  <a:noFill/>
                </a:ln>
                <a:solidFill>
                  <a:schemeClr val="accent3"/>
                </a:solidFill>
                <a:effectLst/>
                <a:uLnTx/>
                <a:uFillTx/>
                <a:latin typeface="+mn-lt"/>
              </a:rPr>
              <a:t>Level seven</a:t>
            </a:r>
          </a:p>
          <a:p>
            <a:pPr marL="0" marR="0" lvl="7" indent="0" algn="l" defTabSz="685800" rtl="0" eaLnBrk="1" fontAlgn="base" latinLnBrk="0" hangingPunct="1">
              <a:lnSpc>
                <a:spcPct val="100000"/>
              </a:lnSpc>
              <a:spcBef>
                <a:spcPct val="20000"/>
              </a:spcBef>
              <a:spcAft>
                <a:spcPct val="0"/>
              </a:spcAft>
              <a:buClrTx/>
              <a:buSzTx/>
              <a:buFontTx/>
              <a:buNone/>
              <a:tabLst/>
              <a:defRPr/>
            </a:pPr>
            <a:r>
              <a:rPr kumimoji="0" lang="en-US" sz="1350" b="0" i="0" u="none" strike="noStrike" kern="0" cap="none" spc="0" normalizeH="0" baseline="0" noProof="0">
                <a:ln>
                  <a:noFill/>
                </a:ln>
                <a:solidFill>
                  <a:srgbClr val="C00000"/>
                </a:solidFill>
                <a:effectLst/>
                <a:uLnTx/>
                <a:uFillTx/>
                <a:latin typeface="+mn-lt"/>
              </a:rPr>
              <a:t>Level eight</a:t>
            </a:r>
          </a:p>
          <a:p>
            <a:pPr marL="0" marR="0" lvl="8" indent="0" algn="l" defTabSz="685800" rtl="0" eaLnBrk="1" fontAlgn="base" latinLnBrk="0" hangingPunct="1">
              <a:lnSpc>
                <a:spcPct val="100000"/>
              </a:lnSpc>
              <a:spcBef>
                <a:spcPct val="20000"/>
              </a:spcBef>
              <a:spcAft>
                <a:spcPct val="0"/>
              </a:spcAft>
              <a:buClrTx/>
              <a:buSzTx/>
              <a:buFontTx/>
              <a:buNone/>
              <a:tabLst/>
              <a:defRPr/>
            </a:pPr>
            <a:r>
              <a:rPr kumimoji="0" lang="en-US" sz="1200" b="0" i="0" u="none" strike="noStrike" kern="0" cap="none" spc="0" normalizeH="0" baseline="0" noProof="0">
                <a:ln>
                  <a:noFill/>
                </a:ln>
                <a:solidFill>
                  <a:srgbClr val="575757"/>
                </a:solidFill>
                <a:effectLst/>
                <a:uLnTx/>
                <a:uFillTx/>
                <a:latin typeface="+mn-lt"/>
              </a:rPr>
              <a:t>Level nine</a:t>
            </a:r>
          </a:p>
        </p:txBody>
      </p:sp>
    </p:spTree>
    <p:extLst>
      <p:ext uri="{BB962C8B-B14F-4D97-AF65-F5344CB8AC3E}">
        <p14:creationId xmlns:p14="http://schemas.microsoft.com/office/powerpoint/2010/main" val="1643921835"/>
      </p:ext>
    </p:extLst>
  </p:cSld>
  <p:clrMapOvr>
    <a:masterClrMapping/>
  </p:clrMapOvr>
  <p:extLst>
    <p:ext uri="{DCECCB84-F9BA-43D5-87BE-67443E8EF086}">
      <p15:sldGuideLst xmlns:p15="http://schemas.microsoft.com/office/powerpoint/2012/main">
        <p15:guide id="1" orient="horz" pos="2160">
          <p15:clr>
            <a:srgbClr val="FBAE40"/>
          </p15:clr>
        </p15:guide>
        <p15:guide id="2" pos="5120">
          <p15:clr>
            <a:srgbClr val="FBAE40"/>
          </p15:clr>
        </p15:guide>
        <p15:guide id="3" pos="191">
          <p15:clr>
            <a:srgbClr val="FBAE40"/>
          </p15:clr>
        </p15:guide>
        <p15:guide id="4" pos="10049">
          <p15:clr>
            <a:srgbClr val="FBAE40"/>
          </p15:clr>
        </p15:guide>
        <p15:guide id="5" orient="horz" pos="4020">
          <p15:clr>
            <a:srgbClr val="FBAE40"/>
          </p15:clr>
        </p15:guide>
        <p15:guide id="6" orient="horz" pos="527">
          <p15:clr>
            <a:srgbClr val="FBAE40"/>
          </p15:clr>
        </p15:guide>
      </p15:sldGuideLst>
    </p:ext>
  </p:extLst>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p:cSld name="Title Only Layout">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custDataLst>
              <p:tags r:id="rId1"/>
            </p:custDataLst>
          </p:nvPr>
        </p:nvGraphicFramePr>
        <p:xfrm>
          <a:off x="2119" y="1591"/>
          <a:ext cx="2116" cy="1587"/>
        </p:xfrm>
        <a:graphic>
          <a:graphicData uri="http://schemas.openxmlformats.org/presentationml/2006/ole">
            <mc:AlternateContent xmlns:mc="http://schemas.openxmlformats.org/markup-compatibility/2006">
              <mc:Choice xmlns:v="urn:schemas-microsoft-com:vml" Requires="v">
                <p:oleObj name="think-cell Slide" r:id="rId3" imgW="430" imgH="433" progId="TCLayout.ActiveDocument.1">
                  <p:embed/>
                </p:oleObj>
              </mc:Choice>
              <mc:Fallback>
                <p:oleObj name="think-cell Slide" r:id="rId3" imgW="430" imgH="433" progId="TCLayout.ActiveDocument.1">
                  <p:embed/>
                  <p:pic>
                    <p:nvPicPr>
                      <p:cNvPr id="2" name="Object 1" hidden="1"/>
                      <p:cNvPicPr/>
                      <p:nvPr/>
                    </p:nvPicPr>
                    <p:blipFill>
                      <a:blip r:embed="rId4"/>
                      <a:stretch>
                        <a:fillRect/>
                      </a:stretch>
                    </p:blipFill>
                    <p:spPr>
                      <a:xfrm>
                        <a:off x="2119" y="1591"/>
                        <a:ext cx="2116" cy="1587"/>
                      </a:xfrm>
                      <a:prstGeom prst="rect">
                        <a:avLst/>
                      </a:prstGeom>
                    </p:spPr>
                  </p:pic>
                </p:oleObj>
              </mc:Fallback>
            </mc:AlternateContent>
          </a:graphicData>
        </a:graphic>
      </p:graphicFrame>
      <p:sp>
        <p:nvSpPr>
          <p:cNvPr id="8" name="Rectangle 5"/>
          <p:cNvSpPr>
            <a:spLocks noGrp="1" noChangeArrowheads="1"/>
          </p:cNvSpPr>
          <p:nvPr>
            <p:ph type="sldNum" sz="quarter" idx="12"/>
          </p:nvPr>
        </p:nvSpPr>
        <p:spPr>
          <a:xfrm>
            <a:off x="11664620" y="6400800"/>
            <a:ext cx="527381" cy="457200"/>
          </a:xfrm>
          <a:ln/>
        </p:spPr>
        <p:txBody>
          <a:bodyPr/>
          <a:lstStyle>
            <a:lvl1pPr>
              <a:defRPr/>
            </a:lvl1pPr>
          </a:lstStyle>
          <a:p>
            <a:fld id="{B3CE4FC1-9BFD-4D71-B62C-EB069A42157A}" type="slidenum">
              <a:rPr lang="en-US" smtClean="0">
                <a:solidFill>
                  <a:srgbClr val="000000"/>
                </a:solidFill>
              </a:rPr>
              <a:pPr/>
              <a:t>‹#›</a:t>
            </a:fld>
            <a:endParaRPr lang="en-US">
              <a:solidFill>
                <a:srgbClr val="000000"/>
              </a:solidFill>
            </a:endParaRPr>
          </a:p>
        </p:txBody>
      </p:sp>
      <p:sp>
        <p:nvSpPr>
          <p:cNvPr id="9" name="Title 1"/>
          <p:cNvSpPr>
            <a:spLocks noGrp="1"/>
          </p:cNvSpPr>
          <p:nvPr>
            <p:ph type="title"/>
          </p:nvPr>
        </p:nvSpPr>
        <p:spPr>
          <a:xfrm>
            <a:off x="239185" y="0"/>
            <a:ext cx="10273307" cy="648000"/>
          </a:xfrm>
          <a:prstGeom prst="rect">
            <a:avLst/>
          </a:prstGeom>
        </p:spPr>
        <p:txBody>
          <a:bodyPr lIns="0" tIns="0" rIns="0" bIns="0" anchor="ctr">
            <a:normAutofit/>
          </a:bodyPr>
          <a:lstStyle>
            <a:lvl1pPr>
              <a:defRPr sz="1500">
                <a:latin typeface="Calibri" panose="020F0502020204030204" pitchFamily="34" charset="0"/>
              </a:defRPr>
            </a:lvl1pPr>
          </a:lstStyle>
          <a:p>
            <a:r>
              <a:rPr lang="en-US"/>
              <a:t>Click to edit Master title style</a:t>
            </a:r>
            <a:endParaRPr lang="en-GB"/>
          </a:p>
        </p:txBody>
      </p:sp>
      <p:sp>
        <p:nvSpPr>
          <p:cNvPr id="6" name="Rectangle 4"/>
          <p:cNvSpPr>
            <a:spLocks noGrp="1" noChangeArrowheads="1"/>
          </p:cNvSpPr>
          <p:nvPr>
            <p:ph type="ftr" sz="quarter" idx="11"/>
          </p:nvPr>
        </p:nvSpPr>
        <p:spPr>
          <a:xfrm>
            <a:off x="239184" y="6400800"/>
            <a:ext cx="9409211" cy="457200"/>
          </a:xfrm>
          <a:prstGeom prst="rect">
            <a:avLst/>
          </a:prstGeom>
          <a:ln/>
        </p:spPr>
        <p:txBody>
          <a:bodyPr/>
          <a:lstStyle>
            <a:lvl1pPr>
              <a:defRPr/>
            </a:lvl1pPr>
          </a:lstStyle>
          <a:p>
            <a:endParaRPr lang="en-US">
              <a:solidFill>
                <a:srgbClr val="000000"/>
              </a:solidFill>
            </a:endParaRPr>
          </a:p>
        </p:txBody>
      </p:sp>
    </p:spTree>
    <p:extLst>
      <p:ext uri="{BB962C8B-B14F-4D97-AF65-F5344CB8AC3E}">
        <p14:creationId xmlns:p14="http://schemas.microsoft.com/office/powerpoint/2010/main" val="366456247"/>
      </p:ext>
    </p:extLst>
  </p:cSld>
  <p:clrMapOvr>
    <a:masterClrMapping/>
  </p:clrMapOvr>
  <p:extLst>
    <p:ext uri="{DCECCB84-F9BA-43D5-87BE-67443E8EF086}">
      <p15:sldGuideLst xmlns:p15="http://schemas.microsoft.com/office/powerpoint/2012/main">
        <p15:guide id="1" orient="horz" pos="2160">
          <p15:clr>
            <a:srgbClr val="FBAE40"/>
          </p15:clr>
        </p15:guide>
        <p15:guide id="2" pos="5120">
          <p15:clr>
            <a:srgbClr val="FBAE40"/>
          </p15:clr>
        </p15:guide>
        <p15:guide id="3" pos="191">
          <p15:clr>
            <a:srgbClr val="FBAE40"/>
          </p15:clr>
        </p15:guide>
        <p15:guide id="4" pos="10049">
          <p15:clr>
            <a:srgbClr val="FBAE40"/>
          </p15:clr>
        </p15:guide>
        <p15:guide id="5" orient="horz" pos="527">
          <p15:clr>
            <a:srgbClr val="FBAE40"/>
          </p15:clr>
        </p15:guide>
        <p15:guide id="6" orient="horz" pos="4020">
          <p15:clr>
            <a:srgbClr val="FBAE40"/>
          </p15:clr>
        </p15:guide>
      </p15:sldGuideLst>
    </p:ext>
  </p:extLst>
</p:sldLayout>
</file>

<file path=ppt/slideLayouts/slideLayout126.xml><?xml version="1.0" encoding="utf-8"?>
<p:sldLayout xmlns:a="http://schemas.openxmlformats.org/drawingml/2006/main" xmlns:r="http://schemas.openxmlformats.org/officeDocument/2006/relationships" xmlns:p="http://schemas.openxmlformats.org/presentationml/2006/main" type="blank" preserve="1">
  <p:cSld name="Blank Layout">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p:custDataLst>
              <p:tags r:id="rId1"/>
            </p:custDataLst>
          </p:nvPr>
        </p:nvGraphicFramePr>
        <p:xfrm>
          <a:off x="2119" y="1591"/>
          <a:ext cx="2116" cy="1587"/>
        </p:xfrm>
        <a:graphic>
          <a:graphicData uri="http://schemas.openxmlformats.org/presentationml/2006/ole">
            <mc:AlternateContent xmlns:mc="http://schemas.openxmlformats.org/markup-compatibility/2006">
              <mc:Choice xmlns:v="urn:schemas-microsoft-com:vml" Requires="v">
                <p:oleObj name="think-cell Slide" r:id="rId4" imgW="430" imgH="433" progId="TCLayout.ActiveDocument.1">
                  <p:embed/>
                </p:oleObj>
              </mc:Choice>
              <mc:Fallback>
                <p:oleObj name="think-cell Slide" r:id="rId4" imgW="430" imgH="433" progId="TCLayout.ActiveDocument.1">
                  <p:embed/>
                  <p:pic>
                    <p:nvPicPr>
                      <p:cNvPr id="6" name="Object 5" hidden="1"/>
                      <p:cNvPicPr/>
                      <p:nvPr/>
                    </p:nvPicPr>
                    <p:blipFill>
                      <a:blip r:embed="rId5"/>
                      <a:stretch>
                        <a:fillRect/>
                      </a:stretch>
                    </p:blipFill>
                    <p:spPr>
                      <a:xfrm>
                        <a:off x="2119" y="1591"/>
                        <a:ext cx="2116" cy="1587"/>
                      </a:xfrm>
                      <a:prstGeom prst="rect">
                        <a:avLst/>
                      </a:prstGeom>
                    </p:spPr>
                  </p:pic>
                </p:oleObj>
              </mc:Fallback>
            </mc:AlternateContent>
          </a:graphicData>
        </a:graphic>
      </p:graphicFrame>
      <p:sp>
        <p:nvSpPr>
          <p:cNvPr id="5" name="Rectangle 4" hidden="1"/>
          <p:cNvSpPr/>
          <p:nvPr>
            <p:custDataLst>
              <p:tags r:id="rId2"/>
            </p:custDataLst>
          </p:nvPr>
        </p:nvSpPr>
        <p:spPr bwMode="auto">
          <a:xfrm>
            <a:off x="1" y="0"/>
            <a:ext cx="211667" cy="158750"/>
          </a:xfrm>
          <a:prstGeom prst="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rtlCol="0" anchor="ctr" anchorCtr="0" compatLnSpc="1">
            <a:prstTxWarp prst="textNoShape">
              <a:avLst/>
            </a:prstTxWarp>
          </a:bodyPr>
          <a:lstStyle/>
          <a:p>
            <a:pPr algn="ctr"/>
            <a:endParaRPr lang="en-GB" sz="750">
              <a:solidFill>
                <a:srgbClr val="2D2926"/>
              </a:solidFill>
              <a:cs typeface="Times New Roman"/>
              <a:sym typeface="Calibri"/>
            </a:endParaRPr>
          </a:p>
        </p:txBody>
      </p:sp>
      <p:sp>
        <p:nvSpPr>
          <p:cNvPr id="8" name="Rectangle 5"/>
          <p:cNvSpPr>
            <a:spLocks noGrp="1" noChangeArrowheads="1"/>
          </p:cNvSpPr>
          <p:nvPr>
            <p:ph type="sldNum" sz="quarter" idx="12"/>
          </p:nvPr>
        </p:nvSpPr>
        <p:spPr>
          <a:xfrm>
            <a:off x="11664620" y="6400800"/>
            <a:ext cx="527381" cy="457200"/>
          </a:xfrm>
          <a:ln/>
        </p:spPr>
        <p:txBody>
          <a:bodyPr/>
          <a:lstStyle>
            <a:lvl1pPr>
              <a:defRPr/>
            </a:lvl1pPr>
          </a:lstStyle>
          <a:p>
            <a:fld id="{B3CE4FC1-9BFD-4D71-B62C-EB069A42157A}" type="slidenum">
              <a:rPr lang="en-US" smtClean="0">
                <a:solidFill>
                  <a:srgbClr val="000000"/>
                </a:solidFill>
              </a:rPr>
              <a:pPr/>
              <a:t>‹#›</a:t>
            </a:fld>
            <a:endParaRPr lang="en-US">
              <a:solidFill>
                <a:srgbClr val="000000"/>
              </a:solidFill>
            </a:endParaRPr>
          </a:p>
        </p:txBody>
      </p:sp>
      <p:sp>
        <p:nvSpPr>
          <p:cNvPr id="9" name="Rectangle 4"/>
          <p:cNvSpPr>
            <a:spLocks noGrp="1" noChangeArrowheads="1"/>
          </p:cNvSpPr>
          <p:nvPr>
            <p:ph type="ftr" sz="quarter" idx="11"/>
          </p:nvPr>
        </p:nvSpPr>
        <p:spPr>
          <a:xfrm>
            <a:off x="239184" y="6400800"/>
            <a:ext cx="9409211" cy="457200"/>
          </a:xfrm>
          <a:prstGeom prst="rect">
            <a:avLst/>
          </a:prstGeom>
          <a:ln/>
        </p:spPr>
        <p:txBody>
          <a:bodyPr/>
          <a:lstStyle>
            <a:lvl1pPr>
              <a:defRPr/>
            </a:lvl1pPr>
          </a:lstStyle>
          <a:p>
            <a:endParaRPr lang="en-US">
              <a:solidFill>
                <a:srgbClr val="000000"/>
              </a:solidFill>
            </a:endParaRPr>
          </a:p>
        </p:txBody>
      </p:sp>
    </p:spTree>
    <p:extLst>
      <p:ext uri="{BB962C8B-B14F-4D97-AF65-F5344CB8AC3E}">
        <p14:creationId xmlns:p14="http://schemas.microsoft.com/office/powerpoint/2010/main" val="2679948118"/>
      </p:ext>
    </p:extLst>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p:cSld name="Full Blank Layout">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p:custDataLst>
              <p:tags r:id="rId1"/>
            </p:custDataLst>
          </p:nvPr>
        </p:nvGraphicFramePr>
        <p:xfrm>
          <a:off x="2119" y="1591"/>
          <a:ext cx="2116" cy="1587"/>
        </p:xfrm>
        <a:graphic>
          <a:graphicData uri="http://schemas.openxmlformats.org/presentationml/2006/ole">
            <mc:AlternateContent xmlns:mc="http://schemas.openxmlformats.org/markup-compatibility/2006">
              <mc:Choice xmlns:v="urn:schemas-microsoft-com:vml" Requires="v">
                <p:oleObj name="think-cell Slide" r:id="rId3" imgW="430" imgH="433" progId="TCLayout.ActiveDocument.1">
                  <p:embed/>
                </p:oleObj>
              </mc:Choice>
              <mc:Fallback>
                <p:oleObj name="think-cell Slide" r:id="rId3" imgW="430" imgH="433" progId="TCLayout.ActiveDocument.1">
                  <p:embed/>
                  <p:pic>
                    <p:nvPicPr>
                      <p:cNvPr id="6" name="Object 5" hidden="1"/>
                      <p:cNvPicPr/>
                      <p:nvPr/>
                    </p:nvPicPr>
                    <p:blipFill>
                      <a:blip r:embed="rId4"/>
                      <a:stretch>
                        <a:fillRect/>
                      </a:stretch>
                    </p:blipFill>
                    <p:spPr>
                      <a:xfrm>
                        <a:off x="2119" y="1591"/>
                        <a:ext cx="2116" cy="1587"/>
                      </a:xfrm>
                      <a:prstGeom prst="rect">
                        <a:avLst/>
                      </a:prstGeom>
                    </p:spPr>
                  </p:pic>
                </p:oleObj>
              </mc:Fallback>
            </mc:AlternateContent>
          </a:graphicData>
        </a:graphic>
      </p:graphicFrame>
      <p:sp>
        <p:nvSpPr>
          <p:cNvPr id="5" name="Rectangle 4"/>
          <p:cNvSpPr/>
          <p:nvPr/>
        </p:nvSpPr>
        <p:spPr bwMode="auto">
          <a:xfrm>
            <a:off x="0" y="0"/>
            <a:ext cx="12192000" cy="1052736"/>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none" lIns="68580" tIns="34290" rIns="68580" bIns="34290" numCol="1" rtlCol="0" anchor="ctr" anchorCtr="0" compatLnSpc="1">
            <a:prstTxWarp prst="textNoShape">
              <a:avLst/>
            </a:prstTxWarp>
          </a:bodyPr>
          <a:lstStyle/>
          <a:p>
            <a:pPr algn="ctr"/>
            <a:endParaRPr lang="en-GB" sz="1425">
              <a:solidFill>
                <a:srgbClr val="2D2926"/>
              </a:solidFill>
            </a:endParaRPr>
          </a:p>
        </p:txBody>
      </p:sp>
      <p:sp>
        <p:nvSpPr>
          <p:cNvPr id="4" name="Slide Number Placeholder 3"/>
          <p:cNvSpPr>
            <a:spLocks noGrp="1"/>
          </p:cNvSpPr>
          <p:nvPr>
            <p:ph type="sldNum" sz="quarter" idx="11"/>
          </p:nvPr>
        </p:nvSpPr>
        <p:spPr/>
        <p:txBody>
          <a:bodyPr/>
          <a:lstStyle/>
          <a:p>
            <a:fld id="{B3CE4FC1-9BFD-4D71-B62C-EB069A42157A}" type="slidenum">
              <a:rPr lang="en-US" smtClean="0">
                <a:solidFill>
                  <a:srgbClr val="000000"/>
                </a:solidFill>
              </a:rPr>
              <a:pPr/>
              <a:t>‹#›</a:t>
            </a:fld>
            <a:endParaRPr lang="en-US">
              <a:solidFill>
                <a:srgbClr val="000000"/>
              </a:solidFill>
            </a:endParaRPr>
          </a:p>
        </p:txBody>
      </p:sp>
      <p:sp>
        <p:nvSpPr>
          <p:cNvPr id="7" name="Rectangle 4"/>
          <p:cNvSpPr>
            <a:spLocks noGrp="1" noChangeArrowheads="1"/>
          </p:cNvSpPr>
          <p:nvPr>
            <p:ph type="ftr" sz="quarter" idx="12"/>
          </p:nvPr>
        </p:nvSpPr>
        <p:spPr>
          <a:xfrm>
            <a:off x="239184" y="6400800"/>
            <a:ext cx="9409211" cy="457200"/>
          </a:xfrm>
          <a:prstGeom prst="rect">
            <a:avLst/>
          </a:prstGeom>
          <a:ln/>
        </p:spPr>
        <p:txBody>
          <a:bodyPr/>
          <a:lstStyle>
            <a:lvl1pPr>
              <a:defRPr/>
            </a:lvl1pPr>
          </a:lstStyle>
          <a:p>
            <a:endParaRPr lang="en-US">
              <a:solidFill>
                <a:srgbClr val="000000"/>
              </a:solidFill>
            </a:endParaRPr>
          </a:p>
        </p:txBody>
      </p:sp>
    </p:spTree>
    <p:extLst>
      <p:ext uri="{BB962C8B-B14F-4D97-AF65-F5344CB8AC3E}">
        <p14:creationId xmlns:p14="http://schemas.microsoft.com/office/powerpoint/2010/main" val="977530234"/>
      </p:ext>
    </p:extLst>
  </p:cSld>
  <p:clrMapOvr>
    <a:masterClrMapping/>
  </p:clrMapOvr>
  <p:extLst>
    <p:ext uri="{DCECCB84-F9BA-43D5-87BE-67443E8EF086}">
      <p15:sldGuideLst xmlns:p15="http://schemas.microsoft.com/office/powerpoint/2012/main">
        <p15:guide id="1" orient="horz" pos="2160">
          <p15:clr>
            <a:srgbClr val="FBAE40"/>
          </p15:clr>
        </p15:guide>
        <p15:guide id="2" pos="5120">
          <p15:clr>
            <a:srgbClr val="FBAE40"/>
          </p15:clr>
        </p15:guide>
        <p15:guide id="3" orient="horz" pos="4020">
          <p15:clr>
            <a:srgbClr val="FBAE40"/>
          </p15:clr>
        </p15:guide>
        <p15:guide id="4" pos="191">
          <p15:clr>
            <a:srgbClr val="FBAE40"/>
          </p15:clr>
        </p15:guide>
        <p15:guide id="5" pos="10049">
          <p15:clr>
            <a:srgbClr val="FBAE40"/>
          </p15:clr>
        </p15:guide>
      </p15:sldGuideLst>
    </p:ext>
  </p:extLst>
</p:sldLayout>
</file>

<file path=ppt/slideLayouts/slideLayout128.xml><?xml version="1.0" encoding="utf-8"?>
<p:sldLayout xmlns:a="http://schemas.openxmlformats.org/drawingml/2006/main" xmlns:r="http://schemas.openxmlformats.org/officeDocument/2006/relationships" xmlns:p="http://schemas.openxmlformats.org/presentationml/2006/main" showMasterSp="0" preserve="1">
  <p:cSld name="Arrow half">
    <p:bg>
      <p:bgPr>
        <a:gradFill flip="none" rotWithShape="1">
          <a:gsLst>
            <a:gs pos="0">
              <a:srgbClr val="ED1D24"/>
            </a:gs>
            <a:gs pos="100000">
              <a:srgbClr val="870B0E"/>
            </a:gs>
          </a:gsLst>
          <a:lin ang="8100000" scaled="1"/>
          <a:tileRect/>
        </a:gra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93772988-BAC3-45EB-8F49-ECA66C3B6F60}"/>
              </a:ext>
            </a:extLst>
          </p:cNvPr>
          <p:cNvGraphicFramePr>
            <a:graphicFrameLocks noChangeAspect="1"/>
          </p:cNvGraphicFramePr>
          <p:nvPr>
            <p:custDataLst>
              <p:tags r:id="rId1"/>
            </p:custDataLst>
          </p:nvPr>
        </p:nvGraphicFramePr>
        <p:xfrm>
          <a:off x="1589" y="1588"/>
          <a:ext cx="1588" cy="1588"/>
        </p:xfrm>
        <a:graphic>
          <a:graphicData uri="http://schemas.openxmlformats.org/presentationml/2006/ole">
            <mc:AlternateContent xmlns:mc="http://schemas.openxmlformats.org/markup-compatibility/2006">
              <mc:Choice xmlns:v="urn:schemas-microsoft-com:vml" Requires="v">
                <p:oleObj name="think-cell Slide" r:id="rId3" imgW="286" imgH="286" progId="TCLayout.ActiveDocument.1">
                  <p:embed/>
                </p:oleObj>
              </mc:Choice>
              <mc:Fallback>
                <p:oleObj name="think-cell Slide" r:id="rId3" imgW="286" imgH="286" progId="TCLayout.ActiveDocument.1">
                  <p:embed/>
                  <p:pic>
                    <p:nvPicPr>
                      <p:cNvPr id="3" name="Object 2" hidden="1">
                        <a:extLst>
                          <a:ext uri="{FF2B5EF4-FFF2-40B4-BE49-F238E27FC236}">
                            <a16:creationId xmlns:a16="http://schemas.microsoft.com/office/drawing/2014/main" id="{93772988-BAC3-45EB-8F49-ECA66C3B6F60}"/>
                          </a:ext>
                        </a:extLst>
                      </p:cNvPr>
                      <p:cNvPicPr/>
                      <p:nvPr/>
                    </p:nvPicPr>
                    <p:blipFill>
                      <a:blip r:embed="rId4"/>
                      <a:stretch>
                        <a:fillRect/>
                      </a:stretch>
                    </p:blipFill>
                    <p:spPr>
                      <a:xfrm>
                        <a:off x="1589" y="1588"/>
                        <a:ext cx="1588" cy="1588"/>
                      </a:xfrm>
                      <a:prstGeom prst="rect">
                        <a:avLst/>
                      </a:prstGeom>
                    </p:spPr>
                  </p:pic>
                </p:oleObj>
              </mc:Fallback>
            </mc:AlternateContent>
          </a:graphicData>
        </a:graphic>
      </p:graphicFrame>
      <p:sp>
        <p:nvSpPr>
          <p:cNvPr id="18" name="Copyright" hidden="1"/>
          <p:cNvSpPr txBox="1"/>
          <p:nvPr/>
        </p:nvSpPr>
        <p:spPr>
          <a:xfrm rot="16200000">
            <a:off x="9486902" y="3934616"/>
            <a:ext cx="5133975" cy="72712"/>
          </a:xfrm>
          <a:prstGeom prst="rect">
            <a:avLst/>
          </a:prstGeom>
          <a:noFill/>
        </p:spPr>
        <p:txBody>
          <a:bodyPr wrap="square" lIns="0" tIns="0" rIns="0" bIns="0" rtlCol="0" anchor="t">
            <a:spAutoFit/>
          </a:bodyPr>
          <a:lstStyle/>
          <a:p>
            <a:pPr>
              <a:lnSpc>
                <a:spcPct val="90000"/>
              </a:lnSpc>
              <a:spcAft>
                <a:spcPts val="450"/>
              </a:spcAft>
            </a:pPr>
            <a:r>
              <a:rPr lang="en-US" sz="525">
                <a:solidFill>
                  <a:srgbClr val="FFFFFF"/>
                </a:solidFill>
                <a:latin typeface="Calibri"/>
                <a:sym typeface="Trebuchet MS" panose="020B0603020202020204" pitchFamily="34" charset="0"/>
              </a:rPr>
              <a:t>Copyright © 2022 by Boston Consulting Group. All rights reserved.</a:t>
            </a:r>
          </a:p>
        </p:txBody>
      </p:sp>
      <p:sp>
        <p:nvSpPr>
          <p:cNvPr id="14" name="Pentagon 8"/>
          <p:cNvSpPr/>
          <p:nvPr/>
        </p:nvSpPr>
        <p:spPr bwMode="white">
          <a:xfrm>
            <a:off x="0" y="0"/>
            <a:ext cx="6363547" cy="6858000"/>
          </a:xfrm>
          <a:prstGeom prst="homePlate">
            <a:avLst>
              <a:gd name="adj" fmla="val 12939"/>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750"/>
              </a:spcAft>
            </a:pPr>
            <a:endParaRPr lang="en-US" sz="900">
              <a:solidFill>
                <a:prstClr val="white"/>
              </a:solidFill>
              <a:sym typeface="Trebuchet MS" panose="020B0603020202020204" pitchFamily="34" charset="0"/>
            </a:endParaRPr>
          </a:p>
        </p:txBody>
      </p:sp>
      <p:sp>
        <p:nvSpPr>
          <p:cNvPr id="16" name="Title 2"/>
          <p:cNvSpPr>
            <a:spLocks noGrp="1"/>
          </p:cNvSpPr>
          <p:nvPr>
            <p:ph type="title" hasCustomPrompt="1"/>
          </p:nvPr>
        </p:nvSpPr>
        <p:spPr>
          <a:xfrm>
            <a:off x="630001" y="622800"/>
            <a:ext cx="4673647" cy="353174"/>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2550" b="0" i="0" u="none" kern="1200" spc="0">
                <a:solidFill>
                  <a:srgbClr val="ED1D24"/>
                </a:solidFill>
                <a:latin typeface="+mj-lt"/>
                <a:ea typeface="+mj-ea"/>
                <a:cs typeface="+mj-cs"/>
                <a:sym typeface="Trebuchet MS" panose="020B0603020202020204" pitchFamily="34" charset="0"/>
              </a:defRPr>
            </a:lvl1pPr>
          </a:lstStyle>
          <a:p>
            <a:pPr lvl="0"/>
            <a:r>
              <a:rPr lang="en-US"/>
              <a:t>Click to add title</a:t>
            </a:r>
          </a:p>
        </p:txBody>
      </p:sp>
      <p:pic>
        <p:nvPicPr>
          <p:cNvPr id="9" name="Picture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97805" y="3589606"/>
            <a:ext cx="1365251" cy="3382962"/>
          </a:xfrm>
          <a:custGeom>
            <a:avLst/>
            <a:gdLst>
              <a:gd name="connsiteX0" fmla="*/ 920598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320782 h 3382962"/>
              <a:gd name="connsiteX5" fmla="*/ 126694 w 1365250"/>
              <a:gd name="connsiteY5" fmla="*/ 3320782 h 3382962"/>
              <a:gd name="connsiteX6" fmla="*/ 0 w 1365250"/>
              <a:gd name="connsiteY6" fmla="*/ 0 h 3382962"/>
              <a:gd name="connsiteX7" fmla="*/ 908172 w 1365250"/>
              <a:gd name="connsiteY7" fmla="*/ 0 h 3382962"/>
              <a:gd name="connsiteX8" fmla="*/ 0 w 1365250"/>
              <a:gd name="connsiteY8" fmla="*/ 289035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20598" y="0"/>
                </a:moveTo>
                <a:lnTo>
                  <a:pt x="1365250" y="0"/>
                </a:lnTo>
                <a:lnTo>
                  <a:pt x="1365250" y="3382962"/>
                </a:lnTo>
                <a:lnTo>
                  <a:pt x="0" y="3382962"/>
                </a:lnTo>
                <a:lnTo>
                  <a:pt x="0" y="3320782"/>
                </a:lnTo>
                <a:lnTo>
                  <a:pt x="126694" y="3320782"/>
                </a:lnTo>
                <a:close/>
                <a:moveTo>
                  <a:pt x="0" y="0"/>
                </a:moveTo>
                <a:lnTo>
                  <a:pt x="908172" y="0"/>
                </a:lnTo>
                <a:lnTo>
                  <a:pt x="0" y="2890357"/>
                </a:lnTo>
                <a:close/>
              </a:path>
            </a:pathLst>
          </a:cu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21203FE9-A075-4BF8-987F-E3175D587168}"/>
              </a:ext>
            </a:extLst>
          </p:cNvPr>
          <p:cNvSpPr txBox="1"/>
          <p:nvPr/>
        </p:nvSpPr>
        <p:spPr>
          <a:xfrm>
            <a:off x="11757835" y="6700052"/>
            <a:ext cx="381000" cy="115416"/>
          </a:xfrm>
          <a:prstGeom prst="rect">
            <a:avLst/>
          </a:prstGeom>
          <a:noFill/>
        </p:spPr>
        <p:txBody>
          <a:bodyPr wrap="square" lIns="0" tIns="0" rIns="0" bIns="0" rtlCol="0" anchor="b">
            <a:spAutoFit/>
          </a:bodyPr>
          <a:lstStyle/>
          <a:p>
            <a:pPr algn="r" defTabSz="685800" fontAlgn="auto">
              <a:spcBef>
                <a:spcPts val="0"/>
              </a:spcBef>
              <a:spcAft>
                <a:spcPts val="0"/>
              </a:spcAft>
              <a:defRPr/>
            </a:pPr>
            <a:fld id="{DFCF27A5-1A5B-48D3-A060-2758FFBB1ADD}" type="slidenum">
              <a:rPr lang="en-US" sz="750" smtClean="0">
                <a:solidFill>
                  <a:srgbClr val="FFFFFF"/>
                </a:solidFill>
                <a:latin typeface="Calibri"/>
                <a:sym typeface="Trebuchet MS" panose="020B0603020202020204" pitchFamily="34" charset="0"/>
              </a:rPr>
              <a:pPr algn="r" defTabSz="685800" fontAlgn="auto">
                <a:spcBef>
                  <a:spcPts val="0"/>
                </a:spcBef>
                <a:spcAft>
                  <a:spcPts val="0"/>
                </a:spcAft>
                <a:defRPr/>
              </a:pPr>
              <a:t>‹#›</a:t>
            </a:fld>
            <a:endParaRPr lang="en-US" sz="750">
              <a:solidFill>
                <a:srgbClr val="FFFFFF"/>
              </a:solidFill>
              <a:latin typeface="Calibri"/>
              <a:sym typeface="Trebuchet MS" panose="020B0603020202020204" pitchFamily="34" charset="0"/>
            </a:endParaRPr>
          </a:p>
        </p:txBody>
      </p:sp>
      <p:pic>
        <p:nvPicPr>
          <p:cNvPr id="12" name="Picture 11">
            <a:extLst>
              <a:ext uri="{FF2B5EF4-FFF2-40B4-BE49-F238E27FC236}">
                <a16:creationId xmlns:a16="http://schemas.microsoft.com/office/drawing/2014/main" id="{DB280514-AAB0-4C3F-BD7F-3099741B263A}"/>
              </a:ext>
            </a:extLst>
          </p:cNvPr>
          <p:cNvPicPr>
            <a:picLocks noChangeAspect="1"/>
          </p:cNvPicPr>
          <p:nvPr/>
        </p:nvPicPr>
        <p:blipFill rotWithShape="1">
          <a:blip r:embed="rId6">
            <a:extLst>
              <a:ext uri="{BEBA8EAE-BF5A-486C-A8C5-ECC9F3942E4B}">
                <a14:imgProps xmlns:a14="http://schemas.microsoft.com/office/drawing/2010/main">
                  <a14:imgLayer r:embed="rId7">
                    <a14:imgEffect>
                      <a14:brightnessContrast bright="100000"/>
                    </a14:imgEffect>
                  </a14:imgLayer>
                </a14:imgProps>
              </a:ext>
              <a:ext uri="{28A0092B-C50C-407E-A947-70E740481C1C}">
                <a14:useLocalDpi xmlns:a14="http://schemas.microsoft.com/office/drawing/2010/main" val="0"/>
              </a:ext>
            </a:extLst>
          </a:blip>
          <a:srcRect l="23666" t="40333" b="40333"/>
          <a:stretch/>
        </p:blipFill>
        <p:spPr>
          <a:xfrm>
            <a:off x="10109201" y="6445250"/>
            <a:ext cx="1454151" cy="368300"/>
          </a:xfrm>
          <a:prstGeom prst="rect">
            <a:avLst/>
          </a:prstGeom>
        </p:spPr>
      </p:pic>
    </p:spTree>
    <p:extLst>
      <p:ext uri="{BB962C8B-B14F-4D97-AF65-F5344CB8AC3E}">
        <p14:creationId xmlns:p14="http://schemas.microsoft.com/office/powerpoint/2010/main" val="404445348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29.xml><?xml version="1.0" encoding="utf-8"?>
<p:sldLayout xmlns:a="http://schemas.openxmlformats.org/drawingml/2006/main" xmlns:r="http://schemas.openxmlformats.org/officeDocument/2006/relationships" xmlns:p="http://schemas.openxmlformats.org/presentationml/2006/main" showMasterSp="0" type="obj">
  <p:cSld name="Blank">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9883701" y="6547156"/>
            <a:ext cx="1616243" cy="152978"/>
          </a:xfrm>
          <a:prstGeom prst="rect">
            <a:avLst/>
          </a:prstGeom>
        </p:spPr>
      </p:pic>
      <p:pic>
        <p:nvPicPr>
          <p:cNvPr id="17" name="bg object 17"/>
          <p:cNvPicPr/>
          <p:nvPr/>
        </p:nvPicPr>
        <p:blipFill>
          <a:blip r:embed="rId3" cstate="print"/>
          <a:stretch>
            <a:fillRect/>
          </a:stretch>
        </p:blipFill>
        <p:spPr>
          <a:xfrm>
            <a:off x="2" y="0"/>
            <a:ext cx="12191999" cy="647462"/>
          </a:xfrm>
          <a:prstGeom prst="rect">
            <a:avLst/>
          </a:prstGeom>
        </p:spPr>
      </p:pic>
      <p:pic>
        <p:nvPicPr>
          <p:cNvPr id="18" name="bg object 18"/>
          <p:cNvPicPr/>
          <p:nvPr/>
        </p:nvPicPr>
        <p:blipFill>
          <a:blip r:embed="rId4" cstate="print"/>
          <a:stretch>
            <a:fillRect/>
          </a:stretch>
        </p:blipFill>
        <p:spPr>
          <a:xfrm>
            <a:off x="2" y="0"/>
            <a:ext cx="3215639" cy="691896"/>
          </a:xfrm>
          <a:prstGeom prst="rect">
            <a:avLst/>
          </a:prstGeom>
        </p:spPr>
      </p:pic>
      <p:pic>
        <p:nvPicPr>
          <p:cNvPr id="19" name="bg object 19"/>
          <p:cNvPicPr/>
          <p:nvPr/>
        </p:nvPicPr>
        <p:blipFill>
          <a:blip r:embed="rId5" cstate="print"/>
          <a:stretch>
            <a:fillRect/>
          </a:stretch>
        </p:blipFill>
        <p:spPr>
          <a:xfrm>
            <a:off x="11905490" y="0"/>
            <a:ext cx="286511" cy="691896"/>
          </a:xfrm>
          <a:prstGeom prst="rect">
            <a:avLst/>
          </a:prstGeom>
        </p:spPr>
      </p:pic>
      <p:pic>
        <p:nvPicPr>
          <p:cNvPr id="20" name="bg object 20"/>
          <p:cNvPicPr/>
          <p:nvPr/>
        </p:nvPicPr>
        <p:blipFill>
          <a:blip r:embed="rId6" cstate="print"/>
          <a:stretch>
            <a:fillRect/>
          </a:stretch>
        </p:blipFill>
        <p:spPr>
          <a:xfrm>
            <a:off x="11567159" y="152400"/>
            <a:ext cx="618744" cy="387096"/>
          </a:xfrm>
          <a:prstGeom prst="rect">
            <a:avLst/>
          </a:prstGeom>
        </p:spPr>
      </p:pic>
      <p:pic>
        <p:nvPicPr>
          <p:cNvPr id="21" name="bg object 21"/>
          <p:cNvPicPr/>
          <p:nvPr/>
        </p:nvPicPr>
        <p:blipFill>
          <a:blip r:embed="rId7" cstate="print"/>
          <a:stretch>
            <a:fillRect/>
          </a:stretch>
        </p:blipFill>
        <p:spPr>
          <a:xfrm>
            <a:off x="11603737" y="115825"/>
            <a:ext cx="530351" cy="448055"/>
          </a:xfrm>
          <a:prstGeom prst="rect">
            <a:avLst/>
          </a:prstGeom>
        </p:spPr>
      </p:pic>
      <p:pic>
        <p:nvPicPr>
          <p:cNvPr id="22" name="bg object 22"/>
          <p:cNvPicPr/>
          <p:nvPr/>
        </p:nvPicPr>
        <p:blipFill>
          <a:blip r:embed="rId8" cstate="print"/>
          <a:stretch>
            <a:fillRect/>
          </a:stretch>
        </p:blipFill>
        <p:spPr>
          <a:xfrm>
            <a:off x="192024" y="655321"/>
            <a:ext cx="11999976" cy="371855"/>
          </a:xfrm>
          <a:prstGeom prst="rect">
            <a:avLst/>
          </a:prstGeom>
        </p:spPr>
      </p:pic>
      <p:pic>
        <p:nvPicPr>
          <p:cNvPr id="23" name="bg object 23"/>
          <p:cNvPicPr/>
          <p:nvPr/>
        </p:nvPicPr>
        <p:blipFill>
          <a:blip r:embed="rId9" cstate="print"/>
          <a:stretch>
            <a:fillRect/>
          </a:stretch>
        </p:blipFill>
        <p:spPr>
          <a:xfrm>
            <a:off x="2" y="2"/>
            <a:ext cx="12191999" cy="6857997"/>
          </a:xfrm>
          <a:prstGeom prst="rect">
            <a:avLst/>
          </a:prstGeom>
        </p:spPr>
      </p:pic>
      <p:sp>
        <p:nvSpPr>
          <p:cNvPr id="24" name="bg object 24"/>
          <p:cNvSpPr/>
          <p:nvPr/>
        </p:nvSpPr>
        <p:spPr>
          <a:xfrm>
            <a:off x="1524" y="1812035"/>
            <a:ext cx="12192000" cy="3237230"/>
          </a:xfrm>
          <a:custGeom>
            <a:avLst/>
            <a:gdLst/>
            <a:ahLst/>
            <a:cxnLst/>
            <a:rect l="l" t="t" r="r" b="b"/>
            <a:pathLst>
              <a:path w="12192000" h="3237229">
                <a:moveTo>
                  <a:pt x="12192000" y="0"/>
                </a:moveTo>
                <a:lnTo>
                  <a:pt x="0" y="0"/>
                </a:lnTo>
                <a:lnTo>
                  <a:pt x="0" y="3236976"/>
                </a:lnTo>
                <a:lnTo>
                  <a:pt x="12192000" y="3236976"/>
                </a:lnTo>
                <a:lnTo>
                  <a:pt x="12192000" y="0"/>
                </a:lnTo>
                <a:close/>
              </a:path>
            </a:pathLst>
          </a:custGeom>
          <a:solidFill>
            <a:srgbClr val="FFFFFF"/>
          </a:solidFill>
        </p:spPr>
        <p:txBody>
          <a:bodyPr wrap="square" lIns="0" tIns="0" rIns="0" bIns="0" rtlCol="0"/>
          <a:lstStyle/>
          <a:p>
            <a:endParaRPr/>
          </a:p>
        </p:txBody>
      </p:sp>
      <p:sp>
        <p:nvSpPr>
          <p:cNvPr id="25" name="bg object 25"/>
          <p:cNvSpPr/>
          <p:nvPr/>
        </p:nvSpPr>
        <p:spPr>
          <a:xfrm>
            <a:off x="1524" y="1812035"/>
            <a:ext cx="12192000" cy="3237230"/>
          </a:xfrm>
          <a:custGeom>
            <a:avLst/>
            <a:gdLst/>
            <a:ahLst/>
            <a:cxnLst/>
            <a:rect l="l" t="t" r="r" b="b"/>
            <a:pathLst>
              <a:path w="12192000" h="3237229">
                <a:moveTo>
                  <a:pt x="0" y="3236976"/>
                </a:moveTo>
                <a:lnTo>
                  <a:pt x="12192000" y="3236976"/>
                </a:lnTo>
                <a:lnTo>
                  <a:pt x="12192000" y="0"/>
                </a:lnTo>
                <a:lnTo>
                  <a:pt x="0" y="0"/>
                </a:lnTo>
                <a:lnTo>
                  <a:pt x="0" y="3236976"/>
                </a:lnTo>
                <a:close/>
              </a:path>
            </a:pathLst>
          </a:custGeom>
          <a:ln w="9524">
            <a:solidFill>
              <a:srgbClr val="FFFFFF"/>
            </a:solidFill>
          </a:ln>
        </p:spPr>
        <p:txBody>
          <a:bodyPr wrap="square" lIns="0" tIns="0" rIns="0" bIns="0" rtlCol="0"/>
          <a:lstStyle/>
          <a:p>
            <a:endParaRPr/>
          </a:p>
        </p:txBody>
      </p:sp>
      <p:sp>
        <p:nvSpPr>
          <p:cNvPr id="26" name="bg object 26"/>
          <p:cNvSpPr/>
          <p:nvPr/>
        </p:nvSpPr>
        <p:spPr>
          <a:xfrm>
            <a:off x="5106925" y="6758941"/>
            <a:ext cx="2923540" cy="100965"/>
          </a:xfrm>
          <a:custGeom>
            <a:avLst/>
            <a:gdLst/>
            <a:ahLst/>
            <a:cxnLst/>
            <a:rect l="l" t="t" r="r" b="b"/>
            <a:pathLst>
              <a:path w="2923540" h="100965">
                <a:moveTo>
                  <a:pt x="2923031" y="0"/>
                </a:moveTo>
                <a:lnTo>
                  <a:pt x="0" y="0"/>
                </a:lnTo>
                <a:lnTo>
                  <a:pt x="0" y="100584"/>
                </a:lnTo>
                <a:lnTo>
                  <a:pt x="2923031" y="100584"/>
                </a:lnTo>
                <a:lnTo>
                  <a:pt x="2923031" y="0"/>
                </a:lnTo>
                <a:close/>
              </a:path>
            </a:pathLst>
          </a:custGeom>
          <a:solidFill>
            <a:srgbClr val="FFFFFF"/>
          </a:solidFill>
        </p:spPr>
        <p:txBody>
          <a:bodyPr wrap="square" lIns="0" tIns="0" rIns="0" bIns="0" rtlCol="0"/>
          <a:lstStyle/>
          <a:p>
            <a:endParaRPr/>
          </a:p>
        </p:txBody>
      </p:sp>
      <p:sp>
        <p:nvSpPr>
          <p:cNvPr id="27" name="bg object 27"/>
          <p:cNvSpPr/>
          <p:nvPr/>
        </p:nvSpPr>
        <p:spPr>
          <a:xfrm>
            <a:off x="5106925" y="6758941"/>
            <a:ext cx="2923540" cy="100965"/>
          </a:xfrm>
          <a:custGeom>
            <a:avLst/>
            <a:gdLst/>
            <a:ahLst/>
            <a:cxnLst/>
            <a:rect l="l" t="t" r="r" b="b"/>
            <a:pathLst>
              <a:path w="2923540" h="100965">
                <a:moveTo>
                  <a:pt x="0" y="100584"/>
                </a:moveTo>
                <a:lnTo>
                  <a:pt x="2923031" y="100584"/>
                </a:lnTo>
                <a:lnTo>
                  <a:pt x="2923031" y="0"/>
                </a:lnTo>
                <a:lnTo>
                  <a:pt x="0" y="0"/>
                </a:lnTo>
                <a:lnTo>
                  <a:pt x="0" y="100584"/>
                </a:lnTo>
                <a:close/>
              </a:path>
            </a:pathLst>
          </a:custGeom>
          <a:ln w="9525">
            <a:solidFill>
              <a:srgbClr val="FFFFFF"/>
            </a:solidFill>
          </a:ln>
        </p:spPr>
        <p:txBody>
          <a:bodyPr wrap="square" lIns="0" tIns="0" rIns="0" bIns="0" rtlCol="0"/>
          <a:lstStyle/>
          <a:p>
            <a:endParaRPr/>
          </a:p>
        </p:txBody>
      </p:sp>
      <p:pic>
        <p:nvPicPr>
          <p:cNvPr id="28" name="bg object 28"/>
          <p:cNvPicPr/>
          <p:nvPr/>
        </p:nvPicPr>
        <p:blipFill>
          <a:blip r:embed="rId10" cstate="print"/>
          <a:stretch>
            <a:fillRect/>
          </a:stretch>
        </p:blipFill>
        <p:spPr>
          <a:xfrm>
            <a:off x="8430768" y="527311"/>
            <a:ext cx="2854667" cy="755896"/>
          </a:xfrm>
          <a:prstGeom prst="rect">
            <a:avLst/>
          </a:prstGeom>
        </p:spPr>
      </p:pic>
      <p:pic>
        <p:nvPicPr>
          <p:cNvPr id="29" name="bg object 29"/>
          <p:cNvPicPr/>
          <p:nvPr/>
        </p:nvPicPr>
        <p:blipFill>
          <a:blip r:embed="rId11" cstate="print"/>
          <a:stretch>
            <a:fillRect/>
          </a:stretch>
        </p:blipFill>
        <p:spPr>
          <a:xfrm>
            <a:off x="6284978" y="1810511"/>
            <a:ext cx="5907023" cy="368808"/>
          </a:xfrm>
          <a:prstGeom prst="rect">
            <a:avLst/>
          </a:prstGeom>
        </p:spPr>
      </p:pic>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4" name="Holder 4"/>
          <p:cNvSpPr>
            <a:spLocks noGrp="1"/>
          </p:cNvSpPr>
          <p:nvPr>
            <p:ph type="sldNum" sz="quarter" idx="7"/>
          </p:nvPr>
        </p:nvSpPr>
        <p:spPr/>
        <p:txBody>
          <a:bodyPr lIns="0" tIns="0" rIns="0" bIns="0"/>
          <a:lstStyle>
            <a:lvl1pPr algn="r">
              <a:defRPr sz="1200">
                <a:solidFill>
                  <a:schemeClr val="tx1"/>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2573823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emf"/><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oleObject" Target="../embeddings/oleObject1.bin"/><Relationship Id="rId17" Type="http://schemas.openxmlformats.org/officeDocument/2006/relationships/image" Target="../media/image5.png"/><Relationship Id="rId2" Type="http://schemas.openxmlformats.org/officeDocument/2006/relationships/slideLayout" Target="../slideLayouts/slideLayout2.xml"/><Relationship Id="rId16"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ags" Target="../tags/tag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7.xml"/><Relationship Id="rId13" Type="http://schemas.openxmlformats.org/officeDocument/2006/relationships/slideLayout" Target="../slideLayouts/slideLayout22.xml"/><Relationship Id="rId18" Type="http://schemas.openxmlformats.org/officeDocument/2006/relationships/image" Target="../media/image2.png"/><Relationship Id="rId3" Type="http://schemas.openxmlformats.org/officeDocument/2006/relationships/slideLayout" Target="../slideLayouts/slideLayout12.xml"/><Relationship Id="rId7" Type="http://schemas.openxmlformats.org/officeDocument/2006/relationships/slideLayout" Target="../slideLayouts/slideLayout16.xml"/><Relationship Id="rId12" Type="http://schemas.openxmlformats.org/officeDocument/2006/relationships/slideLayout" Target="../slideLayouts/slideLayout21.xml"/><Relationship Id="rId17" Type="http://schemas.openxmlformats.org/officeDocument/2006/relationships/image" Target="../media/image1.emf"/><Relationship Id="rId2" Type="http://schemas.openxmlformats.org/officeDocument/2006/relationships/slideLayout" Target="../slideLayouts/slideLayout11.xml"/><Relationship Id="rId16" Type="http://schemas.openxmlformats.org/officeDocument/2006/relationships/oleObject" Target="../embeddings/oleObject8.bin"/><Relationship Id="rId20" Type="http://schemas.openxmlformats.org/officeDocument/2006/relationships/image" Target="../media/image4.png"/><Relationship Id="rId1" Type="http://schemas.openxmlformats.org/officeDocument/2006/relationships/slideLayout" Target="../slideLayouts/slideLayout10.xml"/><Relationship Id="rId6" Type="http://schemas.openxmlformats.org/officeDocument/2006/relationships/slideLayout" Target="../slideLayouts/slideLayout15.xml"/><Relationship Id="rId11" Type="http://schemas.openxmlformats.org/officeDocument/2006/relationships/slideLayout" Target="../slideLayouts/slideLayout20.xml"/><Relationship Id="rId5" Type="http://schemas.openxmlformats.org/officeDocument/2006/relationships/slideLayout" Target="../slideLayouts/slideLayout14.xml"/><Relationship Id="rId15" Type="http://schemas.openxmlformats.org/officeDocument/2006/relationships/tags" Target="../tags/tag11.xml"/><Relationship Id="rId10" Type="http://schemas.openxmlformats.org/officeDocument/2006/relationships/slideLayout" Target="../slideLayouts/slideLayout19.xml"/><Relationship Id="rId19" Type="http://schemas.openxmlformats.org/officeDocument/2006/relationships/image" Target="../media/image3.png"/><Relationship Id="rId4" Type="http://schemas.openxmlformats.org/officeDocument/2006/relationships/slideLayout" Target="../slideLayouts/slideLayout13.xml"/><Relationship Id="rId9" Type="http://schemas.openxmlformats.org/officeDocument/2006/relationships/slideLayout" Target="../slideLayouts/slideLayout18.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theme" Target="../theme/theme3.xml"/><Relationship Id="rId18" Type="http://schemas.openxmlformats.org/officeDocument/2006/relationships/image" Target="../media/image3.png"/><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slideLayout" Target="../slideLayouts/slideLayout34.xml"/><Relationship Id="rId17" Type="http://schemas.openxmlformats.org/officeDocument/2006/relationships/image" Target="../media/image2.png"/><Relationship Id="rId2" Type="http://schemas.openxmlformats.org/officeDocument/2006/relationships/slideLayout" Target="../slideLayouts/slideLayout24.xml"/><Relationship Id="rId16" Type="http://schemas.openxmlformats.org/officeDocument/2006/relationships/image" Target="../media/image1.emf"/><Relationship Id="rId20" Type="http://schemas.openxmlformats.org/officeDocument/2006/relationships/image" Target="../media/image5.png"/><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5" Type="http://schemas.openxmlformats.org/officeDocument/2006/relationships/oleObject" Target="../embeddings/oleObject1.bin"/><Relationship Id="rId10" Type="http://schemas.openxmlformats.org/officeDocument/2006/relationships/slideLayout" Target="../slideLayouts/slideLayout32.xml"/><Relationship Id="rId19" Type="http://schemas.openxmlformats.org/officeDocument/2006/relationships/image" Target="../media/image4.png"/><Relationship Id="rId4" Type="http://schemas.openxmlformats.org/officeDocument/2006/relationships/slideLayout" Target="../slideLayouts/slideLayout26.xml"/><Relationship Id="rId9" Type="http://schemas.openxmlformats.org/officeDocument/2006/relationships/slideLayout" Target="../slideLayouts/slideLayout31.xml"/><Relationship Id="rId14" Type="http://schemas.openxmlformats.org/officeDocument/2006/relationships/tags" Target="../tags/tag27.xml"/></Relationships>
</file>

<file path=ppt/slideMasters/_rels/slideMaster4.xml.rels><?xml version="1.0" encoding="UTF-8" standalone="yes"?>
<Relationships xmlns="http://schemas.openxmlformats.org/package/2006/relationships"><Relationship Id="rId8" Type="http://schemas.openxmlformats.org/officeDocument/2006/relationships/theme" Target="../theme/theme4.xml"/><Relationship Id="rId13" Type="http://schemas.openxmlformats.org/officeDocument/2006/relationships/image" Target="../media/image3.png"/><Relationship Id="rId3" Type="http://schemas.openxmlformats.org/officeDocument/2006/relationships/slideLayout" Target="../slideLayouts/slideLayout37.xml"/><Relationship Id="rId7" Type="http://schemas.openxmlformats.org/officeDocument/2006/relationships/slideLayout" Target="../slideLayouts/slideLayout41.xml"/><Relationship Id="rId12" Type="http://schemas.openxmlformats.org/officeDocument/2006/relationships/image" Target="../media/image2.png"/><Relationship Id="rId2" Type="http://schemas.openxmlformats.org/officeDocument/2006/relationships/slideLayout" Target="../slideLayouts/slideLayout36.xml"/><Relationship Id="rId1" Type="http://schemas.openxmlformats.org/officeDocument/2006/relationships/slideLayout" Target="../slideLayouts/slideLayout35.xml"/><Relationship Id="rId6" Type="http://schemas.openxmlformats.org/officeDocument/2006/relationships/slideLayout" Target="../slideLayouts/slideLayout40.xml"/><Relationship Id="rId11" Type="http://schemas.openxmlformats.org/officeDocument/2006/relationships/image" Target="../media/image1.emf"/><Relationship Id="rId5" Type="http://schemas.openxmlformats.org/officeDocument/2006/relationships/slideLayout" Target="../slideLayouts/slideLayout39.xml"/><Relationship Id="rId15" Type="http://schemas.openxmlformats.org/officeDocument/2006/relationships/image" Target="../media/image5.png"/><Relationship Id="rId10" Type="http://schemas.openxmlformats.org/officeDocument/2006/relationships/oleObject" Target="../embeddings/oleObject1.bin"/><Relationship Id="rId4" Type="http://schemas.openxmlformats.org/officeDocument/2006/relationships/slideLayout" Target="../slideLayouts/slideLayout38.xml"/><Relationship Id="rId9" Type="http://schemas.openxmlformats.org/officeDocument/2006/relationships/tags" Target="../tags/tag38.xml"/><Relationship Id="rId14" Type="http://schemas.openxmlformats.org/officeDocument/2006/relationships/image" Target="../media/image4.png"/></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49.xml"/><Relationship Id="rId13" Type="http://schemas.openxmlformats.org/officeDocument/2006/relationships/tags" Target="../tags/tag47.xml"/><Relationship Id="rId18" Type="http://schemas.openxmlformats.org/officeDocument/2006/relationships/image" Target="../media/image4.png"/><Relationship Id="rId3" Type="http://schemas.openxmlformats.org/officeDocument/2006/relationships/slideLayout" Target="../slideLayouts/slideLayout44.xml"/><Relationship Id="rId7" Type="http://schemas.openxmlformats.org/officeDocument/2006/relationships/slideLayout" Target="../slideLayouts/slideLayout48.xml"/><Relationship Id="rId12" Type="http://schemas.openxmlformats.org/officeDocument/2006/relationships/theme" Target="../theme/theme5.xml"/><Relationship Id="rId17" Type="http://schemas.openxmlformats.org/officeDocument/2006/relationships/image" Target="../media/image3.png"/><Relationship Id="rId2" Type="http://schemas.openxmlformats.org/officeDocument/2006/relationships/slideLayout" Target="../slideLayouts/slideLayout43.xml"/><Relationship Id="rId16" Type="http://schemas.openxmlformats.org/officeDocument/2006/relationships/image" Target="../media/image2.png"/><Relationship Id="rId1" Type="http://schemas.openxmlformats.org/officeDocument/2006/relationships/slideLayout" Target="../slideLayouts/slideLayout42.xml"/><Relationship Id="rId6" Type="http://schemas.openxmlformats.org/officeDocument/2006/relationships/slideLayout" Target="../slideLayouts/slideLayout47.xml"/><Relationship Id="rId11" Type="http://schemas.openxmlformats.org/officeDocument/2006/relationships/slideLayout" Target="../slideLayouts/slideLayout52.xml"/><Relationship Id="rId5" Type="http://schemas.openxmlformats.org/officeDocument/2006/relationships/slideLayout" Target="../slideLayouts/slideLayout46.xml"/><Relationship Id="rId15" Type="http://schemas.openxmlformats.org/officeDocument/2006/relationships/image" Target="../media/image1.emf"/><Relationship Id="rId10" Type="http://schemas.openxmlformats.org/officeDocument/2006/relationships/slideLayout" Target="../slideLayouts/slideLayout51.xml"/><Relationship Id="rId4" Type="http://schemas.openxmlformats.org/officeDocument/2006/relationships/slideLayout" Target="../slideLayouts/slideLayout45.xml"/><Relationship Id="rId9" Type="http://schemas.openxmlformats.org/officeDocument/2006/relationships/slideLayout" Target="../slideLayouts/slideLayout50.xml"/><Relationship Id="rId14" Type="http://schemas.openxmlformats.org/officeDocument/2006/relationships/oleObject" Target="../embeddings/oleObject11.bin"/></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0.xml"/><Relationship Id="rId13" Type="http://schemas.openxmlformats.org/officeDocument/2006/relationships/image" Target="../media/image2.png"/><Relationship Id="rId3" Type="http://schemas.openxmlformats.org/officeDocument/2006/relationships/slideLayout" Target="../slideLayouts/slideLayout55.xml"/><Relationship Id="rId7" Type="http://schemas.openxmlformats.org/officeDocument/2006/relationships/slideLayout" Target="../slideLayouts/slideLayout59.xml"/><Relationship Id="rId12" Type="http://schemas.openxmlformats.org/officeDocument/2006/relationships/image" Target="../media/image1.emf"/><Relationship Id="rId2" Type="http://schemas.openxmlformats.org/officeDocument/2006/relationships/slideLayout" Target="../slideLayouts/slideLayout54.xml"/><Relationship Id="rId16" Type="http://schemas.openxmlformats.org/officeDocument/2006/relationships/image" Target="../media/image5.png"/><Relationship Id="rId1" Type="http://schemas.openxmlformats.org/officeDocument/2006/relationships/slideLayout" Target="../slideLayouts/slideLayout53.xml"/><Relationship Id="rId6" Type="http://schemas.openxmlformats.org/officeDocument/2006/relationships/slideLayout" Target="../slideLayouts/slideLayout58.xml"/><Relationship Id="rId11" Type="http://schemas.openxmlformats.org/officeDocument/2006/relationships/oleObject" Target="../embeddings/oleObject1.bin"/><Relationship Id="rId5" Type="http://schemas.openxmlformats.org/officeDocument/2006/relationships/slideLayout" Target="../slideLayouts/slideLayout57.xml"/><Relationship Id="rId15" Type="http://schemas.openxmlformats.org/officeDocument/2006/relationships/image" Target="../media/image4.png"/><Relationship Id="rId10" Type="http://schemas.openxmlformats.org/officeDocument/2006/relationships/tags" Target="../tags/tag61.xml"/><Relationship Id="rId4" Type="http://schemas.openxmlformats.org/officeDocument/2006/relationships/slideLayout" Target="../slideLayouts/slideLayout56.xml"/><Relationship Id="rId9" Type="http://schemas.openxmlformats.org/officeDocument/2006/relationships/theme" Target="../theme/theme6.xml"/><Relationship Id="rId14" Type="http://schemas.openxmlformats.org/officeDocument/2006/relationships/image" Target="../media/image3.png"/></Relationships>
</file>

<file path=ppt/slideMasters/_rels/slideMaster7.xml.rels><?xml version="1.0" encoding="UTF-8" standalone="yes"?>
<Relationships xmlns="http://schemas.openxmlformats.org/package/2006/relationships"><Relationship Id="rId8" Type="http://schemas.openxmlformats.org/officeDocument/2006/relationships/theme" Target="../theme/theme7.xml"/><Relationship Id="rId13" Type="http://schemas.openxmlformats.org/officeDocument/2006/relationships/image" Target="../media/image3.png"/><Relationship Id="rId3" Type="http://schemas.openxmlformats.org/officeDocument/2006/relationships/slideLayout" Target="../slideLayouts/slideLayout63.xml"/><Relationship Id="rId7" Type="http://schemas.openxmlformats.org/officeDocument/2006/relationships/slideLayout" Target="../slideLayouts/slideLayout67.xml"/><Relationship Id="rId12" Type="http://schemas.openxmlformats.org/officeDocument/2006/relationships/image" Target="../media/image2.png"/><Relationship Id="rId2" Type="http://schemas.openxmlformats.org/officeDocument/2006/relationships/slideLayout" Target="../slideLayouts/slideLayout62.xml"/><Relationship Id="rId1" Type="http://schemas.openxmlformats.org/officeDocument/2006/relationships/slideLayout" Target="../slideLayouts/slideLayout61.xml"/><Relationship Id="rId6" Type="http://schemas.openxmlformats.org/officeDocument/2006/relationships/slideLayout" Target="../slideLayouts/slideLayout66.xml"/><Relationship Id="rId11" Type="http://schemas.openxmlformats.org/officeDocument/2006/relationships/image" Target="../media/image1.emf"/><Relationship Id="rId5" Type="http://schemas.openxmlformats.org/officeDocument/2006/relationships/slideLayout" Target="../slideLayouts/slideLayout65.xml"/><Relationship Id="rId15" Type="http://schemas.openxmlformats.org/officeDocument/2006/relationships/image" Target="../media/image5.png"/><Relationship Id="rId10" Type="http://schemas.openxmlformats.org/officeDocument/2006/relationships/oleObject" Target="../embeddings/oleObject12.bin"/><Relationship Id="rId4" Type="http://schemas.openxmlformats.org/officeDocument/2006/relationships/slideLayout" Target="../slideLayouts/slideLayout64.xml"/><Relationship Id="rId9" Type="http://schemas.openxmlformats.org/officeDocument/2006/relationships/tags" Target="../tags/tag71.xml"/><Relationship Id="rId14" Type="http://schemas.openxmlformats.org/officeDocument/2006/relationships/image" Target="../media/image4.png"/></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75.xml"/><Relationship Id="rId13" Type="http://schemas.openxmlformats.org/officeDocument/2006/relationships/image" Target="../media/image2.png"/><Relationship Id="rId3" Type="http://schemas.openxmlformats.org/officeDocument/2006/relationships/slideLayout" Target="../slideLayouts/slideLayout70.xml"/><Relationship Id="rId7" Type="http://schemas.openxmlformats.org/officeDocument/2006/relationships/slideLayout" Target="../slideLayouts/slideLayout74.xml"/><Relationship Id="rId12" Type="http://schemas.openxmlformats.org/officeDocument/2006/relationships/image" Target="../media/image1.emf"/><Relationship Id="rId2" Type="http://schemas.openxmlformats.org/officeDocument/2006/relationships/slideLayout" Target="../slideLayouts/slideLayout69.xml"/><Relationship Id="rId16" Type="http://schemas.openxmlformats.org/officeDocument/2006/relationships/image" Target="../media/image5.png"/><Relationship Id="rId1" Type="http://schemas.openxmlformats.org/officeDocument/2006/relationships/slideLayout" Target="../slideLayouts/slideLayout68.xml"/><Relationship Id="rId6" Type="http://schemas.openxmlformats.org/officeDocument/2006/relationships/slideLayout" Target="../slideLayouts/slideLayout73.xml"/><Relationship Id="rId11" Type="http://schemas.openxmlformats.org/officeDocument/2006/relationships/oleObject" Target="../embeddings/oleObject1.bin"/><Relationship Id="rId5" Type="http://schemas.openxmlformats.org/officeDocument/2006/relationships/slideLayout" Target="../slideLayouts/slideLayout72.xml"/><Relationship Id="rId15" Type="http://schemas.openxmlformats.org/officeDocument/2006/relationships/image" Target="../media/image4.png"/><Relationship Id="rId10" Type="http://schemas.openxmlformats.org/officeDocument/2006/relationships/tags" Target="../tags/tag80.xml"/><Relationship Id="rId4" Type="http://schemas.openxmlformats.org/officeDocument/2006/relationships/slideLayout" Target="../slideLayouts/slideLayout71.xml"/><Relationship Id="rId9" Type="http://schemas.openxmlformats.org/officeDocument/2006/relationships/theme" Target="../theme/theme8.xml"/><Relationship Id="rId14" Type="http://schemas.openxmlformats.org/officeDocument/2006/relationships/image" Target="../media/image3.png"/></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83.xml"/><Relationship Id="rId13" Type="http://schemas.openxmlformats.org/officeDocument/2006/relationships/image" Target="../media/image2.png"/><Relationship Id="rId3" Type="http://schemas.openxmlformats.org/officeDocument/2006/relationships/slideLayout" Target="../slideLayouts/slideLayout78.xml"/><Relationship Id="rId7" Type="http://schemas.openxmlformats.org/officeDocument/2006/relationships/slideLayout" Target="../slideLayouts/slideLayout82.xml"/><Relationship Id="rId12" Type="http://schemas.openxmlformats.org/officeDocument/2006/relationships/image" Target="../media/image1.emf"/><Relationship Id="rId2" Type="http://schemas.openxmlformats.org/officeDocument/2006/relationships/slideLayout" Target="../slideLayouts/slideLayout77.xml"/><Relationship Id="rId16" Type="http://schemas.openxmlformats.org/officeDocument/2006/relationships/image" Target="../media/image5.png"/><Relationship Id="rId1" Type="http://schemas.openxmlformats.org/officeDocument/2006/relationships/slideLayout" Target="../slideLayouts/slideLayout76.xml"/><Relationship Id="rId6" Type="http://schemas.openxmlformats.org/officeDocument/2006/relationships/slideLayout" Target="../slideLayouts/slideLayout81.xml"/><Relationship Id="rId11" Type="http://schemas.openxmlformats.org/officeDocument/2006/relationships/oleObject" Target="../embeddings/oleObject1.bin"/><Relationship Id="rId5" Type="http://schemas.openxmlformats.org/officeDocument/2006/relationships/slideLayout" Target="../slideLayouts/slideLayout80.xml"/><Relationship Id="rId15" Type="http://schemas.openxmlformats.org/officeDocument/2006/relationships/image" Target="../media/image4.png"/><Relationship Id="rId10" Type="http://schemas.openxmlformats.org/officeDocument/2006/relationships/tags" Target="../tags/tag90.xml"/><Relationship Id="rId4" Type="http://schemas.openxmlformats.org/officeDocument/2006/relationships/slideLayout" Target="../slideLayouts/slideLayout79.xml"/><Relationship Id="rId9" Type="http://schemas.openxmlformats.org/officeDocument/2006/relationships/theme" Target="../theme/theme9.xml"/><Relationship Id="rId14" Type="http://schemas.openxmlformats.org/officeDocument/2006/relationships/image" Target="../media/image3.png"/></Relationships>
</file>

<file path=ppt/slideMasters/_rels/slideMaster10.xml.rels><?xml version="1.0" encoding="UTF-8" standalone="yes"?>
<Relationships xmlns="http://schemas.openxmlformats.org/package/2006/relationships"><Relationship Id="rId8" Type="http://schemas.openxmlformats.org/officeDocument/2006/relationships/slideLayout" Target="../slideLayouts/slideLayout91.xml"/><Relationship Id="rId13" Type="http://schemas.openxmlformats.org/officeDocument/2006/relationships/tags" Target="../tags/tag100.xml"/><Relationship Id="rId18" Type="http://schemas.openxmlformats.org/officeDocument/2006/relationships/image" Target="../media/image4.png"/><Relationship Id="rId3" Type="http://schemas.openxmlformats.org/officeDocument/2006/relationships/slideLayout" Target="../slideLayouts/slideLayout86.xml"/><Relationship Id="rId7" Type="http://schemas.openxmlformats.org/officeDocument/2006/relationships/slideLayout" Target="../slideLayouts/slideLayout90.xml"/><Relationship Id="rId12" Type="http://schemas.openxmlformats.org/officeDocument/2006/relationships/theme" Target="../theme/theme10.xml"/><Relationship Id="rId17" Type="http://schemas.openxmlformats.org/officeDocument/2006/relationships/image" Target="../media/image3.png"/><Relationship Id="rId2" Type="http://schemas.openxmlformats.org/officeDocument/2006/relationships/slideLayout" Target="../slideLayouts/slideLayout85.xml"/><Relationship Id="rId16" Type="http://schemas.openxmlformats.org/officeDocument/2006/relationships/image" Target="../media/image2.png"/><Relationship Id="rId1" Type="http://schemas.openxmlformats.org/officeDocument/2006/relationships/slideLayout" Target="../slideLayouts/slideLayout84.xml"/><Relationship Id="rId6" Type="http://schemas.openxmlformats.org/officeDocument/2006/relationships/slideLayout" Target="../slideLayouts/slideLayout89.xml"/><Relationship Id="rId11" Type="http://schemas.openxmlformats.org/officeDocument/2006/relationships/slideLayout" Target="../slideLayouts/slideLayout94.xml"/><Relationship Id="rId5" Type="http://schemas.openxmlformats.org/officeDocument/2006/relationships/slideLayout" Target="../slideLayouts/slideLayout88.xml"/><Relationship Id="rId15" Type="http://schemas.openxmlformats.org/officeDocument/2006/relationships/image" Target="../media/image1.emf"/><Relationship Id="rId10" Type="http://schemas.openxmlformats.org/officeDocument/2006/relationships/slideLayout" Target="../slideLayouts/slideLayout93.xml"/><Relationship Id="rId4" Type="http://schemas.openxmlformats.org/officeDocument/2006/relationships/slideLayout" Target="../slideLayouts/slideLayout87.xml"/><Relationship Id="rId9" Type="http://schemas.openxmlformats.org/officeDocument/2006/relationships/slideLayout" Target="../slideLayouts/slideLayout92.xml"/><Relationship Id="rId14" Type="http://schemas.openxmlformats.org/officeDocument/2006/relationships/oleObject" Target="../embeddings/oleObject11.bin"/></Relationships>
</file>

<file path=ppt/slideMasters/_rels/slideMaster11.xml.rels><?xml version="1.0" encoding="UTF-8" standalone="yes"?>
<Relationships xmlns="http://schemas.openxmlformats.org/package/2006/relationships"><Relationship Id="rId8" Type="http://schemas.openxmlformats.org/officeDocument/2006/relationships/slideLayout" Target="../slideLayouts/slideLayout102.xml"/><Relationship Id="rId13" Type="http://schemas.openxmlformats.org/officeDocument/2006/relationships/image" Target="../media/image2.png"/><Relationship Id="rId3" Type="http://schemas.openxmlformats.org/officeDocument/2006/relationships/slideLayout" Target="../slideLayouts/slideLayout97.xml"/><Relationship Id="rId7" Type="http://schemas.openxmlformats.org/officeDocument/2006/relationships/slideLayout" Target="../slideLayouts/slideLayout101.xml"/><Relationship Id="rId12" Type="http://schemas.openxmlformats.org/officeDocument/2006/relationships/image" Target="../media/image1.emf"/><Relationship Id="rId2" Type="http://schemas.openxmlformats.org/officeDocument/2006/relationships/slideLayout" Target="../slideLayouts/slideLayout96.xml"/><Relationship Id="rId16" Type="http://schemas.openxmlformats.org/officeDocument/2006/relationships/image" Target="../media/image5.png"/><Relationship Id="rId1" Type="http://schemas.openxmlformats.org/officeDocument/2006/relationships/slideLayout" Target="../slideLayouts/slideLayout95.xml"/><Relationship Id="rId6" Type="http://schemas.openxmlformats.org/officeDocument/2006/relationships/slideLayout" Target="../slideLayouts/slideLayout100.xml"/><Relationship Id="rId11" Type="http://schemas.openxmlformats.org/officeDocument/2006/relationships/oleObject" Target="../embeddings/oleObject1.bin"/><Relationship Id="rId5" Type="http://schemas.openxmlformats.org/officeDocument/2006/relationships/slideLayout" Target="../slideLayouts/slideLayout99.xml"/><Relationship Id="rId15" Type="http://schemas.openxmlformats.org/officeDocument/2006/relationships/image" Target="../media/image4.png"/><Relationship Id="rId10" Type="http://schemas.openxmlformats.org/officeDocument/2006/relationships/tags" Target="../tags/tag114.xml"/><Relationship Id="rId4" Type="http://schemas.openxmlformats.org/officeDocument/2006/relationships/slideLayout" Target="../slideLayouts/slideLayout98.xml"/><Relationship Id="rId9" Type="http://schemas.openxmlformats.org/officeDocument/2006/relationships/theme" Target="../theme/theme11.xml"/><Relationship Id="rId14" Type="http://schemas.openxmlformats.org/officeDocument/2006/relationships/image" Target="../media/image3.png"/></Relationships>
</file>

<file path=ppt/slideMasters/_rels/slideMaster12.xml.rels><?xml version="1.0" encoding="UTF-8" standalone="yes"?>
<Relationships xmlns="http://schemas.openxmlformats.org/package/2006/relationships"><Relationship Id="rId8" Type="http://schemas.openxmlformats.org/officeDocument/2006/relationships/slideLayout" Target="../slideLayouts/slideLayout110.xml"/><Relationship Id="rId13" Type="http://schemas.openxmlformats.org/officeDocument/2006/relationships/image" Target="../media/image2.png"/><Relationship Id="rId3" Type="http://schemas.openxmlformats.org/officeDocument/2006/relationships/slideLayout" Target="../slideLayouts/slideLayout105.xml"/><Relationship Id="rId7" Type="http://schemas.openxmlformats.org/officeDocument/2006/relationships/slideLayout" Target="../slideLayouts/slideLayout109.xml"/><Relationship Id="rId12" Type="http://schemas.openxmlformats.org/officeDocument/2006/relationships/image" Target="../media/image1.emf"/><Relationship Id="rId2" Type="http://schemas.openxmlformats.org/officeDocument/2006/relationships/slideLayout" Target="../slideLayouts/slideLayout104.xml"/><Relationship Id="rId16" Type="http://schemas.openxmlformats.org/officeDocument/2006/relationships/image" Target="../media/image5.png"/><Relationship Id="rId1" Type="http://schemas.openxmlformats.org/officeDocument/2006/relationships/slideLayout" Target="../slideLayouts/slideLayout103.xml"/><Relationship Id="rId6" Type="http://schemas.openxmlformats.org/officeDocument/2006/relationships/slideLayout" Target="../slideLayouts/slideLayout108.xml"/><Relationship Id="rId11" Type="http://schemas.openxmlformats.org/officeDocument/2006/relationships/oleObject" Target="../embeddings/oleObject1.bin"/><Relationship Id="rId5" Type="http://schemas.openxmlformats.org/officeDocument/2006/relationships/slideLayout" Target="../slideLayouts/slideLayout107.xml"/><Relationship Id="rId15" Type="http://schemas.openxmlformats.org/officeDocument/2006/relationships/image" Target="../media/image4.png"/><Relationship Id="rId10" Type="http://schemas.openxmlformats.org/officeDocument/2006/relationships/tags" Target="../tags/tag124.xml"/><Relationship Id="rId4" Type="http://schemas.openxmlformats.org/officeDocument/2006/relationships/slideLayout" Target="../slideLayouts/slideLayout106.xml"/><Relationship Id="rId9" Type="http://schemas.openxmlformats.org/officeDocument/2006/relationships/theme" Target="../theme/theme12.xml"/><Relationship Id="rId14" Type="http://schemas.openxmlformats.org/officeDocument/2006/relationships/image" Target="../media/image3.png"/></Relationships>
</file>

<file path=ppt/slideMasters/_rels/slideMaster13.xml.rels><?xml version="1.0" encoding="UTF-8" standalone="yes"?>
<Relationships xmlns="http://schemas.openxmlformats.org/package/2006/relationships"><Relationship Id="rId8" Type="http://schemas.openxmlformats.org/officeDocument/2006/relationships/slideLayout" Target="../slideLayouts/slideLayout118.xml"/><Relationship Id="rId13" Type="http://schemas.openxmlformats.org/officeDocument/2006/relationships/oleObject" Target="../embeddings/oleObject14.bin"/><Relationship Id="rId3" Type="http://schemas.openxmlformats.org/officeDocument/2006/relationships/slideLayout" Target="../slideLayouts/slideLayout113.xml"/><Relationship Id="rId7" Type="http://schemas.openxmlformats.org/officeDocument/2006/relationships/slideLayout" Target="../slideLayouts/slideLayout117.xml"/><Relationship Id="rId12" Type="http://schemas.openxmlformats.org/officeDocument/2006/relationships/tags" Target="../tags/tag134.xml"/><Relationship Id="rId17" Type="http://schemas.openxmlformats.org/officeDocument/2006/relationships/image" Target="../media/image4.png"/><Relationship Id="rId2" Type="http://schemas.openxmlformats.org/officeDocument/2006/relationships/slideLayout" Target="../slideLayouts/slideLayout112.xml"/><Relationship Id="rId16" Type="http://schemas.openxmlformats.org/officeDocument/2006/relationships/image" Target="../media/image3.png"/><Relationship Id="rId1" Type="http://schemas.openxmlformats.org/officeDocument/2006/relationships/slideLayout" Target="../slideLayouts/slideLayout111.xml"/><Relationship Id="rId6" Type="http://schemas.openxmlformats.org/officeDocument/2006/relationships/slideLayout" Target="../slideLayouts/slideLayout116.xml"/><Relationship Id="rId11" Type="http://schemas.openxmlformats.org/officeDocument/2006/relationships/theme" Target="../theme/theme13.xml"/><Relationship Id="rId5" Type="http://schemas.openxmlformats.org/officeDocument/2006/relationships/slideLayout" Target="../slideLayouts/slideLayout115.xml"/><Relationship Id="rId15" Type="http://schemas.openxmlformats.org/officeDocument/2006/relationships/image" Target="../media/image2.png"/><Relationship Id="rId10" Type="http://schemas.openxmlformats.org/officeDocument/2006/relationships/slideLayout" Target="../slideLayouts/slideLayout120.xml"/><Relationship Id="rId4" Type="http://schemas.openxmlformats.org/officeDocument/2006/relationships/slideLayout" Target="../slideLayouts/slideLayout114.xml"/><Relationship Id="rId9" Type="http://schemas.openxmlformats.org/officeDocument/2006/relationships/slideLayout" Target="../slideLayouts/slideLayout119.xml"/><Relationship Id="rId14" Type="http://schemas.openxmlformats.org/officeDocument/2006/relationships/image" Target="../media/image1.emf"/></Relationships>
</file>

<file path=ppt/slideMasters/_rels/slideMaster14.xml.rels><?xml version="1.0" encoding="UTF-8" standalone="yes"?>
<Relationships xmlns="http://schemas.openxmlformats.org/package/2006/relationships"><Relationship Id="rId8" Type="http://schemas.openxmlformats.org/officeDocument/2006/relationships/slideLayout" Target="../slideLayouts/slideLayout128.xml"/><Relationship Id="rId13" Type="http://schemas.openxmlformats.org/officeDocument/2006/relationships/image" Target="../media/image1.emf"/><Relationship Id="rId3" Type="http://schemas.openxmlformats.org/officeDocument/2006/relationships/slideLayout" Target="../slideLayouts/slideLayout123.xml"/><Relationship Id="rId7" Type="http://schemas.openxmlformats.org/officeDocument/2006/relationships/slideLayout" Target="../slideLayouts/slideLayout127.xml"/><Relationship Id="rId12" Type="http://schemas.openxmlformats.org/officeDocument/2006/relationships/oleObject" Target="../embeddings/oleObject1.bin"/><Relationship Id="rId17" Type="http://schemas.openxmlformats.org/officeDocument/2006/relationships/image" Target="../media/image5.png"/><Relationship Id="rId2" Type="http://schemas.openxmlformats.org/officeDocument/2006/relationships/slideLayout" Target="../slideLayouts/slideLayout122.xml"/><Relationship Id="rId16" Type="http://schemas.openxmlformats.org/officeDocument/2006/relationships/image" Target="../media/image4.png"/><Relationship Id="rId1" Type="http://schemas.openxmlformats.org/officeDocument/2006/relationships/slideLayout" Target="../slideLayouts/slideLayout121.xml"/><Relationship Id="rId6" Type="http://schemas.openxmlformats.org/officeDocument/2006/relationships/slideLayout" Target="../slideLayouts/slideLayout126.xml"/><Relationship Id="rId11" Type="http://schemas.openxmlformats.org/officeDocument/2006/relationships/tags" Target="../tags/tag143.xml"/><Relationship Id="rId5" Type="http://schemas.openxmlformats.org/officeDocument/2006/relationships/slideLayout" Target="../slideLayouts/slideLayout125.xml"/><Relationship Id="rId15" Type="http://schemas.openxmlformats.org/officeDocument/2006/relationships/image" Target="../media/image3.png"/><Relationship Id="rId10" Type="http://schemas.openxmlformats.org/officeDocument/2006/relationships/theme" Target="../theme/theme14.xml"/><Relationship Id="rId4" Type="http://schemas.openxmlformats.org/officeDocument/2006/relationships/slideLayout" Target="../slideLayouts/slideLayout124.xml"/><Relationship Id="rId9" Type="http://schemas.openxmlformats.org/officeDocument/2006/relationships/slideLayout" Target="../slideLayouts/slideLayout12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custDataLst>
              <p:tags r:id="rId11"/>
            </p:custDataLst>
            <p:extLst>
              <p:ext uri="{D42A27DB-BD31-4B8C-83A1-F6EECF244321}">
                <p14:modId xmlns:p14="http://schemas.microsoft.com/office/powerpoint/2010/main" val="4054753942"/>
              </p:ext>
            </p:extLst>
          </p:nvPr>
        </p:nvGraphicFramePr>
        <p:xfrm>
          <a:off x="2119" y="1595"/>
          <a:ext cx="2116" cy="1587"/>
        </p:xfrm>
        <a:graphic>
          <a:graphicData uri="http://schemas.openxmlformats.org/presentationml/2006/ole">
            <mc:AlternateContent xmlns:mc="http://schemas.openxmlformats.org/markup-compatibility/2006">
              <mc:Choice xmlns:v="urn:schemas-microsoft-com:vml" Requires="v">
                <p:oleObj name="think-cell Slide" r:id="rId12" imgW="430" imgH="433" progId="TCLayout.ActiveDocument.1">
                  <p:embed/>
                </p:oleObj>
              </mc:Choice>
              <mc:Fallback>
                <p:oleObj name="think-cell Slide" r:id="rId12" imgW="430" imgH="433" progId="TCLayout.ActiveDocument.1">
                  <p:embed/>
                  <p:pic>
                    <p:nvPicPr>
                      <p:cNvPr id="2" name="Object 1" hidden="1"/>
                      <p:cNvPicPr/>
                      <p:nvPr/>
                    </p:nvPicPr>
                    <p:blipFill>
                      <a:blip r:embed="rId13"/>
                      <a:stretch>
                        <a:fillRect/>
                      </a:stretch>
                    </p:blipFill>
                    <p:spPr>
                      <a:xfrm>
                        <a:off x="2119" y="1595"/>
                        <a:ext cx="2116" cy="1587"/>
                      </a:xfrm>
                      <a:prstGeom prst="rect">
                        <a:avLst/>
                      </a:prstGeom>
                    </p:spPr>
                  </p:pic>
                </p:oleObj>
              </mc:Fallback>
            </mc:AlternateContent>
          </a:graphicData>
        </a:graphic>
      </p:graphicFrame>
      <p:sp>
        <p:nvSpPr>
          <p:cNvPr id="11269" name="Rectangle 5"/>
          <p:cNvSpPr>
            <a:spLocks noGrp="1" noChangeArrowheads="1"/>
          </p:cNvSpPr>
          <p:nvPr>
            <p:ph type="sldNum" sz="quarter" idx="4"/>
          </p:nvPr>
        </p:nvSpPr>
        <p:spPr bwMode="auto">
          <a:xfrm>
            <a:off x="11664619" y="6400800"/>
            <a:ext cx="527381"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36000" tIns="36000" rIns="36000" bIns="36000" numCol="1" anchor="b" anchorCtr="0" compatLnSpc="1">
            <a:prstTxWarp prst="textNoShape">
              <a:avLst/>
            </a:prstTxWarp>
          </a:bodyPr>
          <a:lstStyle>
            <a:lvl1pPr algn="r">
              <a:defRPr sz="750">
                <a:solidFill>
                  <a:srgbClr val="FF0000"/>
                </a:solidFill>
                <a:latin typeface="Calibri" panose="020F0502020204030204" pitchFamily="34" charset="0"/>
                <a:cs typeface="+mn-cs"/>
              </a:defRPr>
            </a:lvl1pPr>
          </a:lstStyle>
          <a:p>
            <a:pPr>
              <a:defRPr/>
            </a:pPr>
            <a:fld id="{6516E9BE-843C-4425-80E4-36155279AD5E}" type="slidenum">
              <a:rPr lang="en-GB" smtClean="0"/>
              <a:pPr>
                <a:defRPr/>
              </a:pPr>
              <a:t>‹#›</a:t>
            </a:fld>
            <a:endParaRPr lang="en-GB"/>
          </a:p>
        </p:txBody>
      </p:sp>
      <p:pic>
        <p:nvPicPr>
          <p:cNvPr id="2052" name="Picture 4"/>
          <p:cNvPicPr>
            <a:picLocks noChangeAspect="1" noChangeArrowheads="1"/>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9840416" y="6597352"/>
            <a:ext cx="1698137" cy="216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1" name="Rectangle 4"/>
          <p:cNvSpPr>
            <a:spLocks noGrp="1" noChangeArrowheads="1"/>
          </p:cNvSpPr>
          <p:nvPr>
            <p:ph type="ftr" sz="quarter" idx="3"/>
          </p:nvPr>
        </p:nvSpPr>
        <p:spPr>
          <a:xfrm>
            <a:off x="239187" y="6400800"/>
            <a:ext cx="9409211" cy="457200"/>
          </a:xfrm>
          <a:prstGeom prst="rect">
            <a:avLst/>
          </a:prstGeom>
          <a:ln/>
        </p:spPr>
        <p:txBody>
          <a:bodyPr lIns="36000" tIns="36000" rIns="36000" bIns="36000" anchor="b"/>
          <a:lstStyle>
            <a:lvl1pPr>
              <a:defRPr sz="750">
                <a:solidFill>
                  <a:schemeClr val="bg2"/>
                </a:solidFill>
              </a:defRPr>
            </a:lvl1pPr>
          </a:lstStyle>
          <a:p>
            <a:endParaRPr lang="en-US"/>
          </a:p>
        </p:txBody>
      </p:sp>
      <p:grpSp>
        <p:nvGrpSpPr>
          <p:cNvPr id="14" name="Group 13"/>
          <p:cNvGrpSpPr/>
          <p:nvPr/>
        </p:nvGrpSpPr>
        <p:grpSpPr>
          <a:xfrm>
            <a:off x="0" y="0"/>
            <a:ext cx="12192000" cy="692150"/>
            <a:chOff x="0" y="0"/>
            <a:chExt cx="9144000" cy="692150"/>
          </a:xfrm>
        </p:grpSpPr>
        <p:grpSp>
          <p:nvGrpSpPr>
            <p:cNvPr id="15" name="Group 14"/>
            <p:cNvGrpSpPr/>
            <p:nvPr/>
          </p:nvGrpSpPr>
          <p:grpSpPr>
            <a:xfrm>
              <a:off x="0" y="0"/>
              <a:ext cx="9144000" cy="692150"/>
              <a:chOff x="0" y="0"/>
              <a:chExt cx="9144000" cy="692150"/>
            </a:xfrm>
          </p:grpSpPr>
          <p:pic>
            <p:nvPicPr>
              <p:cNvPr id="17" name="Picture 3"/>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0" y="0"/>
                <a:ext cx="9144000" cy="6921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8" name="Picture 3"/>
              <p:cNvPicPr>
                <a:picLocks noChangeAspect="1" noChangeArrowheads="1"/>
              </p:cNvPicPr>
              <p:nvPr/>
            </p:nvPicPr>
            <p:blipFill rotWithShape="1">
              <a:blip r:embed="rId15">
                <a:extLst>
                  <a:ext uri="{28A0092B-C50C-407E-A947-70E740481C1C}">
                    <a14:useLocalDpi xmlns:a14="http://schemas.microsoft.com/office/drawing/2010/main" val="0"/>
                  </a:ext>
                </a:extLst>
              </a:blip>
              <a:srcRect r="97157"/>
              <a:stretch/>
            </p:blipFill>
            <p:spPr bwMode="auto">
              <a:xfrm>
                <a:off x="0" y="0"/>
                <a:ext cx="2411760" cy="6921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9" name="Picture 3"/>
              <p:cNvPicPr>
                <a:picLocks noChangeAspect="1" noChangeArrowheads="1"/>
              </p:cNvPicPr>
              <p:nvPr/>
            </p:nvPicPr>
            <p:blipFill rotWithShape="1">
              <a:blip r:embed="rId15">
                <a:extLst>
                  <a:ext uri="{28A0092B-C50C-407E-A947-70E740481C1C}">
                    <a14:useLocalDpi xmlns:a14="http://schemas.microsoft.com/office/drawing/2010/main" val="0"/>
                  </a:ext>
                </a:extLst>
              </a:blip>
              <a:srcRect r="99746"/>
              <a:stretch/>
            </p:blipFill>
            <p:spPr bwMode="auto">
              <a:xfrm>
                <a:off x="8928847" y="0"/>
                <a:ext cx="215153" cy="6921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 name="Picture 3"/>
              <p:cNvPicPr>
                <a:picLocks noChangeAspect="1" noChangeArrowheads="1"/>
              </p:cNvPicPr>
              <p:nvPr/>
            </p:nvPicPr>
            <p:blipFill rotWithShape="1">
              <a:blip r:embed="rId15">
                <a:extLst>
                  <a:ext uri="{28A0092B-C50C-407E-A947-70E740481C1C}">
                    <a14:useLocalDpi xmlns:a14="http://schemas.microsoft.com/office/drawing/2010/main" val="0"/>
                  </a:ext>
                </a:extLst>
              </a:blip>
              <a:srcRect t="12683" r="99340" b="31624"/>
              <a:stretch/>
            </p:blipFill>
            <p:spPr bwMode="auto">
              <a:xfrm>
                <a:off x="8676456" y="153334"/>
                <a:ext cx="462064" cy="38548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pic>
          <p:nvPicPr>
            <p:cNvPr id="16" name="Picture 3"/>
            <p:cNvPicPr>
              <a:picLocks noChangeAspect="1" noChangeArrowheads="1"/>
            </p:cNvPicPr>
            <p:nvPr/>
          </p:nvPicPr>
          <p:blipFill rotWithShape="1">
            <a:blip r:embed="rId16">
              <a:extLst>
                <a:ext uri="{28A0092B-C50C-407E-A947-70E740481C1C}">
                  <a14:useLocalDpi xmlns:a14="http://schemas.microsoft.com/office/drawing/2010/main" val="0"/>
                </a:ext>
              </a:extLst>
            </a:blip>
            <a:srcRect t="13116" r="76604" b="25471"/>
            <a:stretch/>
          </p:blipFill>
          <p:spPr bwMode="auto">
            <a:xfrm>
              <a:off x="8703539" y="116635"/>
              <a:ext cx="396000" cy="44740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pic>
        <p:nvPicPr>
          <p:cNvPr id="13" name="Picture 12"/>
          <p:cNvPicPr>
            <a:picLocks noChangeAspect="1"/>
          </p:cNvPicPr>
          <p:nvPr/>
        </p:nvPicPr>
        <p:blipFill rotWithShape="1">
          <a:blip r:embed="rId17">
            <a:extLst>
              <a:ext uri="{28A0092B-C50C-407E-A947-70E740481C1C}">
                <a14:useLocalDpi xmlns:a14="http://schemas.microsoft.com/office/drawing/2010/main" val="0"/>
              </a:ext>
            </a:extLst>
          </a:blip>
          <a:srcRect l="37353" t="8741" r="101" b="27"/>
          <a:stretch/>
        </p:blipFill>
        <p:spPr bwMode="ltGray">
          <a:xfrm rot="16200000" flipH="1">
            <a:off x="6006724" y="-5159178"/>
            <a:ext cx="369901" cy="12000658"/>
          </a:xfrm>
          <a:prstGeom prst="rect">
            <a:avLst/>
          </a:prstGeom>
        </p:spPr>
      </p:pic>
      <p:sp>
        <p:nvSpPr>
          <p:cNvPr id="22" name="TextBox 21"/>
          <p:cNvSpPr txBox="1"/>
          <p:nvPr userDrawn="1"/>
        </p:nvSpPr>
        <p:spPr>
          <a:xfrm>
            <a:off x="1016000" y="6477004"/>
            <a:ext cx="2844800" cy="276999"/>
          </a:xfrm>
          <a:prstGeom prst="rect">
            <a:avLst/>
          </a:prstGeom>
          <a:noFill/>
        </p:spPr>
        <p:txBody>
          <a:bodyPr wrap="square" rtlCol="0">
            <a:spAutoFit/>
          </a:bodyPr>
          <a:lstStyle/>
          <a:p>
            <a:r>
              <a:rPr lang="en-GB" sz="1200">
                <a:solidFill>
                  <a:srgbClr val="FFFFFF"/>
                </a:solidFill>
                <a:latin typeface="Verdana"/>
              </a:rPr>
              <a:t>GIA – Highly Confidential</a:t>
            </a:r>
          </a:p>
        </p:txBody>
      </p:sp>
      <p:sp>
        <p:nvSpPr>
          <p:cNvPr id="5" name="TextBox 4">
            <a:extLst>
              <a:ext uri="{FF2B5EF4-FFF2-40B4-BE49-F238E27FC236}">
                <a16:creationId xmlns:a16="http://schemas.microsoft.com/office/drawing/2014/main" id="{66958AA2-1B59-E451-DA9D-7AF05DCF9122}"/>
              </a:ext>
            </a:extLst>
          </p:cNvPr>
          <p:cNvSpPr txBox="1"/>
          <p:nvPr userDrawn="1">
            <p:extLst>
              <p:ext uri="{1162E1C5-73C7-4A58-AE30-91384D911F3F}">
                <p184:classification xmlns:p184="http://schemas.microsoft.com/office/powerpoint/2018/4/main" val="ftr"/>
              </p:ext>
            </p:extLst>
          </p:nvPr>
        </p:nvSpPr>
        <p:spPr>
          <a:xfrm>
            <a:off x="63500" y="6672580"/>
            <a:ext cx="1550988" cy="121920"/>
          </a:xfrm>
          <a:prstGeom prst="rect">
            <a:avLst/>
          </a:prstGeom>
        </p:spPr>
        <p:txBody>
          <a:bodyPr horzOverflow="overflow" lIns="0" tIns="0" rIns="0" bIns="0">
            <a:spAutoFit/>
          </a:bodyPr>
          <a:lstStyle/>
          <a:p>
            <a:pPr algn="l"/>
            <a:r>
              <a:rPr lang="en-US" sz="800">
                <a:solidFill>
                  <a:srgbClr val="FF0000"/>
                </a:solidFill>
                <a:latin typeface="Calibri" panose="020F0502020204030204" pitchFamily="34" charset="0"/>
                <a:cs typeface="Calibri" panose="020F0502020204030204" pitchFamily="34" charset="0"/>
              </a:rPr>
              <a:t>Classification: RAKBANK-Confidential</a:t>
            </a:r>
          </a:p>
        </p:txBody>
      </p:sp>
    </p:spTree>
    <p:extLst>
      <p:ext uri="{BB962C8B-B14F-4D97-AF65-F5344CB8AC3E}">
        <p14:creationId xmlns:p14="http://schemas.microsoft.com/office/powerpoint/2010/main" val="2405085775"/>
      </p:ext>
    </p:extLst>
  </p:cSld>
  <p:clrMap bg1="lt1" tx1="dk1" bg2="lt2" tx2="dk2" accent1="accent1" accent2="accent2" accent3="accent3" accent4="accent4" accent5="accent5" accent6="accent6" hlink="hlink" folHlink="folHlink"/>
  <p:sldLayoutIdLst>
    <p:sldLayoutId id="2147484152" r:id="rId1"/>
    <p:sldLayoutId id="2147484153" r:id="rId2"/>
    <p:sldLayoutId id="2147484154" r:id="rId3"/>
    <p:sldLayoutId id="2147484155" r:id="rId4"/>
    <p:sldLayoutId id="2147484156" r:id="rId5"/>
    <p:sldLayoutId id="2147484157" r:id="rId6"/>
    <p:sldLayoutId id="2147484158" r:id="rId7"/>
    <p:sldLayoutId id="2147484159" r:id="rId8"/>
    <p:sldLayoutId id="2147484160" r:id="rId9"/>
  </p:sldLayoutIdLst>
  <p:hf hdr="0" ftr="0" dt="0"/>
  <p:txStyles>
    <p:titleStyle>
      <a:lvl1pPr algn="l" rtl="0" eaLnBrk="1" fontAlgn="base" hangingPunct="1">
        <a:spcBef>
          <a:spcPct val="0"/>
        </a:spcBef>
        <a:spcAft>
          <a:spcPct val="0"/>
        </a:spcAft>
        <a:defRPr sz="1200" b="0">
          <a:solidFill>
            <a:schemeClr val="bg1"/>
          </a:solidFill>
          <a:latin typeface="+mj-lt"/>
          <a:ea typeface="+mj-ea"/>
          <a:cs typeface="+mj-cs"/>
        </a:defRPr>
      </a:lvl1pPr>
      <a:lvl2pPr algn="ctr" rtl="0" eaLnBrk="1" fontAlgn="base" hangingPunct="1">
        <a:spcBef>
          <a:spcPct val="0"/>
        </a:spcBef>
        <a:spcAft>
          <a:spcPct val="0"/>
        </a:spcAft>
        <a:defRPr sz="2400" b="1">
          <a:solidFill>
            <a:schemeClr val="bg1"/>
          </a:solidFill>
          <a:latin typeface="Verdana" pitchFamily="34" charset="0"/>
          <a:cs typeface="Times New Roman" pitchFamily="18" charset="0"/>
        </a:defRPr>
      </a:lvl2pPr>
      <a:lvl3pPr algn="ctr" rtl="0" eaLnBrk="1" fontAlgn="base" hangingPunct="1">
        <a:spcBef>
          <a:spcPct val="0"/>
        </a:spcBef>
        <a:spcAft>
          <a:spcPct val="0"/>
        </a:spcAft>
        <a:defRPr sz="2400" b="1">
          <a:solidFill>
            <a:schemeClr val="bg1"/>
          </a:solidFill>
          <a:latin typeface="Verdana" pitchFamily="34" charset="0"/>
          <a:cs typeface="Times New Roman" pitchFamily="18" charset="0"/>
        </a:defRPr>
      </a:lvl3pPr>
      <a:lvl4pPr algn="ctr" rtl="0" eaLnBrk="1" fontAlgn="base" hangingPunct="1">
        <a:spcBef>
          <a:spcPct val="0"/>
        </a:spcBef>
        <a:spcAft>
          <a:spcPct val="0"/>
        </a:spcAft>
        <a:defRPr sz="2400" b="1">
          <a:solidFill>
            <a:schemeClr val="bg1"/>
          </a:solidFill>
          <a:latin typeface="Verdana" pitchFamily="34" charset="0"/>
          <a:cs typeface="Times New Roman" pitchFamily="18" charset="0"/>
        </a:defRPr>
      </a:lvl4pPr>
      <a:lvl5pPr algn="ctr" rtl="0" eaLnBrk="1" fontAlgn="base" hangingPunct="1">
        <a:spcBef>
          <a:spcPct val="0"/>
        </a:spcBef>
        <a:spcAft>
          <a:spcPct val="0"/>
        </a:spcAft>
        <a:defRPr sz="2400" b="1">
          <a:solidFill>
            <a:schemeClr val="bg1"/>
          </a:solidFill>
          <a:latin typeface="Verdana" pitchFamily="34" charset="0"/>
          <a:cs typeface="Times New Roman" pitchFamily="18" charset="0"/>
        </a:defRPr>
      </a:lvl5pPr>
      <a:lvl6pPr marL="342909" algn="ctr" rtl="0" eaLnBrk="1" fontAlgn="base" hangingPunct="1">
        <a:spcBef>
          <a:spcPct val="0"/>
        </a:spcBef>
        <a:spcAft>
          <a:spcPct val="0"/>
        </a:spcAft>
        <a:defRPr sz="2400" b="1">
          <a:solidFill>
            <a:schemeClr val="bg1"/>
          </a:solidFill>
          <a:latin typeface="Verdana" pitchFamily="34" charset="0"/>
          <a:cs typeface="Times New Roman" pitchFamily="18" charset="0"/>
        </a:defRPr>
      </a:lvl6pPr>
      <a:lvl7pPr marL="685817" algn="ctr" rtl="0" eaLnBrk="1" fontAlgn="base" hangingPunct="1">
        <a:spcBef>
          <a:spcPct val="0"/>
        </a:spcBef>
        <a:spcAft>
          <a:spcPct val="0"/>
        </a:spcAft>
        <a:defRPr sz="2400" b="1">
          <a:solidFill>
            <a:schemeClr val="bg1"/>
          </a:solidFill>
          <a:latin typeface="Verdana" pitchFamily="34" charset="0"/>
          <a:cs typeface="Times New Roman" pitchFamily="18" charset="0"/>
        </a:defRPr>
      </a:lvl7pPr>
      <a:lvl8pPr marL="1028726" algn="ctr" rtl="0" eaLnBrk="1" fontAlgn="base" hangingPunct="1">
        <a:spcBef>
          <a:spcPct val="0"/>
        </a:spcBef>
        <a:spcAft>
          <a:spcPct val="0"/>
        </a:spcAft>
        <a:defRPr sz="2400" b="1">
          <a:solidFill>
            <a:schemeClr val="bg1"/>
          </a:solidFill>
          <a:latin typeface="Verdana" pitchFamily="34" charset="0"/>
          <a:cs typeface="Times New Roman" pitchFamily="18" charset="0"/>
        </a:defRPr>
      </a:lvl8pPr>
      <a:lvl9pPr marL="1371635" algn="ctr" rtl="0" eaLnBrk="1" fontAlgn="base" hangingPunct="1">
        <a:spcBef>
          <a:spcPct val="0"/>
        </a:spcBef>
        <a:spcAft>
          <a:spcPct val="0"/>
        </a:spcAft>
        <a:defRPr sz="2400" b="1">
          <a:solidFill>
            <a:schemeClr val="bg1"/>
          </a:solidFill>
          <a:latin typeface="Verdana" pitchFamily="34" charset="0"/>
          <a:cs typeface="Times New Roman" pitchFamily="18" charset="0"/>
        </a:defRPr>
      </a:lvl9pPr>
    </p:titleStyle>
    <p:bodyStyle>
      <a:lvl1pPr marL="257182" indent="-257182" algn="l" rtl="0" eaLnBrk="1" fontAlgn="base" hangingPunct="1">
        <a:spcBef>
          <a:spcPct val="20000"/>
        </a:spcBef>
        <a:spcAft>
          <a:spcPct val="0"/>
        </a:spcAft>
        <a:buChar char="•"/>
        <a:defRPr sz="1349">
          <a:solidFill>
            <a:schemeClr val="tx1"/>
          </a:solidFill>
          <a:latin typeface="Calibri" panose="020F0502020204030204" pitchFamily="34" charset="0"/>
          <a:ea typeface="+mn-ea"/>
          <a:cs typeface="+mn-cs"/>
        </a:defRPr>
      </a:lvl1pPr>
      <a:lvl2pPr marL="557227" indent="-214319" algn="l" rtl="0" eaLnBrk="1" fontAlgn="base" hangingPunct="1">
        <a:spcBef>
          <a:spcPct val="20000"/>
        </a:spcBef>
        <a:spcAft>
          <a:spcPct val="0"/>
        </a:spcAft>
        <a:buChar char="–"/>
        <a:defRPr sz="1200">
          <a:solidFill>
            <a:schemeClr val="tx1"/>
          </a:solidFill>
          <a:latin typeface="Calibri" panose="020F0502020204030204" pitchFamily="34" charset="0"/>
          <a:cs typeface="+mn-cs"/>
        </a:defRPr>
      </a:lvl2pPr>
      <a:lvl3pPr marL="857271" indent="-171455" algn="l" rtl="0" eaLnBrk="1" fontAlgn="base" hangingPunct="1">
        <a:spcBef>
          <a:spcPct val="20000"/>
        </a:spcBef>
        <a:spcAft>
          <a:spcPct val="0"/>
        </a:spcAft>
        <a:buChar char="•"/>
        <a:defRPr sz="1051">
          <a:solidFill>
            <a:schemeClr val="tx1"/>
          </a:solidFill>
          <a:latin typeface="Calibri" panose="020F0502020204030204" pitchFamily="34" charset="0"/>
          <a:cs typeface="+mn-cs"/>
        </a:defRPr>
      </a:lvl3pPr>
      <a:lvl4pPr marL="1200180" indent="-171455" algn="l" rtl="0" eaLnBrk="1" fontAlgn="base" hangingPunct="1">
        <a:spcBef>
          <a:spcPct val="20000"/>
        </a:spcBef>
        <a:spcAft>
          <a:spcPct val="0"/>
        </a:spcAft>
        <a:buChar char="–"/>
        <a:defRPr sz="1051">
          <a:solidFill>
            <a:schemeClr val="tx1"/>
          </a:solidFill>
          <a:latin typeface="Calibri" panose="020F0502020204030204" pitchFamily="34" charset="0"/>
          <a:cs typeface="+mn-cs"/>
        </a:defRPr>
      </a:lvl4pPr>
      <a:lvl5pPr marL="1543088" indent="-171455" algn="l" rtl="0" eaLnBrk="1" fontAlgn="base" hangingPunct="1">
        <a:spcBef>
          <a:spcPct val="20000"/>
        </a:spcBef>
        <a:spcAft>
          <a:spcPct val="0"/>
        </a:spcAft>
        <a:buChar char="»"/>
        <a:defRPr sz="1051">
          <a:solidFill>
            <a:schemeClr val="tx1"/>
          </a:solidFill>
          <a:latin typeface="Calibri" panose="020F0502020204030204" pitchFamily="34" charset="0"/>
          <a:cs typeface="+mn-cs"/>
        </a:defRPr>
      </a:lvl5pPr>
      <a:lvl6pPr marL="1885997" indent="-171455" algn="l" rtl="0" eaLnBrk="1" fontAlgn="base" hangingPunct="1">
        <a:spcBef>
          <a:spcPct val="20000"/>
        </a:spcBef>
        <a:spcAft>
          <a:spcPct val="0"/>
        </a:spcAft>
        <a:buChar char="»"/>
        <a:defRPr>
          <a:solidFill>
            <a:schemeClr val="tx1"/>
          </a:solidFill>
          <a:latin typeface="+mn-lt"/>
          <a:cs typeface="+mn-cs"/>
        </a:defRPr>
      </a:lvl6pPr>
      <a:lvl7pPr marL="2228906" indent="-171455" algn="l" rtl="0" eaLnBrk="1" fontAlgn="base" hangingPunct="1">
        <a:spcBef>
          <a:spcPct val="20000"/>
        </a:spcBef>
        <a:spcAft>
          <a:spcPct val="0"/>
        </a:spcAft>
        <a:buChar char="»"/>
        <a:defRPr>
          <a:solidFill>
            <a:schemeClr val="tx1"/>
          </a:solidFill>
          <a:latin typeface="+mn-lt"/>
          <a:cs typeface="+mn-cs"/>
        </a:defRPr>
      </a:lvl7pPr>
      <a:lvl8pPr marL="2571813" indent="-171455" algn="l" rtl="0" eaLnBrk="1" fontAlgn="base" hangingPunct="1">
        <a:spcBef>
          <a:spcPct val="20000"/>
        </a:spcBef>
        <a:spcAft>
          <a:spcPct val="0"/>
        </a:spcAft>
        <a:buChar char="»"/>
        <a:defRPr>
          <a:solidFill>
            <a:schemeClr val="tx1"/>
          </a:solidFill>
          <a:latin typeface="+mn-lt"/>
          <a:cs typeface="+mn-cs"/>
        </a:defRPr>
      </a:lvl8pPr>
      <a:lvl9pPr marL="2914723" indent="-171455" algn="l" rtl="0" eaLnBrk="1" fontAlgn="base" hangingPunct="1">
        <a:spcBef>
          <a:spcPct val="20000"/>
        </a:spcBef>
        <a:spcAft>
          <a:spcPct val="0"/>
        </a:spcAft>
        <a:buChar char="»"/>
        <a:defRPr>
          <a:solidFill>
            <a:schemeClr val="tx1"/>
          </a:solidFill>
          <a:latin typeface="+mn-lt"/>
          <a:cs typeface="+mn-cs"/>
        </a:defRPr>
      </a:lvl9pPr>
    </p:bodyStyle>
    <p:otherStyle>
      <a:defPPr>
        <a:defRPr lang="en-US"/>
      </a:defPPr>
      <a:lvl1pPr marL="0" algn="l" defTabSz="685817" rtl="0" eaLnBrk="1" latinLnBrk="0" hangingPunct="1">
        <a:defRPr sz="1349" kern="1200">
          <a:solidFill>
            <a:schemeClr val="tx1"/>
          </a:solidFill>
          <a:latin typeface="+mn-lt"/>
          <a:ea typeface="+mn-ea"/>
          <a:cs typeface="+mn-cs"/>
        </a:defRPr>
      </a:lvl1pPr>
      <a:lvl2pPr marL="342909" algn="l" defTabSz="685817" rtl="0" eaLnBrk="1" latinLnBrk="0" hangingPunct="1">
        <a:defRPr sz="1349" kern="1200">
          <a:solidFill>
            <a:schemeClr val="tx1"/>
          </a:solidFill>
          <a:latin typeface="+mn-lt"/>
          <a:ea typeface="+mn-ea"/>
          <a:cs typeface="+mn-cs"/>
        </a:defRPr>
      </a:lvl2pPr>
      <a:lvl3pPr marL="685817" algn="l" defTabSz="685817" rtl="0" eaLnBrk="1" latinLnBrk="0" hangingPunct="1">
        <a:defRPr sz="1349" kern="1200">
          <a:solidFill>
            <a:schemeClr val="tx1"/>
          </a:solidFill>
          <a:latin typeface="+mn-lt"/>
          <a:ea typeface="+mn-ea"/>
          <a:cs typeface="+mn-cs"/>
        </a:defRPr>
      </a:lvl3pPr>
      <a:lvl4pPr marL="1028726" algn="l" defTabSz="685817" rtl="0" eaLnBrk="1" latinLnBrk="0" hangingPunct="1">
        <a:defRPr sz="1349" kern="1200">
          <a:solidFill>
            <a:schemeClr val="tx1"/>
          </a:solidFill>
          <a:latin typeface="+mn-lt"/>
          <a:ea typeface="+mn-ea"/>
          <a:cs typeface="+mn-cs"/>
        </a:defRPr>
      </a:lvl4pPr>
      <a:lvl5pPr marL="1371635" algn="l" defTabSz="685817" rtl="0" eaLnBrk="1" latinLnBrk="0" hangingPunct="1">
        <a:defRPr sz="1349" kern="1200">
          <a:solidFill>
            <a:schemeClr val="tx1"/>
          </a:solidFill>
          <a:latin typeface="+mn-lt"/>
          <a:ea typeface="+mn-ea"/>
          <a:cs typeface="+mn-cs"/>
        </a:defRPr>
      </a:lvl5pPr>
      <a:lvl6pPr marL="1714542" algn="l" defTabSz="685817" rtl="0" eaLnBrk="1" latinLnBrk="0" hangingPunct="1">
        <a:defRPr sz="1349" kern="1200">
          <a:solidFill>
            <a:schemeClr val="tx1"/>
          </a:solidFill>
          <a:latin typeface="+mn-lt"/>
          <a:ea typeface="+mn-ea"/>
          <a:cs typeface="+mn-cs"/>
        </a:defRPr>
      </a:lvl6pPr>
      <a:lvl7pPr marL="2057451" algn="l" defTabSz="685817" rtl="0" eaLnBrk="1" latinLnBrk="0" hangingPunct="1">
        <a:defRPr sz="1349" kern="1200">
          <a:solidFill>
            <a:schemeClr val="tx1"/>
          </a:solidFill>
          <a:latin typeface="+mn-lt"/>
          <a:ea typeface="+mn-ea"/>
          <a:cs typeface="+mn-cs"/>
        </a:defRPr>
      </a:lvl7pPr>
      <a:lvl8pPr marL="2400361" algn="l" defTabSz="685817" rtl="0" eaLnBrk="1" latinLnBrk="0" hangingPunct="1">
        <a:defRPr sz="1349" kern="1200">
          <a:solidFill>
            <a:schemeClr val="tx1"/>
          </a:solidFill>
          <a:latin typeface="+mn-lt"/>
          <a:ea typeface="+mn-ea"/>
          <a:cs typeface="+mn-cs"/>
        </a:defRPr>
      </a:lvl8pPr>
      <a:lvl9pPr marL="2743268" algn="l" defTabSz="685817" rtl="0" eaLnBrk="1" latinLnBrk="0" hangingPunct="1">
        <a:defRPr sz="1349"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custDataLst>
              <p:tags r:id="rId15"/>
            </p:custDataLst>
          </p:nvPr>
        </p:nvGraphicFramePr>
        <p:xfrm>
          <a:off x="2119" y="1595"/>
          <a:ext cx="2116" cy="1587"/>
        </p:xfrm>
        <a:graphic>
          <a:graphicData uri="http://schemas.openxmlformats.org/presentationml/2006/ole">
            <mc:AlternateContent xmlns:mc="http://schemas.openxmlformats.org/markup-compatibility/2006">
              <mc:Choice xmlns:v="urn:schemas-microsoft-com:vml" Requires="v">
                <p:oleObj name="think-cell Slide" r:id="rId16" imgW="360" imgH="360" progId="TCLayout.ActiveDocument.1">
                  <p:embed/>
                </p:oleObj>
              </mc:Choice>
              <mc:Fallback>
                <p:oleObj name="think-cell Slide" r:id="rId16" imgW="360" imgH="360" progId="TCLayout.ActiveDocument.1">
                  <p:embed/>
                  <p:pic>
                    <p:nvPicPr>
                      <p:cNvPr id="2" name="Object 1" hidden="1"/>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119" y="1595"/>
                        <a:ext cx="2116"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269" name="Rectangle 5"/>
          <p:cNvSpPr>
            <a:spLocks noGrp="1" noChangeArrowheads="1"/>
          </p:cNvSpPr>
          <p:nvPr>
            <p:ph type="sldNum" sz="quarter" idx="4"/>
          </p:nvPr>
        </p:nvSpPr>
        <p:spPr bwMode="auto">
          <a:xfrm>
            <a:off x="11664622" y="6400800"/>
            <a:ext cx="527381"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36000" tIns="36000" rIns="36000" bIns="36000" numCol="1" anchor="b" anchorCtr="0" compatLnSpc="1">
            <a:prstTxWarp prst="textNoShape">
              <a:avLst/>
            </a:prstTxWarp>
          </a:bodyPr>
          <a:lstStyle>
            <a:lvl1pPr algn="r">
              <a:defRPr sz="750">
                <a:solidFill>
                  <a:schemeClr val="bg2"/>
                </a:solidFill>
                <a:latin typeface="Calibri" panose="020F0502020204030204" pitchFamily="34" charset="0"/>
                <a:cs typeface="+mn-cs"/>
              </a:defRPr>
            </a:lvl1pPr>
          </a:lstStyle>
          <a:p>
            <a:fld id="{7693335A-AD1B-4C37-BF8F-2DC8D7AD9CE6}" type="slidenum">
              <a:rPr lang="en-US" smtClean="0">
                <a:solidFill>
                  <a:srgbClr val="000000"/>
                </a:solidFill>
              </a:rPr>
              <a:pPr/>
              <a:t>‹#›</a:t>
            </a:fld>
            <a:endParaRPr lang="en-US">
              <a:solidFill>
                <a:srgbClr val="000000"/>
              </a:solidFill>
            </a:endParaRPr>
          </a:p>
        </p:txBody>
      </p:sp>
      <p:pic>
        <p:nvPicPr>
          <p:cNvPr id="2052" name="Picture 4"/>
          <p:cNvPicPr>
            <a:picLocks noChangeAspect="1" noChangeArrowheads="1"/>
          </p:cNvPicPr>
          <p:nvPr/>
        </p:nvPicPr>
        <p:blipFill>
          <a:blip r:embed="rId18" cstate="print">
            <a:extLst>
              <a:ext uri="{28A0092B-C50C-407E-A947-70E740481C1C}">
                <a14:useLocalDpi xmlns:a14="http://schemas.microsoft.com/office/drawing/2010/main" val="0"/>
              </a:ext>
            </a:extLst>
          </a:blip>
          <a:srcRect/>
          <a:stretch>
            <a:fillRect/>
          </a:stretch>
        </p:blipFill>
        <p:spPr bwMode="auto">
          <a:xfrm>
            <a:off x="9840416" y="6597352"/>
            <a:ext cx="1698137" cy="216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1" name="Rectangle 4"/>
          <p:cNvSpPr>
            <a:spLocks noGrp="1" noChangeArrowheads="1"/>
          </p:cNvSpPr>
          <p:nvPr>
            <p:ph type="ftr" sz="quarter" idx="3"/>
          </p:nvPr>
        </p:nvSpPr>
        <p:spPr>
          <a:xfrm>
            <a:off x="239187" y="6400800"/>
            <a:ext cx="9409211" cy="457200"/>
          </a:xfrm>
          <a:prstGeom prst="rect">
            <a:avLst/>
          </a:prstGeom>
          <a:ln/>
        </p:spPr>
        <p:txBody>
          <a:bodyPr lIns="36000" tIns="36000" rIns="36000" bIns="36000" anchor="b"/>
          <a:lstStyle>
            <a:lvl1pPr>
              <a:defRPr sz="750">
                <a:solidFill>
                  <a:schemeClr val="bg2"/>
                </a:solidFill>
              </a:defRPr>
            </a:lvl1pPr>
          </a:lstStyle>
          <a:p>
            <a:endParaRPr lang="en-US">
              <a:solidFill>
                <a:srgbClr val="000000"/>
              </a:solidFill>
            </a:endParaRPr>
          </a:p>
        </p:txBody>
      </p:sp>
      <p:grpSp>
        <p:nvGrpSpPr>
          <p:cNvPr id="14" name="Group 13"/>
          <p:cNvGrpSpPr/>
          <p:nvPr/>
        </p:nvGrpSpPr>
        <p:grpSpPr>
          <a:xfrm>
            <a:off x="0" y="0"/>
            <a:ext cx="12192000" cy="692150"/>
            <a:chOff x="0" y="0"/>
            <a:chExt cx="9144000" cy="692150"/>
          </a:xfrm>
        </p:grpSpPr>
        <p:grpSp>
          <p:nvGrpSpPr>
            <p:cNvPr id="15" name="Group 14"/>
            <p:cNvGrpSpPr/>
            <p:nvPr/>
          </p:nvGrpSpPr>
          <p:grpSpPr>
            <a:xfrm>
              <a:off x="0" y="0"/>
              <a:ext cx="9144000" cy="692150"/>
              <a:chOff x="0" y="0"/>
              <a:chExt cx="9144000" cy="692150"/>
            </a:xfrm>
          </p:grpSpPr>
          <p:pic>
            <p:nvPicPr>
              <p:cNvPr id="17" name="Picture 3"/>
              <p:cNvPicPr>
                <a:picLocks noChangeAspect="1" noChangeArrowheads="1"/>
              </p:cNvPicPr>
              <p:nvPr/>
            </p:nvPicPr>
            <p:blipFill>
              <a:blip r:embed="rId19" cstate="print">
                <a:extLst>
                  <a:ext uri="{28A0092B-C50C-407E-A947-70E740481C1C}">
                    <a14:useLocalDpi xmlns:a14="http://schemas.microsoft.com/office/drawing/2010/main" val="0"/>
                  </a:ext>
                </a:extLst>
              </a:blip>
              <a:srcRect/>
              <a:stretch>
                <a:fillRect/>
              </a:stretch>
            </p:blipFill>
            <p:spPr bwMode="auto">
              <a:xfrm>
                <a:off x="0" y="0"/>
                <a:ext cx="9144000" cy="6921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8" name="Picture 3"/>
              <p:cNvPicPr>
                <a:picLocks noChangeAspect="1" noChangeArrowheads="1"/>
              </p:cNvPicPr>
              <p:nvPr/>
            </p:nvPicPr>
            <p:blipFill rotWithShape="1">
              <a:blip r:embed="rId19" cstate="print">
                <a:extLst>
                  <a:ext uri="{28A0092B-C50C-407E-A947-70E740481C1C}">
                    <a14:useLocalDpi xmlns:a14="http://schemas.microsoft.com/office/drawing/2010/main" val="0"/>
                  </a:ext>
                </a:extLst>
              </a:blip>
              <a:srcRect r="97157"/>
              <a:stretch/>
            </p:blipFill>
            <p:spPr bwMode="auto">
              <a:xfrm>
                <a:off x="0" y="0"/>
                <a:ext cx="2411760" cy="6921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9" name="Picture 3"/>
              <p:cNvPicPr>
                <a:picLocks noChangeAspect="1" noChangeArrowheads="1"/>
              </p:cNvPicPr>
              <p:nvPr/>
            </p:nvPicPr>
            <p:blipFill rotWithShape="1">
              <a:blip r:embed="rId19" cstate="print">
                <a:extLst>
                  <a:ext uri="{28A0092B-C50C-407E-A947-70E740481C1C}">
                    <a14:useLocalDpi xmlns:a14="http://schemas.microsoft.com/office/drawing/2010/main" val="0"/>
                  </a:ext>
                </a:extLst>
              </a:blip>
              <a:srcRect r="99746"/>
              <a:stretch/>
            </p:blipFill>
            <p:spPr bwMode="auto">
              <a:xfrm>
                <a:off x="8928847" y="0"/>
                <a:ext cx="215153" cy="6921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 name="Picture 3"/>
              <p:cNvPicPr>
                <a:picLocks noChangeAspect="1" noChangeArrowheads="1"/>
              </p:cNvPicPr>
              <p:nvPr/>
            </p:nvPicPr>
            <p:blipFill rotWithShape="1">
              <a:blip r:embed="rId19" cstate="print">
                <a:extLst>
                  <a:ext uri="{28A0092B-C50C-407E-A947-70E740481C1C}">
                    <a14:useLocalDpi xmlns:a14="http://schemas.microsoft.com/office/drawing/2010/main" val="0"/>
                  </a:ext>
                </a:extLst>
              </a:blip>
              <a:srcRect t="12683" r="99340" b="31624"/>
              <a:stretch/>
            </p:blipFill>
            <p:spPr bwMode="auto">
              <a:xfrm>
                <a:off x="8676456" y="153334"/>
                <a:ext cx="462064" cy="38548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pic>
          <p:nvPicPr>
            <p:cNvPr id="16" name="Picture 3"/>
            <p:cNvPicPr>
              <a:picLocks noChangeAspect="1" noChangeArrowheads="1"/>
            </p:cNvPicPr>
            <p:nvPr/>
          </p:nvPicPr>
          <p:blipFill rotWithShape="1">
            <a:blip r:embed="rId20" cstate="print">
              <a:extLst>
                <a:ext uri="{28A0092B-C50C-407E-A947-70E740481C1C}">
                  <a14:useLocalDpi xmlns:a14="http://schemas.microsoft.com/office/drawing/2010/main" val="0"/>
                </a:ext>
              </a:extLst>
            </a:blip>
            <a:srcRect t="13116" r="76604" b="25471"/>
            <a:stretch/>
          </p:blipFill>
          <p:spPr bwMode="auto">
            <a:xfrm>
              <a:off x="8703539" y="116635"/>
              <a:ext cx="396000" cy="44740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sp>
        <p:nvSpPr>
          <p:cNvPr id="5" name="TextBox 4">
            <a:extLst>
              <a:ext uri="{FF2B5EF4-FFF2-40B4-BE49-F238E27FC236}">
                <a16:creationId xmlns:a16="http://schemas.microsoft.com/office/drawing/2014/main" id="{940A9720-3711-D9C8-1513-DDEB73D35CFE}"/>
              </a:ext>
            </a:extLst>
          </p:cNvPr>
          <p:cNvSpPr txBox="1"/>
          <p:nvPr userDrawn="1">
            <p:extLst>
              <p:ext uri="{1162E1C5-73C7-4A58-AE30-91384D911F3F}">
                <p184:classification xmlns:p184="http://schemas.microsoft.com/office/powerpoint/2018/4/main" val="ftr"/>
              </p:ext>
            </p:extLst>
          </p:nvPr>
        </p:nvSpPr>
        <p:spPr>
          <a:xfrm>
            <a:off x="63500" y="6672580"/>
            <a:ext cx="1550988" cy="121920"/>
          </a:xfrm>
          <a:prstGeom prst="rect">
            <a:avLst/>
          </a:prstGeom>
        </p:spPr>
        <p:txBody>
          <a:bodyPr horzOverflow="overflow" lIns="0" tIns="0" rIns="0" bIns="0">
            <a:spAutoFit/>
          </a:bodyPr>
          <a:lstStyle/>
          <a:p>
            <a:pPr algn="l"/>
            <a:r>
              <a:rPr lang="en-US" sz="800">
                <a:solidFill>
                  <a:srgbClr val="FF0000"/>
                </a:solidFill>
                <a:latin typeface="Calibri" panose="020F0502020204030204" pitchFamily="34" charset="0"/>
                <a:cs typeface="Calibri" panose="020F0502020204030204" pitchFamily="34" charset="0"/>
              </a:rPr>
              <a:t>Classification: RAKBANK-Confidential</a:t>
            </a:r>
          </a:p>
        </p:txBody>
      </p:sp>
    </p:spTree>
    <p:extLst>
      <p:ext uri="{BB962C8B-B14F-4D97-AF65-F5344CB8AC3E}">
        <p14:creationId xmlns:p14="http://schemas.microsoft.com/office/powerpoint/2010/main" val="1174289453"/>
      </p:ext>
    </p:extLst>
  </p:cSld>
  <p:clrMap bg1="lt1" tx1="dk1" bg2="lt2" tx2="dk2" accent1="accent1" accent2="accent2" accent3="accent3" accent4="accent4" accent5="accent5" accent6="accent6" hlink="hlink" folHlink="folHlink"/>
  <p:sldLayoutIdLst>
    <p:sldLayoutId id="2147484162" r:id="rId1"/>
    <p:sldLayoutId id="2147484163" r:id="rId2"/>
    <p:sldLayoutId id="2147484164" r:id="rId3"/>
    <p:sldLayoutId id="2147484165" r:id="rId4"/>
    <p:sldLayoutId id="2147484166" r:id="rId5"/>
    <p:sldLayoutId id="2147484167" r:id="rId6"/>
    <p:sldLayoutId id="2147484168" r:id="rId7"/>
    <p:sldLayoutId id="2147484169" r:id="rId8"/>
    <p:sldLayoutId id="2147484170" r:id="rId9"/>
    <p:sldLayoutId id="2147484171" r:id="rId10"/>
    <p:sldLayoutId id="2147484172" r:id="rId11"/>
    <p:sldLayoutId id="2147484173" r:id="rId12"/>
    <p:sldLayoutId id="2147484174" r:id="rId13"/>
  </p:sldLayoutIdLst>
  <p:hf hdr="0" ftr="0" dt="0"/>
  <p:txStyles>
    <p:titleStyle>
      <a:lvl1pPr algn="l" rtl="0" eaLnBrk="1" fontAlgn="base" hangingPunct="1">
        <a:spcBef>
          <a:spcPct val="0"/>
        </a:spcBef>
        <a:spcAft>
          <a:spcPct val="0"/>
        </a:spcAft>
        <a:defRPr sz="1200" b="0">
          <a:solidFill>
            <a:schemeClr val="bg1"/>
          </a:solidFill>
          <a:latin typeface="+mj-lt"/>
          <a:ea typeface="+mj-ea"/>
          <a:cs typeface="+mj-cs"/>
        </a:defRPr>
      </a:lvl1pPr>
      <a:lvl2pPr algn="ctr" rtl="0" eaLnBrk="1" fontAlgn="base" hangingPunct="1">
        <a:spcBef>
          <a:spcPct val="0"/>
        </a:spcBef>
        <a:spcAft>
          <a:spcPct val="0"/>
        </a:spcAft>
        <a:defRPr sz="2400" b="1">
          <a:solidFill>
            <a:schemeClr val="bg1"/>
          </a:solidFill>
          <a:latin typeface="Verdana" pitchFamily="34" charset="0"/>
          <a:cs typeface="Times New Roman" pitchFamily="18" charset="0"/>
        </a:defRPr>
      </a:lvl2pPr>
      <a:lvl3pPr algn="ctr" rtl="0" eaLnBrk="1" fontAlgn="base" hangingPunct="1">
        <a:spcBef>
          <a:spcPct val="0"/>
        </a:spcBef>
        <a:spcAft>
          <a:spcPct val="0"/>
        </a:spcAft>
        <a:defRPr sz="2400" b="1">
          <a:solidFill>
            <a:schemeClr val="bg1"/>
          </a:solidFill>
          <a:latin typeface="Verdana" pitchFamily="34" charset="0"/>
          <a:cs typeface="Times New Roman" pitchFamily="18" charset="0"/>
        </a:defRPr>
      </a:lvl3pPr>
      <a:lvl4pPr algn="ctr" rtl="0" eaLnBrk="1" fontAlgn="base" hangingPunct="1">
        <a:spcBef>
          <a:spcPct val="0"/>
        </a:spcBef>
        <a:spcAft>
          <a:spcPct val="0"/>
        </a:spcAft>
        <a:defRPr sz="2400" b="1">
          <a:solidFill>
            <a:schemeClr val="bg1"/>
          </a:solidFill>
          <a:latin typeface="Verdana" pitchFamily="34" charset="0"/>
          <a:cs typeface="Times New Roman" pitchFamily="18" charset="0"/>
        </a:defRPr>
      </a:lvl4pPr>
      <a:lvl5pPr algn="ctr" rtl="0" eaLnBrk="1" fontAlgn="base" hangingPunct="1">
        <a:spcBef>
          <a:spcPct val="0"/>
        </a:spcBef>
        <a:spcAft>
          <a:spcPct val="0"/>
        </a:spcAft>
        <a:defRPr sz="2400" b="1">
          <a:solidFill>
            <a:schemeClr val="bg1"/>
          </a:solidFill>
          <a:latin typeface="Verdana" pitchFamily="34" charset="0"/>
          <a:cs typeface="Times New Roman" pitchFamily="18" charset="0"/>
        </a:defRPr>
      </a:lvl5pPr>
      <a:lvl6pPr marL="342909" algn="ctr" rtl="0" eaLnBrk="1" fontAlgn="base" hangingPunct="1">
        <a:spcBef>
          <a:spcPct val="0"/>
        </a:spcBef>
        <a:spcAft>
          <a:spcPct val="0"/>
        </a:spcAft>
        <a:defRPr sz="2400" b="1">
          <a:solidFill>
            <a:schemeClr val="bg1"/>
          </a:solidFill>
          <a:latin typeface="Verdana" pitchFamily="34" charset="0"/>
          <a:cs typeface="Times New Roman" pitchFamily="18" charset="0"/>
        </a:defRPr>
      </a:lvl6pPr>
      <a:lvl7pPr marL="685817" algn="ctr" rtl="0" eaLnBrk="1" fontAlgn="base" hangingPunct="1">
        <a:spcBef>
          <a:spcPct val="0"/>
        </a:spcBef>
        <a:spcAft>
          <a:spcPct val="0"/>
        </a:spcAft>
        <a:defRPr sz="2400" b="1">
          <a:solidFill>
            <a:schemeClr val="bg1"/>
          </a:solidFill>
          <a:latin typeface="Verdana" pitchFamily="34" charset="0"/>
          <a:cs typeface="Times New Roman" pitchFamily="18" charset="0"/>
        </a:defRPr>
      </a:lvl7pPr>
      <a:lvl8pPr marL="1028726" algn="ctr" rtl="0" eaLnBrk="1" fontAlgn="base" hangingPunct="1">
        <a:spcBef>
          <a:spcPct val="0"/>
        </a:spcBef>
        <a:spcAft>
          <a:spcPct val="0"/>
        </a:spcAft>
        <a:defRPr sz="2400" b="1">
          <a:solidFill>
            <a:schemeClr val="bg1"/>
          </a:solidFill>
          <a:latin typeface="Verdana" pitchFamily="34" charset="0"/>
          <a:cs typeface="Times New Roman" pitchFamily="18" charset="0"/>
        </a:defRPr>
      </a:lvl8pPr>
      <a:lvl9pPr marL="1371635" algn="ctr" rtl="0" eaLnBrk="1" fontAlgn="base" hangingPunct="1">
        <a:spcBef>
          <a:spcPct val="0"/>
        </a:spcBef>
        <a:spcAft>
          <a:spcPct val="0"/>
        </a:spcAft>
        <a:defRPr sz="2400" b="1">
          <a:solidFill>
            <a:schemeClr val="bg1"/>
          </a:solidFill>
          <a:latin typeface="Verdana" pitchFamily="34" charset="0"/>
          <a:cs typeface="Times New Roman" pitchFamily="18" charset="0"/>
        </a:defRPr>
      </a:lvl9pPr>
    </p:titleStyle>
    <p:bodyStyle>
      <a:lvl1pPr marL="257182" indent="-257182" algn="l" rtl="0" eaLnBrk="1" fontAlgn="base" hangingPunct="1">
        <a:spcBef>
          <a:spcPct val="20000"/>
        </a:spcBef>
        <a:spcAft>
          <a:spcPct val="0"/>
        </a:spcAft>
        <a:buChar char="•"/>
        <a:defRPr sz="1349">
          <a:solidFill>
            <a:schemeClr val="tx1"/>
          </a:solidFill>
          <a:latin typeface="Calibri" panose="020F0502020204030204" pitchFamily="34" charset="0"/>
          <a:ea typeface="+mn-ea"/>
          <a:cs typeface="+mn-cs"/>
        </a:defRPr>
      </a:lvl1pPr>
      <a:lvl2pPr marL="557227" indent="-214319" algn="l" rtl="0" eaLnBrk="1" fontAlgn="base" hangingPunct="1">
        <a:spcBef>
          <a:spcPct val="20000"/>
        </a:spcBef>
        <a:spcAft>
          <a:spcPct val="0"/>
        </a:spcAft>
        <a:buChar char="–"/>
        <a:defRPr sz="1200">
          <a:solidFill>
            <a:schemeClr val="tx1"/>
          </a:solidFill>
          <a:latin typeface="Calibri" panose="020F0502020204030204" pitchFamily="34" charset="0"/>
          <a:cs typeface="+mn-cs"/>
        </a:defRPr>
      </a:lvl2pPr>
      <a:lvl3pPr marL="857271" indent="-171455" algn="l" rtl="0" eaLnBrk="1" fontAlgn="base" hangingPunct="1">
        <a:spcBef>
          <a:spcPct val="20000"/>
        </a:spcBef>
        <a:spcAft>
          <a:spcPct val="0"/>
        </a:spcAft>
        <a:buChar char="•"/>
        <a:defRPr sz="1051">
          <a:solidFill>
            <a:schemeClr val="tx1"/>
          </a:solidFill>
          <a:latin typeface="Calibri" panose="020F0502020204030204" pitchFamily="34" charset="0"/>
          <a:cs typeface="+mn-cs"/>
        </a:defRPr>
      </a:lvl3pPr>
      <a:lvl4pPr marL="1200180" indent="-171455" algn="l" rtl="0" eaLnBrk="1" fontAlgn="base" hangingPunct="1">
        <a:spcBef>
          <a:spcPct val="20000"/>
        </a:spcBef>
        <a:spcAft>
          <a:spcPct val="0"/>
        </a:spcAft>
        <a:buChar char="–"/>
        <a:defRPr sz="1051">
          <a:solidFill>
            <a:schemeClr val="tx1"/>
          </a:solidFill>
          <a:latin typeface="Calibri" panose="020F0502020204030204" pitchFamily="34" charset="0"/>
          <a:cs typeface="+mn-cs"/>
        </a:defRPr>
      </a:lvl4pPr>
      <a:lvl5pPr marL="1543088" indent="-171455" algn="l" rtl="0" eaLnBrk="1" fontAlgn="base" hangingPunct="1">
        <a:spcBef>
          <a:spcPct val="20000"/>
        </a:spcBef>
        <a:spcAft>
          <a:spcPct val="0"/>
        </a:spcAft>
        <a:buChar char="»"/>
        <a:defRPr sz="1051">
          <a:solidFill>
            <a:schemeClr val="tx1"/>
          </a:solidFill>
          <a:latin typeface="Calibri" panose="020F0502020204030204" pitchFamily="34" charset="0"/>
          <a:cs typeface="+mn-cs"/>
        </a:defRPr>
      </a:lvl5pPr>
      <a:lvl6pPr marL="1885997" indent="-171455" algn="l" rtl="0" eaLnBrk="1" fontAlgn="base" hangingPunct="1">
        <a:spcBef>
          <a:spcPct val="20000"/>
        </a:spcBef>
        <a:spcAft>
          <a:spcPct val="0"/>
        </a:spcAft>
        <a:buChar char="»"/>
        <a:defRPr>
          <a:solidFill>
            <a:schemeClr val="tx1"/>
          </a:solidFill>
          <a:latin typeface="+mn-lt"/>
          <a:cs typeface="+mn-cs"/>
        </a:defRPr>
      </a:lvl6pPr>
      <a:lvl7pPr marL="2228906" indent="-171455" algn="l" rtl="0" eaLnBrk="1" fontAlgn="base" hangingPunct="1">
        <a:spcBef>
          <a:spcPct val="20000"/>
        </a:spcBef>
        <a:spcAft>
          <a:spcPct val="0"/>
        </a:spcAft>
        <a:buChar char="»"/>
        <a:defRPr>
          <a:solidFill>
            <a:schemeClr val="tx1"/>
          </a:solidFill>
          <a:latin typeface="+mn-lt"/>
          <a:cs typeface="+mn-cs"/>
        </a:defRPr>
      </a:lvl7pPr>
      <a:lvl8pPr marL="2571813" indent="-171455" algn="l" rtl="0" eaLnBrk="1" fontAlgn="base" hangingPunct="1">
        <a:spcBef>
          <a:spcPct val="20000"/>
        </a:spcBef>
        <a:spcAft>
          <a:spcPct val="0"/>
        </a:spcAft>
        <a:buChar char="»"/>
        <a:defRPr>
          <a:solidFill>
            <a:schemeClr val="tx1"/>
          </a:solidFill>
          <a:latin typeface="+mn-lt"/>
          <a:cs typeface="+mn-cs"/>
        </a:defRPr>
      </a:lvl8pPr>
      <a:lvl9pPr marL="2914723" indent="-171455" algn="l" rtl="0" eaLnBrk="1" fontAlgn="base" hangingPunct="1">
        <a:spcBef>
          <a:spcPct val="20000"/>
        </a:spcBef>
        <a:spcAft>
          <a:spcPct val="0"/>
        </a:spcAft>
        <a:buChar char="»"/>
        <a:defRPr>
          <a:solidFill>
            <a:schemeClr val="tx1"/>
          </a:solidFill>
          <a:latin typeface="+mn-lt"/>
          <a:cs typeface="+mn-cs"/>
        </a:defRPr>
      </a:lvl9pPr>
    </p:bodyStyle>
    <p:otherStyle>
      <a:defPPr>
        <a:defRPr lang="en-US"/>
      </a:defPPr>
      <a:lvl1pPr marL="0" algn="l" defTabSz="685817" rtl="0" eaLnBrk="1" latinLnBrk="0" hangingPunct="1">
        <a:defRPr sz="1349" kern="1200">
          <a:solidFill>
            <a:schemeClr val="tx1"/>
          </a:solidFill>
          <a:latin typeface="+mn-lt"/>
          <a:ea typeface="+mn-ea"/>
          <a:cs typeface="+mn-cs"/>
        </a:defRPr>
      </a:lvl1pPr>
      <a:lvl2pPr marL="342909" algn="l" defTabSz="685817" rtl="0" eaLnBrk="1" latinLnBrk="0" hangingPunct="1">
        <a:defRPr sz="1349" kern="1200">
          <a:solidFill>
            <a:schemeClr val="tx1"/>
          </a:solidFill>
          <a:latin typeface="+mn-lt"/>
          <a:ea typeface="+mn-ea"/>
          <a:cs typeface="+mn-cs"/>
        </a:defRPr>
      </a:lvl2pPr>
      <a:lvl3pPr marL="685817" algn="l" defTabSz="685817" rtl="0" eaLnBrk="1" latinLnBrk="0" hangingPunct="1">
        <a:defRPr sz="1349" kern="1200">
          <a:solidFill>
            <a:schemeClr val="tx1"/>
          </a:solidFill>
          <a:latin typeface="+mn-lt"/>
          <a:ea typeface="+mn-ea"/>
          <a:cs typeface="+mn-cs"/>
        </a:defRPr>
      </a:lvl3pPr>
      <a:lvl4pPr marL="1028726" algn="l" defTabSz="685817" rtl="0" eaLnBrk="1" latinLnBrk="0" hangingPunct="1">
        <a:defRPr sz="1349" kern="1200">
          <a:solidFill>
            <a:schemeClr val="tx1"/>
          </a:solidFill>
          <a:latin typeface="+mn-lt"/>
          <a:ea typeface="+mn-ea"/>
          <a:cs typeface="+mn-cs"/>
        </a:defRPr>
      </a:lvl4pPr>
      <a:lvl5pPr marL="1371635" algn="l" defTabSz="685817" rtl="0" eaLnBrk="1" latinLnBrk="0" hangingPunct="1">
        <a:defRPr sz="1349" kern="1200">
          <a:solidFill>
            <a:schemeClr val="tx1"/>
          </a:solidFill>
          <a:latin typeface="+mn-lt"/>
          <a:ea typeface="+mn-ea"/>
          <a:cs typeface="+mn-cs"/>
        </a:defRPr>
      </a:lvl5pPr>
      <a:lvl6pPr marL="1714542" algn="l" defTabSz="685817" rtl="0" eaLnBrk="1" latinLnBrk="0" hangingPunct="1">
        <a:defRPr sz="1349" kern="1200">
          <a:solidFill>
            <a:schemeClr val="tx1"/>
          </a:solidFill>
          <a:latin typeface="+mn-lt"/>
          <a:ea typeface="+mn-ea"/>
          <a:cs typeface="+mn-cs"/>
        </a:defRPr>
      </a:lvl6pPr>
      <a:lvl7pPr marL="2057451" algn="l" defTabSz="685817" rtl="0" eaLnBrk="1" latinLnBrk="0" hangingPunct="1">
        <a:defRPr sz="1349" kern="1200">
          <a:solidFill>
            <a:schemeClr val="tx1"/>
          </a:solidFill>
          <a:latin typeface="+mn-lt"/>
          <a:ea typeface="+mn-ea"/>
          <a:cs typeface="+mn-cs"/>
        </a:defRPr>
      </a:lvl7pPr>
      <a:lvl8pPr marL="2400361" algn="l" defTabSz="685817" rtl="0" eaLnBrk="1" latinLnBrk="0" hangingPunct="1">
        <a:defRPr sz="1349" kern="1200">
          <a:solidFill>
            <a:schemeClr val="tx1"/>
          </a:solidFill>
          <a:latin typeface="+mn-lt"/>
          <a:ea typeface="+mn-ea"/>
          <a:cs typeface="+mn-cs"/>
        </a:defRPr>
      </a:lvl8pPr>
      <a:lvl9pPr marL="2743268" algn="l" defTabSz="685817" rtl="0" eaLnBrk="1" latinLnBrk="0" hangingPunct="1">
        <a:defRPr sz="1349"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custDataLst>
              <p:tags r:id="rId14"/>
            </p:custDataLst>
            <p:extLst>
              <p:ext uri="{D42A27DB-BD31-4B8C-83A1-F6EECF244321}">
                <p14:modId xmlns:p14="http://schemas.microsoft.com/office/powerpoint/2010/main" val="3658942580"/>
              </p:ext>
            </p:extLst>
          </p:nvPr>
        </p:nvGraphicFramePr>
        <p:xfrm>
          <a:off x="2119" y="1595"/>
          <a:ext cx="2116" cy="1587"/>
        </p:xfrm>
        <a:graphic>
          <a:graphicData uri="http://schemas.openxmlformats.org/presentationml/2006/ole">
            <mc:AlternateContent xmlns:mc="http://schemas.openxmlformats.org/markup-compatibility/2006">
              <mc:Choice xmlns:v="urn:schemas-microsoft-com:vml" Requires="v">
                <p:oleObj name="think-cell Slide" r:id="rId15" imgW="430" imgH="433" progId="TCLayout.ActiveDocument.1">
                  <p:embed/>
                </p:oleObj>
              </mc:Choice>
              <mc:Fallback>
                <p:oleObj name="think-cell Slide" r:id="rId15" imgW="430" imgH="433" progId="TCLayout.ActiveDocument.1">
                  <p:embed/>
                  <p:pic>
                    <p:nvPicPr>
                      <p:cNvPr id="2" name="Object 1" hidden="1"/>
                      <p:cNvPicPr/>
                      <p:nvPr/>
                    </p:nvPicPr>
                    <p:blipFill>
                      <a:blip r:embed="rId16"/>
                      <a:stretch>
                        <a:fillRect/>
                      </a:stretch>
                    </p:blipFill>
                    <p:spPr>
                      <a:xfrm>
                        <a:off x="2119" y="1595"/>
                        <a:ext cx="2116" cy="1587"/>
                      </a:xfrm>
                      <a:prstGeom prst="rect">
                        <a:avLst/>
                      </a:prstGeom>
                    </p:spPr>
                  </p:pic>
                </p:oleObj>
              </mc:Fallback>
            </mc:AlternateContent>
          </a:graphicData>
        </a:graphic>
      </p:graphicFrame>
      <p:sp>
        <p:nvSpPr>
          <p:cNvPr id="11269" name="Rectangle 5"/>
          <p:cNvSpPr>
            <a:spLocks noGrp="1" noChangeArrowheads="1"/>
          </p:cNvSpPr>
          <p:nvPr>
            <p:ph type="sldNum" sz="quarter" idx="4"/>
          </p:nvPr>
        </p:nvSpPr>
        <p:spPr bwMode="auto">
          <a:xfrm>
            <a:off x="11664622" y="6400800"/>
            <a:ext cx="527381"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36000" tIns="36000" rIns="36000" bIns="36000" numCol="1" anchor="b" anchorCtr="0" compatLnSpc="1">
            <a:prstTxWarp prst="textNoShape">
              <a:avLst/>
            </a:prstTxWarp>
          </a:bodyPr>
          <a:lstStyle>
            <a:lvl1pPr algn="r">
              <a:defRPr sz="750">
                <a:solidFill>
                  <a:schemeClr val="bg2"/>
                </a:solidFill>
                <a:latin typeface="Calibri" panose="020F0502020204030204" pitchFamily="34" charset="0"/>
                <a:cs typeface="+mn-cs"/>
              </a:defRPr>
            </a:lvl1pPr>
          </a:lstStyle>
          <a:p>
            <a:fld id="{B3CE4FC1-9BFD-4D71-B62C-EB069A42157A}" type="slidenum">
              <a:rPr lang="en-US" smtClean="0">
                <a:solidFill>
                  <a:srgbClr val="000000"/>
                </a:solidFill>
              </a:rPr>
              <a:pPr/>
              <a:t>‹#›</a:t>
            </a:fld>
            <a:endParaRPr lang="en-US">
              <a:solidFill>
                <a:srgbClr val="000000"/>
              </a:solidFill>
            </a:endParaRPr>
          </a:p>
        </p:txBody>
      </p:sp>
      <p:pic>
        <p:nvPicPr>
          <p:cNvPr id="2052" name="Picture 4"/>
          <p:cNvPicPr>
            <a:picLocks noChangeAspect="1" noChangeArrowheads="1"/>
          </p:cNvPicPr>
          <p:nvPr/>
        </p:nvPicPr>
        <p:blipFill>
          <a:blip r:embed="rId17" cstate="print">
            <a:extLst>
              <a:ext uri="{28A0092B-C50C-407E-A947-70E740481C1C}">
                <a14:useLocalDpi xmlns:a14="http://schemas.microsoft.com/office/drawing/2010/main" val="0"/>
              </a:ext>
            </a:extLst>
          </a:blip>
          <a:srcRect/>
          <a:stretch>
            <a:fillRect/>
          </a:stretch>
        </p:blipFill>
        <p:spPr bwMode="auto">
          <a:xfrm>
            <a:off x="9840416" y="6597352"/>
            <a:ext cx="1698137" cy="216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1" name="Rectangle 4"/>
          <p:cNvSpPr>
            <a:spLocks noGrp="1" noChangeArrowheads="1"/>
          </p:cNvSpPr>
          <p:nvPr>
            <p:ph type="ftr" sz="quarter" idx="3"/>
          </p:nvPr>
        </p:nvSpPr>
        <p:spPr>
          <a:xfrm>
            <a:off x="239187" y="6400800"/>
            <a:ext cx="9409211" cy="457200"/>
          </a:xfrm>
          <a:prstGeom prst="rect">
            <a:avLst/>
          </a:prstGeom>
          <a:ln/>
        </p:spPr>
        <p:txBody>
          <a:bodyPr lIns="36000" tIns="36000" rIns="36000" bIns="36000" anchor="b"/>
          <a:lstStyle>
            <a:lvl1pPr>
              <a:defRPr sz="750">
                <a:solidFill>
                  <a:schemeClr val="bg2"/>
                </a:solidFill>
              </a:defRPr>
            </a:lvl1pPr>
          </a:lstStyle>
          <a:p>
            <a:endParaRPr lang="en-US">
              <a:solidFill>
                <a:srgbClr val="000000"/>
              </a:solidFill>
            </a:endParaRPr>
          </a:p>
        </p:txBody>
      </p:sp>
      <p:grpSp>
        <p:nvGrpSpPr>
          <p:cNvPr id="14" name="Group 13"/>
          <p:cNvGrpSpPr/>
          <p:nvPr/>
        </p:nvGrpSpPr>
        <p:grpSpPr>
          <a:xfrm>
            <a:off x="0" y="0"/>
            <a:ext cx="12192000" cy="692150"/>
            <a:chOff x="0" y="0"/>
            <a:chExt cx="9144000" cy="692150"/>
          </a:xfrm>
        </p:grpSpPr>
        <p:grpSp>
          <p:nvGrpSpPr>
            <p:cNvPr id="15" name="Group 14"/>
            <p:cNvGrpSpPr/>
            <p:nvPr/>
          </p:nvGrpSpPr>
          <p:grpSpPr>
            <a:xfrm>
              <a:off x="0" y="0"/>
              <a:ext cx="9144000" cy="692150"/>
              <a:chOff x="0" y="0"/>
              <a:chExt cx="9144000" cy="692150"/>
            </a:xfrm>
          </p:grpSpPr>
          <p:pic>
            <p:nvPicPr>
              <p:cNvPr id="17" name="Picture 3"/>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0" y="0"/>
                <a:ext cx="9144000" cy="6921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8" name="Picture 3"/>
              <p:cNvPicPr>
                <a:picLocks noChangeAspect="1" noChangeArrowheads="1"/>
              </p:cNvPicPr>
              <p:nvPr/>
            </p:nvPicPr>
            <p:blipFill rotWithShape="1">
              <a:blip r:embed="rId18">
                <a:extLst>
                  <a:ext uri="{28A0092B-C50C-407E-A947-70E740481C1C}">
                    <a14:useLocalDpi xmlns:a14="http://schemas.microsoft.com/office/drawing/2010/main" val="0"/>
                  </a:ext>
                </a:extLst>
              </a:blip>
              <a:srcRect r="97157"/>
              <a:stretch/>
            </p:blipFill>
            <p:spPr bwMode="auto">
              <a:xfrm>
                <a:off x="0" y="0"/>
                <a:ext cx="2411760" cy="6921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9" name="Picture 3"/>
              <p:cNvPicPr>
                <a:picLocks noChangeAspect="1" noChangeArrowheads="1"/>
              </p:cNvPicPr>
              <p:nvPr/>
            </p:nvPicPr>
            <p:blipFill rotWithShape="1">
              <a:blip r:embed="rId18">
                <a:extLst>
                  <a:ext uri="{28A0092B-C50C-407E-A947-70E740481C1C}">
                    <a14:useLocalDpi xmlns:a14="http://schemas.microsoft.com/office/drawing/2010/main" val="0"/>
                  </a:ext>
                </a:extLst>
              </a:blip>
              <a:srcRect r="99746"/>
              <a:stretch/>
            </p:blipFill>
            <p:spPr bwMode="auto">
              <a:xfrm>
                <a:off x="8928847" y="0"/>
                <a:ext cx="215153" cy="6921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 name="Picture 3"/>
              <p:cNvPicPr>
                <a:picLocks noChangeAspect="1" noChangeArrowheads="1"/>
              </p:cNvPicPr>
              <p:nvPr/>
            </p:nvPicPr>
            <p:blipFill rotWithShape="1">
              <a:blip r:embed="rId18">
                <a:extLst>
                  <a:ext uri="{28A0092B-C50C-407E-A947-70E740481C1C}">
                    <a14:useLocalDpi xmlns:a14="http://schemas.microsoft.com/office/drawing/2010/main" val="0"/>
                  </a:ext>
                </a:extLst>
              </a:blip>
              <a:srcRect t="12683" r="99340" b="31624"/>
              <a:stretch/>
            </p:blipFill>
            <p:spPr bwMode="auto">
              <a:xfrm>
                <a:off x="8676456" y="153334"/>
                <a:ext cx="462064" cy="38548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pic>
          <p:nvPicPr>
            <p:cNvPr id="16" name="Picture 3"/>
            <p:cNvPicPr>
              <a:picLocks noChangeAspect="1" noChangeArrowheads="1"/>
            </p:cNvPicPr>
            <p:nvPr/>
          </p:nvPicPr>
          <p:blipFill rotWithShape="1">
            <a:blip r:embed="rId19">
              <a:extLst>
                <a:ext uri="{28A0092B-C50C-407E-A947-70E740481C1C}">
                  <a14:useLocalDpi xmlns:a14="http://schemas.microsoft.com/office/drawing/2010/main" val="0"/>
                </a:ext>
              </a:extLst>
            </a:blip>
            <a:srcRect t="13116" r="76604" b="25471"/>
            <a:stretch/>
          </p:blipFill>
          <p:spPr bwMode="auto">
            <a:xfrm>
              <a:off x="8703539" y="116635"/>
              <a:ext cx="396000" cy="44740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pic>
        <p:nvPicPr>
          <p:cNvPr id="13" name="Picture 12"/>
          <p:cNvPicPr>
            <a:picLocks noChangeAspect="1"/>
          </p:cNvPicPr>
          <p:nvPr/>
        </p:nvPicPr>
        <p:blipFill rotWithShape="1">
          <a:blip r:embed="rId20">
            <a:extLst>
              <a:ext uri="{28A0092B-C50C-407E-A947-70E740481C1C}">
                <a14:useLocalDpi xmlns:a14="http://schemas.microsoft.com/office/drawing/2010/main" val="0"/>
              </a:ext>
            </a:extLst>
          </a:blip>
          <a:srcRect l="37353" t="8741" r="101" b="27"/>
          <a:stretch/>
        </p:blipFill>
        <p:spPr bwMode="ltGray">
          <a:xfrm rot="16200000" flipH="1">
            <a:off x="6006724" y="-5159178"/>
            <a:ext cx="369901" cy="12000658"/>
          </a:xfrm>
          <a:prstGeom prst="rect">
            <a:avLst/>
          </a:prstGeom>
        </p:spPr>
      </p:pic>
      <p:sp>
        <p:nvSpPr>
          <p:cNvPr id="5" name="TextBox 4">
            <a:extLst>
              <a:ext uri="{FF2B5EF4-FFF2-40B4-BE49-F238E27FC236}">
                <a16:creationId xmlns:a16="http://schemas.microsoft.com/office/drawing/2014/main" id="{B76D8190-9CFF-81BC-F0EF-9D1F1266AD4D}"/>
              </a:ext>
            </a:extLst>
          </p:cNvPr>
          <p:cNvSpPr txBox="1"/>
          <p:nvPr userDrawn="1">
            <p:extLst>
              <p:ext uri="{1162E1C5-73C7-4A58-AE30-91384D911F3F}">
                <p184:classification xmlns:p184="http://schemas.microsoft.com/office/powerpoint/2018/4/main" val="ftr"/>
              </p:ext>
            </p:extLst>
          </p:nvPr>
        </p:nvSpPr>
        <p:spPr>
          <a:xfrm>
            <a:off x="63500" y="6672580"/>
            <a:ext cx="1550988" cy="121920"/>
          </a:xfrm>
          <a:prstGeom prst="rect">
            <a:avLst/>
          </a:prstGeom>
        </p:spPr>
        <p:txBody>
          <a:bodyPr horzOverflow="overflow" lIns="0" tIns="0" rIns="0" bIns="0">
            <a:spAutoFit/>
          </a:bodyPr>
          <a:lstStyle/>
          <a:p>
            <a:pPr algn="l"/>
            <a:r>
              <a:rPr lang="en-US" sz="800">
                <a:solidFill>
                  <a:srgbClr val="FF0000"/>
                </a:solidFill>
                <a:latin typeface="Calibri" panose="020F0502020204030204" pitchFamily="34" charset="0"/>
                <a:cs typeface="Calibri" panose="020F0502020204030204" pitchFamily="34" charset="0"/>
              </a:rPr>
              <a:t>Classification: RAKBANK-Confidential</a:t>
            </a:r>
          </a:p>
        </p:txBody>
      </p:sp>
    </p:spTree>
    <p:extLst>
      <p:ext uri="{BB962C8B-B14F-4D97-AF65-F5344CB8AC3E}">
        <p14:creationId xmlns:p14="http://schemas.microsoft.com/office/powerpoint/2010/main" val="3365621574"/>
      </p:ext>
    </p:extLst>
  </p:cSld>
  <p:clrMap bg1="lt1" tx1="dk1" bg2="lt2" tx2="dk2" accent1="accent1" accent2="accent2" accent3="accent3" accent4="accent4" accent5="accent5" accent6="accent6" hlink="hlink" folHlink="folHlink"/>
  <p:sldLayoutIdLst>
    <p:sldLayoutId id="2147484176" r:id="rId1"/>
    <p:sldLayoutId id="2147484177" r:id="rId2"/>
    <p:sldLayoutId id="2147484178" r:id="rId3"/>
    <p:sldLayoutId id="2147484179" r:id="rId4"/>
    <p:sldLayoutId id="2147484180" r:id="rId5"/>
    <p:sldLayoutId id="2147484181" r:id="rId6"/>
    <p:sldLayoutId id="2147484182" r:id="rId7"/>
    <p:sldLayoutId id="2147484183" r:id="rId8"/>
    <p:sldLayoutId id="2147484204" r:id="rId9"/>
    <p:sldLayoutId id="2147484293" r:id="rId10"/>
    <p:sldLayoutId id="2147484294" r:id="rId11"/>
    <p:sldLayoutId id="2147484295" r:id="rId12"/>
  </p:sldLayoutIdLst>
  <p:hf hdr="0" ftr="0" dt="0"/>
  <p:txStyles>
    <p:titleStyle>
      <a:lvl1pPr algn="l" rtl="0" eaLnBrk="1" fontAlgn="base" hangingPunct="1">
        <a:spcBef>
          <a:spcPct val="0"/>
        </a:spcBef>
        <a:spcAft>
          <a:spcPct val="0"/>
        </a:spcAft>
        <a:defRPr sz="1200" b="0">
          <a:solidFill>
            <a:schemeClr val="bg1"/>
          </a:solidFill>
          <a:latin typeface="+mj-lt"/>
          <a:ea typeface="+mj-ea"/>
          <a:cs typeface="+mj-cs"/>
        </a:defRPr>
      </a:lvl1pPr>
      <a:lvl2pPr algn="ctr" rtl="0" eaLnBrk="1" fontAlgn="base" hangingPunct="1">
        <a:spcBef>
          <a:spcPct val="0"/>
        </a:spcBef>
        <a:spcAft>
          <a:spcPct val="0"/>
        </a:spcAft>
        <a:defRPr sz="2400" b="1">
          <a:solidFill>
            <a:schemeClr val="bg1"/>
          </a:solidFill>
          <a:latin typeface="Verdana" pitchFamily="34" charset="0"/>
          <a:cs typeface="Times New Roman" pitchFamily="18" charset="0"/>
        </a:defRPr>
      </a:lvl2pPr>
      <a:lvl3pPr algn="ctr" rtl="0" eaLnBrk="1" fontAlgn="base" hangingPunct="1">
        <a:spcBef>
          <a:spcPct val="0"/>
        </a:spcBef>
        <a:spcAft>
          <a:spcPct val="0"/>
        </a:spcAft>
        <a:defRPr sz="2400" b="1">
          <a:solidFill>
            <a:schemeClr val="bg1"/>
          </a:solidFill>
          <a:latin typeface="Verdana" pitchFamily="34" charset="0"/>
          <a:cs typeface="Times New Roman" pitchFamily="18" charset="0"/>
        </a:defRPr>
      </a:lvl3pPr>
      <a:lvl4pPr algn="ctr" rtl="0" eaLnBrk="1" fontAlgn="base" hangingPunct="1">
        <a:spcBef>
          <a:spcPct val="0"/>
        </a:spcBef>
        <a:spcAft>
          <a:spcPct val="0"/>
        </a:spcAft>
        <a:defRPr sz="2400" b="1">
          <a:solidFill>
            <a:schemeClr val="bg1"/>
          </a:solidFill>
          <a:latin typeface="Verdana" pitchFamily="34" charset="0"/>
          <a:cs typeface="Times New Roman" pitchFamily="18" charset="0"/>
        </a:defRPr>
      </a:lvl4pPr>
      <a:lvl5pPr algn="ctr" rtl="0" eaLnBrk="1" fontAlgn="base" hangingPunct="1">
        <a:spcBef>
          <a:spcPct val="0"/>
        </a:spcBef>
        <a:spcAft>
          <a:spcPct val="0"/>
        </a:spcAft>
        <a:defRPr sz="2400" b="1">
          <a:solidFill>
            <a:schemeClr val="bg1"/>
          </a:solidFill>
          <a:latin typeface="Verdana" pitchFamily="34" charset="0"/>
          <a:cs typeface="Times New Roman" pitchFamily="18" charset="0"/>
        </a:defRPr>
      </a:lvl5pPr>
      <a:lvl6pPr marL="342909" algn="ctr" rtl="0" eaLnBrk="1" fontAlgn="base" hangingPunct="1">
        <a:spcBef>
          <a:spcPct val="0"/>
        </a:spcBef>
        <a:spcAft>
          <a:spcPct val="0"/>
        </a:spcAft>
        <a:defRPr sz="2400" b="1">
          <a:solidFill>
            <a:schemeClr val="bg1"/>
          </a:solidFill>
          <a:latin typeface="Verdana" pitchFamily="34" charset="0"/>
          <a:cs typeface="Times New Roman" pitchFamily="18" charset="0"/>
        </a:defRPr>
      </a:lvl6pPr>
      <a:lvl7pPr marL="685817" algn="ctr" rtl="0" eaLnBrk="1" fontAlgn="base" hangingPunct="1">
        <a:spcBef>
          <a:spcPct val="0"/>
        </a:spcBef>
        <a:spcAft>
          <a:spcPct val="0"/>
        </a:spcAft>
        <a:defRPr sz="2400" b="1">
          <a:solidFill>
            <a:schemeClr val="bg1"/>
          </a:solidFill>
          <a:latin typeface="Verdana" pitchFamily="34" charset="0"/>
          <a:cs typeface="Times New Roman" pitchFamily="18" charset="0"/>
        </a:defRPr>
      </a:lvl7pPr>
      <a:lvl8pPr marL="1028726" algn="ctr" rtl="0" eaLnBrk="1" fontAlgn="base" hangingPunct="1">
        <a:spcBef>
          <a:spcPct val="0"/>
        </a:spcBef>
        <a:spcAft>
          <a:spcPct val="0"/>
        </a:spcAft>
        <a:defRPr sz="2400" b="1">
          <a:solidFill>
            <a:schemeClr val="bg1"/>
          </a:solidFill>
          <a:latin typeface="Verdana" pitchFamily="34" charset="0"/>
          <a:cs typeface="Times New Roman" pitchFamily="18" charset="0"/>
        </a:defRPr>
      </a:lvl8pPr>
      <a:lvl9pPr marL="1371635" algn="ctr" rtl="0" eaLnBrk="1" fontAlgn="base" hangingPunct="1">
        <a:spcBef>
          <a:spcPct val="0"/>
        </a:spcBef>
        <a:spcAft>
          <a:spcPct val="0"/>
        </a:spcAft>
        <a:defRPr sz="2400" b="1">
          <a:solidFill>
            <a:schemeClr val="bg1"/>
          </a:solidFill>
          <a:latin typeface="Verdana" pitchFamily="34" charset="0"/>
          <a:cs typeface="Times New Roman" pitchFamily="18" charset="0"/>
        </a:defRPr>
      </a:lvl9pPr>
    </p:titleStyle>
    <p:bodyStyle>
      <a:lvl1pPr marL="257182" indent="-257182" algn="l" rtl="0" eaLnBrk="1" fontAlgn="base" hangingPunct="1">
        <a:spcBef>
          <a:spcPct val="20000"/>
        </a:spcBef>
        <a:spcAft>
          <a:spcPct val="0"/>
        </a:spcAft>
        <a:buChar char="•"/>
        <a:defRPr sz="1349">
          <a:solidFill>
            <a:schemeClr val="tx1"/>
          </a:solidFill>
          <a:latin typeface="Calibri" panose="020F0502020204030204" pitchFamily="34" charset="0"/>
          <a:ea typeface="+mn-ea"/>
          <a:cs typeface="+mn-cs"/>
        </a:defRPr>
      </a:lvl1pPr>
      <a:lvl2pPr marL="557227" indent="-214319" algn="l" rtl="0" eaLnBrk="1" fontAlgn="base" hangingPunct="1">
        <a:spcBef>
          <a:spcPct val="20000"/>
        </a:spcBef>
        <a:spcAft>
          <a:spcPct val="0"/>
        </a:spcAft>
        <a:buChar char="–"/>
        <a:defRPr sz="1200">
          <a:solidFill>
            <a:schemeClr val="tx1"/>
          </a:solidFill>
          <a:latin typeface="Calibri" panose="020F0502020204030204" pitchFamily="34" charset="0"/>
          <a:cs typeface="+mn-cs"/>
        </a:defRPr>
      </a:lvl2pPr>
      <a:lvl3pPr marL="857271" indent="-171455" algn="l" rtl="0" eaLnBrk="1" fontAlgn="base" hangingPunct="1">
        <a:spcBef>
          <a:spcPct val="20000"/>
        </a:spcBef>
        <a:spcAft>
          <a:spcPct val="0"/>
        </a:spcAft>
        <a:buChar char="•"/>
        <a:defRPr sz="1051">
          <a:solidFill>
            <a:schemeClr val="tx1"/>
          </a:solidFill>
          <a:latin typeface="Calibri" panose="020F0502020204030204" pitchFamily="34" charset="0"/>
          <a:cs typeface="+mn-cs"/>
        </a:defRPr>
      </a:lvl3pPr>
      <a:lvl4pPr marL="1200180" indent="-171455" algn="l" rtl="0" eaLnBrk="1" fontAlgn="base" hangingPunct="1">
        <a:spcBef>
          <a:spcPct val="20000"/>
        </a:spcBef>
        <a:spcAft>
          <a:spcPct val="0"/>
        </a:spcAft>
        <a:buChar char="–"/>
        <a:defRPr sz="1051">
          <a:solidFill>
            <a:schemeClr val="tx1"/>
          </a:solidFill>
          <a:latin typeface="Calibri" panose="020F0502020204030204" pitchFamily="34" charset="0"/>
          <a:cs typeface="+mn-cs"/>
        </a:defRPr>
      </a:lvl4pPr>
      <a:lvl5pPr marL="1543088" indent="-171455" algn="l" rtl="0" eaLnBrk="1" fontAlgn="base" hangingPunct="1">
        <a:spcBef>
          <a:spcPct val="20000"/>
        </a:spcBef>
        <a:spcAft>
          <a:spcPct val="0"/>
        </a:spcAft>
        <a:buChar char="»"/>
        <a:defRPr sz="1051">
          <a:solidFill>
            <a:schemeClr val="tx1"/>
          </a:solidFill>
          <a:latin typeface="Calibri" panose="020F0502020204030204" pitchFamily="34" charset="0"/>
          <a:cs typeface="+mn-cs"/>
        </a:defRPr>
      </a:lvl5pPr>
      <a:lvl6pPr marL="1885997" indent="-171455" algn="l" rtl="0" eaLnBrk="1" fontAlgn="base" hangingPunct="1">
        <a:spcBef>
          <a:spcPct val="20000"/>
        </a:spcBef>
        <a:spcAft>
          <a:spcPct val="0"/>
        </a:spcAft>
        <a:buChar char="»"/>
        <a:defRPr>
          <a:solidFill>
            <a:schemeClr val="tx1"/>
          </a:solidFill>
          <a:latin typeface="+mn-lt"/>
          <a:cs typeface="+mn-cs"/>
        </a:defRPr>
      </a:lvl6pPr>
      <a:lvl7pPr marL="2228906" indent="-171455" algn="l" rtl="0" eaLnBrk="1" fontAlgn="base" hangingPunct="1">
        <a:spcBef>
          <a:spcPct val="20000"/>
        </a:spcBef>
        <a:spcAft>
          <a:spcPct val="0"/>
        </a:spcAft>
        <a:buChar char="»"/>
        <a:defRPr>
          <a:solidFill>
            <a:schemeClr val="tx1"/>
          </a:solidFill>
          <a:latin typeface="+mn-lt"/>
          <a:cs typeface="+mn-cs"/>
        </a:defRPr>
      </a:lvl7pPr>
      <a:lvl8pPr marL="2571813" indent="-171455" algn="l" rtl="0" eaLnBrk="1" fontAlgn="base" hangingPunct="1">
        <a:spcBef>
          <a:spcPct val="20000"/>
        </a:spcBef>
        <a:spcAft>
          <a:spcPct val="0"/>
        </a:spcAft>
        <a:buChar char="»"/>
        <a:defRPr>
          <a:solidFill>
            <a:schemeClr val="tx1"/>
          </a:solidFill>
          <a:latin typeface="+mn-lt"/>
          <a:cs typeface="+mn-cs"/>
        </a:defRPr>
      </a:lvl8pPr>
      <a:lvl9pPr marL="2914723" indent="-171455" algn="l" rtl="0" eaLnBrk="1" fontAlgn="base" hangingPunct="1">
        <a:spcBef>
          <a:spcPct val="20000"/>
        </a:spcBef>
        <a:spcAft>
          <a:spcPct val="0"/>
        </a:spcAft>
        <a:buChar char="»"/>
        <a:defRPr>
          <a:solidFill>
            <a:schemeClr val="tx1"/>
          </a:solidFill>
          <a:latin typeface="+mn-lt"/>
          <a:cs typeface="+mn-cs"/>
        </a:defRPr>
      </a:lvl9pPr>
    </p:bodyStyle>
    <p:otherStyle>
      <a:defPPr>
        <a:defRPr lang="en-US"/>
      </a:defPPr>
      <a:lvl1pPr marL="0" algn="l" defTabSz="685817" rtl="0" eaLnBrk="1" latinLnBrk="0" hangingPunct="1">
        <a:defRPr sz="1349" kern="1200">
          <a:solidFill>
            <a:schemeClr val="tx1"/>
          </a:solidFill>
          <a:latin typeface="+mn-lt"/>
          <a:ea typeface="+mn-ea"/>
          <a:cs typeface="+mn-cs"/>
        </a:defRPr>
      </a:lvl1pPr>
      <a:lvl2pPr marL="342909" algn="l" defTabSz="685817" rtl="0" eaLnBrk="1" latinLnBrk="0" hangingPunct="1">
        <a:defRPr sz="1349" kern="1200">
          <a:solidFill>
            <a:schemeClr val="tx1"/>
          </a:solidFill>
          <a:latin typeface="+mn-lt"/>
          <a:ea typeface="+mn-ea"/>
          <a:cs typeface="+mn-cs"/>
        </a:defRPr>
      </a:lvl2pPr>
      <a:lvl3pPr marL="685817" algn="l" defTabSz="685817" rtl="0" eaLnBrk="1" latinLnBrk="0" hangingPunct="1">
        <a:defRPr sz="1349" kern="1200">
          <a:solidFill>
            <a:schemeClr val="tx1"/>
          </a:solidFill>
          <a:latin typeface="+mn-lt"/>
          <a:ea typeface="+mn-ea"/>
          <a:cs typeface="+mn-cs"/>
        </a:defRPr>
      </a:lvl3pPr>
      <a:lvl4pPr marL="1028726" algn="l" defTabSz="685817" rtl="0" eaLnBrk="1" latinLnBrk="0" hangingPunct="1">
        <a:defRPr sz="1349" kern="1200">
          <a:solidFill>
            <a:schemeClr val="tx1"/>
          </a:solidFill>
          <a:latin typeface="+mn-lt"/>
          <a:ea typeface="+mn-ea"/>
          <a:cs typeface="+mn-cs"/>
        </a:defRPr>
      </a:lvl4pPr>
      <a:lvl5pPr marL="1371635" algn="l" defTabSz="685817" rtl="0" eaLnBrk="1" latinLnBrk="0" hangingPunct="1">
        <a:defRPr sz="1349" kern="1200">
          <a:solidFill>
            <a:schemeClr val="tx1"/>
          </a:solidFill>
          <a:latin typeface="+mn-lt"/>
          <a:ea typeface="+mn-ea"/>
          <a:cs typeface="+mn-cs"/>
        </a:defRPr>
      </a:lvl5pPr>
      <a:lvl6pPr marL="1714542" algn="l" defTabSz="685817" rtl="0" eaLnBrk="1" latinLnBrk="0" hangingPunct="1">
        <a:defRPr sz="1349" kern="1200">
          <a:solidFill>
            <a:schemeClr val="tx1"/>
          </a:solidFill>
          <a:latin typeface="+mn-lt"/>
          <a:ea typeface="+mn-ea"/>
          <a:cs typeface="+mn-cs"/>
        </a:defRPr>
      </a:lvl6pPr>
      <a:lvl7pPr marL="2057451" algn="l" defTabSz="685817" rtl="0" eaLnBrk="1" latinLnBrk="0" hangingPunct="1">
        <a:defRPr sz="1349" kern="1200">
          <a:solidFill>
            <a:schemeClr val="tx1"/>
          </a:solidFill>
          <a:latin typeface="+mn-lt"/>
          <a:ea typeface="+mn-ea"/>
          <a:cs typeface="+mn-cs"/>
        </a:defRPr>
      </a:lvl7pPr>
      <a:lvl8pPr marL="2400361" algn="l" defTabSz="685817" rtl="0" eaLnBrk="1" latinLnBrk="0" hangingPunct="1">
        <a:defRPr sz="1349" kern="1200">
          <a:solidFill>
            <a:schemeClr val="tx1"/>
          </a:solidFill>
          <a:latin typeface="+mn-lt"/>
          <a:ea typeface="+mn-ea"/>
          <a:cs typeface="+mn-cs"/>
        </a:defRPr>
      </a:lvl8pPr>
      <a:lvl9pPr marL="2743268" algn="l" defTabSz="685817" rtl="0" eaLnBrk="1" latinLnBrk="0" hangingPunct="1">
        <a:defRPr sz="1349"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custDataLst>
              <p:tags r:id="rId9"/>
            </p:custDataLst>
            <p:extLst>
              <p:ext uri="{D42A27DB-BD31-4B8C-83A1-F6EECF244321}">
                <p14:modId xmlns:p14="http://schemas.microsoft.com/office/powerpoint/2010/main" val="1512508808"/>
              </p:ext>
            </p:extLst>
          </p:nvPr>
        </p:nvGraphicFramePr>
        <p:xfrm>
          <a:off x="2119" y="1595"/>
          <a:ext cx="2116" cy="1587"/>
        </p:xfrm>
        <a:graphic>
          <a:graphicData uri="http://schemas.openxmlformats.org/presentationml/2006/ole">
            <mc:AlternateContent xmlns:mc="http://schemas.openxmlformats.org/markup-compatibility/2006">
              <mc:Choice xmlns:v="urn:schemas-microsoft-com:vml" Requires="v">
                <p:oleObj name="think-cell Slide" r:id="rId10" imgW="430" imgH="433" progId="TCLayout.ActiveDocument.1">
                  <p:embed/>
                </p:oleObj>
              </mc:Choice>
              <mc:Fallback>
                <p:oleObj name="think-cell Slide" r:id="rId10" imgW="430" imgH="433" progId="TCLayout.ActiveDocument.1">
                  <p:embed/>
                  <p:pic>
                    <p:nvPicPr>
                      <p:cNvPr id="2" name="Object 1" hidden="1"/>
                      <p:cNvPicPr/>
                      <p:nvPr/>
                    </p:nvPicPr>
                    <p:blipFill>
                      <a:blip r:embed="rId11"/>
                      <a:stretch>
                        <a:fillRect/>
                      </a:stretch>
                    </p:blipFill>
                    <p:spPr>
                      <a:xfrm>
                        <a:off x="2119" y="1595"/>
                        <a:ext cx="2116" cy="1587"/>
                      </a:xfrm>
                      <a:prstGeom prst="rect">
                        <a:avLst/>
                      </a:prstGeom>
                    </p:spPr>
                  </p:pic>
                </p:oleObj>
              </mc:Fallback>
            </mc:AlternateContent>
          </a:graphicData>
        </a:graphic>
      </p:graphicFrame>
      <p:sp>
        <p:nvSpPr>
          <p:cNvPr id="11269" name="Rectangle 5"/>
          <p:cNvSpPr>
            <a:spLocks noGrp="1" noChangeArrowheads="1"/>
          </p:cNvSpPr>
          <p:nvPr>
            <p:ph type="sldNum" sz="quarter" idx="4"/>
          </p:nvPr>
        </p:nvSpPr>
        <p:spPr bwMode="auto">
          <a:xfrm>
            <a:off x="11664622" y="6400800"/>
            <a:ext cx="527381"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36000" tIns="36000" rIns="36000" bIns="36000" numCol="1" anchor="b" anchorCtr="0" compatLnSpc="1">
            <a:prstTxWarp prst="textNoShape">
              <a:avLst/>
            </a:prstTxWarp>
          </a:bodyPr>
          <a:lstStyle>
            <a:lvl1pPr algn="r">
              <a:defRPr sz="750">
                <a:solidFill>
                  <a:schemeClr val="bg2"/>
                </a:solidFill>
                <a:latin typeface="Calibri" panose="020F0502020204030204" pitchFamily="34" charset="0"/>
                <a:cs typeface="+mn-cs"/>
              </a:defRPr>
            </a:lvl1pPr>
          </a:lstStyle>
          <a:p>
            <a:fld id="{B3CE4FC1-9BFD-4D71-B62C-EB069A42157A}" type="slidenum">
              <a:rPr lang="en-US" smtClean="0">
                <a:solidFill>
                  <a:srgbClr val="000000"/>
                </a:solidFill>
              </a:rPr>
              <a:pPr/>
              <a:t>‹#›</a:t>
            </a:fld>
            <a:endParaRPr lang="en-US">
              <a:solidFill>
                <a:srgbClr val="000000"/>
              </a:solidFill>
            </a:endParaRPr>
          </a:p>
        </p:txBody>
      </p:sp>
      <p:pic>
        <p:nvPicPr>
          <p:cNvPr id="2052" name="Picture 4"/>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9840416" y="6597352"/>
            <a:ext cx="1698137" cy="216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1" name="Rectangle 4"/>
          <p:cNvSpPr>
            <a:spLocks noGrp="1" noChangeArrowheads="1"/>
          </p:cNvSpPr>
          <p:nvPr>
            <p:ph type="ftr" sz="quarter" idx="3"/>
          </p:nvPr>
        </p:nvSpPr>
        <p:spPr>
          <a:xfrm>
            <a:off x="239187" y="6400800"/>
            <a:ext cx="9409211" cy="457200"/>
          </a:xfrm>
          <a:prstGeom prst="rect">
            <a:avLst/>
          </a:prstGeom>
          <a:ln/>
        </p:spPr>
        <p:txBody>
          <a:bodyPr lIns="36000" tIns="36000" rIns="36000" bIns="36000" anchor="b"/>
          <a:lstStyle>
            <a:lvl1pPr>
              <a:defRPr sz="750">
                <a:solidFill>
                  <a:schemeClr val="bg2"/>
                </a:solidFill>
              </a:defRPr>
            </a:lvl1pPr>
          </a:lstStyle>
          <a:p>
            <a:endParaRPr lang="en-US">
              <a:solidFill>
                <a:srgbClr val="000000"/>
              </a:solidFill>
            </a:endParaRPr>
          </a:p>
        </p:txBody>
      </p:sp>
      <p:grpSp>
        <p:nvGrpSpPr>
          <p:cNvPr id="14" name="Group 13"/>
          <p:cNvGrpSpPr/>
          <p:nvPr/>
        </p:nvGrpSpPr>
        <p:grpSpPr>
          <a:xfrm>
            <a:off x="0" y="0"/>
            <a:ext cx="12192000" cy="692150"/>
            <a:chOff x="0" y="0"/>
            <a:chExt cx="9144000" cy="692150"/>
          </a:xfrm>
        </p:grpSpPr>
        <p:grpSp>
          <p:nvGrpSpPr>
            <p:cNvPr id="15" name="Group 14"/>
            <p:cNvGrpSpPr/>
            <p:nvPr/>
          </p:nvGrpSpPr>
          <p:grpSpPr>
            <a:xfrm>
              <a:off x="0" y="0"/>
              <a:ext cx="9144000" cy="692150"/>
              <a:chOff x="0" y="0"/>
              <a:chExt cx="9144000" cy="692150"/>
            </a:xfrm>
          </p:grpSpPr>
          <p:pic>
            <p:nvPicPr>
              <p:cNvPr id="17" name="Picture 3"/>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0" y="0"/>
                <a:ext cx="9144000" cy="6921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8" name="Picture 3"/>
              <p:cNvPicPr>
                <a:picLocks noChangeAspect="1" noChangeArrowheads="1"/>
              </p:cNvPicPr>
              <p:nvPr/>
            </p:nvPicPr>
            <p:blipFill rotWithShape="1">
              <a:blip r:embed="rId13">
                <a:extLst>
                  <a:ext uri="{28A0092B-C50C-407E-A947-70E740481C1C}">
                    <a14:useLocalDpi xmlns:a14="http://schemas.microsoft.com/office/drawing/2010/main" val="0"/>
                  </a:ext>
                </a:extLst>
              </a:blip>
              <a:srcRect r="97157"/>
              <a:stretch/>
            </p:blipFill>
            <p:spPr bwMode="auto">
              <a:xfrm>
                <a:off x="0" y="0"/>
                <a:ext cx="2411760" cy="6921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9" name="Picture 3"/>
              <p:cNvPicPr>
                <a:picLocks noChangeAspect="1" noChangeArrowheads="1"/>
              </p:cNvPicPr>
              <p:nvPr/>
            </p:nvPicPr>
            <p:blipFill rotWithShape="1">
              <a:blip r:embed="rId13">
                <a:extLst>
                  <a:ext uri="{28A0092B-C50C-407E-A947-70E740481C1C}">
                    <a14:useLocalDpi xmlns:a14="http://schemas.microsoft.com/office/drawing/2010/main" val="0"/>
                  </a:ext>
                </a:extLst>
              </a:blip>
              <a:srcRect r="99746"/>
              <a:stretch/>
            </p:blipFill>
            <p:spPr bwMode="auto">
              <a:xfrm>
                <a:off x="8928847" y="0"/>
                <a:ext cx="215153" cy="6921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 name="Picture 3"/>
              <p:cNvPicPr>
                <a:picLocks noChangeAspect="1" noChangeArrowheads="1"/>
              </p:cNvPicPr>
              <p:nvPr/>
            </p:nvPicPr>
            <p:blipFill rotWithShape="1">
              <a:blip r:embed="rId13">
                <a:extLst>
                  <a:ext uri="{28A0092B-C50C-407E-A947-70E740481C1C}">
                    <a14:useLocalDpi xmlns:a14="http://schemas.microsoft.com/office/drawing/2010/main" val="0"/>
                  </a:ext>
                </a:extLst>
              </a:blip>
              <a:srcRect t="12683" r="99340" b="31624"/>
              <a:stretch/>
            </p:blipFill>
            <p:spPr bwMode="auto">
              <a:xfrm>
                <a:off x="8676456" y="153334"/>
                <a:ext cx="462064" cy="38548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pic>
          <p:nvPicPr>
            <p:cNvPr id="16" name="Picture 3"/>
            <p:cNvPicPr>
              <a:picLocks noChangeAspect="1" noChangeArrowheads="1"/>
            </p:cNvPicPr>
            <p:nvPr/>
          </p:nvPicPr>
          <p:blipFill rotWithShape="1">
            <a:blip r:embed="rId14">
              <a:extLst>
                <a:ext uri="{28A0092B-C50C-407E-A947-70E740481C1C}">
                  <a14:useLocalDpi xmlns:a14="http://schemas.microsoft.com/office/drawing/2010/main" val="0"/>
                </a:ext>
              </a:extLst>
            </a:blip>
            <a:srcRect t="13116" r="76604" b="25471"/>
            <a:stretch/>
          </p:blipFill>
          <p:spPr bwMode="auto">
            <a:xfrm>
              <a:off x="8703539" y="116635"/>
              <a:ext cx="396000" cy="44740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pic>
        <p:nvPicPr>
          <p:cNvPr id="13" name="Picture 12"/>
          <p:cNvPicPr>
            <a:picLocks noChangeAspect="1"/>
          </p:cNvPicPr>
          <p:nvPr/>
        </p:nvPicPr>
        <p:blipFill rotWithShape="1">
          <a:blip r:embed="rId15">
            <a:extLst>
              <a:ext uri="{28A0092B-C50C-407E-A947-70E740481C1C}">
                <a14:useLocalDpi xmlns:a14="http://schemas.microsoft.com/office/drawing/2010/main" val="0"/>
              </a:ext>
            </a:extLst>
          </a:blip>
          <a:srcRect l="37353" t="8741" r="101" b="27"/>
          <a:stretch/>
        </p:blipFill>
        <p:spPr bwMode="ltGray">
          <a:xfrm rot="16200000" flipH="1">
            <a:off x="6006724" y="-5159178"/>
            <a:ext cx="369901" cy="12000658"/>
          </a:xfrm>
          <a:prstGeom prst="rect">
            <a:avLst/>
          </a:prstGeom>
        </p:spPr>
      </p:pic>
      <p:sp>
        <p:nvSpPr>
          <p:cNvPr id="5" name="TextBox 4">
            <a:extLst>
              <a:ext uri="{FF2B5EF4-FFF2-40B4-BE49-F238E27FC236}">
                <a16:creationId xmlns:a16="http://schemas.microsoft.com/office/drawing/2014/main" id="{36143A43-C8C0-08ED-ACA9-7F3DA5E05DBF}"/>
              </a:ext>
            </a:extLst>
          </p:cNvPr>
          <p:cNvSpPr txBox="1"/>
          <p:nvPr userDrawn="1">
            <p:extLst>
              <p:ext uri="{1162E1C5-73C7-4A58-AE30-91384D911F3F}">
                <p184:classification xmlns:p184="http://schemas.microsoft.com/office/powerpoint/2018/4/main" val="ftr"/>
              </p:ext>
            </p:extLst>
          </p:nvPr>
        </p:nvSpPr>
        <p:spPr>
          <a:xfrm>
            <a:off x="63500" y="6672580"/>
            <a:ext cx="1550988" cy="121920"/>
          </a:xfrm>
          <a:prstGeom prst="rect">
            <a:avLst/>
          </a:prstGeom>
        </p:spPr>
        <p:txBody>
          <a:bodyPr horzOverflow="overflow" lIns="0" tIns="0" rIns="0" bIns="0">
            <a:spAutoFit/>
          </a:bodyPr>
          <a:lstStyle/>
          <a:p>
            <a:pPr algn="l"/>
            <a:r>
              <a:rPr lang="en-US" sz="800">
                <a:solidFill>
                  <a:srgbClr val="FF0000"/>
                </a:solidFill>
                <a:latin typeface="Calibri" panose="020F0502020204030204" pitchFamily="34" charset="0"/>
                <a:cs typeface="Calibri" panose="020F0502020204030204" pitchFamily="34" charset="0"/>
              </a:rPr>
              <a:t>Classification: RAKBANK-Confidential</a:t>
            </a:r>
          </a:p>
        </p:txBody>
      </p:sp>
    </p:spTree>
    <p:extLst>
      <p:ext uri="{BB962C8B-B14F-4D97-AF65-F5344CB8AC3E}">
        <p14:creationId xmlns:p14="http://schemas.microsoft.com/office/powerpoint/2010/main" val="960141593"/>
      </p:ext>
    </p:extLst>
  </p:cSld>
  <p:clrMap bg1="lt1" tx1="dk1" bg2="lt2" tx2="dk2" accent1="accent1" accent2="accent2" accent3="accent3" accent4="accent4" accent5="accent5" accent6="accent6" hlink="hlink" folHlink="folHlink"/>
  <p:sldLayoutIdLst>
    <p:sldLayoutId id="2147484185" r:id="rId1"/>
    <p:sldLayoutId id="2147484186" r:id="rId2"/>
    <p:sldLayoutId id="2147484187" r:id="rId3"/>
    <p:sldLayoutId id="2147484188" r:id="rId4"/>
    <p:sldLayoutId id="2147484189" r:id="rId5"/>
    <p:sldLayoutId id="2147484190" r:id="rId6"/>
    <p:sldLayoutId id="2147484191" r:id="rId7"/>
  </p:sldLayoutIdLst>
  <p:hf hdr="0" ftr="0" dt="0"/>
  <p:txStyles>
    <p:titleStyle>
      <a:lvl1pPr algn="l" rtl="0" eaLnBrk="1" fontAlgn="base" hangingPunct="1">
        <a:spcBef>
          <a:spcPct val="0"/>
        </a:spcBef>
        <a:spcAft>
          <a:spcPct val="0"/>
        </a:spcAft>
        <a:defRPr sz="1200" b="0">
          <a:solidFill>
            <a:schemeClr val="bg1"/>
          </a:solidFill>
          <a:latin typeface="+mj-lt"/>
          <a:ea typeface="+mj-ea"/>
          <a:cs typeface="+mj-cs"/>
        </a:defRPr>
      </a:lvl1pPr>
      <a:lvl2pPr algn="ctr" rtl="0" eaLnBrk="1" fontAlgn="base" hangingPunct="1">
        <a:spcBef>
          <a:spcPct val="0"/>
        </a:spcBef>
        <a:spcAft>
          <a:spcPct val="0"/>
        </a:spcAft>
        <a:defRPr sz="2400" b="1">
          <a:solidFill>
            <a:schemeClr val="bg1"/>
          </a:solidFill>
          <a:latin typeface="Verdana" pitchFamily="34" charset="0"/>
          <a:cs typeface="Times New Roman" pitchFamily="18" charset="0"/>
        </a:defRPr>
      </a:lvl2pPr>
      <a:lvl3pPr algn="ctr" rtl="0" eaLnBrk="1" fontAlgn="base" hangingPunct="1">
        <a:spcBef>
          <a:spcPct val="0"/>
        </a:spcBef>
        <a:spcAft>
          <a:spcPct val="0"/>
        </a:spcAft>
        <a:defRPr sz="2400" b="1">
          <a:solidFill>
            <a:schemeClr val="bg1"/>
          </a:solidFill>
          <a:latin typeface="Verdana" pitchFamily="34" charset="0"/>
          <a:cs typeface="Times New Roman" pitchFamily="18" charset="0"/>
        </a:defRPr>
      </a:lvl3pPr>
      <a:lvl4pPr algn="ctr" rtl="0" eaLnBrk="1" fontAlgn="base" hangingPunct="1">
        <a:spcBef>
          <a:spcPct val="0"/>
        </a:spcBef>
        <a:spcAft>
          <a:spcPct val="0"/>
        </a:spcAft>
        <a:defRPr sz="2400" b="1">
          <a:solidFill>
            <a:schemeClr val="bg1"/>
          </a:solidFill>
          <a:latin typeface="Verdana" pitchFamily="34" charset="0"/>
          <a:cs typeface="Times New Roman" pitchFamily="18" charset="0"/>
        </a:defRPr>
      </a:lvl4pPr>
      <a:lvl5pPr algn="ctr" rtl="0" eaLnBrk="1" fontAlgn="base" hangingPunct="1">
        <a:spcBef>
          <a:spcPct val="0"/>
        </a:spcBef>
        <a:spcAft>
          <a:spcPct val="0"/>
        </a:spcAft>
        <a:defRPr sz="2400" b="1">
          <a:solidFill>
            <a:schemeClr val="bg1"/>
          </a:solidFill>
          <a:latin typeface="Verdana" pitchFamily="34" charset="0"/>
          <a:cs typeface="Times New Roman" pitchFamily="18" charset="0"/>
        </a:defRPr>
      </a:lvl5pPr>
      <a:lvl6pPr marL="342909" algn="ctr" rtl="0" eaLnBrk="1" fontAlgn="base" hangingPunct="1">
        <a:spcBef>
          <a:spcPct val="0"/>
        </a:spcBef>
        <a:spcAft>
          <a:spcPct val="0"/>
        </a:spcAft>
        <a:defRPr sz="2400" b="1">
          <a:solidFill>
            <a:schemeClr val="bg1"/>
          </a:solidFill>
          <a:latin typeface="Verdana" pitchFamily="34" charset="0"/>
          <a:cs typeface="Times New Roman" pitchFamily="18" charset="0"/>
        </a:defRPr>
      </a:lvl6pPr>
      <a:lvl7pPr marL="685817" algn="ctr" rtl="0" eaLnBrk="1" fontAlgn="base" hangingPunct="1">
        <a:spcBef>
          <a:spcPct val="0"/>
        </a:spcBef>
        <a:spcAft>
          <a:spcPct val="0"/>
        </a:spcAft>
        <a:defRPr sz="2400" b="1">
          <a:solidFill>
            <a:schemeClr val="bg1"/>
          </a:solidFill>
          <a:latin typeface="Verdana" pitchFamily="34" charset="0"/>
          <a:cs typeface="Times New Roman" pitchFamily="18" charset="0"/>
        </a:defRPr>
      </a:lvl7pPr>
      <a:lvl8pPr marL="1028726" algn="ctr" rtl="0" eaLnBrk="1" fontAlgn="base" hangingPunct="1">
        <a:spcBef>
          <a:spcPct val="0"/>
        </a:spcBef>
        <a:spcAft>
          <a:spcPct val="0"/>
        </a:spcAft>
        <a:defRPr sz="2400" b="1">
          <a:solidFill>
            <a:schemeClr val="bg1"/>
          </a:solidFill>
          <a:latin typeface="Verdana" pitchFamily="34" charset="0"/>
          <a:cs typeface="Times New Roman" pitchFamily="18" charset="0"/>
        </a:defRPr>
      </a:lvl8pPr>
      <a:lvl9pPr marL="1371635" algn="ctr" rtl="0" eaLnBrk="1" fontAlgn="base" hangingPunct="1">
        <a:spcBef>
          <a:spcPct val="0"/>
        </a:spcBef>
        <a:spcAft>
          <a:spcPct val="0"/>
        </a:spcAft>
        <a:defRPr sz="2400" b="1">
          <a:solidFill>
            <a:schemeClr val="bg1"/>
          </a:solidFill>
          <a:latin typeface="Verdana" pitchFamily="34" charset="0"/>
          <a:cs typeface="Times New Roman" pitchFamily="18" charset="0"/>
        </a:defRPr>
      </a:lvl9pPr>
    </p:titleStyle>
    <p:bodyStyle>
      <a:lvl1pPr marL="257182" indent="-257182" algn="l" rtl="0" eaLnBrk="1" fontAlgn="base" hangingPunct="1">
        <a:spcBef>
          <a:spcPct val="20000"/>
        </a:spcBef>
        <a:spcAft>
          <a:spcPct val="0"/>
        </a:spcAft>
        <a:buChar char="•"/>
        <a:defRPr sz="1349">
          <a:solidFill>
            <a:schemeClr val="tx1"/>
          </a:solidFill>
          <a:latin typeface="Calibri" panose="020F0502020204030204" pitchFamily="34" charset="0"/>
          <a:ea typeface="+mn-ea"/>
          <a:cs typeface="+mn-cs"/>
        </a:defRPr>
      </a:lvl1pPr>
      <a:lvl2pPr marL="557227" indent="-214319" algn="l" rtl="0" eaLnBrk="1" fontAlgn="base" hangingPunct="1">
        <a:spcBef>
          <a:spcPct val="20000"/>
        </a:spcBef>
        <a:spcAft>
          <a:spcPct val="0"/>
        </a:spcAft>
        <a:buChar char="–"/>
        <a:defRPr sz="1200">
          <a:solidFill>
            <a:schemeClr val="tx1"/>
          </a:solidFill>
          <a:latin typeface="Calibri" panose="020F0502020204030204" pitchFamily="34" charset="0"/>
          <a:cs typeface="+mn-cs"/>
        </a:defRPr>
      </a:lvl2pPr>
      <a:lvl3pPr marL="857271" indent="-171455" algn="l" rtl="0" eaLnBrk="1" fontAlgn="base" hangingPunct="1">
        <a:spcBef>
          <a:spcPct val="20000"/>
        </a:spcBef>
        <a:spcAft>
          <a:spcPct val="0"/>
        </a:spcAft>
        <a:buChar char="•"/>
        <a:defRPr sz="1051">
          <a:solidFill>
            <a:schemeClr val="tx1"/>
          </a:solidFill>
          <a:latin typeface="Calibri" panose="020F0502020204030204" pitchFamily="34" charset="0"/>
          <a:cs typeface="+mn-cs"/>
        </a:defRPr>
      </a:lvl3pPr>
      <a:lvl4pPr marL="1200180" indent="-171455" algn="l" rtl="0" eaLnBrk="1" fontAlgn="base" hangingPunct="1">
        <a:spcBef>
          <a:spcPct val="20000"/>
        </a:spcBef>
        <a:spcAft>
          <a:spcPct val="0"/>
        </a:spcAft>
        <a:buChar char="–"/>
        <a:defRPr sz="1051">
          <a:solidFill>
            <a:schemeClr val="tx1"/>
          </a:solidFill>
          <a:latin typeface="Calibri" panose="020F0502020204030204" pitchFamily="34" charset="0"/>
          <a:cs typeface="+mn-cs"/>
        </a:defRPr>
      </a:lvl4pPr>
      <a:lvl5pPr marL="1543088" indent="-171455" algn="l" rtl="0" eaLnBrk="1" fontAlgn="base" hangingPunct="1">
        <a:spcBef>
          <a:spcPct val="20000"/>
        </a:spcBef>
        <a:spcAft>
          <a:spcPct val="0"/>
        </a:spcAft>
        <a:buChar char="»"/>
        <a:defRPr sz="1051">
          <a:solidFill>
            <a:schemeClr val="tx1"/>
          </a:solidFill>
          <a:latin typeface="Calibri" panose="020F0502020204030204" pitchFamily="34" charset="0"/>
          <a:cs typeface="+mn-cs"/>
        </a:defRPr>
      </a:lvl5pPr>
      <a:lvl6pPr marL="1885997" indent="-171455" algn="l" rtl="0" eaLnBrk="1" fontAlgn="base" hangingPunct="1">
        <a:spcBef>
          <a:spcPct val="20000"/>
        </a:spcBef>
        <a:spcAft>
          <a:spcPct val="0"/>
        </a:spcAft>
        <a:buChar char="»"/>
        <a:defRPr>
          <a:solidFill>
            <a:schemeClr val="tx1"/>
          </a:solidFill>
          <a:latin typeface="+mn-lt"/>
          <a:cs typeface="+mn-cs"/>
        </a:defRPr>
      </a:lvl6pPr>
      <a:lvl7pPr marL="2228906" indent="-171455" algn="l" rtl="0" eaLnBrk="1" fontAlgn="base" hangingPunct="1">
        <a:spcBef>
          <a:spcPct val="20000"/>
        </a:spcBef>
        <a:spcAft>
          <a:spcPct val="0"/>
        </a:spcAft>
        <a:buChar char="»"/>
        <a:defRPr>
          <a:solidFill>
            <a:schemeClr val="tx1"/>
          </a:solidFill>
          <a:latin typeface="+mn-lt"/>
          <a:cs typeface="+mn-cs"/>
        </a:defRPr>
      </a:lvl7pPr>
      <a:lvl8pPr marL="2571813" indent="-171455" algn="l" rtl="0" eaLnBrk="1" fontAlgn="base" hangingPunct="1">
        <a:spcBef>
          <a:spcPct val="20000"/>
        </a:spcBef>
        <a:spcAft>
          <a:spcPct val="0"/>
        </a:spcAft>
        <a:buChar char="»"/>
        <a:defRPr>
          <a:solidFill>
            <a:schemeClr val="tx1"/>
          </a:solidFill>
          <a:latin typeface="+mn-lt"/>
          <a:cs typeface="+mn-cs"/>
        </a:defRPr>
      </a:lvl8pPr>
      <a:lvl9pPr marL="2914723" indent="-171455" algn="l" rtl="0" eaLnBrk="1" fontAlgn="base" hangingPunct="1">
        <a:spcBef>
          <a:spcPct val="20000"/>
        </a:spcBef>
        <a:spcAft>
          <a:spcPct val="0"/>
        </a:spcAft>
        <a:buChar char="»"/>
        <a:defRPr>
          <a:solidFill>
            <a:schemeClr val="tx1"/>
          </a:solidFill>
          <a:latin typeface="+mn-lt"/>
          <a:cs typeface="+mn-cs"/>
        </a:defRPr>
      </a:lvl9pPr>
    </p:bodyStyle>
    <p:otherStyle>
      <a:defPPr>
        <a:defRPr lang="en-US"/>
      </a:defPPr>
      <a:lvl1pPr marL="0" algn="l" defTabSz="685817" rtl="0" eaLnBrk="1" latinLnBrk="0" hangingPunct="1">
        <a:defRPr sz="1349" kern="1200">
          <a:solidFill>
            <a:schemeClr val="tx1"/>
          </a:solidFill>
          <a:latin typeface="+mn-lt"/>
          <a:ea typeface="+mn-ea"/>
          <a:cs typeface="+mn-cs"/>
        </a:defRPr>
      </a:lvl1pPr>
      <a:lvl2pPr marL="342909" algn="l" defTabSz="685817" rtl="0" eaLnBrk="1" latinLnBrk="0" hangingPunct="1">
        <a:defRPr sz="1349" kern="1200">
          <a:solidFill>
            <a:schemeClr val="tx1"/>
          </a:solidFill>
          <a:latin typeface="+mn-lt"/>
          <a:ea typeface="+mn-ea"/>
          <a:cs typeface="+mn-cs"/>
        </a:defRPr>
      </a:lvl2pPr>
      <a:lvl3pPr marL="685817" algn="l" defTabSz="685817" rtl="0" eaLnBrk="1" latinLnBrk="0" hangingPunct="1">
        <a:defRPr sz="1349" kern="1200">
          <a:solidFill>
            <a:schemeClr val="tx1"/>
          </a:solidFill>
          <a:latin typeface="+mn-lt"/>
          <a:ea typeface="+mn-ea"/>
          <a:cs typeface="+mn-cs"/>
        </a:defRPr>
      </a:lvl3pPr>
      <a:lvl4pPr marL="1028726" algn="l" defTabSz="685817" rtl="0" eaLnBrk="1" latinLnBrk="0" hangingPunct="1">
        <a:defRPr sz="1349" kern="1200">
          <a:solidFill>
            <a:schemeClr val="tx1"/>
          </a:solidFill>
          <a:latin typeface="+mn-lt"/>
          <a:ea typeface="+mn-ea"/>
          <a:cs typeface="+mn-cs"/>
        </a:defRPr>
      </a:lvl4pPr>
      <a:lvl5pPr marL="1371635" algn="l" defTabSz="685817" rtl="0" eaLnBrk="1" latinLnBrk="0" hangingPunct="1">
        <a:defRPr sz="1349" kern="1200">
          <a:solidFill>
            <a:schemeClr val="tx1"/>
          </a:solidFill>
          <a:latin typeface="+mn-lt"/>
          <a:ea typeface="+mn-ea"/>
          <a:cs typeface="+mn-cs"/>
        </a:defRPr>
      </a:lvl5pPr>
      <a:lvl6pPr marL="1714542" algn="l" defTabSz="685817" rtl="0" eaLnBrk="1" latinLnBrk="0" hangingPunct="1">
        <a:defRPr sz="1349" kern="1200">
          <a:solidFill>
            <a:schemeClr val="tx1"/>
          </a:solidFill>
          <a:latin typeface="+mn-lt"/>
          <a:ea typeface="+mn-ea"/>
          <a:cs typeface="+mn-cs"/>
        </a:defRPr>
      </a:lvl6pPr>
      <a:lvl7pPr marL="2057451" algn="l" defTabSz="685817" rtl="0" eaLnBrk="1" latinLnBrk="0" hangingPunct="1">
        <a:defRPr sz="1349" kern="1200">
          <a:solidFill>
            <a:schemeClr val="tx1"/>
          </a:solidFill>
          <a:latin typeface="+mn-lt"/>
          <a:ea typeface="+mn-ea"/>
          <a:cs typeface="+mn-cs"/>
        </a:defRPr>
      </a:lvl7pPr>
      <a:lvl8pPr marL="2400361" algn="l" defTabSz="685817" rtl="0" eaLnBrk="1" latinLnBrk="0" hangingPunct="1">
        <a:defRPr sz="1349" kern="1200">
          <a:solidFill>
            <a:schemeClr val="tx1"/>
          </a:solidFill>
          <a:latin typeface="+mn-lt"/>
          <a:ea typeface="+mn-ea"/>
          <a:cs typeface="+mn-cs"/>
        </a:defRPr>
      </a:lvl8pPr>
      <a:lvl9pPr marL="2743268" algn="l" defTabSz="685817" rtl="0" eaLnBrk="1" latinLnBrk="0" hangingPunct="1">
        <a:defRPr sz="1349"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custDataLst>
              <p:tags r:id="rId13"/>
            </p:custDataLst>
          </p:nvPr>
        </p:nvGraphicFramePr>
        <p:xfrm>
          <a:off x="2119" y="1595"/>
          <a:ext cx="2116" cy="1587"/>
        </p:xfrm>
        <a:graphic>
          <a:graphicData uri="http://schemas.openxmlformats.org/presentationml/2006/ole">
            <mc:AlternateContent xmlns:mc="http://schemas.openxmlformats.org/markup-compatibility/2006">
              <mc:Choice xmlns:v="urn:schemas-microsoft-com:vml" Requires="v">
                <p:oleObj name="think-cell Slide" r:id="rId14" imgW="360" imgH="360" progId="TCLayout.ActiveDocument.1">
                  <p:embed/>
                </p:oleObj>
              </mc:Choice>
              <mc:Fallback>
                <p:oleObj name="think-cell Slide" r:id="rId14" imgW="360" imgH="360" progId="TCLayout.ActiveDocument.1">
                  <p:embed/>
                  <p:pic>
                    <p:nvPicPr>
                      <p:cNvPr id="2" name="Object 1" hidden="1"/>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119" y="1595"/>
                        <a:ext cx="2116"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269" name="Rectangle 5"/>
          <p:cNvSpPr>
            <a:spLocks noGrp="1" noChangeArrowheads="1"/>
          </p:cNvSpPr>
          <p:nvPr>
            <p:ph type="sldNum" sz="quarter" idx="4"/>
          </p:nvPr>
        </p:nvSpPr>
        <p:spPr bwMode="auto">
          <a:xfrm>
            <a:off x="11664622" y="6400800"/>
            <a:ext cx="527381"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36000" tIns="36000" rIns="36000" bIns="36000" numCol="1" anchor="b" anchorCtr="0" compatLnSpc="1">
            <a:prstTxWarp prst="textNoShape">
              <a:avLst/>
            </a:prstTxWarp>
          </a:bodyPr>
          <a:lstStyle>
            <a:lvl1pPr algn="r">
              <a:defRPr sz="750">
                <a:solidFill>
                  <a:schemeClr val="bg2"/>
                </a:solidFill>
                <a:latin typeface="Calibri" panose="020F0502020204030204" pitchFamily="34" charset="0"/>
                <a:cs typeface="+mn-cs"/>
              </a:defRPr>
            </a:lvl1pPr>
          </a:lstStyle>
          <a:p>
            <a:fld id="{9F560533-324B-4E85-82D9-28A85B605079}" type="slidenum">
              <a:rPr lang="en-US" smtClean="0">
                <a:solidFill>
                  <a:srgbClr val="000000"/>
                </a:solidFill>
              </a:rPr>
              <a:pPr/>
              <a:t>‹#›</a:t>
            </a:fld>
            <a:endParaRPr lang="en-US">
              <a:solidFill>
                <a:srgbClr val="000000"/>
              </a:solidFill>
            </a:endParaRPr>
          </a:p>
        </p:txBody>
      </p:sp>
      <p:pic>
        <p:nvPicPr>
          <p:cNvPr id="2052" name="Picture 4"/>
          <p:cNvPicPr>
            <a:picLocks noChangeAspect="1" noChangeArrowheads="1"/>
          </p:cNvPicPr>
          <p:nvPr/>
        </p:nvPicPr>
        <p:blipFill>
          <a:blip r:embed="rId16" cstate="print">
            <a:extLst>
              <a:ext uri="{28A0092B-C50C-407E-A947-70E740481C1C}">
                <a14:useLocalDpi xmlns:a14="http://schemas.microsoft.com/office/drawing/2010/main" val="0"/>
              </a:ext>
            </a:extLst>
          </a:blip>
          <a:srcRect/>
          <a:stretch>
            <a:fillRect/>
          </a:stretch>
        </p:blipFill>
        <p:spPr bwMode="auto">
          <a:xfrm>
            <a:off x="9840416" y="6597352"/>
            <a:ext cx="1698137" cy="216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1" name="Rectangle 4"/>
          <p:cNvSpPr>
            <a:spLocks noGrp="1" noChangeArrowheads="1"/>
          </p:cNvSpPr>
          <p:nvPr>
            <p:ph type="ftr" sz="quarter" idx="3"/>
          </p:nvPr>
        </p:nvSpPr>
        <p:spPr>
          <a:xfrm>
            <a:off x="239187" y="6400800"/>
            <a:ext cx="9409211" cy="457200"/>
          </a:xfrm>
          <a:prstGeom prst="rect">
            <a:avLst/>
          </a:prstGeom>
          <a:ln/>
        </p:spPr>
        <p:txBody>
          <a:bodyPr lIns="36000" tIns="36000" rIns="36000" bIns="36000" anchor="b"/>
          <a:lstStyle>
            <a:lvl1pPr>
              <a:defRPr sz="750">
                <a:solidFill>
                  <a:schemeClr val="bg2"/>
                </a:solidFill>
              </a:defRPr>
            </a:lvl1pPr>
          </a:lstStyle>
          <a:p>
            <a:endParaRPr lang="en-US">
              <a:solidFill>
                <a:srgbClr val="000000"/>
              </a:solidFill>
            </a:endParaRPr>
          </a:p>
        </p:txBody>
      </p:sp>
      <p:grpSp>
        <p:nvGrpSpPr>
          <p:cNvPr id="14" name="Group 13"/>
          <p:cNvGrpSpPr/>
          <p:nvPr/>
        </p:nvGrpSpPr>
        <p:grpSpPr>
          <a:xfrm>
            <a:off x="0" y="0"/>
            <a:ext cx="12192000" cy="692150"/>
            <a:chOff x="0" y="0"/>
            <a:chExt cx="9144000" cy="692150"/>
          </a:xfrm>
        </p:grpSpPr>
        <p:grpSp>
          <p:nvGrpSpPr>
            <p:cNvPr id="15" name="Group 14"/>
            <p:cNvGrpSpPr/>
            <p:nvPr/>
          </p:nvGrpSpPr>
          <p:grpSpPr>
            <a:xfrm>
              <a:off x="0" y="0"/>
              <a:ext cx="9144000" cy="692150"/>
              <a:chOff x="0" y="0"/>
              <a:chExt cx="9144000" cy="692150"/>
            </a:xfrm>
          </p:grpSpPr>
          <p:pic>
            <p:nvPicPr>
              <p:cNvPr id="17" name="Picture 3"/>
              <p:cNvPicPr>
                <a:picLocks noChangeAspect="1" noChangeArrowheads="1"/>
              </p:cNvPicPr>
              <p:nvPr/>
            </p:nvPicPr>
            <p:blipFill>
              <a:blip r:embed="rId17" cstate="print">
                <a:extLst>
                  <a:ext uri="{28A0092B-C50C-407E-A947-70E740481C1C}">
                    <a14:useLocalDpi xmlns:a14="http://schemas.microsoft.com/office/drawing/2010/main" val="0"/>
                  </a:ext>
                </a:extLst>
              </a:blip>
              <a:srcRect/>
              <a:stretch>
                <a:fillRect/>
              </a:stretch>
            </p:blipFill>
            <p:spPr bwMode="auto">
              <a:xfrm>
                <a:off x="0" y="0"/>
                <a:ext cx="9144000" cy="6921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8" name="Picture 3"/>
              <p:cNvPicPr>
                <a:picLocks noChangeAspect="1" noChangeArrowheads="1"/>
              </p:cNvPicPr>
              <p:nvPr/>
            </p:nvPicPr>
            <p:blipFill rotWithShape="1">
              <a:blip r:embed="rId17" cstate="print">
                <a:extLst>
                  <a:ext uri="{28A0092B-C50C-407E-A947-70E740481C1C}">
                    <a14:useLocalDpi xmlns:a14="http://schemas.microsoft.com/office/drawing/2010/main" val="0"/>
                  </a:ext>
                </a:extLst>
              </a:blip>
              <a:srcRect r="97157"/>
              <a:stretch/>
            </p:blipFill>
            <p:spPr bwMode="auto">
              <a:xfrm>
                <a:off x="0" y="0"/>
                <a:ext cx="2411760" cy="6921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9" name="Picture 3"/>
              <p:cNvPicPr>
                <a:picLocks noChangeAspect="1" noChangeArrowheads="1"/>
              </p:cNvPicPr>
              <p:nvPr/>
            </p:nvPicPr>
            <p:blipFill rotWithShape="1">
              <a:blip r:embed="rId17" cstate="print">
                <a:extLst>
                  <a:ext uri="{28A0092B-C50C-407E-A947-70E740481C1C}">
                    <a14:useLocalDpi xmlns:a14="http://schemas.microsoft.com/office/drawing/2010/main" val="0"/>
                  </a:ext>
                </a:extLst>
              </a:blip>
              <a:srcRect r="99746"/>
              <a:stretch/>
            </p:blipFill>
            <p:spPr bwMode="auto">
              <a:xfrm>
                <a:off x="8928847" y="0"/>
                <a:ext cx="215153" cy="6921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 name="Picture 3"/>
              <p:cNvPicPr>
                <a:picLocks noChangeAspect="1" noChangeArrowheads="1"/>
              </p:cNvPicPr>
              <p:nvPr/>
            </p:nvPicPr>
            <p:blipFill rotWithShape="1">
              <a:blip r:embed="rId17" cstate="print">
                <a:extLst>
                  <a:ext uri="{28A0092B-C50C-407E-A947-70E740481C1C}">
                    <a14:useLocalDpi xmlns:a14="http://schemas.microsoft.com/office/drawing/2010/main" val="0"/>
                  </a:ext>
                </a:extLst>
              </a:blip>
              <a:srcRect t="12683" r="99340" b="31624"/>
              <a:stretch/>
            </p:blipFill>
            <p:spPr bwMode="auto">
              <a:xfrm>
                <a:off x="8676456" y="153334"/>
                <a:ext cx="462064" cy="38548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pic>
          <p:nvPicPr>
            <p:cNvPr id="16" name="Picture 3"/>
            <p:cNvPicPr>
              <a:picLocks noChangeAspect="1" noChangeArrowheads="1"/>
            </p:cNvPicPr>
            <p:nvPr/>
          </p:nvPicPr>
          <p:blipFill rotWithShape="1">
            <a:blip r:embed="rId18" cstate="print">
              <a:extLst>
                <a:ext uri="{28A0092B-C50C-407E-A947-70E740481C1C}">
                  <a14:useLocalDpi xmlns:a14="http://schemas.microsoft.com/office/drawing/2010/main" val="0"/>
                </a:ext>
              </a:extLst>
            </a:blip>
            <a:srcRect t="13116" r="76604" b="25471"/>
            <a:stretch/>
          </p:blipFill>
          <p:spPr bwMode="auto">
            <a:xfrm>
              <a:off x="8703539" y="116635"/>
              <a:ext cx="396000" cy="44740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sp>
        <p:nvSpPr>
          <p:cNvPr id="5" name="TextBox 4">
            <a:extLst>
              <a:ext uri="{FF2B5EF4-FFF2-40B4-BE49-F238E27FC236}">
                <a16:creationId xmlns:a16="http://schemas.microsoft.com/office/drawing/2014/main" id="{D9E1990B-519E-FE9C-6ED6-72767F545190}"/>
              </a:ext>
            </a:extLst>
          </p:cNvPr>
          <p:cNvSpPr txBox="1"/>
          <p:nvPr userDrawn="1">
            <p:extLst>
              <p:ext uri="{1162E1C5-73C7-4A58-AE30-91384D911F3F}">
                <p184:classification xmlns:p184="http://schemas.microsoft.com/office/powerpoint/2018/4/main" val="ftr"/>
              </p:ext>
            </p:extLst>
          </p:nvPr>
        </p:nvSpPr>
        <p:spPr>
          <a:xfrm>
            <a:off x="63500" y="6672580"/>
            <a:ext cx="1550988" cy="121920"/>
          </a:xfrm>
          <a:prstGeom prst="rect">
            <a:avLst/>
          </a:prstGeom>
        </p:spPr>
        <p:txBody>
          <a:bodyPr horzOverflow="overflow" lIns="0" tIns="0" rIns="0" bIns="0">
            <a:spAutoFit/>
          </a:bodyPr>
          <a:lstStyle/>
          <a:p>
            <a:pPr algn="l"/>
            <a:r>
              <a:rPr lang="en-US" sz="800">
                <a:solidFill>
                  <a:srgbClr val="FF0000"/>
                </a:solidFill>
                <a:latin typeface="Calibri" panose="020F0502020204030204" pitchFamily="34" charset="0"/>
                <a:cs typeface="Calibri" panose="020F0502020204030204" pitchFamily="34" charset="0"/>
              </a:rPr>
              <a:t>Classification: RAKBANK-Confidential</a:t>
            </a:r>
          </a:p>
        </p:txBody>
      </p:sp>
    </p:spTree>
    <p:extLst>
      <p:ext uri="{BB962C8B-B14F-4D97-AF65-F5344CB8AC3E}">
        <p14:creationId xmlns:p14="http://schemas.microsoft.com/office/powerpoint/2010/main" val="2349668141"/>
      </p:ext>
    </p:extLst>
  </p:cSld>
  <p:clrMap bg1="lt1" tx1="dk1" bg2="lt2" tx2="dk2" accent1="accent1" accent2="accent2" accent3="accent3" accent4="accent4" accent5="accent5" accent6="accent6" hlink="hlink" folHlink="folHlink"/>
  <p:sldLayoutIdLst>
    <p:sldLayoutId id="2147484193" r:id="rId1"/>
    <p:sldLayoutId id="2147484194" r:id="rId2"/>
    <p:sldLayoutId id="2147484195" r:id="rId3"/>
    <p:sldLayoutId id="2147484196" r:id="rId4"/>
    <p:sldLayoutId id="2147484197" r:id="rId5"/>
    <p:sldLayoutId id="2147484198" r:id="rId6"/>
    <p:sldLayoutId id="2147484199" r:id="rId7"/>
    <p:sldLayoutId id="2147484200" r:id="rId8"/>
    <p:sldLayoutId id="2147484201" r:id="rId9"/>
    <p:sldLayoutId id="2147484202" r:id="rId10"/>
    <p:sldLayoutId id="2147484203" r:id="rId11"/>
  </p:sldLayoutIdLst>
  <p:hf hdr="0" ftr="0" dt="0"/>
  <p:txStyles>
    <p:titleStyle>
      <a:lvl1pPr algn="l" rtl="0" eaLnBrk="1" fontAlgn="base" hangingPunct="1">
        <a:spcBef>
          <a:spcPct val="0"/>
        </a:spcBef>
        <a:spcAft>
          <a:spcPct val="0"/>
        </a:spcAft>
        <a:defRPr sz="1200" b="0">
          <a:solidFill>
            <a:schemeClr val="bg1"/>
          </a:solidFill>
          <a:latin typeface="+mj-lt"/>
          <a:ea typeface="+mj-ea"/>
          <a:cs typeface="+mj-cs"/>
        </a:defRPr>
      </a:lvl1pPr>
      <a:lvl2pPr algn="ctr" rtl="0" eaLnBrk="1" fontAlgn="base" hangingPunct="1">
        <a:spcBef>
          <a:spcPct val="0"/>
        </a:spcBef>
        <a:spcAft>
          <a:spcPct val="0"/>
        </a:spcAft>
        <a:defRPr sz="2400" b="1">
          <a:solidFill>
            <a:schemeClr val="bg1"/>
          </a:solidFill>
          <a:latin typeface="Verdana" pitchFamily="34" charset="0"/>
          <a:cs typeface="Times New Roman" pitchFamily="18" charset="0"/>
        </a:defRPr>
      </a:lvl2pPr>
      <a:lvl3pPr algn="ctr" rtl="0" eaLnBrk="1" fontAlgn="base" hangingPunct="1">
        <a:spcBef>
          <a:spcPct val="0"/>
        </a:spcBef>
        <a:spcAft>
          <a:spcPct val="0"/>
        </a:spcAft>
        <a:defRPr sz="2400" b="1">
          <a:solidFill>
            <a:schemeClr val="bg1"/>
          </a:solidFill>
          <a:latin typeface="Verdana" pitchFamily="34" charset="0"/>
          <a:cs typeface="Times New Roman" pitchFamily="18" charset="0"/>
        </a:defRPr>
      </a:lvl3pPr>
      <a:lvl4pPr algn="ctr" rtl="0" eaLnBrk="1" fontAlgn="base" hangingPunct="1">
        <a:spcBef>
          <a:spcPct val="0"/>
        </a:spcBef>
        <a:spcAft>
          <a:spcPct val="0"/>
        </a:spcAft>
        <a:defRPr sz="2400" b="1">
          <a:solidFill>
            <a:schemeClr val="bg1"/>
          </a:solidFill>
          <a:latin typeface="Verdana" pitchFamily="34" charset="0"/>
          <a:cs typeface="Times New Roman" pitchFamily="18" charset="0"/>
        </a:defRPr>
      </a:lvl4pPr>
      <a:lvl5pPr algn="ctr" rtl="0" eaLnBrk="1" fontAlgn="base" hangingPunct="1">
        <a:spcBef>
          <a:spcPct val="0"/>
        </a:spcBef>
        <a:spcAft>
          <a:spcPct val="0"/>
        </a:spcAft>
        <a:defRPr sz="2400" b="1">
          <a:solidFill>
            <a:schemeClr val="bg1"/>
          </a:solidFill>
          <a:latin typeface="Verdana" pitchFamily="34" charset="0"/>
          <a:cs typeface="Times New Roman" pitchFamily="18" charset="0"/>
        </a:defRPr>
      </a:lvl5pPr>
      <a:lvl6pPr marL="342909" algn="ctr" rtl="0" eaLnBrk="1" fontAlgn="base" hangingPunct="1">
        <a:spcBef>
          <a:spcPct val="0"/>
        </a:spcBef>
        <a:spcAft>
          <a:spcPct val="0"/>
        </a:spcAft>
        <a:defRPr sz="2400" b="1">
          <a:solidFill>
            <a:schemeClr val="bg1"/>
          </a:solidFill>
          <a:latin typeface="Verdana" pitchFamily="34" charset="0"/>
          <a:cs typeface="Times New Roman" pitchFamily="18" charset="0"/>
        </a:defRPr>
      </a:lvl6pPr>
      <a:lvl7pPr marL="685817" algn="ctr" rtl="0" eaLnBrk="1" fontAlgn="base" hangingPunct="1">
        <a:spcBef>
          <a:spcPct val="0"/>
        </a:spcBef>
        <a:spcAft>
          <a:spcPct val="0"/>
        </a:spcAft>
        <a:defRPr sz="2400" b="1">
          <a:solidFill>
            <a:schemeClr val="bg1"/>
          </a:solidFill>
          <a:latin typeface="Verdana" pitchFamily="34" charset="0"/>
          <a:cs typeface="Times New Roman" pitchFamily="18" charset="0"/>
        </a:defRPr>
      </a:lvl7pPr>
      <a:lvl8pPr marL="1028726" algn="ctr" rtl="0" eaLnBrk="1" fontAlgn="base" hangingPunct="1">
        <a:spcBef>
          <a:spcPct val="0"/>
        </a:spcBef>
        <a:spcAft>
          <a:spcPct val="0"/>
        </a:spcAft>
        <a:defRPr sz="2400" b="1">
          <a:solidFill>
            <a:schemeClr val="bg1"/>
          </a:solidFill>
          <a:latin typeface="Verdana" pitchFamily="34" charset="0"/>
          <a:cs typeface="Times New Roman" pitchFamily="18" charset="0"/>
        </a:defRPr>
      </a:lvl8pPr>
      <a:lvl9pPr marL="1371635" algn="ctr" rtl="0" eaLnBrk="1" fontAlgn="base" hangingPunct="1">
        <a:spcBef>
          <a:spcPct val="0"/>
        </a:spcBef>
        <a:spcAft>
          <a:spcPct val="0"/>
        </a:spcAft>
        <a:defRPr sz="2400" b="1">
          <a:solidFill>
            <a:schemeClr val="bg1"/>
          </a:solidFill>
          <a:latin typeface="Verdana" pitchFamily="34" charset="0"/>
          <a:cs typeface="Times New Roman" pitchFamily="18" charset="0"/>
        </a:defRPr>
      </a:lvl9pPr>
    </p:titleStyle>
    <p:bodyStyle>
      <a:lvl1pPr marL="257182" indent="-257182" algn="l" rtl="0" eaLnBrk="1" fontAlgn="base" hangingPunct="1">
        <a:spcBef>
          <a:spcPct val="20000"/>
        </a:spcBef>
        <a:spcAft>
          <a:spcPct val="0"/>
        </a:spcAft>
        <a:buChar char="•"/>
        <a:defRPr sz="1349">
          <a:solidFill>
            <a:schemeClr val="tx1"/>
          </a:solidFill>
          <a:latin typeface="Calibri" panose="020F0502020204030204" pitchFamily="34" charset="0"/>
          <a:ea typeface="+mn-ea"/>
          <a:cs typeface="+mn-cs"/>
        </a:defRPr>
      </a:lvl1pPr>
      <a:lvl2pPr marL="557227" indent="-214319" algn="l" rtl="0" eaLnBrk="1" fontAlgn="base" hangingPunct="1">
        <a:spcBef>
          <a:spcPct val="20000"/>
        </a:spcBef>
        <a:spcAft>
          <a:spcPct val="0"/>
        </a:spcAft>
        <a:buChar char="–"/>
        <a:defRPr sz="1200">
          <a:solidFill>
            <a:schemeClr val="tx1"/>
          </a:solidFill>
          <a:latin typeface="Calibri" panose="020F0502020204030204" pitchFamily="34" charset="0"/>
          <a:cs typeface="+mn-cs"/>
        </a:defRPr>
      </a:lvl2pPr>
      <a:lvl3pPr marL="857271" indent="-171455" algn="l" rtl="0" eaLnBrk="1" fontAlgn="base" hangingPunct="1">
        <a:spcBef>
          <a:spcPct val="20000"/>
        </a:spcBef>
        <a:spcAft>
          <a:spcPct val="0"/>
        </a:spcAft>
        <a:buChar char="•"/>
        <a:defRPr sz="1051">
          <a:solidFill>
            <a:schemeClr val="tx1"/>
          </a:solidFill>
          <a:latin typeface="Calibri" panose="020F0502020204030204" pitchFamily="34" charset="0"/>
          <a:cs typeface="+mn-cs"/>
        </a:defRPr>
      </a:lvl3pPr>
      <a:lvl4pPr marL="1200180" indent="-171455" algn="l" rtl="0" eaLnBrk="1" fontAlgn="base" hangingPunct="1">
        <a:spcBef>
          <a:spcPct val="20000"/>
        </a:spcBef>
        <a:spcAft>
          <a:spcPct val="0"/>
        </a:spcAft>
        <a:buChar char="–"/>
        <a:defRPr sz="1051">
          <a:solidFill>
            <a:schemeClr val="tx1"/>
          </a:solidFill>
          <a:latin typeface="Calibri" panose="020F0502020204030204" pitchFamily="34" charset="0"/>
          <a:cs typeface="+mn-cs"/>
        </a:defRPr>
      </a:lvl4pPr>
      <a:lvl5pPr marL="1543088" indent="-171455" algn="l" rtl="0" eaLnBrk="1" fontAlgn="base" hangingPunct="1">
        <a:spcBef>
          <a:spcPct val="20000"/>
        </a:spcBef>
        <a:spcAft>
          <a:spcPct val="0"/>
        </a:spcAft>
        <a:buChar char="»"/>
        <a:defRPr sz="1051">
          <a:solidFill>
            <a:schemeClr val="tx1"/>
          </a:solidFill>
          <a:latin typeface="Calibri" panose="020F0502020204030204" pitchFamily="34" charset="0"/>
          <a:cs typeface="+mn-cs"/>
        </a:defRPr>
      </a:lvl5pPr>
      <a:lvl6pPr marL="1885997" indent="-171455" algn="l" rtl="0" eaLnBrk="1" fontAlgn="base" hangingPunct="1">
        <a:spcBef>
          <a:spcPct val="20000"/>
        </a:spcBef>
        <a:spcAft>
          <a:spcPct val="0"/>
        </a:spcAft>
        <a:buChar char="»"/>
        <a:defRPr>
          <a:solidFill>
            <a:schemeClr val="tx1"/>
          </a:solidFill>
          <a:latin typeface="+mn-lt"/>
          <a:cs typeface="+mn-cs"/>
        </a:defRPr>
      </a:lvl6pPr>
      <a:lvl7pPr marL="2228906" indent="-171455" algn="l" rtl="0" eaLnBrk="1" fontAlgn="base" hangingPunct="1">
        <a:spcBef>
          <a:spcPct val="20000"/>
        </a:spcBef>
        <a:spcAft>
          <a:spcPct val="0"/>
        </a:spcAft>
        <a:buChar char="»"/>
        <a:defRPr>
          <a:solidFill>
            <a:schemeClr val="tx1"/>
          </a:solidFill>
          <a:latin typeface="+mn-lt"/>
          <a:cs typeface="+mn-cs"/>
        </a:defRPr>
      </a:lvl7pPr>
      <a:lvl8pPr marL="2571813" indent="-171455" algn="l" rtl="0" eaLnBrk="1" fontAlgn="base" hangingPunct="1">
        <a:spcBef>
          <a:spcPct val="20000"/>
        </a:spcBef>
        <a:spcAft>
          <a:spcPct val="0"/>
        </a:spcAft>
        <a:buChar char="»"/>
        <a:defRPr>
          <a:solidFill>
            <a:schemeClr val="tx1"/>
          </a:solidFill>
          <a:latin typeface="+mn-lt"/>
          <a:cs typeface="+mn-cs"/>
        </a:defRPr>
      </a:lvl8pPr>
      <a:lvl9pPr marL="2914723" indent="-171455" algn="l" rtl="0" eaLnBrk="1" fontAlgn="base" hangingPunct="1">
        <a:spcBef>
          <a:spcPct val="20000"/>
        </a:spcBef>
        <a:spcAft>
          <a:spcPct val="0"/>
        </a:spcAft>
        <a:buChar char="»"/>
        <a:defRPr>
          <a:solidFill>
            <a:schemeClr val="tx1"/>
          </a:solidFill>
          <a:latin typeface="+mn-lt"/>
          <a:cs typeface="+mn-cs"/>
        </a:defRPr>
      </a:lvl9pPr>
    </p:bodyStyle>
    <p:otherStyle>
      <a:defPPr>
        <a:defRPr lang="en-US"/>
      </a:defPPr>
      <a:lvl1pPr marL="0" algn="l" defTabSz="685817" rtl="0" eaLnBrk="1" latinLnBrk="0" hangingPunct="1">
        <a:defRPr sz="1349" kern="1200">
          <a:solidFill>
            <a:schemeClr val="tx1"/>
          </a:solidFill>
          <a:latin typeface="+mn-lt"/>
          <a:ea typeface="+mn-ea"/>
          <a:cs typeface="+mn-cs"/>
        </a:defRPr>
      </a:lvl1pPr>
      <a:lvl2pPr marL="342909" algn="l" defTabSz="685817" rtl="0" eaLnBrk="1" latinLnBrk="0" hangingPunct="1">
        <a:defRPr sz="1349" kern="1200">
          <a:solidFill>
            <a:schemeClr val="tx1"/>
          </a:solidFill>
          <a:latin typeface="+mn-lt"/>
          <a:ea typeface="+mn-ea"/>
          <a:cs typeface="+mn-cs"/>
        </a:defRPr>
      </a:lvl2pPr>
      <a:lvl3pPr marL="685817" algn="l" defTabSz="685817" rtl="0" eaLnBrk="1" latinLnBrk="0" hangingPunct="1">
        <a:defRPr sz="1349" kern="1200">
          <a:solidFill>
            <a:schemeClr val="tx1"/>
          </a:solidFill>
          <a:latin typeface="+mn-lt"/>
          <a:ea typeface="+mn-ea"/>
          <a:cs typeface="+mn-cs"/>
        </a:defRPr>
      </a:lvl3pPr>
      <a:lvl4pPr marL="1028726" algn="l" defTabSz="685817" rtl="0" eaLnBrk="1" latinLnBrk="0" hangingPunct="1">
        <a:defRPr sz="1349" kern="1200">
          <a:solidFill>
            <a:schemeClr val="tx1"/>
          </a:solidFill>
          <a:latin typeface="+mn-lt"/>
          <a:ea typeface="+mn-ea"/>
          <a:cs typeface="+mn-cs"/>
        </a:defRPr>
      </a:lvl4pPr>
      <a:lvl5pPr marL="1371635" algn="l" defTabSz="685817" rtl="0" eaLnBrk="1" latinLnBrk="0" hangingPunct="1">
        <a:defRPr sz="1349" kern="1200">
          <a:solidFill>
            <a:schemeClr val="tx1"/>
          </a:solidFill>
          <a:latin typeface="+mn-lt"/>
          <a:ea typeface="+mn-ea"/>
          <a:cs typeface="+mn-cs"/>
        </a:defRPr>
      </a:lvl5pPr>
      <a:lvl6pPr marL="1714542" algn="l" defTabSz="685817" rtl="0" eaLnBrk="1" latinLnBrk="0" hangingPunct="1">
        <a:defRPr sz="1349" kern="1200">
          <a:solidFill>
            <a:schemeClr val="tx1"/>
          </a:solidFill>
          <a:latin typeface="+mn-lt"/>
          <a:ea typeface="+mn-ea"/>
          <a:cs typeface="+mn-cs"/>
        </a:defRPr>
      </a:lvl6pPr>
      <a:lvl7pPr marL="2057451" algn="l" defTabSz="685817" rtl="0" eaLnBrk="1" latinLnBrk="0" hangingPunct="1">
        <a:defRPr sz="1349" kern="1200">
          <a:solidFill>
            <a:schemeClr val="tx1"/>
          </a:solidFill>
          <a:latin typeface="+mn-lt"/>
          <a:ea typeface="+mn-ea"/>
          <a:cs typeface="+mn-cs"/>
        </a:defRPr>
      </a:lvl7pPr>
      <a:lvl8pPr marL="2400361" algn="l" defTabSz="685817" rtl="0" eaLnBrk="1" latinLnBrk="0" hangingPunct="1">
        <a:defRPr sz="1349" kern="1200">
          <a:solidFill>
            <a:schemeClr val="tx1"/>
          </a:solidFill>
          <a:latin typeface="+mn-lt"/>
          <a:ea typeface="+mn-ea"/>
          <a:cs typeface="+mn-cs"/>
        </a:defRPr>
      </a:lvl8pPr>
      <a:lvl9pPr marL="2743268" algn="l" defTabSz="685817" rtl="0" eaLnBrk="1" latinLnBrk="0" hangingPunct="1">
        <a:defRPr sz="1349"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custDataLst>
              <p:tags r:id="rId10"/>
            </p:custDataLst>
          </p:nvPr>
        </p:nvGraphicFramePr>
        <p:xfrm>
          <a:off x="2119" y="1595"/>
          <a:ext cx="2116" cy="1587"/>
        </p:xfrm>
        <a:graphic>
          <a:graphicData uri="http://schemas.openxmlformats.org/presentationml/2006/ole">
            <mc:AlternateContent xmlns:mc="http://schemas.openxmlformats.org/markup-compatibility/2006">
              <mc:Choice xmlns:v="urn:schemas-microsoft-com:vml" Requires="v">
                <p:oleObj name="think-cell Slide" r:id="rId11" imgW="430" imgH="433" progId="TCLayout.ActiveDocument.1">
                  <p:embed/>
                </p:oleObj>
              </mc:Choice>
              <mc:Fallback>
                <p:oleObj name="think-cell Slide" r:id="rId11" imgW="430" imgH="433" progId="TCLayout.ActiveDocument.1">
                  <p:embed/>
                  <p:pic>
                    <p:nvPicPr>
                      <p:cNvPr id="2" name="Object 1" hidden="1"/>
                      <p:cNvPicPr/>
                      <p:nvPr/>
                    </p:nvPicPr>
                    <p:blipFill>
                      <a:blip r:embed="rId12"/>
                      <a:stretch>
                        <a:fillRect/>
                      </a:stretch>
                    </p:blipFill>
                    <p:spPr>
                      <a:xfrm>
                        <a:off x="2119" y="1595"/>
                        <a:ext cx="2116" cy="1587"/>
                      </a:xfrm>
                      <a:prstGeom prst="rect">
                        <a:avLst/>
                      </a:prstGeom>
                    </p:spPr>
                  </p:pic>
                </p:oleObj>
              </mc:Fallback>
            </mc:AlternateContent>
          </a:graphicData>
        </a:graphic>
      </p:graphicFrame>
      <p:sp>
        <p:nvSpPr>
          <p:cNvPr id="11269" name="Rectangle 5"/>
          <p:cNvSpPr>
            <a:spLocks noGrp="1" noChangeArrowheads="1"/>
          </p:cNvSpPr>
          <p:nvPr>
            <p:ph type="sldNum" sz="quarter" idx="4"/>
          </p:nvPr>
        </p:nvSpPr>
        <p:spPr bwMode="auto">
          <a:xfrm>
            <a:off x="11664622" y="6400800"/>
            <a:ext cx="527381"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36000" tIns="36000" rIns="36000" bIns="36000" numCol="1" anchor="b" anchorCtr="0" compatLnSpc="1">
            <a:prstTxWarp prst="textNoShape">
              <a:avLst/>
            </a:prstTxWarp>
          </a:bodyPr>
          <a:lstStyle>
            <a:lvl1pPr algn="r">
              <a:defRPr sz="564">
                <a:solidFill>
                  <a:schemeClr val="bg2"/>
                </a:solidFill>
                <a:latin typeface="Calibri" panose="020F0502020204030204" pitchFamily="34" charset="0"/>
                <a:cs typeface="+mn-cs"/>
              </a:defRPr>
            </a:lvl1pPr>
          </a:lstStyle>
          <a:p>
            <a:fld id="{B3CE4FC1-9BFD-4D71-B62C-EB069A42157A}" type="slidenum">
              <a:rPr lang="en-US" smtClean="0">
                <a:solidFill>
                  <a:srgbClr val="000000"/>
                </a:solidFill>
              </a:rPr>
              <a:pPr/>
              <a:t>‹#›</a:t>
            </a:fld>
            <a:endParaRPr lang="en-US">
              <a:solidFill>
                <a:srgbClr val="000000"/>
              </a:solidFill>
            </a:endParaRPr>
          </a:p>
        </p:txBody>
      </p:sp>
      <p:pic>
        <p:nvPicPr>
          <p:cNvPr id="2052" name="Picture 4"/>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9840416" y="6597352"/>
            <a:ext cx="1698137" cy="216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1" name="Rectangle 4"/>
          <p:cNvSpPr>
            <a:spLocks noGrp="1" noChangeArrowheads="1"/>
          </p:cNvSpPr>
          <p:nvPr>
            <p:ph type="ftr" sz="quarter" idx="3"/>
          </p:nvPr>
        </p:nvSpPr>
        <p:spPr>
          <a:xfrm>
            <a:off x="239187" y="6400800"/>
            <a:ext cx="9409211" cy="457200"/>
          </a:xfrm>
          <a:prstGeom prst="rect">
            <a:avLst/>
          </a:prstGeom>
          <a:ln/>
        </p:spPr>
        <p:txBody>
          <a:bodyPr lIns="36000" tIns="36000" rIns="36000" bIns="36000" anchor="b"/>
          <a:lstStyle>
            <a:lvl1pPr>
              <a:defRPr sz="564">
                <a:solidFill>
                  <a:schemeClr val="bg2"/>
                </a:solidFill>
              </a:defRPr>
            </a:lvl1pPr>
          </a:lstStyle>
          <a:p>
            <a:endParaRPr lang="en-US">
              <a:solidFill>
                <a:srgbClr val="000000"/>
              </a:solidFill>
            </a:endParaRPr>
          </a:p>
        </p:txBody>
      </p:sp>
      <p:grpSp>
        <p:nvGrpSpPr>
          <p:cNvPr id="14" name="Group 13"/>
          <p:cNvGrpSpPr/>
          <p:nvPr/>
        </p:nvGrpSpPr>
        <p:grpSpPr>
          <a:xfrm>
            <a:off x="0" y="0"/>
            <a:ext cx="12192000" cy="692150"/>
            <a:chOff x="0" y="0"/>
            <a:chExt cx="9144000" cy="692150"/>
          </a:xfrm>
        </p:grpSpPr>
        <p:grpSp>
          <p:nvGrpSpPr>
            <p:cNvPr id="15" name="Group 14"/>
            <p:cNvGrpSpPr/>
            <p:nvPr/>
          </p:nvGrpSpPr>
          <p:grpSpPr>
            <a:xfrm>
              <a:off x="0" y="0"/>
              <a:ext cx="9144000" cy="692150"/>
              <a:chOff x="0" y="0"/>
              <a:chExt cx="9144000" cy="692150"/>
            </a:xfrm>
          </p:grpSpPr>
          <p:pic>
            <p:nvPicPr>
              <p:cNvPr id="17" name="Picture 3"/>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0" y="0"/>
                <a:ext cx="9144000" cy="6921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8" name="Picture 3"/>
              <p:cNvPicPr>
                <a:picLocks noChangeAspect="1" noChangeArrowheads="1"/>
              </p:cNvPicPr>
              <p:nvPr/>
            </p:nvPicPr>
            <p:blipFill rotWithShape="1">
              <a:blip r:embed="rId14">
                <a:extLst>
                  <a:ext uri="{28A0092B-C50C-407E-A947-70E740481C1C}">
                    <a14:useLocalDpi xmlns:a14="http://schemas.microsoft.com/office/drawing/2010/main" val="0"/>
                  </a:ext>
                </a:extLst>
              </a:blip>
              <a:srcRect r="97157"/>
              <a:stretch/>
            </p:blipFill>
            <p:spPr bwMode="auto">
              <a:xfrm>
                <a:off x="0" y="0"/>
                <a:ext cx="2411760" cy="6921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9" name="Picture 3"/>
              <p:cNvPicPr>
                <a:picLocks noChangeAspect="1" noChangeArrowheads="1"/>
              </p:cNvPicPr>
              <p:nvPr/>
            </p:nvPicPr>
            <p:blipFill rotWithShape="1">
              <a:blip r:embed="rId14">
                <a:extLst>
                  <a:ext uri="{28A0092B-C50C-407E-A947-70E740481C1C}">
                    <a14:useLocalDpi xmlns:a14="http://schemas.microsoft.com/office/drawing/2010/main" val="0"/>
                  </a:ext>
                </a:extLst>
              </a:blip>
              <a:srcRect r="99746"/>
              <a:stretch/>
            </p:blipFill>
            <p:spPr bwMode="auto">
              <a:xfrm>
                <a:off x="8928847" y="0"/>
                <a:ext cx="215153" cy="6921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 name="Picture 3"/>
              <p:cNvPicPr>
                <a:picLocks noChangeAspect="1" noChangeArrowheads="1"/>
              </p:cNvPicPr>
              <p:nvPr/>
            </p:nvPicPr>
            <p:blipFill rotWithShape="1">
              <a:blip r:embed="rId14">
                <a:extLst>
                  <a:ext uri="{28A0092B-C50C-407E-A947-70E740481C1C}">
                    <a14:useLocalDpi xmlns:a14="http://schemas.microsoft.com/office/drawing/2010/main" val="0"/>
                  </a:ext>
                </a:extLst>
              </a:blip>
              <a:srcRect t="12683" r="99340" b="31624"/>
              <a:stretch/>
            </p:blipFill>
            <p:spPr bwMode="auto">
              <a:xfrm>
                <a:off x="8676456" y="153334"/>
                <a:ext cx="462064" cy="38548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pic>
          <p:nvPicPr>
            <p:cNvPr id="16" name="Picture 3"/>
            <p:cNvPicPr>
              <a:picLocks noChangeAspect="1" noChangeArrowheads="1"/>
            </p:cNvPicPr>
            <p:nvPr/>
          </p:nvPicPr>
          <p:blipFill rotWithShape="1">
            <a:blip r:embed="rId15">
              <a:extLst>
                <a:ext uri="{28A0092B-C50C-407E-A947-70E740481C1C}">
                  <a14:useLocalDpi xmlns:a14="http://schemas.microsoft.com/office/drawing/2010/main" val="0"/>
                </a:ext>
              </a:extLst>
            </a:blip>
            <a:srcRect t="13116" r="76604" b="25471"/>
            <a:stretch/>
          </p:blipFill>
          <p:spPr bwMode="auto">
            <a:xfrm>
              <a:off x="8703539" y="116635"/>
              <a:ext cx="396000" cy="44740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pic>
        <p:nvPicPr>
          <p:cNvPr id="13" name="Picture 12"/>
          <p:cNvPicPr>
            <a:picLocks noChangeAspect="1"/>
          </p:cNvPicPr>
          <p:nvPr/>
        </p:nvPicPr>
        <p:blipFill rotWithShape="1">
          <a:blip r:embed="rId16">
            <a:extLst>
              <a:ext uri="{28A0092B-C50C-407E-A947-70E740481C1C}">
                <a14:useLocalDpi xmlns:a14="http://schemas.microsoft.com/office/drawing/2010/main" val="0"/>
              </a:ext>
            </a:extLst>
          </a:blip>
          <a:srcRect l="37353" t="8741" r="101" b="27"/>
          <a:stretch/>
        </p:blipFill>
        <p:spPr bwMode="ltGray">
          <a:xfrm rot="16200000" flipH="1">
            <a:off x="6006724" y="-5159178"/>
            <a:ext cx="369901" cy="12000658"/>
          </a:xfrm>
          <a:prstGeom prst="rect">
            <a:avLst/>
          </a:prstGeom>
        </p:spPr>
      </p:pic>
      <p:sp>
        <p:nvSpPr>
          <p:cNvPr id="5" name="TextBox 4">
            <a:extLst>
              <a:ext uri="{FF2B5EF4-FFF2-40B4-BE49-F238E27FC236}">
                <a16:creationId xmlns:a16="http://schemas.microsoft.com/office/drawing/2014/main" id="{97676DCB-D75B-7B6C-FA46-0187A1E70DE3}"/>
              </a:ext>
            </a:extLst>
          </p:cNvPr>
          <p:cNvSpPr txBox="1"/>
          <p:nvPr userDrawn="1">
            <p:extLst>
              <p:ext uri="{1162E1C5-73C7-4A58-AE30-91384D911F3F}">
                <p184:classification xmlns:p184="http://schemas.microsoft.com/office/powerpoint/2018/4/main" val="ftr"/>
              </p:ext>
            </p:extLst>
          </p:nvPr>
        </p:nvSpPr>
        <p:spPr>
          <a:xfrm>
            <a:off x="63500" y="6672580"/>
            <a:ext cx="1550988" cy="121920"/>
          </a:xfrm>
          <a:prstGeom prst="rect">
            <a:avLst/>
          </a:prstGeom>
        </p:spPr>
        <p:txBody>
          <a:bodyPr horzOverflow="overflow" lIns="0" tIns="0" rIns="0" bIns="0">
            <a:spAutoFit/>
          </a:bodyPr>
          <a:lstStyle/>
          <a:p>
            <a:pPr algn="l"/>
            <a:r>
              <a:rPr lang="en-US" sz="800">
                <a:solidFill>
                  <a:srgbClr val="FF0000"/>
                </a:solidFill>
                <a:latin typeface="Calibri" panose="020F0502020204030204" pitchFamily="34" charset="0"/>
                <a:cs typeface="Calibri" panose="020F0502020204030204" pitchFamily="34" charset="0"/>
              </a:rPr>
              <a:t>Classification: RAKBANK-Confidential</a:t>
            </a:r>
          </a:p>
        </p:txBody>
      </p:sp>
    </p:spTree>
    <p:extLst>
      <p:ext uri="{BB962C8B-B14F-4D97-AF65-F5344CB8AC3E}">
        <p14:creationId xmlns:p14="http://schemas.microsoft.com/office/powerpoint/2010/main" val="1374770692"/>
      </p:ext>
    </p:extLst>
  </p:cSld>
  <p:clrMap bg1="lt1" tx1="dk1" bg2="lt2" tx2="dk2" accent1="accent1" accent2="accent2" accent3="accent3" accent4="accent4" accent5="accent5" accent6="accent6" hlink="hlink" folHlink="folHlink"/>
  <p:sldLayoutIdLst>
    <p:sldLayoutId id="2147484206" r:id="rId1"/>
    <p:sldLayoutId id="2147484207" r:id="rId2"/>
    <p:sldLayoutId id="2147484208" r:id="rId3"/>
    <p:sldLayoutId id="2147484209" r:id="rId4"/>
    <p:sldLayoutId id="2147484210" r:id="rId5"/>
    <p:sldLayoutId id="2147484211" r:id="rId6"/>
    <p:sldLayoutId id="2147484212" r:id="rId7"/>
    <p:sldLayoutId id="2147484213" r:id="rId8"/>
  </p:sldLayoutIdLst>
  <p:hf hdr="0" ftr="0" dt="0"/>
  <p:txStyles>
    <p:titleStyle>
      <a:lvl1pPr algn="l" rtl="0" eaLnBrk="1" fontAlgn="base" hangingPunct="1">
        <a:spcBef>
          <a:spcPct val="0"/>
        </a:spcBef>
        <a:spcAft>
          <a:spcPct val="0"/>
        </a:spcAft>
        <a:defRPr sz="900" b="0">
          <a:solidFill>
            <a:schemeClr val="bg1"/>
          </a:solidFill>
          <a:latin typeface="+mj-lt"/>
          <a:ea typeface="+mj-ea"/>
          <a:cs typeface="+mj-cs"/>
        </a:defRPr>
      </a:lvl1pPr>
      <a:lvl2pPr algn="ctr" rtl="0" eaLnBrk="1" fontAlgn="base" hangingPunct="1">
        <a:spcBef>
          <a:spcPct val="0"/>
        </a:spcBef>
        <a:spcAft>
          <a:spcPct val="0"/>
        </a:spcAft>
        <a:defRPr sz="1801" b="1">
          <a:solidFill>
            <a:schemeClr val="bg1"/>
          </a:solidFill>
          <a:latin typeface="Verdana" pitchFamily="34" charset="0"/>
          <a:cs typeface="Times New Roman" pitchFamily="18" charset="0"/>
        </a:defRPr>
      </a:lvl2pPr>
      <a:lvl3pPr algn="ctr" rtl="0" eaLnBrk="1" fontAlgn="base" hangingPunct="1">
        <a:spcBef>
          <a:spcPct val="0"/>
        </a:spcBef>
        <a:spcAft>
          <a:spcPct val="0"/>
        </a:spcAft>
        <a:defRPr sz="1801" b="1">
          <a:solidFill>
            <a:schemeClr val="bg1"/>
          </a:solidFill>
          <a:latin typeface="Verdana" pitchFamily="34" charset="0"/>
          <a:cs typeface="Times New Roman" pitchFamily="18" charset="0"/>
        </a:defRPr>
      </a:lvl3pPr>
      <a:lvl4pPr algn="ctr" rtl="0" eaLnBrk="1" fontAlgn="base" hangingPunct="1">
        <a:spcBef>
          <a:spcPct val="0"/>
        </a:spcBef>
        <a:spcAft>
          <a:spcPct val="0"/>
        </a:spcAft>
        <a:defRPr sz="1801" b="1">
          <a:solidFill>
            <a:schemeClr val="bg1"/>
          </a:solidFill>
          <a:latin typeface="Verdana" pitchFamily="34" charset="0"/>
          <a:cs typeface="Times New Roman" pitchFamily="18" charset="0"/>
        </a:defRPr>
      </a:lvl4pPr>
      <a:lvl5pPr algn="ctr" rtl="0" eaLnBrk="1" fontAlgn="base" hangingPunct="1">
        <a:spcBef>
          <a:spcPct val="0"/>
        </a:spcBef>
        <a:spcAft>
          <a:spcPct val="0"/>
        </a:spcAft>
        <a:defRPr sz="1801" b="1">
          <a:solidFill>
            <a:schemeClr val="bg1"/>
          </a:solidFill>
          <a:latin typeface="Verdana" pitchFamily="34" charset="0"/>
          <a:cs typeface="Times New Roman" pitchFamily="18" charset="0"/>
        </a:defRPr>
      </a:lvl5pPr>
      <a:lvl6pPr marL="257182" algn="ctr" rtl="0" eaLnBrk="1" fontAlgn="base" hangingPunct="1">
        <a:spcBef>
          <a:spcPct val="0"/>
        </a:spcBef>
        <a:spcAft>
          <a:spcPct val="0"/>
        </a:spcAft>
        <a:defRPr sz="1801" b="1">
          <a:solidFill>
            <a:schemeClr val="bg1"/>
          </a:solidFill>
          <a:latin typeface="Verdana" pitchFamily="34" charset="0"/>
          <a:cs typeface="Times New Roman" pitchFamily="18" charset="0"/>
        </a:defRPr>
      </a:lvl6pPr>
      <a:lvl7pPr marL="514362" algn="ctr" rtl="0" eaLnBrk="1" fontAlgn="base" hangingPunct="1">
        <a:spcBef>
          <a:spcPct val="0"/>
        </a:spcBef>
        <a:spcAft>
          <a:spcPct val="0"/>
        </a:spcAft>
        <a:defRPr sz="1801" b="1">
          <a:solidFill>
            <a:schemeClr val="bg1"/>
          </a:solidFill>
          <a:latin typeface="Verdana" pitchFamily="34" charset="0"/>
          <a:cs typeface="Times New Roman" pitchFamily="18" charset="0"/>
        </a:defRPr>
      </a:lvl7pPr>
      <a:lvl8pPr marL="771544" algn="ctr" rtl="0" eaLnBrk="1" fontAlgn="base" hangingPunct="1">
        <a:spcBef>
          <a:spcPct val="0"/>
        </a:spcBef>
        <a:spcAft>
          <a:spcPct val="0"/>
        </a:spcAft>
        <a:defRPr sz="1801" b="1">
          <a:solidFill>
            <a:schemeClr val="bg1"/>
          </a:solidFill>
          <a:latin typeface="Verdana" pitchFamily="34" charset="0"/>
          <a:cs typeface="Times New Roman" pitchFamily="18" charset="0"/>
        </a:defRPr>
      </a:lvl8pPr>
      <a:lvl9pPr marL="1028726" algn="ctr" rtl="0" eaLnBrk="1" fontAlgn="base" hangingPunct="1">
        <a:spcBef>
          <a:spcPct val="0"/>
        </a:spcBef>
        <a:spcAft>
          <a:spcPct val="0"/>
        </a:spcAft>
        <a:defRPr sz="1801" b="1">
          <a:solidFill>
            <a:schemeClr val="bg1"/>
          </a:solidFill>
          <a:latin typeface="Verdana" pitchFamily="34" charset="0"/>
          <a:cs typeface="Times New Roman" pitchFamily="18" charset="0"/>
        </a:defRPr>
      </a:lvl9pPr>
    </p:titleStyle>
    <p:bodyStyle>
      <a:lvl1pPr marL="192886" indent="-192886" algn="l" rtl="0" eaLnBrk="1" fontAlgn="base" hangingPunct="1">
        <a:spcBef>
          <a:spcPct val="20000"/>
        </a:spcBef>
        <a:spcAft>
          <a:spcPct val="0"/>
        </a:spcAft>
        <a:buChar char="•"/>
        <a:defRPr sz="1013">
          <a:solidFill>
            <a:schemeClr val="tx1"/>
          </a:solidFill>
          <a:latin typeface="Calibri" panose="020F0502020204030204" pitchFamily="34" charset="0"/>
          <a:ea typeface="+mn-ea"/>
          <a:cs typeface="+mn-cs"/>
        </a:defRPr>
      </a:lvl1pPr>
      <a:lvl2pPr marL="417920" indent="-160740" algn="l" rtl="0" eaLnBrk="1" fontAlgn="base" hangingPunct="1">
        <a:spcBef>
          <a:spcPct val="20000"/>
        </a:spcBef>
        <a:spcAft>
          <a:spcPct val="0"/>
        </a:spcAft>
        <a:buChar char="–"/>
        <a:defRPr sz="900">
          <a:solidFill>
            <a:schemeClr val="tx1"/>
          </a:solidFill>
          <a:latin typeface="Calibri" panose="020F0502020204030204" pitchFamily="34" charset="0"/>
          <a:cs typeface="+mn-cs"/>
        </a:defRPr>
      </a:lvl2pPr>
      <a:lvl3pPr marL="642954" indent="-128592" algn="l" rtl="0" eaLnBrk="1" fontAlgn="base" hangingPunct="1">
        <a:spcBef>
          <a:spcPct val="20000"/>
        </a:spcBef>
        <a:spcAft>
          <a:spcPct val="0"/>
        </a:spcAft>
        <a:buChar char="•"/>
        <a:defRPr sz="788">
          <a:solidFill>
            <a:schemeClr val="tx1"/>
          </a:solidFill>
          <a:latin typeface="Calibri" panose="020F0502020204030204" pitchFamily="34" charset="0"/>
          <a:cs typeface="+mn-cs"/>
        </a:defRPr>
      </a:lvl3pPr>
      <a:lvl4pPr marL="900136" indent="-128592" algn="l" rtl="0" eaLnBrk="1" fontAlgn="base" hangingPunct="1">
        <a:spcBef>
          <a:spcPct val="20000"/>
        </a:spcBef>
        <a:spcAft>
          <a:spcPct val="0"/>
        </a:spcAft>
        <a:buChar char="–"/>
        <a:defRPr sz="788">
          <a:solidFill>
            <a:schemeClr val="tx1"/>
          </a:solidFill>
          <a:latin typeface="Calibri" panose="020F0502020204030204" pitchFamily="34" charset="0"/>
          <a:cs typeface="+mn-cs"/>
        </a:defRPr>
      </a:lvl4pPr>
      <a:lvl5pPr marL="1157318" indent="-128592" algn="l" rtl="0" eaLnBrk="1" fontAlgn="base" hangingPunct="1">
        <a:spcBef>
          <a:spcPct val="20000"/>
        </a:spcBef>
        <a:spcAft>
          <a:spcPct val="0"/>
        </a:spcAft>
        <a:buChar char="»"/>
        <a:defRPr sz="788">
          <a:solidFill>
            <a:schemeClr val="tx1"/>
          </a:solidFill>
          <a:latin typeface="Calibri" panose="020F0502020204030204" pitchFamily="34" charset="0"/>
          <a:cs typeface="+mn-cs"/>
        </a:defRPr>
      </a:lvl5pPr>
      <a:lvl6pPr marL="1414499" indent="-128592" algn="l" rtl="0" eaLnBrk="1" fontAlgn="base" hangingPunct="1">
        <a:spcBef>
          <a:spcPct val="20000"/>
        </a:spcBef>
        <a:spcAft>
          <a:spcPct val="0"/>
        </a:spcAft>
        <a:buChar char="»"/>
        <a:defRPr>
          <a:solidFill>
            <a:schemeClr val="tx1"/>
          </a:solidFill>
          <a:latin typeface="+mn-lt"/>
          <a:cs typeface="+mn-cs"/>
        </a:defRPr>
      </a:lvl6pPr>
      <a:lvl7pPr marL="1671680" indent="-128592" algn="l" rtl="0" eaLnBrk="1" fontAlgn="base" hangingPunct="1">
        <a:spcBef>
          <a:spcPct val="20000"/>
        </a:spcBef>
        <a:spcAft>
          <a:spcPct val="0"/>
        </a:spcAft>
        <a:buChar char="»"/>
        <a:defRPr>
          <a:solidFill>
            <a:schemeClr val="tx1"/>
          </a:solidFill>
          <a:latin typeface="+mn-lt"/>
          <a:cs typeface="+mn-cs"/>
        </a:defRPr>
      </a:lvl7pPr>
      <a:lvl8pPr marL="1928861" indent="-128592" algn="l" rtl="0" eaLnBrk="1" fontAlgn="base" hangingPunct="1">
        <a:spcBef>
          <a:spcPct val="20000"/>
        </a:spcBef>
        <a:spcAft>
          <a:spcPct val="0"/>
        </a:spcAft>
        <a:buChar char="»"/>
        <a:defRPr>
          <a:solidFill>
            <a:schemeClr val="tx1"/>
          </a:solidFill>
          <a:latin typeface="+mn-lt"/>
          <a:cs typeface="+mn-cs"/>
        </a:defRPr>
      </a:lvl8pPr>
      <a:lvl9pPr marL="2186042" indent="-128592" algn="l" rtl="0" eaLnBrk="1" fontAlgn="base" hangingPunct="1">
        <a:spcBef>
          <a:spcPct val="20000"/>
        </a:spcBef>
        <a:spcAft>
          <a:spcPct val="0"/>
        </a:spcAft>
        <a:buChar char="»"/>
        <a:defRPr>
          <a:solidFill>
            <a:schemeClr val="tx1"/>
          </a:solidFill>
          <a:latin typeface="+mn-lt"/>
          <a:cs typeface="+mn-cs"/>
        </a:defRPr>
      </a:lvl9pPr>
    </p:bodyStyle>
    <p:otherStyle>
      <a:defPPr>
        <a:defRPr lang="en-US"/>
      </a:defPPr>
      <a:lvl1pPr marL="0" algn="l" defTabSz="514362" rtl="0" eaLnBrk="1" latinLnBrk="0" hangingPunct="1">
        <a:defRPr sz="1013" kern="1200">
          <a:solidFill>
            <a:schemeClr val="tx1"/>
          </a:solidFill>
          <a:latin typeface="+mn-lt"/>
          <a:ea typeface="+mn-ea"/>
          <a:cs typeface="+mn-cs"/>
        </a:defRPr>
      </a:lvl1pPr>
      <a:lvl2pPr marL="257182" algn="l" defTabSz="514362" rtl="0" eaLnBrk="1" latinLnBrk="0" hangingPunct="1">
        <a:defRPr sz="1013" kern="1200">
          <a:solidFill>
            <a:schemeClr val="tx1"/>
          </a:solidFill>
          <a:latin typeface="+mn-lt"/>
          <a:ea typeface="+mn-ea"/>
          <a:cs typeface="+mn-cs"/>
        </a:defRPr>
      </a:lvl2pPr>
      <a:lvl3pPr marL="514362" algn="l" defTabSz="514362" rtl="0" eaLnBrk="1" latinLnBrk="0" hangingPunct="1">
        <a:defRPr sz="1013" kern="1200">
          <a:solidFill>
            <a:schemeClr val="tx1"/>
          </a:solidFill>
          <a:latin typeface="+mn-lt"/>
          <a:ea typeface="+mn-ea"/>
          <a:cs typeface="+mn-cs"/>
        </a:defRPr>
      </a:lvl3pPr>
      <a:lvl4pPr marL="771544" algn="l" defTabSz="514362" rtl="0" eaLnBrk="1" latinLnBrk="0" hangingPunct="1">
        <a:defRPr sz="1013" kern="1200">
          <a:solidFill>
            <a:schemeClr val="tx1"/>
          </a:solidFill>
          <a:latin typeface="+mn-lt"/>
          <a:ea typeface="+mn-ea"/>
          <a:cs typeface="+mn-cs"/>
        </a:defRPr>
      </a:lvl4pPr>
      <a:lvl5pPr marL="1028726" algn="l" defTabSz="514362" rtl="0" eaLnBrk="1" latinLnBrk="0" hangingPunct="1">
        <a:defRPr sz="1013" kern="1200">
          <a:solidFill>
            <a:schemeClr val="tx1"/>
          </a:solidFill>
          <a:latin typeface="+mn-lt"/>
          <a:ea typeface="+mn-ea"/>
          <a:cs typeface="+mn-cs"/>
        </a:defRPr>
      </a:lvl5pPr>
      <a:lvl6pPr marL="1285908" algn="l" defTabSz="514362" rtl="0" eaLnBrk="1" latinLnBrk="0" hangingPunct="1">
        <a:defRPr sz="1013" kern="1200">
          <a:solidFill>
            <a:schemeClr val="tx1"/>
          </a:solidFill>
          <a:latin typeface="+mn-lt"/>
          <a:ea typeface="+mn-ea"/>
          <a:cs typeface="+mn-cs"/>
        </a:defRPr>
      </a:lvl6pPr>
      <a:lvl7pPr marL="1543088" algn="l" defTabSz="514362" rtl="0" eaLnBrk="1" latinLnBrk="0" hangingPunct="1">
        <a:defRPr sz="1013" kern="1200">
          <a:solidFill>
            <a:schemeClr val="tx1"/>
          </a:solidFill>
          <a:latin typeface="+mn-lt"/>
          <a:ea typeface="+mn-ea"/>
          <a:cs typeface="+mn-cs"/>
        </a:defRPr>
      </a:lvl7pPr>
      <a:lvl8pPr marL="1800271" algn="l" defTabSz="514362" rtl="0" eaLnBrk="1" latinLnBrk="0" hangingPunct="1">
        <a:defRPr sz="1013" kern="1200">
          <a:solidFill>
            <a:schemeClr val="tx1"/>
          </a:solidFill>
          <a:latin typeface="+mn-lt"/>
          <a:ea typeface="+mn-ea"/>
          <a:cs typeface="+mn-cs"/>
        </a:defRPr>
      </a:lvl8pPr>
      <a:lvl9pPr marL="2057451" algn="l" defTabSz="514362" rtl="0" eaLnBrk="1" latinLnBrk="0" hangingPunct="1">
        <a:defRPr sz="1013"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custDataLst>
              <p:tags r:id="rId9"/>
            </p:custDataLst>
            <p:extLst>
              <p:ext uri="{D42A27DB-BD31-4B8C-83A1-F6EECF244321}">
                <p14:modId xmlns:p14="http://schemas.microsoft.com/office/powerpoint/2010/main" val="700029766"/>
              </p:ext>
            </p:extLst>
          </p:nvPr>
        </p:nvGraphicFramePr>
        <p:xfrm>
          <a:off x="2119" y="1591"/>
          <a:ext cx="2116" cy="1587"/>
        </p:xfrm>
        <a:graphic>
          <a:graphicData uri="http://schemas.openxmlformats.org/presentationml/2006/ole">
            <mc:AlternateContent xmlns:mc="http://schemas.openxmlformats.org/markup-compatibility/2006">
              <mc:Choice xmlns:v="urn:schemas-microsoft-com:vml" Requires="v">
                <p:oleObj name="think-cell Slide" r:id="rId10" imgW="360" imgH="360" progId="TCLayout.ActiveDocument.1">
                  <p:embed/>
                </p:oleObj>
              </mc:Choice>
              <mc:Fallback>
                <p:oleObj name="think-cell Slide" r:id="rId10" imgW="360" imgH="360" progId="TCLayout.ActiveDocument.1">
                  <p:embed/>
                  <p:pic>
                    <p:nvPicPr>
                      <p:cNvPr id="2" name="Object 1" hidden="1"/>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119" y="1591"/>
                        <a:ext cx="2116"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269" name="Rectangle 5"/>
          <p:cNvSpPr>
            <a:spLocks noGrp="1" noChangeArrowheads="1"/>
          </p:cNvSpPr>
          <p:nvPr>
            <p:ph type="sldNum" sz="quarter" idx="4"/>
          </p:nvPr>
        </p:nvSpPr>
        <p:spPr bwMode="auto">
          <a:xfrm>
            <a:off x="11664619" y="6400800"/>
            <a:ext cx="527381"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36000" tIns="36000" rIns="36000" bIns="36000" numCol="1" anchor="b" anchorCtr="0" compatLnSpc="1">
            <a:prstTxWarp prst="textNoShape">
              <a:avLst/>
            </a:prstTxWarp>
          </a:bodyPr>
          <a:lstStyle>
            <a:lvl1pPr algn="r">
              <a:defRPr sz="1001">
                <a:solidFill>
                  <a:schemeClr val="bg2"/>
                </a:solidFill>
                <a:latin typeface="Calibri" panose="020F0502020204030204" pitchFamily="34" charset="0"/>
                <a:cs typeface="+mn-cs"/>
              </a:defRPr>
            </a:lvl1pPr>
          </a:lstStyle>
          <a:p>
            <a:fld id="{5A4A7955-6230-48B4-BD8B-A7C460F75945}" type="slidenum">
              <a:rPr lang="en-US" smtClean="0"/>
              <a:t>‹#›</a:t>
            </a:fld>
            <a:endParaRPr lang="en-US"/>
          </a:p>
        </p:txBody>
      </p:sp>
      <p:pic>
        <p:nvPicPr>
          <p:cNvPr id="2052" name="Picture 4"/>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9840416" y="6597352"/>
            <a:ext cx="1698137" cy="216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1" name="Rectangle 4"/>
          <p:cNvSpPr>
            <a:spLocks noGrp="1" noChangeArrowheads="1"/>
          </p:cNvSpPr>
          <p:nvPr>
            <p:ph type="ftr" sz="quarter" idx="3"/>
          </p:nvPr>
        </p:nvSpPr>
        <p:spPr>
          <a:xfrm>
            <a:off x="239187" y="6400800"/>
            <a:ext cx="9409211" cy="457200"/>
          </a:xfrm>
          <a:prstGeom prst="rect">
            <a:avLst/>
          </a:prstGeom>
          <a:ln/>
        </p:spPr>
        <p:txBody>
          <a:bodyPr lIns="36000" tIns="36000" rIns="36000" bIns="36000" anchor="b"/>
          <a:lstStyle>
            <a:lvl1pPr>
              <a:defRPr sz="1001">
                <a:solidFill>
                  <a:schemeClr val="bg2"/>
                </a:solidFill>
              </a:defRPr>
            </a:lvl1pPr>
          </a:lstStyle>
          <a:p>
            <a:endParaRPr lang="en-US"/>
          </a:p>
        </p:txBody>
      </p:sp>
      <p:grpSp>
        <p:nvGrpSpPr>
          <p:cNvPr id="14" name="Group 13"/>
          <p:cNvGrpSpPr/>
          <p:nvPr/>
        </p:nvGrpSpPr>
        <p:grpSpPr>
          <a:xfrm>
            <a:off x="0" y="0"/>
            <a:ext cx="12192000" cy="692150"/>
            <a:chOff x="0" y="0"/>
            <a:chExt cx="9144000" cy="692150"/>
          </a:xfrm>
        </p:grpSpPr>
        <p:grpSp>
          <p:nvGrpSpPr>
            <p:cNvPr id="15" name="Group 14"/>
            <p:cNvGrpSpPr/>
            <p:nvPr/>
          </p:nvGrpSpPr>
          <p:grpSpPr>
            <a:xfrm>
              <a:off x="0" y="0"/>
              <a:ext cx="9144000" cy="692150"/>
              <a:chOff x="0" y="0"/>
              <a:chExt cx="9144000" cy="692150"/>
            </a:xfrm>
          </p:grpSpPr>
          <p:pic>
            <p:nvPicPr>
              <p:cNvPr id="17" name="Picture 3"/>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0" y="0"/>
                <a:ext cx="9144000" cy="6921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8" name="Picture 3"/>
              <p:cNvPicPr>
                <a:picLocks noChangeAspect="1" noChangeArrowheads="1"/>
              </p:cNvPicPr>
              <p:nvPr/>
            </p:nvPicPr>
            <p:blipFill rotWithShape="1">
              <a:blip r:embed="rId13" cstate="print">
                <a:extLst>
                  <a:ext uri="{28A0092B-C50C-407E-A947-70E740481C1C}">
                    <a14:useLocalDpi xmlns:a14="http://schemas.microsoft.com/office/drawing/2010/main" val="0"/>
                  </a:ext>
                </a:extLst>
              </a:blip>
              <a:srcRect r="97157"/>
              <a:stretch/>
            </p:blipFill>
            <p:spPr bwMode="auto">
              <a:xfrm>
                <a:off x="0" y="0"/>
                <a:ext cx="2411760" cy="6921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9" name="Picture 3"/>
              <p:cNvPicPr>
                <a:picLocks noChangeAspect="1" noChangeArrowheads="1"/>
              </p:cNvPicPr>
              <p:nvPr/>
            </p:nvPicPr>
            <p:blipFill rotWithShape="1">
              <a:blip r:embed="rId13" cstate="print">
                <a:extLst>
                  <a:ext uri="{28A0092B-C50C-407E-A947-70E740481C1C}">
                    <a14:useLocalDpi xmlns:a14="http://schemas.microsoft.com/office/drawing/2010/main" val="0"/>
                  </a:ext>
                </a:extLst>
              </a:blip>
              <a:srcRect r="99746"/>
              <a:stretch/>
            </p:blipFill>
            <p:spPr bwMode="auto">
              <a:xfrm>
                <a:off x="8928847" y="0"/>
                <a:ext cx="215153" cy="6921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 name="Picture 3"/>
              <p:cNvPicPr>
                <a:picLocks noChangeAspect="1" noChangeArrowheads="1"/>
              </p:cNvPicPr>
              <p:nvPr/>
            </p:nvPicPr>
            <p:blipFill rotWithShape="1">
              <a:blip r:embed="rId13" cstate="print">
                <a:extLst>
                  <a:ext uri="{28A0092B-C50C-407E-A947-70E740481C1C}">
                    <a14:useLocalDpi xmlns:a14="http://schemas.microsoft.com/office/drawing/2010/main" val="0"/>
                  </a:ext>
                </a:extLst>
              </a:blip>
              <a:srcRect t="12683" r="99340" b="31624"/>
              <a:stretch/>
            </p:blipFill>
            <p:spPr bwMode="auto">
              <a:xfrm>
                <a:off x="8676456" y="153334"/>
                <a:ext cx="462064" cy="38548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pic>
          <p:nvPicPr>
            <p:cNvPr id="16" name="Picture 3"/>
            <p:cNvPicPr>
              <a:picLocks noChangeAspect="1" noChangeArrowheads="1"/>
            </p:cNvPicPr>
            <p:nvPr/>
          </p:nvPicPr>
          <p:blipFill rotWithShape="1">
            <a:blip r:embed="rId14" cstate="print">
              <a:extLst>
                <a:ext uri="{28A0092B-C50C-407E-A947-70E740481C1C}">
                  <a14:useLocalDpi xmlns:a14="http://schemas.microsoft.com/office/drawing/2010/main" val="0"/>
                </a:ext>
              </a:extLst>
            </a:blip>
            <a:srcRect t="13116" r="76604" b="25471"/>
            <a:stretch/>
          </p:blipFill>
          <p:spPr bwMode="auto">
            <a:xfrm>
              <a:off x="8703539" y="116635"/>
              <a:ext cx="396000" cy="44740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pic>
        <p:nvPicPr>
          <p:cNvPr id="13" name="Picture 12"/>
          <p:cNvPicPr>
            <a:picLocks noChangeAspect="1"/>
          </p:cNvPicPr>
          <p:nvPr/>
        </p:nvPicPr>
        <p:blipFill rotWithShape="1">
          <a:blip r:embed="rId15" cstate="print">
            <a:extLst>
              <a:ext uri="{28A0092B-C50C-407E-A947-70E740481C1C}">
                <a14:useLocalDpi xmlns:a14="http://schemas.microsoft.com/office/drawing/2010/main" val="0"/>
              </a:ext>
            </a:extLst>
          </a:blip>
          <a:srcRect l="37353" t="8741" r="101" b="27"/>
          <a:stretch/>
        </p:blipFill>
        <p:spPr bwMode="ltGray">
          <a:xfrm rot="16200000" flipH="1">
            <a:off x="6006722" y="-5159178"/>
            <a:ext cx="369901" cy="12000658"/>
          </a:xfrm>
          <a:prstGeom prst="rect">
            <a:avLst/>
          </a:prstGeom>
        </p:spPr>
      </p:pic>
      <p:sp>
        <p:nvSpPr>
          <p:cNvPr id="5" name="TextBox 4">
            <a:extLst>
              <a:ext uri="{FF2B5EF4-FFF2-40B4-BE49-F238E27FC236}">
                <a16:creationId xmlns:a16="http://schemas.microsoft.com/office/drawing/2014/main" id="{7CFC4062-CEC0-476F-DE17-80441E584F67}"/>
              </a:ext>
            </a:extLst>
          </p:cNvPr>
          <p:cNvSpPr txBox="1"/>
          <p:nvPr userDrawn="1">
            <p:extLst>
              <p:ext uri="{1162E1C5-73C7-4A58-AE30-91384D911F3F}">
                <p184:classification xmlns:p184="http://schemas.microsoft.com/office/powerpoint/2018/4/main" val="ftr"/>
              </p:ext>
            </p:extLst>
          </p:nvPr>
        </p:nvSpPr>
        <p:spPr>
          <a:xfrm>
            <a:off x="63500" y="6672580"/>
            <a:ext cx="1550988" cy="121920"/>
          </a:xfrm>
          <a:prstGeom prst="rect">
            <a:avLst/>
          </a:prstGeom>
        </p:spPr>
        <p:txBody>
          <a:bodyPr horzOverflow="overflow" lIns="0" tIns="0" rIns="0" bIns="0">
            <a:spAutoFit/>
          </a:bodyPr>
          <a:lstStyle/>
          <a:p>
            <a:pPr algn="l"/>
            <a:r>
              <a:rPr lang="en-US" sz="800">
                <a:solidFill>
                  <a:srgbClr val="FF0000"/>
                </a:solidFill>
                <a:latin typeface="Calibri" panose="020F0502020204030204" pitchFamily="34" charset="0"/>
                <a:cs typeface="Calibri" panose="020F0502020204030204" pitchFamily="34" charset="0"/>
              </a:rPr>
              <a:t>Classification: RAKBANK-Confidential</a:t>
            </a:r>
          </a:p>
        </p:txBody>
      </p:sp>
    </p:spTree>
    <p:extLst>
      <p:ext uri="{BB962C8B-B14F-4D97-AF65-F5344CB8AC3E}">
        <p14:creationId xmlns:p14="http://schemas.microsoft.com/office/powerpoint/2010/main" val="2957344092"/>
      </p:ext>
    </p:extLst>
  </p:cSld>
  <p:clrMap bg1="lt1" tx1="dk1" bg2="lt2" tx2="dk2" accent1="accent1" accent2="accent2" accent3="accent3" accent4="accent4" accent5="accent5" accent6="accent6" hlink="hlink" folHlink="folHlink"/>
  <p:sldLayoutIdLst>
    <p:sldLayoutId id="2147484215" r:id="rId1"/>
    <p:sldLayoutId id="2147484216" r:id="rId2"/>
    <p:sldLayoutId id="2147484217" r:id="rId3"/>
    <p:sldLayoutId id="2147484218" r:id="rId4"/>
    <p:sldLayoutId id="2147484219" r:id="rId5"/>
    <p:sldLayoutId id="2147484220" r:id="rId6"/>
    <p:sldLayoutId id="2147484221" r:id="rId7"/>
  </p:sldLayoutIdLst>
  <p:hf hdr="0" ftr="0" dt="0"/>
  <p:txStyles>
    <p:titleStyle>
      <a:lvl1pPr algn="l" rtl="0" eaLnBrk="1" fontAlgn="base" hangingPunct="1">
        <a:spcBef>
          <a:spcPct val="0"/>
        </a:spcBef>
        <a:spcAft>
          <a:spcPct val="0"/>
        </a:spcAft>
        <a:defRPr sz="1600" b="0">
          <a:solidFill>
            <a:schemeClr val="bg1"/>
          </a:solidFill>
          <a:latin typeface="+mj-lt"/>
          <a:ea typeface="+mj-ea"/>
          <a:cs typeface="+mj-cs"/>
        </a:defRPr>
      </a:lvl1pPr>
      <a:lvl2pPr algn="ctr" rtl="0" eaLnBrk="1" fontAlgn="base" hangingPunct="1">
        <a:spcBef>
          <a:spcPct val="0"/>
        </a:spcBef>
        <a:spcAft>
          <a:spcPct val="0"/>
        </a:spcAft>
        <a:defRPr sz="3200" b="1">
          <a:solidFill>
            <a:schemeClr val="bg1"/>
          </a:solidFill>
          <a:latin typeface="Verdana" pitchFamily="34" charset="0"/>
          <a:cs typeface="Times New Roman" pitchFamily="18" charset="0"/>
        </a:defRPr>
      </a:lvl2pPr>
      <a:lvl3pPr algn="ctr" rtl="0" eaLnBrk="1" fontAlgn="base" hangingPunct="1">
        <a:spcBef>
          <a:spcPct val="0"/>
        </a:spcBef>
        <a:spcAft>
          <a:spcPct val="0"/>
        </a:spcAft>
        <a:defRPr sz="3200" b="1">
          <a:solidFill>
            <a:schemeClr val="bg1"/>
          </a:solidFill>
          <a:latin typeface="Verdana" pitchFamily="34" charset="0"/>
          <a:cs typeface="Times New Roman" pitchFamily="18" charset="0"/>
        </a:defRPr>
      </a:lvl3pPr>
      <a:lvl4pPr algn="ctr" rtl="0" eaLnBrk="1" fontAlgn="base" hangingPunct="1">
        <a:spcBef>
          <a:spcPct val="0"/>
        </a:spcBef>
        <a:spcAft>
          <a:spcPct val="0"/>
        </a:spcAft>
        <a:defRPr sz="3200" b="1">
          <a:solidFill>
            <a:schemeClr val="bg1"/>
          </a:solidFill>
          <a:latin typeface="Verdana" pitchFamily="34" charset="0"/>
          <a:cs typeface="Times New Roman" pitchFamily="18" charset="0"/>
        </a:defRPr>
      </a:lvl4pPr>
      <a:lvl5pPr algn="ctr" rtl="0" eaLnBrk="1" fontAlgn="base" hangingPunct="1">
        <a:spcBef>
          <a:spcPct val="0"/>
        </a:spcBef>
        <a:spcAft>
          <a:spcPct val="0"/>
        </a:spcAft>
        <a:defRPr sz="3200" b="1">
          <a:solidFill>
            <a:schemeClr val="bg1"/>
          </a:solidFill>
          <a:latin typeface="Verdana" pitchFamily="34" charset="0"/>
          <a:cs typeface="Times New Roman" pitchFamily="18" charset="0"/>
        </a:defRPr>
      </a:lvl5pPr>
      <a:lvl6pPr marL="457211" algn="ctr" rtl="0" eaLnBrk="1" fontAlgn="base" hangingPunct="1">
        <a:spcBef>
          <a:spcPct val="0"/>
        </a:spcBef>
        <a:spcAft>
          <a:spcPct val="0"/>
        </a:spcAft>
        <a:defRPr sz="3200" b="1">
          <a:solidFill>
            <a:schemeClr val="bg1"/>
          </a:solidFill>
          <a:latin typeface="Verdana" pitchFamily="34" charset="0"/>
          <a:cs typeface="Times New Roman" pitchFamily="18" charset="0"/>
        </a:defRPr>
      </a:lvl6pPr>
      <a:lvl7pPr marL="914422" algn="ctr" rtl="0" eaLnBrk="1" fontAlgn="base" hangingPunct="1">
        <a:spcBef>
          <a:spcPct val="0"/>
        </a:spcBef>
        <a:spcAft>
          <a:spcPct val="0"/>
        </a:spcAft>
        <a:defRPr sz="3200" b="1">
          <a:solidFill>
            <a:schemeClr val="bg1"/>
          </a:solidFill>
          <a:latin typeface="Verdana" pitchFamily="34" charset="0"/>
          <a:cs typeface="Times New Roman" pitchFamily="18" charset="0"/>
        </a:defRPr>
      </a:lvl7pPr>
      <a:lvl8pPr marL="1371635" algn="ctr" rtl="0" eaLnBrk="1" fontAlgn="base" hangingPunct="1">
        <a:spcBef>
          <a:spcPct val="0"/>
        </a:spcBef>
        <a:spcAft>
          <a:spcPct val="0"/>
        </a:spcAft>
        <a:defRPr sz="3200" b="1">
          <a:solidFill>
            <a:schemeClr val="bg1"/>
          </a:solidFill>
          <a:latin typeface="Verdana" pitchFamily="34" charset="0"/>
          <a:cs typeface="Times New Roman" pitchFamily="18" charset="0"/>
        </a:defRPr>
      </a:lvl8pPr>
      <a:lvl9pPr marL="1828846" algn="ctr" rtl="0" eaLnBrk="1" fontAlgn="base" hangingPunct="1">
        <a:spcBef>
          <a:spcPct val="0"/>
        </a:spcBef>
        <a:spcAft>
          <a:spcPct val="0"/>
        </a:spcAft>
        <a:defRPr sz="3200" b="1">
          <a:solidFill>
            <a:schemeClr val="bg1"/>
          </a:solidFill>
          <a:latin typeface="Verdana" pitchFamily="34" charset="0"/>
          <a:cs typeface="Times New Roman" pitchFamily="18" charset="0"/>
        </a:defRPr>
      </a:lvl9pPr>
    </p:titleStyle>
    <p:bodyStyle>
      <a:lvl1pPr marL="342909" indent="-342909" algn="l" rtl="0" eaLnBrk="1" fontAlgn="base" hangingPunct="1">
        <a:spcBef>
          <a:spcPct val="20000"/>
        </a:spcBef>
        <a:spcAft>
          <a:spcPct val="0"/>
        </a:spcAft>
        <a:buChar char="•"/>
        <a:defRPr sz="1801">
          <a:solidFill>
            <a:schemeClr val="tx1"/>
          </a:solidFill>
          <a:latin typeface="Calibri" panose="020F0502020204030204" pitchFamily="34" charset="0"/>
          <a:ea typeface="+mn-ea"/>
          <a:cs typeface="+mn-cs"/>
        </a:defRPr>
      </a:lvl1pPr>
      <a:lvl2pPr marL="742969" indent="-285756" algn="l" rtl="0" eaLnBrk="1" fontAlgn="base" hangingPunct="1">
        <a:spcBef>
          <a:spcPct val="20000"/>
        </a:spcBef>
        <a:spcAft>
          <a:spcPct val="0"/>
        </a:spcAft>
        <a:buChar char="–"/>
        <a:defRPr sz="1600">
          <a:solidFill>
            <a:schemeClr val="tx1"/>
          </a:solidFill>
          <a:latin typeface="Calibri" panose="020F0502020204030204" pitchFamily="34" charset="0"/>
          <a:cs typeface="+mn-cs"/>
        </a:defRPr>
      </a:lvl2pPr>
      <a:lvl3pPr marL="1143028" indent="-228606" algn="l" rtl="0" eaLnBrk="1" fontAlgn="base" hangingPunct="1">
        <a:spcBef>
          <a:spcPct val="20000"/>
        </a:spcBef>
        <a:spcAft>
          <a:spcPct val="0"/>
        </a:spcAft>
        <a:buChar char="•"/>
        <a:defRPr sz="1401">
          <a:solidFill>
            <a:schemeClr val="tx1"/>
          </a:solidFill>
          <a:latin typeface="Calibri" panose="020F0502020204030204" pitchFamily="34" charset="0"/>
          <a:cs typeface="+mn-cs"/>
        </a:defRPr>
      </a:lvl3pPr>
      <a:lvl4pPr marL="1600240" indent="-228606" algn="l" rtl="0" eaLnBrk="1" fontAlgn="base" hangingPunct="1">
        <a:spcBef>
          <a:spcPct val="20000"/>
        </a:spcBef>
        <a:spcAft>
          <a:spcPct val="0"/>
        </a:spcAft>
        <a:buChar char="–"/>
        <a:defRPr sz="1401">
          <a:solidFill>
            <a:schemeClr val="tx1"/>
          </a:solidFill>
          <a:latin typeface="Calibri" panose="020F0502020204030204" pitchFamily="34" charset="0"/>
          <a:cs typeface="+mn-cs"/>
        </a:defRPr>
      </a:lvl4pPr>
      <a:lvl5pPr marL="2057451" indent="-228606" algn="l" rtl="0" eaLnBrk="1" fontAlgn="base" hangingPunct="1">
        <a:spcBef>
          <a:spcPct val="20000"/>
        </a:spcBef>
        <a:spcAft>
          <a:spcPct val="0"/>
        </a:spcAft>
        <a:buChar char="»"/>
        <a:defRPr sz="1401">
          <a:solidFill>
            <a:schemeClr val="tx1"/>
          </a:solidFill>
          <a:latin typeface="Calibri" panose="020F0502020204030204" pitchFamily="34" charset="0"/>
          <a:cs typeface="+mn-cs"/>
        </a:defRPr>
      </a:lvl5pPr>
      <a:lvl6pPr marL="2514664" indent="-228606" algn="l" rtl="0" eaLnBrk="1" fontAlgn="base" hangingPunct="1">
        <a:spcBef>
          <a:spcPct val="20000"/>
        </a:spcBef>
        <a:spcAft>
          <a:spcPct val="0"/>
        </a:spcAft>
        <a:buChar char="»"/>
        <a:defRPr>
          <a:solidFill>
            <a:schemeClr val="tx1"/>
          </a:solidFill>
          <a:latin typeface="+mn-lt"/>
          <a:cs typeface="+mn-cs"/>
        </a:defRPr>
      </a:lvl6pPr>
      <a:lvl7pPr marL="2971874" indent="-228606" algn="l" rtl="0" eaLnBrk="1" fontAlgn="base" hangingPunct="1">
        <a:spcBef>
          <a:spcPct val="20000"/>
        </a:spcBef>
        <a:spcAft>
          <a:spcPct val="0"/>
        </a:spcAft>
        <a:buChar char="»"/>
        <a:defRPr>
          <a:solidFill>
            <a:schemeClr val="tx1"/>
          </a:solidFill>
          <a:latin typeface="+mn-lt"/>
          <a:cs typeface="+mn-cs"/>
        </a:defRPr>
      </a:lvl7pPr>
      <a:lvl8pPr marL="3429086" indent="-228606" algn="l" rtl="0" eaLnBrk="1" fontAlgn="base" hangingPunct="1">
        <a:spcBef>
          <a:spcPct val="20000"/>
        </a:spcBef>
        <a:spcAft>
          <a:spcPct val="0"/>
        </a:spcAft>
        <a:buChar char="»"/>
        <a:defRPr>
          <a:solidFill>
            <a:schemeClr val="tx1"/>
          </a:solidFill>
          <a:latin typeface="+mn-lt"/>
          <a:cs typeface="+mn-cs"/>
        </a:defRPr>
      </a:lvl8pPr>
      <a:lvl9pPr marL="3886297" indent="-228606" algn="l" rtl="0" eaLnBrk="1" fontAlgn="base" hangingPunct="1">
        <a:spcBef>
          <a:spcPct val="20000"/>
        </a:spcBef>
        <a:spcAft>
          <a:spcPct val="0"/>
        </a:spcAft>
        <a:buChar char="»"/>
        <a:defRPr>
          <a:solidFill>
            <a:schemeClr val="tx1"/>
          </a:solidFill>
          <a:latin typeface="+mn-lt"/>
          <a:cs typeface="+mn-cs"/>
        </a:defRPr>
      </a:lvl9pPr>
    </p:bodyStyle>
    <p:otherStyle>
      <a:defPPr>
        <a:defRPr lang="en-US"/>
      </a:defPPr>
      <a:lvl1pPr marL="0" algn="l" defTabSz="914422" rtl="0" eaLnBrk="1" latinLnBrk="0" hangingPunct="1">
        <a:defRPr sz="1801" kern="1200">
          <a:solidFill>
            <a:schemeClr val="tx1"/>
          </a:solidFill>
          <a:latin typeface="+mn-lt"/>
          <a:ea typeface="+mn-ea"/>
          <a:cs typeface="+mn-cs"/>
        </a:defRPr>
      </a:lvl1pPr>
      <a:lvl2pPr marL="457211" algn="l" defTabSz="914422" rtl="0" eaLnBrk="1" latinLnBrk="0" hangingPunct="1">
        <a:defRPr sz="1801" kern="1200">
          <a:solidFill>
            <a:schemeClr val="tx1"/>
          </a:solidFill>
          <a:latin typeface="+mn-lt"/>
          <a:ea typeface="+mn-ea"/>
          <a:cs typeface="+mn-cs"/>
        </a:defRPr>
      </a:lvl2pPr>
      <a:lvl3pPr marL="914422" algn="l" defTabSz="914422" rtl="0" eaLnBrk="1" latinLnBrk="0" hangingPunct="1">
        <a:defRPr sz="1801" kern="1200">
          <a:solidFill>
            <a:schemeClr val="tx1"/>
          </a:solidFill>
          <a:latin typeface="+mn-lt"/>
          <a:ea typeface="+mn-ea"/>
          <a:cs typeface="+mn-cs"/>
        </a:defRPr>
      </a:lvl3pPr>
      <a:lvl4pPr marL="1371635" algn="l" defTabSz="914422" rtl="0" eaLnBrk="1" latinLnBrk="0" hangingPunct="1">
        <a:defRPr sz="1801" kern="1200">
          <a:solidFill>
            <a:schemeClr val="tx1"/>
          </a:solidFill>
          <a:latin typeface="+mn-lt"/>
          <a:ea typeface="+mn-ea"/>
          <a:cs typeface="+mn-cs"/>
        </a:defRPr>
      </a:lvl4pPr>
      <a:lvl5pPr marL="1828846" algn="l" defTabSz="914422" rtl="0" eaLnBrk="1" latinLnBrk="0" hangingPunct="1">
        <a:defRPr sz="1801" kern="1200">
          <a:solidFill>
            <a:schemeClr val="tx1"/>
          </a:solidFill>
          <a:latin typeface="+mn-lt"/>
          <a:ea typeface="+mn-ea"/>
          <a:cs typeface="+mn-cs"/>
        </a:defRPr>
      </a:lvl5pPr>
      <a:lvl6pPr marL="2286057" algn="l" defTabSz="914422" rtl="0" eaLnBrk="1" latinLnBrk="0" hangingPunct="1">
        <a:defRPr sz="1801" kern="1200">
          <a:solidFill>
            <a:schemeClr val="tx1"/>
          </a:solidFill>
          <a:latin typeface="+mn-lt"/>
          <a:ea typeface="+mn-ea"/>
          <a:cs typeface="+mn-cs"/>
        </a:defRPr>
      </a:lvl6pPr>
      <a:lvl7pPr marL="2743268" algn="l" defTabSz="914422" rtl="0" eaLnBrk="1" latinLnBrk="0" hangingPunct="1">
        <a:defRPr sz="1801" kern="1200">
          <a:solidFill>
            <a:schemeClr val="tx1"/>
          </a:solidFill>
          <a:latin typeface="+mn-lt"/>
          <a:ea typeface="+mn-ea"/>
          <a:cs typeface="+mn-cs"/>
        </a:defRPr>
      </a:lvl7pPr>
      <a:lvl8pPr marL="3200481" algn="l" defTabSz="914422" rtl="0" eaLnBrk="1" latinLnBrk="0" hangingPunct="1">
        <a:defRPr sz="1801" kern="1200">
          <a:solidFill>
            <a:schemeClr val="tx1"/>
          </a:solidFill>
          <a:latin typeface="+mn-lt"/>
          <a:ea typeface="+mn-ea"/>
          <a:cs typeface="+mn-cs"/>
        </a:defRPr>
      </a:lvl8pPr>
      <a:lvl9pPr marL="3657692" algn="l" defTabSz="914422" rtl="0" eaLnBrk="1" latinLnBrk="0" hangingPunct="1">
        <a:defRPr sz="1801"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custDataLst>
              <p:tags r:id="rId10"/>
            </p:custDataLst>
            <p:extLst>
              <p:ext uri="{D42A27DB-BD31-4B8C-83A1-F6EECF244321}">
                <p14:modId xmlns:p14="http://schemas.microsoft.com/office/powerpoint/2010/main" val="3658942580"/>
              </p:ext>
            </p:extLst>
          </p:nvPr>
        </p:nvGraphicFramePr>
        <p:xfrm>
          <a:off x="2119" y="1593"/>
          <a:ext cx="2116" cy="1587"/>
        </p:xfrm>
        <a:graphic>
          <a:graphicData uri="http://schemas.openxmlformats.org/presentationml/2006/ole">
            <mc:AlternateContent xmlns:mc="http://schemas.openxmlformats.org/markup-compatibility/2006">
              <mc:Choice xmlns:v="urn:schemas-microsoft-com:vml" Requires="v">
                <p:oleObj name="think-cell Slide" r:id="rId11" imgW="430" imgH="433" progId="TCLayout.ActiveDocument.1">
                  <p:embed/>
                </p:oleObj>
              </mc:Choice>
              <mc:Fallback>
                <p:oleObj name="think-cell Slide" r:id="rId11" imgW="430" imgH="433" progId="TCLayout.ActiveDocument.1">
                  <p:embed/>
                  <p:pic>
                    <p:nvPicPr>
                      <p:cNvPr id="2" name="Object 1" hidden="1"/>
                      <p:cNvPicPr/>
                      <p:nvPr/>
                    </p:nvPicPr>
                    <p:blipFill>
                      <a:blip r:embed="rId12"/>
                      <a:stretch>
                        <a:fillRect/>
                      </a:stretch>
                    </p:blipFill>
                    <p:spPr>
                      <a:xfrm>
                        <a:off x="2119" y="1593"/>
                        <a:ext cx="2116" cy="1587"/>
                      </a:xfrm>
                      <a:prstGeom prst="rect">
                        <a:avLst/>
                      </a:prstGeom>
                    </p:spPr>
                  </p:pic>
                </p:oleObj>
              </mc:Fallback>
            </mc:AlternateContent>
          </a:graphicData>
        </a:graphic>
      </p:graphicFrame>
      <p:sp>
        <p:nvSpPr>
          <p:cNvPr id="11269" name="Rectangle 5"/>
          <p:cNvSpPr>
            <a:spLocks noGrp="1" noChangeArrowheads="1"/>
          </p:cNvSpPr>
          <p:nvPr>
            <p:ph type="sldNum" sz="quarter" idx="4"/>
          </p:nvPr>
        </p:nvSpPr>
        <p:spPr bwMode="auto">
          <a:xfrm>
            <a:off x="11664620" y="6400800"/>
            <a:ext cx="527381"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36000" tIns="36000" rIns="36000" bIns="36000" numCol="1" anchor="b" anchorCtr="0" compatLnSpc="1">
            <a:prstTxWarp prst="textNoShape">
              <a:avLst/>
            </a:prstTxWarp>
          </a:bodyPr>
          <a:lstStyle>
            <a:lvl1pPr algn="r">
              <a:defRPr sz="750">
                <a:solidFill>
                  <a:schemeClr val="bg2"/>
                </a:solidFill>
                <a:latin typeface="Calibri" panose="020F0502020204030204" pitchFamily="34" charset="0"/>
                <a:cs typeface="+mn-cs"/>
              </a:defRPr>
            </a:lvl1pPr>
          </a:lstStyle>
          <a:p>
            <a:fld id="{B3CE4FC1-9BFD-4D71-B62C-EB069A42157A}" type="slidenum">
              <a:rPr lang="en-US" smtClean="0">
                <a:solidFill>
                  <a:srgbClr val="000000"/>
                </a:solidFill>
              </a:rPr>
              <a:pPr/>
              <a:t>‹#›</a:t>
            </a:fld>
            <a:endParaRPr lang="en-US">
              <a:solidFill>
                <a:srgbClr val="000000"/>
              </a:solidFill>
            </a:endParaRPr>
          </a:p>
        </p:txBody>
      </p:sp>
      <p:pic>
        <p:nvPicPr>
          <p:cNvPr id="2052" name="Picture 4"/>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9840416" y="6597352"/>
            <a:ext cx="1698136" cy="216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1" name="Rectangle 4"/>
          <p:cNvSpPr>
            <a:spLocks noGrp="1" noChangeArrowheads="1"/>
          </p:cNvSpPr>
          <p:nvPr>
            <p:ph type="ftr" sz="quarter" idx="3"/>
          </p:nvPr>
        </p:nvSpPr>
        <p:spPr>
          <a:xfrm>
            <a:off x="239184" y="6400800"/>
            <a:ext cx="9409211" cy="457200"/>
          </a:xfrm>
          <a:prstGeom prst="rect">
            <a:avLst/>
          </a:prstGeom>
          <a:ln/>
        </p:spPr>
        <p:txBody>
          <a:bodyPr lIns="36000" tIns="36000" rIns="36000" bIns="36000" anchor="b"/>
          <a:lstStyle>
            <a:lvl1pPr>
              <a:defRPr sz="750">
                <a:solidFill>
                  <a:schemeClr val="bg2"/>
                </a:solidFill>
              </a:defRPr>
            </a:lvl1pPr>
          </a:lstStyle>
          <a:p>
            <a:endParaRPr lang="en-US">
              <a:solidFill>
                <a:srgbClr val="000000"/>
              </a:solidFill>
            </a:endParaRPr>
          </a:p>
        </p:txBody>
      </p:sp>
      <p:grpSp>
        <p:nvGrpSpPr>
          <p:cNvPr id="14" name="Group 13"/>
          <p:cNvGrpSpPr/>
          <p:nvPr/>
        </p:nvGrpSpPr>
        <p:grpSpPr>
          <a:xfrm>
            <a:off x="0" y="0"/>
            <a:ext cx="12192000" cy="692150"/>
            <a:chOff x="0" y="0"/>
            <a:chExt cx="9144000" cy="692150"/>
          </a:xfrm>
        </p:grpSpPr>
        <p:grpSp>
          <p:nvGrpSpPr>
            <p:cNvPr id="15" name="Group 14"/>
            <p:cNvGrpSpPr/>
            <p:nvPr/>
          </p:nvGrpSpPr>
          <p:grpSpPr>
            <a:xfrm>
              <a:off x="0" y="0"/>
              <a:ext cx="9144000" cy="692150"/>
              <a:chOff x="0" y="0"/>
              <a:chExt cx="9144000" cy="692150"/>
            </a:xfrm>
          </p:grpSpPr>
          <p:pic>
            <p:nvPicPr>
              <p:cNvPr id="17" name="Picture 3"/>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0" y="0"/>
                <a:ext cx="9144000" cy="6921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8" name="Picture 3"/>
              <p:cNvPicPr>
                <a:picLocks noChangeAspect="1" noChangeArrowheads="1"/>
              </p:cNvPicPr>
              <p:nvPr/>
            </p:nvPicPr>
            <p:blipFill rotWithShape="1">
              <a:blip r:embed="rId14">
                <a:extLst>
                  <a:ext uri="{28A0092B-C50C-407E-A947-70E740481C1C}">
                    <a14:useLocalDpi xmlns:a14="http://schemas.microsoft.com/office/drawing/2010/main" val="0"/>
                  </a:ext>
                </a:extLst>
              </a:blip>
              <a:srcRect r="97157"/>
              <a:stretch/>
            </p:blipFill>
            <p:spPr bwMode="auto">
              <a:xfrm>
                <a:off x="0" y="0"/>
                <a:ext cx="2411760" cy="6921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9" name="Picture 3"/>
              <p:cNvPicPr>
                <a:picLocks noChangeAspect="1" noChangeArrowheads="1"/>
              </p:cNvPicPr>
              <p:nvPr/>
            </p:nvPicPr>
            <p:blipFill rotWithShape="1">
              <a:blip r:embed="rId14">
                <a:extLst>
                  <a:ext uri="{28A0092B-C50C-407E-A947-70E740481C1C}">
                    <a14:useLocalDpi xmlns:a14="http://schemas.microsoft.com/office/drawing/2010/main" val="0"/>
                  </a:ext>
                </a:extLst>
              </a:blip>
              <a:srcRect r="99746"/>
              <a:stretch/>
            </p:blipFill>
            <p:spPr bwMode="auto">
              <a:xfrm>
                <a:off x="8928847" y="0"/>
                <a:ext cx="215153" cy="6921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 name="Picture 3"/>
              <p:cNvPicPr>
                <a:picLocks noChangeAspect="1" noChangeArrowheads="1"/>
              </p:cNvPicPr>
              <p:nvPr/>
            </p:nvPicPr>
            <p:blipFill rotWithShape="1">
              <a:blip r:embed="rId14">
                <a:extLst>
                  <a:ext uri="{28A0092B-C50C-407E-A947-70E740481C1C}">
                    <a14:useLocalDpi xmlns:a14="http://schemas.microsoft.com/office/drawing/2010/main" val="0"/>
                  </a:ext>
                </a:extLst>
              </a:blip>
              <a:srcRect t="12683" r="99340" b="31624"/>
              <a:stretch/>
            </p:blipFill>
            <p:spPr bwMode="auto">
              <a:xfrm>
                <a:off x="8676456" y="153334"/>
                <a:ext cx="462064" cy="38548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pic>
          <p:nvPicPr>
            <p:cNvPr id="16" name="Picture 3"/>
            <p:cNvPicPr>
              <a:picLocks noChangeAspect="1" noChangeArrowheads="1"/>
            </p:cNvPicPr>
            <p:nvPr/>
          </p:nvPicPr>
          <p:blipFill rotWithShape="1">
            <a:blip r:embed="rId15">
              <a:extLst>
                <a:ext uri="{28A0092B-C50C-407E-A947-70E740481C1C}">
                  <a14:useLocalDpi xmlns:a14="http://schemas.microsoft.com/office/drawing/2010/main" val="0"/>
                </a:ext>
              </a:extLst>
            </a:blip>
            <a:srcRect t="13116" r="76604" b="25471"/>
            <a:stretch/>
          </p:blipFill>
          <p:spPr bwMode="auto">
            <a:xfrm>
              <a:off x="8703539" y="116635"/>
              <a:ext cx="396000" cy="44740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pic>
        <p:nvPicPr>
          <p:cNvPr id="13" name="Picture 12"/>
          <p:cNvPicPr>
            <a:picLocks noChangeAspect="1"/>
          </p:cNvPicPr>
          <p:nvPr/>
        </p:nvPicPr>
        <p:blipFill rotWithShape="1">
          <a:blip r:embed="rId16">
            <a:extLst>
              <a:ext uri="{28A0092B-C50C-407E-A947-70E740481C1C}">
                <a14:useLocalDpi xmlns:a14="http://schemas.microsoft.com/office/drawing/2010/main" val="0"/>
              </a:ext>
            </a:extLst>
          </a:blip>
          <a:srcRect l="37353" t="8741" r="101" b="27"/>
          <a:stretch/>
        </p:blipFill>
        <p:spPr bwMode="ltGray">
          <a:xfrm rot="16200000" flipH="1">
            <a:off x="6006724" y="-5159178"/>
            <a:ext cx="369901" cy="12000657"/>
          </a:xfrm>
          <a:prstGeom prst="rect">
            <a:avLst/>
          </a:prstGeom>
        </p:spPr>
      </p:pic>
      <p:sp>
        <p:nvSpPr>
          <p:cNvPr id="5" name="TextBox 4">
            <a:extLst>
              <a:ext uri="{FF2B5EF4-FFF2-40B4-BE49-F238E27FC236}">
                <a16:creationId xmlns:a16="http://schemas.microsoft.com/office/drawing/2014/main" id="{CF6C2C44-B2D9-BDBA-FC78-343DE55CDBEE}"/>
              </a:ext>
            </a:extLst>
          </p:cNvPr>
          <p:cNvSpPr txBox="1"/>
          <p:nvPr userDrawn="1">
            <p:extLst>
              <p:ext uri="{1162E1C5-73C7-4A58-AE30-91384D911F3F}">
                <p184:classification xmlns:p184="http://schemas.microsoft.com/office/powerpoint/2018/4/main" val="ftr"/>
              </p:ext>
            </p:extLst>
          </p:nvPr>
        </p:nvSpPr>
        <p:spPr>
          <a:xfrm>
            <a:off x="63500" y="6672580"/>
            <a:ext cx="1550988" cy="121920"/>
          </a:xfrm>
          <a:prstGeom prst="rect">
            <a:avLst/>
          </a:prstGeom>
        </p:spPr>
        <p:txBody>
          <a:bodyPr horzOverflow="overflow" lIns="0" tIns="0" rIns="0" bIns="0">
            <a:spAutoFit/>
          </a:bodyPr>
          <a:lstStyle/>
          <a:p>
            <a:pPr algn="l"/>
            <a:r>
              <a:rPr lang="en-US" sz="800">
                <a:solidFill>
                  <a:srgbClr val="FF0000"/>
                </a:solidFill>
                <a:latin typeface="Calibri" panose="020F0502020204030204" pitchFamily="34" charset="0"/>
                <a:cs typeface="Calibri" panose="020F0502020204030204" pitchFamily="34" charset="0"/>
              </a:rPr>
              <a:t>Classification: RAKBANK-Confidential</a:t>
            </a:r>
          </a:p>
        </p:txBody>
      </p:sp>
    </p:spTree>
    <p:extLst>
      <p:ext uri="{BB962C8B-B14F-4D97-AF65-F5344CB8AC3E}">
        <p14:creationId xmlns:p14="http://schemas.microsoft.com/office/powerpoint/2010/main" val="3827045066"/>
      </p:ext>
    </p:extLst>
  </p:cSld>
  <p:clrMap bg1="lt1" tx1="dk1" bg2="lt2" tx2="dk2" accent1="accent1" accent2="accent2" accent3="accent3" accent4="accent4" accent5="accent5" accent6="accent6" hlink="hlink" folHlink="folHlink"/>
  <p:sldLayoutIdLst>
    <p:sldLayoutId id="2147484223" r:id="rId1"/>
    <p:sldLayoutId id="2147484224" r:id="rId2"/>
    <p:sldLayoutId id="2147484225" r:id="rId3"/>
    <p:sldLayoutId id="2147484226" r:id="rId4"/>
    <p:sldLayoutId id="2147484227" r:id="rId5"/>
    <p:sldLayoutId id="2147484228" r:id="rId6"/>
    <p:sldLayoutId id="2147484229" r:id="rId7"/>
    <p:sldLayoutId id="2147484230" r:id="rId8"/>
  </p:sldLayoutIdLst>
  <p:hf hdr="0" ftr="0" dt="0"/>
  <p:txStyles>
    <p:titleStyle>
      <a:lvl1pPr algn="l" rtl="0" eaLnBrk="1" fontAlgn="base" hangingPunct="1">
        <a:spcBef>
          <a:spcPct val="0"/>
        </a:spcBef>
        <a:spcAft>
          <a:spcPct val="0"/>
        </a:spcAft>
        <a:defRPr sz="1200" b="0">
          <a:solidFill>
            <a:schemeClr val="bg1"/>
          </a:solidFill>
          <a:latin typeface="+mj-lt"/>
          <a:ea typeface="+mj-ea"/>
          <a:cs typeface="+mj-cs"/>
        </a:defRPr>
      </a:lvl1pPr>
      <a:lvl2pPr algn="ctr" rtl="0" eaLnBrk="1" fontAlgn="base" hangingPunct="1">
        <a:spcBef>
          <a:spcPct val="0"/>
        </a:spcBef>
        <a:spcAft>
          <a:spcPct val="0"/>
        </a:spcAft>
        <a:defRPr sz="2400" b="1">
          <a:solidFill>
            <a:schemeClr val="bg1"/>
          </a:solidFill>
          <a:latin typeface="Verdana" pitchFamily="34" charset="0"/>
          <a:cs typeface="Times New Roman" pitchFamily="18" charset="0"/>
        </a:defRPr>
      </a:lvl2pPr>
      <a:lvl3pPr algn="ctr" rtl="0" eaLnBrk="1" fontAlgn="base" hangingPunct="1">
        <a:spcBef>
          <a:spcPct val="0"/>
        </a:spcBef>
        <a:spcAft>
          <a:spcPct val="0"/>
        </a:spcAft>
        <a:defRPr sz="2400" b="1">
          <a:solidFill>
            <a:schemeClr val="bg1"/>
          </a:solidFill>
          <a:latin typeface="Verdana" pitchFamily="34" charset="0"/>
          <a:cs typeface="Times New Roman" pitchFamily="18" charset="0"/>
        </a:defRPr>
      </a:lvl3pPr>
      <a:lvl4pPr algn="ctr" rtl="0" eaLnBrk="1" fontAlgn="base" hangingPunct="1">
        <a:spcBef>
          <a:spcPct val="0"/>
        </a:spcBef>
        <a:spcAft>
          <a:spcPct val="0"/>
        </a:spcAft>
        <a:defRPr sz="2400" b="1">
          <a:solidFill>
            <a:schemeClr val="bg1"/>
          </a:solidFill>
          <a:latin typeface="Verdana" pitchFamily="34" charset="0"/>
          <a:cs typeface="Times New Roman" pitchFamily="18" charset="0"/>
        </a:defRPr>
      </a:lvl4pPr>
      <a:lvl5pPr algn="ctr" rtl="0" eaLnBrk="1" fontAlgn="base" hangingPunct="1">
        <a:spcBef>
          <a:spcPct val="0"/>
        </a:spcBef>
        <a:spcAft>
          <a:spcPct val="0"/>
        </a:spcAft>
        <a:defRPr sz="2400" b="1">
          <a:solidFill>
            <a:schemeClr val="bg1"/>
          </a:solidFill>
          <a:latin typeface="Verdana" pitchFamily="34" charset="0"/>
          <a:cs typeface="Times New Roman" pitchFamily="18" charset="0"/>
        </a:defRPr>
      </a:lvl5pPr>
      <a:lvl6pPr marL="342900" algn="ctr" rtl="0" eaLnBrk="1" fontAlgn="base" hangingPunct="1">
        <a:spcBef>
          <a:spcPct val="0"/>
        </a:spcBef>
        <a:spcAft>
          <a:spcPct val="0"/>
        </a:spcAft>
        <a:defRPr sz="2400" b="1">
          <a:solidFill>
            <a:schemeClr val="bg1"/>
          </a:solidFill>
          <a:latin typeface="Verdana" pitchFamily="34" charset="0"/>
          <a:cs typeface="Times New Roman" pitchFamily="18" charset="0"/>
        </a:defRPr>
      </a:lvl6pPr>
      <a:lvl7pPr marL="685800" algn="ctr" rtl="0" eaLnBrk="1" fontAlgn="base" hangingPunct="1">
        <a:spcBef>
          <a:spcPct val="0"/>
        </a:spcBef>
        <a:spcAft>
          <a:spcPct val="0"/>
        </a:spcAft>
        <a:defRPr sz="2400" b="1">
          <a:solidFill>
            <a:schemeClr val="bg1"/>
          </a:solidFill>
          <a:latin typeface="Verdana" pitchFamily="34" charset="0"/>
          <a:cs typeface="Times New Roman" pitchFamily="18" charset="0"/>
        </a:defRPr>
      </a:lvl7pPr>
      <a:lvl8pPr marL="1028700" algn="ctr" rtl="0" eaLnBrk="1" fontAlgn="base" hangingPunct="1">
        <a:spcBef>
          <a:spcPct val="0"/>
        </a:spcBef>
        <a:spcAft>
          <a:spcPct val="0"/>
        </a:spcAft>
        <a:defRPr sz="2400" b="1">
          <a:solidFill>
            <a:schemeClr val="bg1"/>
          </a:solidFill>
          <a:latin typeface="Verdana" pitchFamily="34" charset="0"/>
          <a:cs typeface="Times New Roman" pitchFamily="18" charset="0"/>
        </a:defRPr>
      </a:lvl8pPr>
      <a:lvl9pPr marL="1371600" algn="ctr" rtl="0" eaLnBrk="1" fontAlgn="base" hangingPunct="1">
        <a:spcBef>
          <a:spcPct val="0"/>
        </a:spcBef>
        <a:spcAft>
          <a:spcPct val="0"/>
        </a:spcAft>
        <a:defRPr sz="2400" b="1">
          <a:solidFill>
            <a:schemeClr val="bg1"/>
          </a:solidFill>
          <a:latin typeface="Verdana" pitchFamily="34" charset="0"/>
          <a:cs typeface="Times New Roman" pitchFamily="18" charset="0"/>
        </a:defRPr>
      </a:lvl9pPr>
    </p:titleStyle>
    <p:bodyStyle>
      <a:lvl1pPr marL="257175" indent="-257175" algn="l" rtl="0" eaLnBrk="1" fontAlgn="base" hangingPunct="1">
        <a:spcBef>
          <a:spcPct val="20000"/>
        </a:spcBef>
        <a:spcAft>
          <a:spcPct val="0"/>
        </a:spcAft>
        <a:buChar char="•"/>
        <a:defRPr sz="1350">
          <a:solidFill>
            <a:schemeClr val="tx1"/>
          </a:solidFill>
          <a:latin typeface="Calibri" panose="020F0502020204030204" pitchFamily="34" charset="0"/>
          <a:ea typeface="+mn-ea"/>
          <a:cs typeface="+mn-cs"/>
        </a:defRPr>
      </a:lvl1pPr>
      <a:lvl2pPr marL="557213" indent="-214313" algn="l" rtl="0" eaLnBrk="1" fontAlgn="base" hangingPunct="1">
        <a:spcBef>
          <a:spcPct val="20000"/>
        </a:spcBef>
        <a:spcAft>
          <a:spcPct val="0"/>
        </a:spcAft>
        <a:buChar char="–"/>
        <a:defRPr sz="1200">
          <a:solidFill>
            <a:schemeClr val="tx1"/>
          </a:solidFill>
          <a:latin typeface="Calibri" panose="020F0502020204030204" pitchFamily="34" charset="0"/>
          <a:cs typeface="+mn-cs"/>
        </a:defRPr>
      </a:lvl2pPr>
      <a:lvl3pPr marL="857250" indent="-171450" algn="l" rtl="0" eaLnBrk="1" fontAlgn="base" hangingPunct="1">
        <a:spcBef>
          <a:spcPct val="20000"/>
        </a:spcBef>
        <a:spcAft>
          <a:spcPct val="0"/>
        </a:spcAft>
        <a:buChar char="•"/>
        <a:defRPr sz="1050">
          <a:solidFill>
            <a:schemeClr val="tx1"/>
          </a:solidFill>
          <a:latin typeface="Calibri" panose="020F0502020204030204" pitchFamily="34" charset="0"/>
          <a:cs typeface="+mn-cs"/>
        </a:defRPr>
      </a:lvl3pPr>
      <a:lvl4pPr marL="1200150" indent="-171450" algn="l" rtl="0" eaLnBrk="1" fontAlgn="base" hangingPunct="1">
        <a:spcBef>
          <a:spcPct val="20000"/>
        </a:spcBef>
        <a:spcAft>
          <a:spcPct val="0"/>
        </a:spcAft>
        <a:buChar char="–"/>
        <a:defRPr sz="1050">
          <a:solidFill>
            <a:schemeClr val="tx1"/>
          </a:solidFill>
          <a:latin typeface="Calibri" panose="020F0502020204030204" pitchFamily="34" charset="0"/>
          <a:cs typeface="+mn-cs"/>
        </a:defRPr>
      </a:lvl4pPr>
      <a:lvl5pPr marL="1543050" indent="-171450" algn="l" rtl="0" eaLnBrk="1" fontAlgn="base" hangingPunct="1">
        <a:spcBef>
          <a:spcPct val="20000"/>
        </a:spcBef>
        <a:spcAft>
          <a:spcPct val="0"/>
        </a:spcAft>
        <a:buChar char="»"/>
        <a:defRPr sz="1050">
          <a:solidFill>
            <a:schemeClr val="tx1"/>
          </a:solidFill>
          <a:latin typeface="Calibri" panose="020F0502020204030204" pitchFamily="34" charset="0"/>
          <a:cs typeface="+mn-cs"/>
        </a:defRPr>
      </a:lvl5pPr>
      <a:lvl6pPr marL="1885950" indent="-171450" algn="l" rtl="0" eaLnBrk="1" fontAlgn="base" hangingPunct="1">
        <a:spcBef>
          <a:spcPct val="20000"/>
        </a:spcBef>
        <a:spcAft>
          <a:spcPct val="0"/>
        </a:spcAft>
        <a:buChar char="»"/>
        <a:defRPr>
          <a:solidFill>
            <a:schemeClr val="tx1"/>
          </a:solidFill>
          <a:latin typeface="+mn-lt"/>
          <a:cs typeface="+mn-cs"/>
        </a:defRPr>
      </a:lvl6pPr>
      <a:lvl7pPr marL="2228850" indent="-171450" algn="l" rtl="0" eaLnBrk="1" fontAlgn="base" hangingPunct="1">
        <a:spcBef>
          <a:spcPct val="20000"/>
        </a:spcBef>
        <a:spcAft>
          <a:spcPct val="0"/>
        </a:spcAft>
        <a:buChar char="»"/>
        <a:defRPr>
          <a:solidFill>
            <a:schemeClr val="tx1"/>
          </a:solidFill>
          <a:latin typeface="+mn-lt"/>
          <a:cs typeface="+mn-cs"/>
        </a:defRPr>
      </a:lvl7pPr>
      <a:lvl8pPr marL="2571750" indent="-171450" algn="l" rtl="0" eaLnBrk="1" fontAlgn="base" hangingPunct="1">
        <a:spcBef>
          <a:spcPct val="20000"/>
        </a:spcBef>
        <a:spcAft>
          <a:spcPct val="0"/>
        </a:spcAft>
        <a:buChar char="»"/>
        <a:defRPr>
          <a:solidFill>
            <a:schemeClr val="tx1"/>
          </a:solidFill>
          <a:latin typeface="+mn-lt"/>
          <a:cs typeface="+mn-cs"/>
        </a:defRPr>
      </a:lvl8pPr>
      <a:lvl9pPr marL="2914650" indent="-171450" algn="l" rtl="0" eaLnBrk="1" fontAlgn="base" hangingPunct="1">
        <a:spcBef>
          <a:spcPct val="20000"/>
        </a:spcBef>
        <a:spcAft>
          <a:spcPct val="0"/>
        </a:spcAft>
        <a:buChar char="»"/>
        <a:defRPr>
          <a:solidFill>
            <a:schemeClr val="tx1"/>
          </a:solidFill>
          <a:latin typeface="+mn-lt"/>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custDataLst>
              <p:tags r:id="rId10"/>
            </p:custDataLst>
            <p:extLst>
              <p:ext uri="{D42A27DB-BD31-4B8C-83A1-F6EECF244321}">
                <p14:modId xmlns:p14="http://schemas.microsoft.com/office/powerpoint/2010/main" val="3658942580"/>
              </p:ext>
            </p:extLst>
          </p:nvPr>
        </p:nvGraphicFramePr>
        <p:xfrm>
          <a:off x="2119" y="1593"/>
          <a:ext cx="2116" cy="1587"/>
        </p:xfrm>
        <a:graphic>
          <a:graphicData uri="http://schemas.openxmlformats.org/presentationml/2006/ole">
            <mc:AlternateContent xmlns:mc="http://schemas.openxmlformats.org/markup-compatibility/2006">
              <mc:Choice xmlns:v="urn:schemas-microsoft-com:vml" Requires="v">
                <p:oleObj name="think-cell Slide" r:id="rId11" imgW="430" imgH="433" progId="TCLayout.ActiveDocument.1">
                  <p:embed/>
                </p:oleObj>
              </mc:Choice>
              <mc:Fallback>
                <p:oleObj name="think-cell Slide" r:id="rId11" imgW="430" imgH="433" progId="TCLayout.ActiveDocument.1">
                  <p:embed/>
                  <p:pic>
                    <p:nvPicPr>
                      <p:cNvPr id="2" name="Object 1" hidden="1"/>
                      <p:cNvPicPr/>
                      <p:nvPr/>
                    </p:nvPicPr>
                    <p:blipFill>
                      <a:blip r:embed="rId12"/>
                      <a:stretch>
                        <a:fillRect/>
                      </a:stretch>
                    </p:blipFill>
                    <p:spPr>
                      <a:xfrm>
                        <a:off x="2119" y="1593"/>
                        <a:ext cx="2116" cy="1587"/>
                      </a:xfrm>
                      <a:prstGeom prst="rect">
                        <a:avLst/>
                      </a:prstGeom>
                    </p:spPr>
                  </p:pic>
                </p:oleObj>
              </mc:Fallback>
            </mc:AlternateContent>
          </a:graphicData>
        </a:graphic>
      </p:graphicFrame>
      <p:sp>
        <p:nvSpPr>
          <p:cNvPr id="11269" name="Rectangle 5"/>
          <p:cNvSpPr>
            <a:spLocks noGrp="1" noChangeArrowheads="1"/>
          </p:cNvSpPr>
          <p:nvPr>
            <p:ph type="sldNum" sz="quarter" idx="4"/>
          </p:nvPr>
        </p:nvSpPr>
        <p:spPr bwMode="auto">
          <a:xfrm>
            <a:off x="11664620" y="6400800"/>
            <a:ext cx="527381"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36000" tIns="36000" rIns="36000" bIns="36000" numCol="1" anchor="b" anchorCtr="0" compatLnSpc="1">
            <a:prstTxWarp prst="textNoShape">
              <a:avLst/>
            </a:prstTxWarp>
          </a:bodyPr>
          <a:lstStyle>
            <a:lvl1pPr algn="r">
              <a:defRPr sz="750">
                <a:solidFill>
                  <a:schemeClr val="bg2"/>
                </a:solidFill>
                <a:latin typeface="Calibri" panose="020F0502020204030204" pitchFamily="34" charset="0"/>
                <a:cs typeface="+mn-cs"/>
              </a:defRPr>
            </a:lvl1pPr>
          </a:lstStyle>
          <a:p>
            <a:fld id="{B3CE4FC1-9BFD-4D71-B62C-EB069A42157A}" type="slidenum">
              <a:rPr lang="en-US" smtClean="0">
                <a:solidFill>
                  <a:srgbClr val="000000"/>
                </a:solidFill>
              </a:rPr>
              <a:pPr/>
              <a:t>‹#›</a:t>
            </a:fld>
            <a:endParaRPr lang="en-US">
              <a:solidFill>
                <a:srgbClr val="000000"/>
              </a:solidFill>
            </a:endParaRPr>
          </a:p>
        </p:txBody>
      </p:sp>
      <p:pic>
        <p:nvPicPr>
          <p:cNvPr id="2052" name="Picture 4"/>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9840416" y="6597352"/>
            <a:ext cx="1698136" cy="216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1" name="Rectangle 4"/>
          <p:cNvSpPr>
            <a:spLocks noGrp="1" noChangeArrowheads="1"/>
          </p:cNvSpPr>
          <p:nvPr>
            <p:ph type="ftr" sz="quarter" idx="3"/>
          </p:nvPr>
        </p:nvSpPr>
        <p:spPr>
          <a:xfrm>
            <a:off x="239184" y="6400800"/>
            <a:ext cx="9409211" cy="457200"/>
          </a:xfrm>
          <a:prstGeom prst="rect">
            <a:avLst/>
          </a:prstGeom>
          <a:ln/>
        </p:spPr>
        <p:txBody>
          <a:bodyPr lIns="36000" tIns="36000" rIns="36000" bIns="36000" anchor="b"/>
          <a:lstStyle>
            <a:lvl1pPr>
              <a:defRPr sz="750">
                <a:solidFill>
                  <a:schemeClr val="bg2"/>
                </a:solidFill>
              </a:defRPr>
            </a:lvl1pPr>
          </a:lstStyle>
          <a:p>
            <a:endParaRPr lang="en-US">
              <a:solidFill>
                <a:srgbClr val="000000"/>
              </a:solidFill>
            </a:endParaRPr>
          </a:p>
        </p:txBody>
      </p:sp>
      <p:grpSp>
        <p:nvGrpSpPr>
          <p:cNvPr id="14" name="Group 13"/>
          <p:cNvGrpSpPr/>
          <p:nvPr/>
        </p:nvGrpSpPr>
        <p:grpSpPr>
          <a:xfrm>
            <a:off x="0" y="0"/>
            <a:ext cx="12192000" cy="692150"/>
            <a:chOff x="0" y="0"/>
            <a:chExt cx="9144000" cy="692150"/>
          </a:xfrm>
        </p:grpSpPr>
        <p:grpSp>
          <p:nvGrpSpPr>
            <p:cNvPr id="15" name="Group 14"/>
            <p:cNvGrpSpPr/>
            <p:nvPr/>
          </p:nvGrpSpPr>
          <p:grpSpPr>
            <a:xfrm>
              <a:off x="0" y="0"/>
              <a:ext cx="9144000" cy="692150"/>
              <a:chOff x="0" y="0"/>
              <a:chExt cx="9144000" cy="692150"/>
            </a:xfrm>
          </p:grpSpPr>
          <p:pic>
            <p:nvPicPr>
              <p:cNvPr id="17" name="Picture 3"/>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0" y="0"/>
                <a:ext cx="9144000" cy="6921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8" name="Picture 3"/>
              <p:cNvPicPr>
                <a:picLocks noChangeAspect="1" noChangeArrowheads="1"/>
              </p:cNvPicPr>
              <p:nvPr/>
            </p:nvPicPr>
            <p:blipFill rotWithShape="1">
              <a:blip r:embed="rId14">
                <a:extLst>
                  <a:ext uri="{28A0092B-C50C-407E-A947-70E740481C1C}">
                    <a14:useLocalDpi xmlns:a14="http://schemas.microsoft.com/office/drawing/2010/main" val="0"/>
                  </a:ext>
                </a:extLst>
              </a:blip>
              <a:srcRect r="97157"/>
              <a:stretch/>
            </p:blipFill>
            <p:spPr bwMode="auto">
              <a:xfrm>
                <a:off x="0" y="0"/>
                <a:ext cx="2411760" cy="6921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9" name="Picture 3"/>
              <p:cNvPicPr>
                <a:picLocks noChangeAspect="1" noChangeArrowheads="1"/>
              </p:cNvPicPr>
              <p:nvPr/>
            </p:nvPicPr>
            <p:blipFill rotWithShape="1">
              <a:blip r:embed="rId14">
                <a:extLst>
                  <a:ext uri="{28A0092B-C50C-407E-A947-70E740481C1C}">
                    <a14:useLocalDpi xmlns:a14="http://schemas.microsoft.com/office/drawing/2010/main" val="0"/>
                  </a:ext>
                </a:extLst>
              </a:blip>
              <a:srcRect r="99746"/>
              <a:stretch/>
            </p:blipFill>
            <p:spPr bwMode="auto">
              <a:xfrm>
                <a:off x="8928847" y="0"/>
                <a:ext cx="215153" cy="6921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 name="Picture 3"/>
              <p:cNvPicPr>
                <a:picLocks noChangeAspect="1" noChangeArrowheads="1"/>
              </p:cNvPicPr>
              <p:nvPr/>
            </p:nvPicPr>
            <p:blipFill rotWithShape="1">
              <a:blip r:embed="rId14">
                <a:extLst>
                  <a:ext uri="{28A0092B-C50C-407E-A947-70E740481C1C}">
                    <a14:useLocalDpi xmlns:a14="http://schemas.microsoft.com/office/drawing/2010/main" val="0"/>
                  </a:ext>
                </a:extLst>
              </a:blip>
              <a:srcRect t="12683" r="99340" b="31624"/>
              <a:stretch/>
            </p:blipFill>
            <p:spPr bwMode="auto">
              <a:xfrm>
                <a:off x="8676456" y="153334"/>
                <a:ext cx="462064" cy="38548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pic>
          <p:nvPicPr>
            <p:cNvPr id="16" name="Picture 3"/>
            <p:cNvPicPr>
              <a:picLocks noChangeAspect="1" noChangeArrowheads="1"/>
            </p:cNvPicPr>
            <p:nvPr/>
          </p:nvPicPr>
          <p:blipFill rotWithShape="1">
            <a:blip r:embed="rId15">
              <a:extLst>
                <a:ext uri="{28A0092B-C50C-407E-A947-70E740481C1C}">
                  <a14:useLocalDpi xmlns:a14="http://schemas.microsoft.com/office/drawing/2010/main" val="0"/>
                </a:ext>
              </a:extLst>
            </a:blip>
            <a:srcRect t="13116" r="76604" b="25471"/>
            <a:stretch/>
          </p:blipFill>
          <p:spPr bwMode="auto">
            <a:xfrm>
              <a:off x="8703539" y="116635"/>
              <a:ext cx="396000" cy="44740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pic>
        <p:nvPicPr>
          <p:cNvPr id="13" name="Picture 12"/>
          <p:cNvPicPr>
            <a:picLocks noChangeAspect="1"/>
          </p:cNvPicPr>
          <p:nvPr/>
        </p:nvPicPr>
        <p:blipFill rotWithShape="1">
          <a:blip r:embed="rId16">
            <a:extLst>
              <a:ext uri="{28A0092B-C50C-407E-A947-70E740481C1C}">
                <a14:useLocalDpi xmlns:a14="http://schemas.microsoft.com/office/drawing/2010/main" val="0"/>
              </a:ext>
            </a:extLst>
          </a:blip>
          <a:srcRect l="37353" t="8741" r="101" b="27"/>
          <a:stretch/>
        </p:blipFill>
        <p:spPr bwMode="ltGray">
          <a:xfrm rot="16200000" flipH="1">
            <a:off x="6006724" y="-5159178"/>
            <a:ext cx="369901" cy="12000657"/>
          </a:xfrm>
          <a:prstGeom prst="rect">
            <a:avLst/>
          </a:prstGeom>
        </p:spPr>
      </p:pic>
      <p:sp>
        <p:nvSpPr>
          <p:cNvPr id="5" name="TextBox 4">
            <a:extLst>
              <a:ext uri="{FF2B5EF4-FFF2-40B4-BE49-F238E27FC236}">
                <a16:creationId xmlns:a16="http://schemas.microsoft.com/office/drawing/2014/main" id="{C8D77D8D-636D-4BDF-2988-F91FF9DB2832}"/>
              </a:ext>
            </a:extLst>
          </p:cNvPr>
          <p:cNvSpPr txBox="1"/>
          <p:nvPr userDrawn="1">
            <p:extLst>
              <p:ext uri="{1162E1C5-73C7-4A58-AE30-91384D911F3F}">
                <p184:classification xmlns:p184="http://schemas.microsoft.com/office/powerpoint/2018/4/main" val="ftr"/>
              </p:ext>
            </p:extLst>
          </p:nvPr>
        </p:nvSpPr>
        <p:spPr>
          <a:xfrm>
            <a:off x="63500" y="6672580"/>
            <a:ext cx="1550988" cy="121920"/>
          </a:xfrm>
          <a:prstGeom prst="rect">
            <a:avLst/>
          </a:prstGeom>
        </p:spPr>
        <p:txBody>
          <a:bodyPr horzOverflow="overflow" lIns="0" tIns="0" rIns="0" bIns="0">
            <a:spAutoFit/>
          </a:bodyPr>
          <a:lstStyle/>
          <a:p>
            <a:pPr algn="l"/>
            <a:r>
              <a:rPr lang="en-US" sz="800">
                <a:solidFill>
                  <a:srgbClr val="FF0000"/>
                </a:solidFill>
                <a:latin typeface="Calibri" panose="020F0502020204030204" pitchFamily="34" charset="0"/>
                <a:cs typeface="Calibri" panose="020F0502020204030204" pitchFamily="34" charset="0"/>
              </a:rPr>
              <a:t>Classification: RAKBANK-Confidential</a:t>
            </a:r>
          </a:p>
        </p:txBody>
      </p:sp>
    </p:spTree>
    <p:extLst>
      <p:ext uri="{BB962C8B-B14F-4D97-AF65-F5344CB8AC3E}">
        <p14:creationId xmlns:p14="http://schemas.microsoft.com/office/powerpoint/2010/main" val="4132904302"/>
      </p:ext>
    </p:extLst>
  </p:cSld>
  <p:clrMap bg1="lt1" tx1="dk1" bg2="lt2" tx2="dk2" accent1="accent1" accent2="accent2" accent3="accent3" accent4="accent4" accent5="accent5" accent6="accent6" hlink="hlink" folHlink="folHlink"/>
  <p:sldLayoutIdLst>
    <p:sldLayoutId id="2147484232" r:id="rId1"/>
    <p:sldLayoutId id="2147484233" r:id="rId2"/>
    <p:sldLayoutId id="2147484234" r:id="rId3"/>
    <p:sldLayoutId id="2147484235" r:id="rId4"/>
    <p:sldLayoutId id="2147484236" r:id="rId5"/>
    <p:sldLayoutId id="2147484237" r:id="rId6"/>
    <p:sldLayoutId id="2147484238" r:id="rId7"/>
    <p:sldLayoutId id="2147484239" r:id="rId8"/>
  </p:sldLayoutIdLst>
  <p:hf hdr="0" dt="0"/>
  <p:txStyles>
    <p:titleStyle>
      <a:lvl1pPr algn="l" rtl="0" eaLnBrk="1" fontAlgn="base" hangingPunct="1">
        <a:spcBef>
          <a:spcPct val="0"/>
        </a:spcBef>
        <a:spcAft>
          <a:spcPct val="0"/>
        </a:spcAft>
        <a:defRPr sz="1200" b="0">
          <a:solidFill>
            <a:schemeClr val="bg1"/>
          </a:solidFill>
          <a:latin typeface="+mj-lt"/>
          <a:ea typeface="+mj-ea"/>
          <a:cs typeface="+mj-cs"/>
        </a:defRPr>
      </a:lvl1pPr>
      <a:lvl2pPr algn="ctr" rtl="0" eaLnBrk="1" fontAlgn="base" hangingPunct="1">
        <a:spcBef>
          <a:spcPct val="0"/>
        </a:spcBef>
        <a:spcAft>
          <a:spcPct val="0"/>
        </a:spcAft>
        <a:defRPr sz="2400" b="1">
          <a:solidFill>
            <a:schemeClr val="bg1"/>
          </a:solidFill>
          <a:latin typeface="Verdana" pitchFamily="34" charset="0"/>
          <a:cs typeface="Times New Roman" pitchFamily="18" charset="0"/>
        </a:defRPr>
      </a:lvl2pPr>
      <a:lvl3pPr algn="ctr" rtl="0" eaLnBrk="1" fontAlgn="base" hangingPunct="1">
        <a:spcBef>
          <a:spcPct val="0"/>
        </a:spcBef>
        <a:spcAft>
          <a:spcPct val="0"/>
        </a:spcAft>
        <a:defRPr sz="2400" b="1">
          <a:solidFill>
            <a:schemeClr val="bg1"/>
          </a:solidFill>
          <a:latin typeface="Verdana" pitchFamily="34" charset="0"/>
          <a:cs typeface="Times New Roman" pitchFamily="18" charset="0"/>
        </a:defRPr>
      </a:lvl3pPr>
      <a:lvl4pPr algn="ctr" rtl="0" eaLnBrk="1" fontAlgn="base" hangingPunct="1">
        <a:spcBef>
          <a:spcPct val="0"/>
        </a:spcBef>
        <a:spcAft>
          <a:spcPct val="0"/>
        </a:spcAft>
        <a:defRPr sz="2400" b="1">
          <a:solidFill>
            <a:schemeClr val="bg1"/>
          </a:solidFill>
          <a:latin typeface="Verdana" pitchFamily="34" charset="0"/>
          <a:cs typeface="Times New Roman" pitchFamily="18" charset="0"/>
        </a:defRPr>
      </a:lvl4pPr>
      <a:lvl5pPr algn="ctr" rtl="0" eaLnBrk="1" fontAlgn="base" hangingPunct="1">
        <a:spcBef>
          <a:spcPct val="0"/>
        </a:spcBef>
        <a:spcAft>
          <a:spcPct val="0"/>
        </a:spcAft>
        <a:defRPr sz="2400" b="1">
          <a:solidFill>
            <a:schemeClr val="bg1"/>
          </a:solidFill>
          <a:latin typeface="Verdana" pitchFamily="34" charset="0"/>
          <a:cs typeface="Times New Roman" pitchFamily="18" charset="0"/>
        </a:defRPr>
      </a:lvl5pPr>
      <a:lvl6pPr marL="342900" algn="ctr" rtl="0" eaLnBrk="1" fontAlgn="base" hangingPunct="1">
        <a:spcBef>
          <a:spcPct val="0"/>
        </a:spcBef>
        <a:spcAft>
          <a:spcPct val="0"/>
        </a:spcAft>
        <a:defRPr sz="2400" b="1">
          <a:solidFill>
            <a:schemeClr val="bg1"/>
          </a:solidFill>
          <a:latin typeface="Verdana" pitchFamily="34" charset="0"/>
          <a:cs typeface="Times New Roman" pitchFamily="18" charset="0"/>
        </a:defRPr>
      </a:lvl6pPr>
      <a:lvl7pPr marL="685800" algn="ctr" rtl="0" eaLnBrk="1" fontAlgn="base" hangingPunct="1">
        <a:spcBef>
          <a:spcPct val="0"/>
        </a:spcBef>
        <a:spcAft>
          <a:spcPct val="0"/>
        </a:spcAft>
        <a:defRPr sz="2400" b="1">
          <a:solidFill>
            <a:schemeClr val="bg1"/>
          </a:solidFill>
          <a:latin typeface="Verdana" pitchFamily="34" charset="0"/>
          <a:cs typeface="Times New Roman" pitchFamily="18" charset="0"/>
        </a:defRPr>
      </a:lvl7pPr>
      <a:lvl8pPr marL="1028700" algn="ctr" rtl="0" eaLnBrk="1" fontAlgn="base" hangingPunct="1">
        <a:spcBef>
          <a:spcPct val="0"/>
        </a:spcBef>
        <a:spcAft>
          <a:spcPct val="0"/>
        </a:spcAft>
        <a:defRPr sz="2400" b="1">
          <a:solidFill>
            <a:schemeClr val="bg1"/>
          </a:solidFill>
          <a:latin typeface="Verdana" pitchFamily="34" charset="0"/>
          <a:cs typeface="Times New Roman" pitchFamily="18" charset="0"/>
        </a:defRPr>
      </a:lvl8pPr>
      <a:lvl9pPr marL="1371600" algn="ctr" rtl="0" eaLnBrk="1" fontAlgn="base" hangingPunct="1">
        <a:spcBef>
          <a:spcPct val="0"/>
        </a:spcBef>
        <a:spcAft>
          <a:spcPct val="0"/>
        </a:spcAft>
        <a:defRPr sz="2400" b="1">
          <a:solidFill>
            <a:schemeClr val="bg1"/>
          </a:solidFill>
          <a:latin typeface="Verdana" pitchFamily="34" charset="0"/>
          <a:cs typeface="Times New Roman" pitchFamily="18" charset="0"/>
        </a:defRPr>
      </a:lvl9pPr>
    </p:titleStyle>
    <p:bodyStyle>
      <a:lvl1pPr marL="257175" indent="-257175" algn="l" rtl="0" eaLnBrk="1" fontAlgn="base" hangingPunct="1">
        <a:spcBef>
          <a:spcPct val="20000"/>
        </a:spcBef>
        <a:spcAft>
          <a:spcPct val="0"/>
        </a:spcAft>
        <a:buChar char="•"/>
        <a:defRPr sz="1350">
          <a:solidFill>
            <a:schemeClr val="tx1"/>
          </a:solidFill>
          <a:latin typeface="Calibri" panose="020F0502020204030204" pitchFamily="34" charset="0"/>
          <a:ea typeface="+mn-ea"/>
          <a:cs typeface="+mn-cs"/>
        </a:defRPr>
      </a:lvl1pPr>
      <a:lvl2pPr marL="557213" indent="-214313" algn="l" rtl="0" eaLnBrk="1" fontAlgn="base" hangingPunct="1">
        <a:spcBef>
          <a:spcPct val="20000"/>
        </a:spcBef>
        <a:spcAft>
          <a:spcPct val="0"/>
        </a:spcAft>
        <a:buChar char="–"/>
        <a:defRPr sz="1200">
          <a:solidFill>
            <a:schemeClr val="tx1"/>
          </a:solidFill>
          <a:latin typeface="Calibri" panose="020F0502020204030204" pitchFamily="34" charset="0"/>
          <a:cs typeface="+mn-cs"/>
        </a:defRPr>
      </a:lvl2pPr>
      <a:lvl3pPr marL="857250" indent="-171450" algn="l" rtl="0" eaLnBrk="1" fontAlgn="base" hangingPunct="1">
        <a:spcBef>
          <a:spcPct val="20000"/>
        </a:spcBef>
        <a:spcAft>
          <a:spcPct val="0"/>
        </a:spcAft>
        <a:buChar char="•"/>
        <a:defRPr sz="1050">
          <a:solidFill>
            <a:schemeClr val="tx1"/>
          </a:solidFill>
          <a:latin typeface="Calibri" panose="020F0502020204030204" pitchFamily="34" charset="0"/>
          <a:cs typeface="+mn-cs"/>
        </a:defRPr>
      </a:lvl3pPr>
      <a:lvl4pPr marL="1200150" indent="-171450" algn="l" rtl="0" eaLnBrk="1" fontAlgn="base" hangingPunct="1">
        <a:spcBef>
          <a:spcPct val="20000"/>
        </a:spcBef>
        <a:spcAft>
          <a:spcPct val="0"/>
        </a:spcAft>
        <a:buChar char="–"/>
        <a:defRPr sz="1050">
          <a:solidFill>
            <a:schemeClr val="tx1"/>
          </a:solidFill>
          <a:latin typeface="Calibri" panose="020F0502020204030204" pitchFamily="34" charset="0"/>
          <a:cs typeface="+mn-cs"/>
        </a:defRPr>
      </a:lvl4pPr>
      <a:lvl5pPr marL="1543050" indent="-171450" algn="l" rtl="0" eaLnBrk="1" fontAlgn="base" hangingPunct="1">
        <a:spcBef>
          <a:spcPct val="20000"/>
        </a:spcBef>
        <a:spcAft>
          <a:spcPct val="0"/>
        </a:spcAft>
        <a:buChar char="»"/>
        <a:defRPr sz="1050">
          <a:solidFill>
            <a:schemeClr val="tx1"/>
          </a:solidFill>
          <a:latin typeface="Calibri" panose="020F0502020204030204" pitchFamily="34" charset="0"/>
          <a:cs typeface="+mn-cs"/>
        </a:defRPr>
      </a:lvl5pPr>
      <a:lvl6pPr marL="1885950" indent="-171450" algn="l" rtl="0" eaLnBrk="1" fontAlgn="base" hangingPunct="1">
        <a:spcBef>
          <a:spcPct val="20000"/>
        </a:spcBef>
        <a:spcAft>
          <a:spcPct val="0"/>
        </a:spcAft>
        <a:buChar char="»"/>
        <a:defRPr>
          <a:solidFill>
            <a:schemeClr val="tx1"/>
          </a:solidFill>
          <a:latin typeface="+mn-lt"/>
          <a:cs typeface="+mn-cs"/>
        </a:defRPr>
      </a:lvl6pPr>
      <a:lvl7pPr marL="2228850" indent="-171450" algn="l" rtl="0" eaLnBrk="1" fontAlgn="base" hangingPunct="1">
        <a:spcBef>
          <a:spcPct val="20000"/>
        </a:spcBef>
        <a:spcAft>
          <a:spcPct val="0"/>
        </a:spcAft>
        <a:buChar char="»"/>
        <a:defRPr>
          <a:solidFill>
            <a:schemeClr val="tx1"/>
          </a:solidFill>
          <a:latin typeface="+mn-lt"/>
          <a:cs typeface="+mn-cs"/>
        </a:defRPr>
      </a:lvl7pPr>
      <a:lvl8pPr marL="2571750" indent="-171450" algn="l" rtl="0" eaLnBrk="1" fontAlgn="base" hangingPunct="1">
        <a:spcBef>
          <a:spcPct val="20000"/>
        </a:spcBef>
        <a:spcAft>
          <a:spcPct val="0"/>
        </a:spcAft>
        <a:buChar char="»"/>
        <a:defRPr>
          <a:solidFill>
            <a:schemeClr val="tx1"/>
          </a:solidFill>
          <a:latin typeface="+mn-lt"/>
          <a:cs typeface="+mn-cs"/>
        </a:defRPr>
      </a:lvl8pPr>
      <a:lvl9pPr marL="2914650" indent="-171450" algn="l" rtl="0" eaLnBrk="1" fontAlgn="base" hangingPunct="1">
        <a:spcBef>
          <a:spcPct val="20000"/>
        </a:spcBef>
        <a:spcAft>
          <a:spcPct val="0"/>
        </a:spcAft>
        <a:buChar char="»"/>
        <a:defRPr>
          <a:solidFill>
            <a:schemeClr val="tx1"/>
          </a:solidFill>
          <a:latin typeface="+mn-lt"/>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custDataLst>
              <p:tags r:id="rId13"/>
            </p:custDataLst>
            <p:extLst>
              <p:ext uri="{D42A27DB-BD31-4B8C-83A1-F6EECF244321}">
                <p14:modId xmlns:p14="http://schemas.microsoft.com/office/powerpoint/2010/main" val="3450032474"/>
              </p:ext>
            </p:extLst>
          </p:nvPr>
        </p:nvGraphicFramePr>
        <p:xfrm>
          <a:off x="2118" y="1589"/>
          <a:ext cx="2116" cy="1587"/>
        </p:xfrm>
        <a:graphic>
          <a:graphicData uri="http://schemas.openxmlformats.org/presentationml/2006/ole">
            <mc:AlternateContent xmlns:mc="http://schemas.openxmlformats.org/markup-compatibility/2006">
              <mc:Choice xmlns:v="urn:schemas-microsoft-com:vml" Requires="v">
                <p:oleObj name="think-cell Slide" r:id="rId14" imgW="360" imgH="360" progId="TCLayout.ActiveDocument.1">
                  <p:embed/>
                </p:oleObj>
              </mc:Choice>
              <mc:Fallback>
                <p:oleObj name="think-cell Slide" r:id="rId14" imgW="360" imgH="360" progId="TCLayout.ActiveDocument.1">
                  <p:embed/>
                  <p:pic>
                    <p:nvPicPr>
                      <p:cNvPr id="2" name="Object 1" hidden="1"/>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118" y="1589"/>
                        <a:ext cx="2116"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269" name="Rectangle 5"/>
          <p:cNvSpPr>
            <a:spLocks noGrp="1" noChangeArrowheads="1"/>
          </p:cNvSpPr>
          <p:nvPr>
            <p:ph type="sldNum" sz="quarter" idx="4"/>
          </p:nvPr>
        </p:nvSpPr>
        <p:spPr bwMode="auto">
          <a:xfrm>
            <a:off x="11664619" y="6400800"/>
            <a:ext cx="527381"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36000" tIns="36000" rIns="36000" bIns="36000" numCol="1" anchor="b" anchorCtr="0" compatLnSpc="1">
            <a:prstTxWarp prst="textNoShape">
              <a:avLst/>
            </a:prstTxWarp>
          </a:bodyPr>
          <a:lstStyle>
            <a:lvl1pPr algn="r">
              <a:defRPr sz="1000">
                <a:solidFill>
                  <a:schemeClr val="bg2"/>
                </a:solidFill>
                <a:latin typeface="Calibri" panose="020F0502020204030204" pitchFamily="34" charset="0"/>
                <a:cs typeface="+mn-cs"/>
              </a:defRPr>
            </a:lvl1pPr>
          </a:lstStyle>
          <a:p>
            <a:fld id="{20314B1F-90EF-4791-B992-945A908ADE38}" type="slidenum">
              <a:rPr lang="en-GB" smtClean="0"/>
              <a:pPr/>
              <a:t>‹#›</a:t>
            </a:fld>
            <a:endParaRPr lang="en-GB"/>
          </a:p>
        </p:txBody>
      </p:sp>
      <p:pic>
        <p:nvPicPr>
          <p:cNvPr id="2052" name="Picture 4"/>
          <p:cNvPicPr>
            <a:picLocks noChangeAspect="1" noChangeArrowheads="1"/>
          </p:cNvPicPr>
          <p:nvPr/>
        </p:nvPicPr>
        <p:blipFill>
          <a:blip r:embed="rId16" cstate="print">
            <a:extLst>
              <a:ext uri="{28A0092B-C50C-407E-A947-70E740481C1C}">
                <a14:useLocalDpi xmlns:a14="http://schemas.microsoft.com/office/drawing/2010/main" val="0"/>
              </a:ext>
            </a:extLst>
          </a:blip>
          <a:srcRect/>
          <a:stretch>
            <a:fillRect/>
          </a:stretch>
        </p:blipFill>
        <p:spPr bwMode="auto">
          <a:xfrm>
            <a:off x="9840416" y="6597352"/>
            <a:ext cx="1698136" cy="216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1" name="Rectangle 4"/>
          <p:cNvSpPr>
            <a:spLocks noGrp="1" noChangeArrowheads="1"/>
          </p:cNvSpPr>
          <p:nvPr>
            <p:ph type="ftr" sz="quarter" idx="3"/>
          </p:nvPr>
        </p:nvSpPr>
        <p:spPr>
          <a:xfrm>
            <a:off x="239184" y="6400800"/>
            <a:ext cx="9409211" cy="457200"/>
          </a:xfrm>
          <a:prstGeom prst="rect">
            <a:avLst/>
          </a:prstGeom>
          <a:ln/>
        </p:spPr>
        <p:txBody>
          <a:bodyPr lIns="36000" tIns="36000" rIns="36000" bIns="36000" anchor="b"/>
          <a:lstStyle>
            <a:lvl1pPr>
              <a:defRPr sz="1000">
                <a:solidFill>
                  <a:schemeClr val="bg2"/>
                </a:solidFill>
              </a:defRPr>
            </a:lvl1pPr>
          </a:lstStyle>
          <a:p>
            <a:endParaRPr lang="en-GB"/>
          </a:p>
        </p:txBody>
      </p:sp>
      <p:grpSp>
        <p:nvGrpSpPr>
          <p:cNvPr id="14" name="Group 13"/>
          <p:cNvGrpSpPr/>
          <p:nvPr/>
        </p:nvGrpSpPr>
        <p:grpSpPr>
          <a:xfrm>
            <a:off x="0" y="0"/>
            <a:ext cx="12192000" cy="692150"/>
            <a:chOff x="0" y="0"/>
            <a:chExt cx="9144000" cy="692150"/>
          </a:xfrm>
        </p:grpSpPr>
        <p:grpSp>
          <p:nvGrpSpPr>
            <p:cNvPr id="15" name="Group 14"/>
            <p:cNvGrpSpPr/>
            <p:nvPr/>
          </p:nvGrpSpPr>
          <p:grpSpPr>
            <a:xfrm>
              <a:off x="0" y="0"/>
              <a:ext cx="9144000" cy="692150"/>
              <a:chOff x="0" y="0"/>
              <a:chExt cx="9144000" cy="692150"/>
            </a:xfrm>
          </p:grpSpPr>
          <p:pic>
            <p:nvPicPr>
              <p:cNvPr id="17" name="Picture 3"/>
              <p:cNvPicPr>
                <a:picLocks noChangeAspect="1" noChangeArrowheads="1"/>
              </p:cNvPicPr>
              <p:nvPr/>
            </p:nvPicPr>
            <p:blipFill>
              <a:blip r:embed="rId17" cstate="print">
                <a:extLst>
                  <a:ext uri="{28A0092B-C50C-407E-A947-70E740481C1C}">
                    <a14:useLocalDpi xmlns:a14="http://schemas.microsoft.com/office/drawing/2010/main" val="0"/>
                  </a:ext>
                </a:extLst>
              </a:blip>
              <a:srcRect/>
              <a:stretch>
                <a:fillRect/>
              </a:stretch>
            </p:blipFill>
            <p:spPr bwMode="auto">
              <a:xfrm>
                <a:off x="0" y="0"/>
                <a:ext cx="9144000" cy="6921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8" name="Picture 3"/>
              <p:cNvPicPr>
                <a:picLocks noChangeAspect="1" noChangeArrowheads="1"/>
              </p:cNvPicPr>
              <p:nvPr/>
            </p:nvPicPr>
            <p:blipFill rotWithShape="1">
              <a:blip r:embed="rId17" cstate="print">
                <a:extLst>
                  <a:ext uri="{28A0092B-C50C-407E-A947-70E740481C1C}">
                    <a14:useLocalDpi xmlns:a14="http://schemas.microsoft.com/office/drawing/2010/main" val="0"/>
                  </a:ext>
                </a:extLst>
              </a:blip>
              <a:srcRect r="97157"/>
              <a:stretch/>
            </p:blipFill>
            <p:spPr bwMode="auto">
              <a:xfrm>
                <a:off x="0" y="0"/>
                <a:ext cx="2411760" cy="6921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9" name="Picture 3"/>
              <p:cNvPicPr>
                <a:picLocks noChangeAspect="1" noChangeArrowheads="1"/>
              </p:cNvPicPr>
              <p:nvPr/>
            </p:nvPicPr>
            <p:blipFill rotWithShape="1">
              <a:blip r:embed="rId17" cstate="print">
                <a:extLst>
                  <a:ext uri="{28A0092B-C50C-407E-A947-70E740481C1C}">
                    <a14:useLocalDpi xmlns:a14="http://schemas.microsoft.com/office/drawing/2010/main" val="0"/>
                  </a:ext>
                </a:extLst>
              </a:blip>
              <a:srcRect r="99746"/>
              <a:stretch/>
            </p:blipFill>
            <p:spPr bwMode="auto">
              <a:xfrm>
                <a:off x="8928847" y="0"/>
                <a:ext cx="215153" cy="6921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 name="Picture 3"/>
              <p:cNvPicPr>
                <a:picLocks noChangeAspect="1" noChangeArrowheads="1"/>
              </p:cNvPicPr>
              <p:nvPr/>
            </p:nvPicPr>
            <p:blipFill rotWithShape="1">
              <a:blip r:embed="rId17" cstate="print">
                <a:extLst>
                  <a:ext uri="{28A0092B-C50C-407E-A947-70E740481C1C}">
                    <a14:useLocalDpi xmlns:a14="http://schemas.microsoft.com/office/drawing/2010/main" val="0"/>
                  </a:ext>
                </a:extLst>
              </a:blip>
              <a:srcRect t="12683" r="99340" b="31624"/>
              <a:stretch/>
            </p:blipFill>
            <p:spPr bwMode="auto">
              <a:xfrm>
                <a:off x="8676456" y="153334"/>
                <a:ext cx="462064" cy="38548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pic>
          <p:nvPicPr>
            <p:cNvPr id="16" name="Picture 3"/>
            <p:cNvPicPr>
              <a:picLocks noChangeAspect="1" noChangeArrowheads="1"/>
            </p:cNvPicPr>
            <p:nvPr/>
          </p:nvPicPr>
          <p:blipFill rotWithShape="1">
            <a:blip r:embed="rId18" cstate="print">
              <a:extLst>
                <a:ext uri="{28A0092B-C50C-407E-A947-70E740481C1C}">
                  <a14:useLocalDpi xmlns:a14="http://schemas.microsoft.com/office/drawing/2010/main" val="0"/>
                </a:ext>
              </a:extLst>
            </a:blip>
            <a:srcRect t="13116" r="76604" b="25471"/>
            <a:stretch/>
          </p:blipFill>
          <p:spPr bwMode="auto">
            <a:xfrm>
              <a:off x="8703539" y="116635"/>
              <a:ext cx="396000" cy="44740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sp>
        <p:nvSpPr>
          <p:cNvPr id="5" name="TextBox 4">
            <a:extLst>
              <a:ext uri="{FF2B5EF4-FFF2-40B4-BE49-F238E27FC236}">
                <a16:creationId xmlns:a16="http://schemas.microsoft.com/office/drawing/2014/main" id="{270B9C79-27B9-6E56-FEEC-0B96F76DCF42}"/>
              </a:ext>
            </a:extLst>
          </p:cNvPr>
          <p:cNvSpPr txBox="1"/>
          <p:nvPr userDrawn="1">
            <p:extLst>
              <p:ext uri="{1162E1C5-73C7-4A58-AE30-91384D911F3F}">
                <p184:classification xmlns:p184="http://schemas.microsoft.com/office/powerpoint/2018/4/main" val="ftr"/>
              </p:ext>
            </p:extLst>
          </p:nvPr>
        </p:nvSpPr>
        <p:spPr>
          <a:xfrm>
            <a:off x="63500" y="6672580"/>
            <a:ext cx="1550988" cy="121920"/>
          </a:xfrm>
          <a:prstGeom prst="rect">
            <a:avLst/>
          </a:prstGeom>
        </p:spPr>
        <p:txBody>
          <a:bodyPr horzOverflow="overflow" lIns="0" tIns="0" rIns="0" bIns="0">
            <a:spAutoFit/>
          </a:bodyPr>
          <a:lstStyle/>
          <a:p>
            <a:pPr algn="l"/>
            <a:r>
              <a:rPr lang="en-US" sz="800">
                <a:solidFill>
                  <a:srgbClr val="FF0000"/>
                </a:solidFill>
                <a:latin typeface="Calibri" panose="020F0502020204030204" pitchFamily="34" charset="0"/>
                <a:cs typeface="Calibri" panose="020F0502020204030204" pitchFamily="34" charset="0"/>
              </a:rPr>
              <a:t>Classification: RAKBANK-Confidential</a:t>
            </a:r>
          </a:p>
        </p:txBody>
      </p:sp>
    </p:spTree>
    <p:extLst>
      <p:ext uri="{BB962C8B-B14F-4D97-AF65-F5344CB8AC3E}">
        <p14:creationId xmlns:p14="http://schemas.microsoft.com/office/powerpoint/2010/main" val="1270667011"/>
      </p:ext>
    </p:extLst>
  </p:cSld>
  <p:clrMap bg1="lt1" tx1="dk1" bg2="lt2" tx2="dk2" accent1="accent1" accent2="accent2" accent3="accent3" accent4="accent4" accent5="accent5" accent6="accent6" hlink="hlink" folHlink="folHlink"/>
  <p:sldLayoutIdLst>
    <p:sldLayoutId id="2147484241" r:id="rId1"/>
    <p:sldLayoutId id="2147484242" r:id="rId2"/>
    <p:sldLayoutId id="2147484243" r:id="rId3"/>
    <p:sldLayoutId id="2147484244" r:id="rId4"/>
    <p:sldLayoutId id="2147484245" r:id="rId5"/>
    <p:sldLayoutId id="2147484246" r:id="rId6"/>
    <p:sldLayoutId id="2147484247" r:id="rId7"/>
    <p:sldLayoutId id="2147484248" r:id="rId8"/>
    <p:sldLayoutId id="2147484249" r:id="rId9"/>
    <p:sldLayoutId id="2147484250" r:id="rId10"/>
    <p:sldLayoutId id="2147484251" r:id="rId11"/>
  </p:sldLayoutIdLst>
  <p:hf hdr="0" dt="0"/>
  <p:txStyles>
    <p:titleStyle>
      <a:lvl1pPr algn="l" rtl="0" eaLnBrk="1" fontAlgn="base" hangingPunct="1">
        <a:spcBef>
          <a:spcPct val="0"/>
        </a:spcBef>
        <a:spcAft>
          <a:spcPct val="0"/>
        </a:spcAft>
        <a:defRPr sz="1600" b="0">
          <a:solidFill>
            <a:schemeClr val="bg1"/>
          </a:solidFill>
          <a:latin typeface="+mj-lt"/>
          <a:ea typeface="+mj-ea"/>
          <a:cs typeface="+mj-cs"/>
        </a:defRPr>
      </a:lvl1pPr>
      <a:lvl2pPr algn="ctr" rtl="0" eaLnBrk="1" fontAlgn="base" hangingPunct="1">
        <a:spcBef>
          <a:spcPct val="0"/>
        </a:spcBef>
        <a:spcAft>
          <a:spcPct val="0"/>
        </a:spcAft>
        <a:defRPr sz="3200" b="1">
          <a:solidFill>
            <a:schemeClr val="bg1"/>
          </a:solidFill>
          <a:latin typeface="Verdana" pitchFamily="34" charset="0"/>
          <a:cs typeface="Times New Roman" pitchFamily="18" charset="0"/>
        </a:defRPr>
      </a:lvl2pPr>
      <a:lvl3pPr algn="ctr" rtl="0" eaLnBrk="1" fontAlgn="base" hangingPunct="1">
        <a:spcBef>
          <a:spcPct val="0"/>
        </a:spcBef>
        <a:spcAft>
          <a:spcPct val="0"/>
        </a:spcAft>
        <a:defRPr sz="3200" b="1">
          <a:solidFill>
            <a:schemeClr val="bg1"/>
          </a:solidFill>
          <a:latin typeface="Verdana" pitchFamily="34" charset="0"/>
          <a:cs typeface="Times New Roman" pitchFamily="18" charset="0"/>
        </a:defRPr>
      </a:lvl3pPr>
      <a:lvl4pPr algn="ctr" rtl="0" eaLnBrk="1" fontAlgn="base" hangingPunct="1">
        <a:spcBef>
          <a:spcPct val="0"/>
        </a:spcBef>
        <a:spcAft>
          <a:spcPct val="0"/>
        </a:spcAft>
        <a:defRPr sz="3200" b="1">
          <a:solidFill>
            <a:schemeClr val="bg1"/>
          </a:solidFill>
          <a:latin typeface="Verdana" pitchFamily="34" charset="0"/>
          <a:cs typeface="Times New Roman" pitchFamily="18" charset="0"/>
        </a:defRPr>
      </a:lvl4pPr>
      <a:lvl5pPr algn="ctr" rtl="0" eaLnBrk="1" fontAlgn="base" hangingPunct="1">
        <a:spcBef>
          <a:spcPct val="0"/>
        </a:spcBef>
        <a:spcAft>
          <a:spcPct val="0"/>
        </a:spcAft>
        <a:defRPr sz="3200" b="1">
          <a:solidFill>
            <a:schemeClr val="bg1"/>
          </a:solidFill>
          <a:latin typeface="Verdana" pitchFamily="34" charset="0"/>
          <a:cs typeface="Times New Roman" pitchFamily="18" charset="0"/>
        </a:defRPr>
      </a:lvl5pPr>
      <a:lvl6pPr marL="457200" algn="ctr" rtl="0" eaLnBrk="1" fontAlgn="base" hangingPunct="1">
        <a:spcBef>
          <a:spcPct val="0"/>
        </a:spcBef>
        <a:spcAft>
          <a:spcPct val="0"/>
        </a:spcAft>
        <a:defRPr sz="3200" b="1">
          <a:solidFill>
            <a:schemeClr val="bg1"/>
          </a:solidFill>
          <a:latin typeface="Verdana" pitchFamily="34" charset="0"/>
          <a:cs typeface="Times New Roman" pitchFamily="18" charset="0"/>
        </a:defRPr>
      </a:lvl6pPr>
      <a:lvl7pPr marL="914400" algn="ctr" rtl="0" eaLnBrk="1" fontAlgn="base" hangingPunct="1">
        <a:spcBef>
          <a:spcPct val="0"/>
        </a:spcBef>
        <a:spcAft>
          <a:spcPct val="0"/>
        </a:spcAft>
        <a:defRPr sz="3200" b="1">
          <a:solidFill>
            <a:schemeClr val="bg1"/>
          </a:solidFill>
          <a:latin typeface="Verdana" pitchFamily="34" charset="0"/>
          <a:cs typeface="Times New Roman" pitchFamily="18" charset="0"/>
        </a:defRPr>
      </a:lvl7pPr>
      <a:lvl8pPr marL="1371600" algn="ctr" rtl="0" eaLnBrk="1" fontAlgn="base" hangingPunct="1">
        <a:spcBef>
          <a:spcPct val="0"/>
        </a:spcBef>
        <a:spcAft>
          <a:spcPct val="0"/>
        </a:spcAft>
        <a:defRPr sz="3200" b="1">
          <a:solidFill>
            <a:schemeClr val="bg1"/>
          </a:solidFill>
          <a:latin typeface="Verdana" pitchFamily="34" charset="0"/>
          <a:cs typeface="Times New Roman" pitchFamily="18" charset="0"/>
        </a:defRPr>
      </a:lvl8pPr>
      <a:lvl9pPr marL="1828800" algn="ctr" rtl="0" eaLnBrk="1" fontAlgn="base" hangingPunct="1">
        <a:spcBef>
          <a:spcPct val="0"/>
        </a:spcBef>
        <a:spcAft>
          <a:spcPct val="0"/>
        </a:spcAft>
        <a:defRPr sz="3200" b="1">
          <a:solidFill>
            <a:schemeClr val="bg1"/>
          </a:solidFill>
          <a:latin typeface="Verdana" pitchFamily="34" charset="0"/>
          <a:cs typeface="Times New Roman" pitchFamily="18" charset="0"/>
        </a:defRPr>
      </a:lvl9pPr>
    </p:titleStyle>
    <p:bodyStyle>
      <a:lvl1pPr marL="342900" indent="-342900" algn="l" rtl="0" eaLnBrk="1" fontAlgn="base" hangingPunct="1">
        <a:spcBef>
          <a:spcPct val="20000"/>
        </a:spcBef>
        <a:spcAft>
          <a:spcPct val="0"/>
        </a:spcAft>
        <a:buChar char="•"/>
        <a:defRPr sz="1800">
          <a:solidFill>
            <a:schemeClr val="tx1"/>
          </a:solidFill>
          <a:latin typeface="Calibri" panose="020F0502020204030204" pitchFamily="34" charset="0"/>
          <a:ea typeface="+mn-ea"/>
          <a:cs typeface="+mn-cs"/>
        </a:defRPr>
      </a:lvl1pPr>
      <a:lvl2pPr marL="742950" indent="-285750" algn="l" rtl="0" eaLnBrk="1" fontAlgn="base" hangingPunct="1">
        <a:spcBef>
          <a:spcPct val="20000"/>
        </a:spcBef>
        <a:spcAft>
          <a:spcPct val="0"/>
        </a:spcAft>
        <a:buChar char="–"/>
        <a:defRPr sz="1600">
          <a:solidFill>
            <a:schemeClr val="tx1"/>
          </a:solidFill>
          <a:latin typeface="Calibri" panose="020F0502020204030204" pitchFamily="34" charset="0"/>
          <a:cs typeface="+mn-cs"/>
        </a:defRPr>
      </a:lvl2pPr>
      <a:lvl3pPr marL="1143000" indent="-228600" algn="l" rtl="0" eaLnBrk="1" fontAlgn="base" hangingPunct="1">
        <a:spcBef>
          <a:spcPct val="20000"/>
        </a:spcBef>
        <a:spcAft>
          <a:spcPct val="0"/>
        </a:spcAft>
        <a:buChar char="•"/>
        <a:defRPr sz="1400">
          <a:solidFill>
            <a:schemeClr val="tx1"/>
          </a:solidFill>
          <a:latin typeface="Calibri" panose="020F0502020204030204" pitchFamily="34" charset="0"/>
          <a:cs typeface="+mn-cs"/>
        </a:defRPr>
      </a:lvl3pPr>
      <a:lvl4pPr marL="1600200" indent="-228600" algn="l" rtl="0" eaLnBrk="1" fontAlgn="base" hangingPunct="1">
        <a:spcBef>
          <a:spcPct val="20000"/>
        </a:spcBef>
        <a:spcAft>
          <a:spcPct val="0"/>
        </a:spcAft>
        <a:buChar char="–"/>
        <a:defRPr sz="1400">
          <a:solidFill>
            <a:schemeClr val="tx1"/>
          </a:solidFill>
          <a:latin typeface="Calibri" panose="020F0502020204030204" pitchFamily="34" charset="0"/>
          <a:cs typeface="+mn-cs"/>
        </a:defRPr>
      </a:lvl4pPr>
      <a:lvl5pPr marL="2057400" indent="-228600" algn="l" rtl="0" eaLnBrk="1" fontAlgn="base" hangingPunct="1">
        <a:spcBef>
          <a:spcPct val="20000"/>
        </a:spcBef>
        <a:spcAft>
          <a:spcPct val="0"/>
        </a:spcAft>
        <a:buChar char="»"/>
        <a:defRPr sz="1400">
          <a:solidFill>
            <a:schemeClr val="tx1"/>
          </a:solidFill>
          <a:latin typeface="Calibri" panose="020F0502020204030204" pitchFamily="34" charset="0"/>
          <a:cs typeface="+mn-cs"/>
        </a:defRPr>
      </a:lvl5pPr>
      <a:lvl6pPr marL="2514600" indent="-228600" algn="l" rtl="0" eaLnBrk="1" fontAlgn="base" hangingPunct="1">
        <a:spcBef>
          <a:spcPct val="20000"/>
        </a:spcBef>
        <a:spcAft>
          <a:spcPct val="0"/>
        </a:spcAft>
        <a:buChar char="»"/>
        <a:defRPr>
          <a:solidFill>
            <a:schemeClr val="tx1"/>
          </a:solidFill>
          <a:latin typeface="+mn-lt"/>
          <a:cs typeface="+mn-cs"/>
        </a:defRPr>
      </a:lvl6pPr>
      <a:lvl7pPr marL="2971800" indent="-228600" algn="l" rtl="0" eaLnBrk="1" fontAlgn="base" hangingPunct="1">
        <a:spcBef>
          <a:spcPct val="20000"/>
        </a:spcBef>
        <a:spcAft>
          <a:spcPct val="0"/>
        </a:spcAft>
        <a:buChar char="»"/>
        <a:defRPr>
          <a:solidFill>
            <a:schemeClr val="tx1"/>
          </a:solidFill>
          <a:latin typeface="+mn-lt"/>
          <a:cs typeface="+mn-cs"/>
        </a:defRPr>
      </a:lvl7pPr>
      <a:lvl8pPr marL="3429000" indent="-228600" algn="l" rtl="0" eaLnBrk="1" fontAlgn="base" hangingPunct="1">
        <a:spcBef>
          <a:spcPct val="20000"/>
        </a:spcBef>
        <a:spcAft>
          <a:spcPct val="0"/>
        </a:spcAft>
        <a:buChar char="»"/>
        <a:defRPr>
          <a:solidFill>
            <a:schemeClr val="tx1"/>
          </a:solidFill>
          <a:latin typeface="+mn-lt"/>
          <a:cs typeface="+mn-cs"/>
        </a:defRPr>
      </a:lvl8pPr>
      <a:lvl9pPr marL="3886200" indent="-228600" algn="l" rtl="0" eaLnBrk="1" fontAlgn="base" hangingPunct="1">
        <a:spcBef>
          <a:spcPct val="20000"/>
        </a:spcBef>
        <a:spcAft>
          <a:spcPct val="0"/>
        </a:spcAft>
        <a:buChar char="»"/>
        <a:defRPr>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custDataLst>
              <p:tags r:id="rId10"/>
            </p:custDataLst>
            <p:extLst>
              <p:ext uri="{D42A27DB-BD31-4B8C-83A1-F6EECF244321}">
                <p14:modId xmlns:p14="http://schemas.microsoft.com/office/powerpoint/2010/main" val="3658942580"/>
              </p:ext>
            </p:extLst>
          </p:nvPr>
        </p:nvGraphicFramePr>
        <p:xfrm>
          <a:off x="2119" y="1595"/>
          <a:ext cx="2116" cy="1587"/>
        </p:xfrm>
        <a:graphic>
          <a:graphicData uri="http://schemas.openxmlformats.org/presentationml/2006/ole">
            <mc:AlternateContent xmlns:mc="http://schemas.openxmlformats.org/markup-compatibility/2006">
              <mc:Choice xmlns:v="urn:schemas-microsoft-com:vml" Requires="v">
                <p:oleObj name="think-cell Slide" r:id="rId11" imgW="430" imgH="433" progId="TCLayout.ActiveDocument.1">
                  <p:embed/>
                </p:oleObj>
              </mc:Choice>
              <mc:Fallback>
                <p:oleObj name="think-cell Slide" r:id="rId11" imgW="430" imgH="433" progId="TCLayout.ActiveDocument.1">
                  <p:embed/>
                  <p:pic>
                    <p:nvPicPr>
                      <p:cNvPr id="2" name="Object 1" hidden="1"/>
                      <p:cNvPicPr/>
                      <p:nvPr/>
                    </p:nvPicPr>
                    <p:blipFill>
                      <a:blip r:embed="rId12"/>
                      <a:stretch>
                        <a:fillRect/>
                      </a:stretch>
                    </p:blipFill>
                    <p:spPr>
                      <a:xfrm>
                        <a:off x="2119" y="1595"/>
                        <a:ext cx="2116" cy="1587"/>
                      </a:xfrm>
                      <a:prstGeom prst="rect">
                        <a:avLst/>
                      </a:prstGeom>
                    </p:spPr>
                  </p:pic>
                </p:oleObj>
              </mc:Fallback>
            </mc:AlternateContent>
          </a:graphicData>
        </a:graphic>
      </p:graphicFrame>
      <p:sp>
        <p:nvSpPr>
          <p:cNvPr id="11269" name="Rectangle 5"/>
          <p:cNvSpPr>
            <a:spLocks noGrp="1" noChangeArrowheads="1"/>
          </p:cNvSpPr>
          <p:nvPr>
            <p:ph type="sldNum" sz="quarter" idx="4"/>
          </p:nvPr>
        </p:nvSpPr>
        <p:spPr bwMode="auto">
          <a:xfrm>
            <a:off x="11664622" y="6400800"/>
            <a:ext cx="527381"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36000" tIns="36000" rIns="36000" bIns="36000" numCol="1" anchor="b" anchorCtr="0" compatLnSpc="1">
            <a:prstTxWarp prst="textNoShape">
              <a:avLst/>
            </a:prstTxWarp>
          </a:bodyPr>
          <a:lstStyle>
            <a:lvl1pPr algn="r">
              <a:defRPr sz="750">
                <a:solidFill>
                  <a:schemeClr val="bg2"/>
                </a:solidFill>
                <a:latin typeface="Calibri" panose="020F0502020204030204" pitchFamily="34" charset="0"/>
                <a:cs typeface="+mn-cs"/>
              </a:defRPr>
            </a:lvl1pPr>
          </a:lstStyle>
          <a:p>
            <a:fld id="{B3CE4FC1-9BFD-4D71-B62C-EB069A42157A}" type="slidenum">
              <a:rPr lang="en-US" smtClean="0">
                <a:solidFill>
                  <a:srgbClr val="000000"/>
                </a:solidFill>
              </a:rPr>
              <a:pPr/>
              <a:t>‹#›</a:t>
            </a:fld>
            <a:endParaRPr lang="en-US">
              <a:solidFill>
                <a:srgbClr val="000000"/>
              </a:solidFill>
            </a:endParaRPr>
          </a:p>
        </p:txBody>
      </p:sp>
      <p:pic>
        <p:nvPicPr>
          <p:cNvPr id="2052" name="Picture 4"/>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9840416" y="6597352"/>
            <a:ext cx="1698137" cy="216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1" name="Rectangle 4"/>
          <p:cNvSpPr>
            <a:spLocks noGrp="1" noChangeArrowheads="1"/>
          </p:cNvSpPr>
          <p:nvPr>
            <p:ph type="ftr" sz="quarter" idx="3"/>
          </p:nvPr>
        </p:nvSpPr>
        <p:spPr>
          <a:xfrm>
            <a:off x="239187" y="6400800"/>
            <a:ext cx="9409211" cy="457200"/>
          </a:xfrm>
          <a:prstGeom prst="rect">
            <a:avLst/>
          </a:prstGeom>
          <a:ln/>
        </p:spPr>
        <p:txBody>
          <a:bodyPr lIns="36000" tIns="36000" rIns="36000" bIns="36000" anchor="b"/>
          <a:lstStyle>
            <a:lvl1pPr>
              <a:defRPr sz="750">
                <a:solidFill>
                  <a:schemeClr val="bg2"/>
                </a:solidFill>
              </a:defRPr>
            </a:lvl1pPr>
          </a:lstStyle>
          <a:p>
            <a:endParaRPr lang="en-US">
              <a:solidFill>
                <a:srgbClr val="000000"/>
              </a:solidFill>
            </a:endParaRPr>
          </a:p>
        </p:txBody>
      </p:sp>
      <p:grpSp>
        <p:nvGrpSpPr>
          <p:cNvPr id="14" name="Group 13"/>
          <p:cNvGrpSpPr/>
          <p:nvPr/>
        </p:nvGrpSpPr>
        <p:grpSpPr>
          <a:xfrm>
            <a:off x="0" y="0"/>
            <a:ext cx="12192000" cy="692150"/>
            <a:chOff x="0" y="0"/>
            <a:chExt cx="9144000" cy="692150"/>
          </a:xfrm>
        </p:grpSpPr>
        <p:grpSp>
          <p:nvGrpSpPr>
            <p:cNvPr id="15" name="Group 14"/>
            <p:cNvGrpSpPr/>
            <p:nvPr/>
          </p:nvGrpSpPr>
          <p:grpSpPr>
            <a:xfrm>
              <a:off x="0" y="0"/>
              <a:ext cx="9144000" cy="692150"/>
              <a:chOff x="0" y="0"/>
              <a:chExt cx="9144000" cy="692150"/>
            </a:xfrm>
          </p:grpSpPr>
          <p:pic>
            <p:nvPicPr>
              <p:cNvPr id="17" name="Picture 3"/>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0" y="0"/>
                <a:ext cx="9144000" cy="6921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8" name="Picture 3"/>
              <p:cNvPicPr>
                <a:picLocks noChangeAspect="1" noChangeArrowheads="1"/>
              </p:cNvPicPr>
              <p:nvPr/>
            </p:nvPicPr>
            <p:blipFill rotWithShape="1">
              <a:blip r:embed="rId14">
                <a:extLst>
                  <a:ext uri="{28A0092B-C50C-407E-A947-70E740481C1C}">
                    <a14:useLocalDpi xmlns:a14="http://schemas.microsoft.com/office/drawing/2010/main" val="0"/>
                  </a:ext>
                </a:extLst>
              </a:blip>
              <a:srcRect r="97157"/>
              <a:stretch/>
            </p:blipFill>
            <p:spPr bwMode="auto">
              <a:xfrm>
                <a:off x="0" y="0"/>
                <a:ext cx="2411760" cy="6921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9" name="Picture 3"/>
              <p:cNvPicPr>
                <a:picLocks noChangeAspect="1" noChangeArrowheads="1"/>
              </p:cNvPicPr>
              <p:nvPr/>
            </p:nvPicPr>
            <p:blipFill rotWithShape="1">
              <a:blip r:embed="rId14">
                <a:extLst>
                  <a:ext uri="{28A0092B-C50C-407E-A947-70E740481C1C}">
                    <a14:useLocalDpi xmlns:a14="http://schemas.microsoft.com/office/drawing/2010/main" val="0"/>
                  </a:ext>
                </a:extLst>
              </a:blip>
              <a:srcRect r="99746"/>
              <a:stretch/>
            </p:blipFill>
            <p:spPr bwMode="auto">
              <a:xfrm>
                <a:off x="8928847" y="0"/>
                <a:ext cx="215153" cy="6921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 name="Picture 3"/>
              <p:cNvPicPr>
                <a:picLocks noChangeAspect="1" noChangeArrowheads="1"/>
              </p:cNvPicPr>
              <p:nvPr/>
            </p:nvPicPr>
            <p:blipFill rotWithShape="1">
              <a:blip r:embed="rId14">
                <a:extLst>
                  <a:ext uri="{28A0092B-C50C-407E-A947-70E740481C1C}">
                    <a14:useLocalDpi xmlns:a14="http://schemas.microsoft.com/office/drawing/2010/main" val="0"/>
                  </a:ext>
                </a:extLst>
              </a:blip>
              <a:srcRect t="12683" r="99340" b="31624"/>
              <a:stretch/>
            </p:blipFill>
            <p:spPr bwMode="auto">
              <a:xfrm>
                <a:off x="8676456" y="153334"/>
                <a:ext cx="462064" cy="38548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pic>
          <p:nvPicPr>
            <p:cNvPr id="16" name="Picture 3"/>
            <p:cNvPicPr>
              <a:picLocks noChangeAspect="1" noChangeArrowheads="1"/>
            </p:cNvPicPr>
            <p:nvPr/>
          </p:nvPicPr>
          <p:blipFill rotWithShape="1">
            <a:blip r:embed="rId15">
              <a:extLst>
                <a:ext uri="{28A0092B-C50C-407E-A947-70E740481C1C}">
                  <a14:useLocalDpi xmlns:a14="http://schemas.microsoft.com/office/drawing/2010/main" val="0"/>
                </a:ext>
              </a:extLst>
            </a:blip>
            <a:srcRect t="13116" r="76604" b="25471"/>
            <a:stretch/>
          </p:blipFill>
          <p:spPr bwMode="auto">
            <a:xfrm>
              <a:off x="8703539" y="116635"/>
              <a:ext cx="396000" cy="44740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pic>
        <p:nvPicPr>
          <p:cNvPr id="13" name="Picture 12"/>
          <p:cNvPicPr>
            <a:picLocks noChangeAspect="1"/>
          </p:cNvPicPr>
          <p:nvPr/>
        </p:nvPicPr>
        <p:blipFill rotWithShape="1">
          <a:blip r:embed="rId16">
            <a:extLst>
              <a:ext uri="{28A0092B-C50C-407E-A947-70E740481C1C}">
                <a14:useLocalDpi xmlns:a14="http://schemas.microsoft.com/office/drawing/2010/main" val="0"/>
              </a:ext>
            </a:extLst>
          </a:blip>
          <a:srcRect l="37353" t="8741" r="101" b="27"/>
          <a:stretch/>
        </p:blipFill>
        <p:spPr bwMode="ltGray">
          <a:xfrm rot="16200000" flipH="1">
            <a:off x="6006724" y="-5159178"/>
            <a:ext cx="369901" cy="12000658"/>
          </a:xfrm>
          <a:prstGeom prst="rect">
            <a:avLst/>
          </a:prstGeom>
        </p:spPr>
      </p:pic>
      <p:sp>
        <p:nvSpPr>
          <p:cNvPr id="5" name="TextBox 4">
            <a:extLst>
              <a:ext uri="{FF2B5EF4-FFF2-40B4-BE49-F238E27FC236}">
                <a16:creationId xmlns:a16="http://schemas.microsoft.com/office/drawing/2014/main" id="{30249208-B228-6B92-ED03-36323DE90A50}"/>
              </a:ext>
            </a:extLst>
          </p:cNvPr>
          <p:cNvSpPr txBox="1"/>
          <p:nvPr userDrawn="1">
            <p:extLst>
              <p:ext uri="{1162E1C5-73C7-4A58-AE30-91384D911F3F}">
                <p184:classification xmlns:p184="http://schemas.microsoft.com/office/powerpoint/2018/4/main" val="ftr"/>
              </p:ext>
            </p:extLst>
          </p:nvPr>
        </p:nvSpPr>
        <p:spPr>
          <a:xfrm>
            <a:off x="63500" y="6672580"/>
            <a:ext cx="1550988" cy="121920"/>
          </a:xfrm>
          <a:prstGeom prst="rect">
            <a:avLst/>
          </a:prstGeom>
        </p:spPr>
        <p:txBody>
          <a:bodyPr horzOverflow="overflow" lIns="0" tIns="0" rIns="0" bIns="0">
            <a:spAutoFit/>
          </a:bodyPr>
          <a:lstStyle/>
          <a:p>
            <a:pPr algn="l"/>
            <a:r>
              <a:rPr lang="en-US" sz="800">
                <a:solidFill>
                  <a:srgbClr val="FF0000"/>
                </a:solidFill>
                <a:latin typeface="Calibri" panose="020F0502020204030204" pitchFamily="34" charset="0"/>
                <a:cs typeface="Calibri" panose="020F0502020204030204" pitchFamily="34" charset="0"/>
              </a:rPr>
              <a:t>Classification: RAKBANK-Confidential</a:t>
            </a:r>
          </a:p>
        </p:txBody>
      </p:sp>
    </p:spTree>
    <p:extLst>
      <p:ext uri="{BB962C8B-B14F-4D97-AF65-F5344CB8AC3E}">
        <p14:creationId xmlns:p14="http://schemas.microsoft.com/office/powerpoint/2010/main" val="2435213479"/>
      </p:ext>
    </p:extLst>
  </p:cSld>
  <p:clrMap bg1="lt1" tx1="dk1" bg2="lt2" tx2="dk2" accent1="accent1" accent2="accent2" accent3="accent3" accent4="accent4" accent5="accent5" accent6="accent6" hlink="hlink" folHlink="folHlink"/>
  <p:sldLayoutIdLst>
    <p:sldLayoutId id="2147484253" r:id="rId1"/>
    <p:sldLayoutId id="2147484254" r:id="rId2"/>
    <p:sldLayoutId id="2147484255" r:id="rId3"/>
    <p:sldLayoutId id="2147484256" r:id="rId4"/>
    <p:sldLayoutId id="2147484257" r:id="rId5"/>
    <p:sldLayoutId id="2147484258" r:id="rId6"/>
    <p:sldLayoutId id="2147484259" r:id="rId7"/>
    <p:sldLayoutId id="2147484260" r:id="rId8"/>
  </p:sldLayoutIdLst>
  <p:hf hdr="0" dt="0"/>
  <p:txStyles>
    <p:titleStyle>
      <a:lvl1pPr algn="l" rtl="0" eaLnBrk="1" fontAlgn="base" hangingPunct="1">
        <a:spcBef>
          <a:spcPct val="0"/>
        </a:spcBef>
        <a:spcAft>
          <a:spcPct val="0"/>
        </a:spcAft>
        <a:defRPr sz="1200" b="0">
          <a:solidFill>
            <a:schemeClr val="bg1"/>
          </a:solidFill>
          <a:latin typeface="+mj-lt"/>
          <a:ea typeface="+mj-ea"/>
          <a:cs typeface="+mj-cs"/>
        </a:defRPr>
      </a:lvl1pPr>
      <a:lvl2pPr algn="ctr" rtl="0" eaLnBrk="1" fontAlgn="base" hangingPunct="1">
        <a:spcBef>
          <a:spcPct val="0"/>
        </a:spcBef>
        <a:spcAft>
          <a:spcPct val="0"/>
        </a:spcAft>
        <a:defRPr sz="2400" b="1">
          <a:solidFill>
            <a:schemeClr val="bg1"/>
          </a:solidFill>
          <a:latin typeface="Verdana" pitchFamily="34" charset="0"/>
          <a:cs typeface="Times New Roman" pitchFamily="18" charset="0"/>
        </a:defRPr>
      </a:lvl2pPr>
      <a:lvl3pPr algn="ctr" rtl="0" eaLnBrk="1" fontAlgn="base" hangingPunct="1">
        <a:spcBef>
          <a:spcPct val="0"/>
        </a:spcBef>
        <a:spcAft>
          <a:spcPct val="0"/>
        </a:spcAft>
        <a:defRPr sz="2400" b="1">
          <a:solidFill>
            <a:schemeClr val="bg1"/>
          </a:solidFill>
          <a:latin typeface="Verdana" pitchFamily="34" charset="0"/>
          <a:cs typeface="Times New Roman" pitchFamily="18" charset="0"/>
        </a:defRPr>
      </a:lvl3pPr>
      <a:lvl4pPr algn="ctr" rtl="0" eaLnBrk="1" fontAlgn="base" hangingPunct="1">
        <a:spcBef>
          <a:spcPct val="0"/>
        </a:spcBef>
        <a:spcAft>
          <a:spcPct val="0"/>
        </a:spcAft>
        <a:defRPr sz="2400" b="1">
          <a:solidFill>
            <a:schemeClr val="bg1"/>
          </a:solidFill>
          <a:latin typeface="Verdana" pitchFamily="34" charset="0"/>
          <a:cs typeface="Times New Roman" pitchFamily="18" charset="0"/>
        </a:defRPr>
      </a:lvl4pPr>
      <a:lvl5pPr algn="ctr" rtl="0" eaLnBrk="1" fontAlgn="base" hangingPunct="1">
        <a:spcBef>
          <a:spcPct val="0"/>
        </a:spcBef>
        <a:spcAft>
          <a:spcPct val="0"/>
        </a:spcAft>
        <a:defRPr sz="2400" b="1">
          <a:solidFill>
            <a:schemeClr val="bg1"/>
          </a:solidFill>
          <a:latin typeface="Verdana" pitchFamily="34" charset="0"/>
          <a:cs typeface="Times New Roman" pitchFamily="18" charset="0"/>
        </a:defRPr>
      </a:lvl5pPr>
      <a:lvl6pPr marL="342909" algn="ctr" rtl="0" eaLnBrk="1" fontAlgn="base" hangingPunct="1">
        <a:spcBef>
          <a:spcPct val="0"/>
        </a:spcBef>
        <a:spcAft>
          <a:spcPct val="0"/>
        </a:spcAft>
        <a:defRPr sz="2400" b="1">
          <a:solidFill>
            <a:schemeClr val="bg1"/>
          </a:solidFill>
          <a:latin typeface="Verdana" pitchFamily="34" charset="0"/>
          <a:cs typeface="Times New Roman" pitchFamily="18" charset="0"/>
        </a:defRPr>
      </a:lvl6pPr>
      <a:lvl7pPr marL="685817" algn="ctr" rtl="0" eaLnBrk="1" fontAlgn="base" hangingPunct="1">
        <a:spcBef>
          <a:spcPct val="0"/>
        </a:spcBef>
        <a:spcAft>
          <a:spcPct val="0"/>
        </a:spcAft>
        <a:defRPr sz="2400" b="1">
          <a:solidFill>
            <a:schemeClr val="bg1"/>
          </a:solidFill>
          <a:latin typeface="Verdana" pitchFamily="34" charset="0"/>
          <a:cs typeface="Times New Roman" pitchFamily="18" charset="0"/>
        </a:defRPr>
      </a:lvl7pPr>
      <a:lvl8pPr marL="1028726" algn="ctr" rtl="0" eaLnBrk="1" fontAlgn="base" hangingPunct="1">
        <a:spcBef>
          <a:spcPct val="0"/>
        </a:spcBef>
        <a:spcAft>
          <a:spcPct val="0"/>
        </a:spcAft>
        <a:defRPr sz="2400" b="1">
          <a:solidFill>
            <a:schemeClr val="bg1"/>
          </a:solidFill>
          <a:latin typeface="Verdana" pitchFamily="34" charset="0"/>
          <a:cs typeface="Times New Roman" pitchFamily="18" charset="0"/>
        </a:defRPr>
      </a:lvl8pPr>
      <a:lvl9pPr marL="1371635" algn="ctr" rtl="0" eaLnBrk="1" fontAlgn="base" hangingPunct="1">
        <a:spcBef>
          <a:spcPct val="0"/>
        </a:spcBef>
        <a:spcAft>
          <a:spcPct val="0"/>
        </a:spcAft>
        <a:defRPr sz="2400" b="1">
          <a:solidFill>
            <a:schemeClr val="bg1"/>
          </a:solidFill>
          <a:latin typeface="Verdana" pitchFamily="34" charset="0"/>
          <a:cs typeface="Times New Roman" pitchFamily="18" charset="0"/>
        </a:defRPr>
      </a:lvl9pPr>
    </p:titleStyle>
    <p:bodyStyle>
      <a:lvl1pPr marL="257182" indent="-257182" algn="l" rtl="0" eaLnBrk="1" fontAlgn="base" hangingPunct="1">
        <a:spcBef>
          <a:spcPct val="20000"/>
        </a:spcBef>
        <a:spcAft>
          <a:spcPct val="0"/>
        </a:spcAft>
        <a:buChar char="•"/>
        <a:defRPr sz="1349">
          <a:solidFill>
            <a:schemeClr val="tx1"/>
          </a:solidFill>
          <a:latin typeface="Calibri" panose="020F0502020204030204" pitchFamily="34" charset="0"/>
          <a:ea typeface="+mn-ea"/>
          <a:cs typeface="+mn-cs"/>
        </a:defRPr>
      </a:lvl1pPr>
      <a:lvl2pPr marL="557227" indent="-214319" algn="l" rtl="0" eaLnBrk="1" fontAlgn="base" hangingPunct="1">
        <a:spcBef>
          <a:spcPct val="20000"/>
        </a:spcBef>
        <a:spcAft>
          <a:spcPct val="0"/>
        </a:spcAft>
        <a:buChar char="–"/>
        <a:defRPr sz="1200">
          <a:solidFill>
            <a:schemeClr val="tx1"/>
          </a:solidFill>
          <a:latin typeface="Calibri" panose="020F0502020204030204" pitchFamily="34" charset="0"/>
          <a:cs typeface="+mn-cs"/>
        </a:defRPr>
      </a:lvl2pPr>
      <a:lvl3pPr marL="857271" indent="-171455" algn="l" rtl="0" eaLnBrk="1" fontAlgn="base" hangingPunct="1">
        <a:spcBef>
          <a:spcPct val="20000"/>
        </a:spcBef>
        <a:spcAft>
          <a:spcPct val="0"/>
        </a:spcAft>
        <a:buChar char="•"/>
        <a:defRPr sz="1051">
          <a:solidFill>
            <a:schemeClr val="tx1"/>
          </a:solidFill>
          <a:latin typeface="Calibri" panose="020F0502020204030204" pitchFamily="34" charset="0"/>
          <a:cs typeface="+mn-cs"/>
        </a:defRPr>
      </a:lvl3pPr>
      <a:lvl4pPr marL="1200180" indent="-171455" algn="l" rtl="0" eaLnBrk="1" fontAlgn="base" hangingPunct="1">
        <a:spcBef>
          <a:spcPct val="20000"/>
        </a:spcBef>
        <a:spcAft>
          <a:spcPct val="0"/>
        </a:spcAft>
        <a:buChar char="–"/>
        <a:defRPr sz="1051">
          <a:solidFill>
            <a:schemeClr val="tx1"/>
          </a:solidFill>
          <a:latin typeface="Calibri" panose="020F0502020204030204" pitchFamily="34" charset="0"/>
          <a:cs typeface="+mn-cs"/>
        </a:defRPr>
      </a:lvl4pPr>
      <a:lvl5pPr marL="1543088" indent="-171455" algn="l" rtl="0" eaLnBrk="1" fontAlgn="base" hangingPunct="1">
        <a:spcBef>
          <a:spcPct val="20000"/>
        </a:spcBef>
        <a:spcAft>
          <a:spcPct val="0"/>
        </a:spcAft>
        <a:buChar char="»"/>
        <a:defRPr sz="1051">
          <a:solidFill>
            <a:schemeClr val="tx1"/>
          </a:solidFill>
          <a:latin typeface="Calibri" panose="020F0502020204030204" pitchFamily="34" charset="0"/>
          <a:cs typeface="+mn-cs"/>
        </a:defRPr>
      </a:lvl5pPr>
      <a:lvl6pPr marL="1885997" indent="-171455" algn="l" rtl="0" eaLnBrk="1" fontAlgn="base" hangingPunct="1">
        <a:spcBef>
          <a:spcPct val="20000"/>
        </a:spcBef>
        <a:spcAft>
          <a:spcPct val="0"/>
        </a:spcAft>
        <a:buChar char="»"/>
        <a:defRPr>
          <a:solidFill>
            <a:schemeClr val="tx1"/>
          </a:solidFill>
          <a:latin typeface="+mn-lt"/>
          <a:cs typeface="+mn-cs"/>
        </a:defRPr>
      </a:lvl6pPr>
      <a:lvl7pPr marL="2228906" indent="-171455" algn="l" rtl="0" eaLnBrk="1" fontAlgn="base" hangingPunct="1">
        <a:spcBef>
          <a:spcPct val="20000"/>
        </a:spcBef>
        <a:spcAft>
          <a:spcPct val="0"/>
        </a:spcAft>
        <a:buChar char="»"/>
        <a:defRPr>
          <a:solidFill>
            <a:schemeClr val="tx1"/>
          </a:solidFill>
          <a:latin typeface="+mn-lt"/>
          <a:cs typeface="+mn-cs"/>
        </a:defRPr>
      </a:lvl7pPr>
      <a:lvl8pPr marL="2571813" indent="-171455" algn="l" rtl="0" eaLnBrk="1" fontAlgn="base" hangingPunct="1">
        <a:spcBef>
          <a:spcPct val="20000"/>
        </a:spcBef>
        <a:spcAft>
          <a:spcPct val="0"/>
        </a:spcAft>
        <a:buChar char="»"/>
        <a:defRPr>
          <a:solidFill>
            <a:schemeClr val="tx1"/>
          </a:solidFill>
          <a:latin typeface="+mn-lt"/>
          <a:cs typeface="+mn-cs"/>
        </a:defRPr>
      </a:lvl8pPr>
      <a:lvl9pPr marL="2914723" indent="-171455" algn="l" rtl="0" eaLnBrk="1" fontAlgn="base" hangingPunct="1">
        <a:spcBef>
          <a:spcPct val="20000"/>
        </a:spcBef>
        <a:spcAft>
          <a:spcPct val="0"/>
        </a:spcAft>
        <a:buChar char="»"/>
        <a:defRPr>
          <a:solidFill>
            <a:schemeClr val="tx1"/>
          </a:solidFill>
          <a:latin typeface="+mn-lt"/>
          <a:cs typeface="+mn-cs"/>
        </a:defRPr>
      </a:lvl9pPr>
    </p:bodyStyle>
    <p:otherStyle>
      <a:defPPr>
        <a:defRPr lang="en-US"/>
      </a:defPPr>
      <a:lvl1pPr marL="0" algn="l" defTabSz="685817" rtl="0" eaLnBrk="1" latinLnBrk="0" hangingPunct="1">
        <a:defRPr sz="1349" kern="1200">
          <a:solidFill>
            <a:schemeClr val="tx1"/>
          </a:solidFill>
          <a:latin typeface="+mn-lt"/>
          <a:ea typeface="+mn-ea"/>
          <a:cs typeface="+mn-cs"/>
        </a:defRPr>
      </a:lvl1pPr>
      <a:lvl2pPr marL="342909" algn="l" defTabSz="685817" rtl="0" eaLnBrk="1" latinLnBrk="0" hangingPunct="1">
        <a:defRPr sz="1349" kern="1200">
          <a:solidFill>
            <a:schemeClr val="tx1"/>
          </a:solidFill>
          <a:latin typeface="+mn-lt"/>
          <a:ea typeface="+mn-ea"/>
          <a:cs typeface="+mn-cs"/>
        </a:defRPr>
      </a:lvl2pPr>
      <a:lvl3pPr marL="685817" algn="l" defTabSz="685817" rtl="0" eaLnBrk="1" latinLnBrk="0" hangingPunct="1">
        <a:defRPr sz="1349" kern="1200">
          <a:solidFill>
            <a:schemeClr val="tx1"/>
          </a:solidFill>
          <a:latin typeface="+mn-lt"/>
          <a:ea typeface="+mn-ea"/>
          <a:cs typeface="+mn-cs"/>
        </a:defRPr>
      </a:lvl3pPr>
      <a:lvl4pPr marL="1028726" algn="l" defTabSz="685817" rtl="0" eaLnBrk="1" latinLnBrk="0" hangingPunct="1">
        <a:defRPr sz="1349" kern="1200">
          <a:solidFill>
            <a:schemeClr val="tx1"/>
          </a:solidFill>
          <a:latin typeface="+mn-lt"/>
          <a:ea typeface="+mn-ea"/>
          <a:cs typeface="+mn-cs"/>
        </a:defRPr>
      </a:lvl4pPr>
      <a:lvl5pPr marL="1371635" algn="l" defTabSz="685817" rtl="0" eaLnBrk="1" latinLnBrk="0" hangingPunct="1">
        <a:defRPr sz="1349" kern="1200">
          <a:solidFill>
            <a:schemeClr val="tx1"/>
          </a:solidFill>
          <a:latin typeface="+mn-lt"/>
          <a:ea typeface="+mn-ea"/>
          <a:cs typeface="+mn-cs"/>
        </a:defRPr>
      </a:lvl5pPr>
      <a:lvl6pPr marL="1714542" algn="l" defTabSz="685817" rtl="0" eaLnBrk="1" latinLnBrk="0" hangingPunct="1">
        <a:defRPr sz="1349" kern="1200">
          <a:solidFill>
            <a:schemeClr val="tx1"/>
          </a:solidFill>
          <a:latin typeface="+mn-lt"/>
          <a:ea typeface="+mn-ea"/>
          <a:cs typeface="+mn-cs"/>
        </a:defRPr>
      </a:lvl6pPr>
      <a:lvl7pPr marL="2057451" algn="l" defTabSz="685817" rtl="0" eaLnBrk="1" latinLnBrk="0" hangingPunct="1">
        <a:defRPr sz="1349" kern="1200">
          <a:solidFill>
            <a:schemeClr val="tx1"/>
          </a:solidFill>
          <a:latin typeface="+mn-lt"/>
          <a:ea typeface="+mn-ea"/>
          <a:cs typeface="+mn-cs"/>
        </a:defRPr>
      </a:lvl7pPr>
      <a:lvl8pPr marL="2400361" algn="l" defTabSz="685817" rtl="0" eaLnBrk="1" latinLnBrk="0" hangingPunct="1">
        <a:defRPr sz="1349" kern="1200">
          <a:solidFill>
            <a:schemeClr val="tx1"/>
          </a:solidFill>
          <a:latin typeface="+mn-lt"/>
          <a:ea typeface="+mn-ea"/>
          <a:cs typeface="+mn-cs"/>
        </a:defRPr>
      </a:lvl8pPr>
      <a:lvl9pPr marL="2743268" algn="l" defTabSz="685817" rtl="0" eaLnBrk="1" latinLnBrk="0" hangingPunct="1">
        <a:defRPr sz="1349"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custDataLst>
              <p:tags r:id="rId10"/>
            </p:custDataLst>
            <p:extLst>
              <p:ext uri="{D42A27DB-BD31-4B8C-83A1-F6EECF244321}">
                <p14:modId xmlns:p14="http://schemas.microsoft.com/office/powerpoint/2010/main" val="4054753942"/>
              </p:ext>
            </p:extLst>
          </p:nvPr>
        </p:nvGraphicFramePr>
        <p:xfrm>
          <a:off x="2119" y="1593"/>
          <a:ext cx="2116" cy="1587"/>
        </p:xfrm>
        <a:graphic>
          <a:graphicData uri="http://schemas.openxmlformats.org/presentationml/2006/ole">
            <mc:AlternateContent xmlns:mc="http://schemas.openxmlformats.org/markup-compatibility/2006">
              <mc:Choice xmlns:v="urn:schemas-microsoft-com:vml" Requires="v">
                <p:oleObj name="think-cell Slide" r:id="rId11" imgW="430" imgH="433" progId="TCLayout.ActiveDocument.1">
                  <p:embed/>
                </p:oleObj>
              </mc:Choice>
              <mc:Fallback>
                <p:oleObj name="think-cell Slide" r:id="rId11" imgW="430" imgH="433" progId="TCLayout.ActiveDocument.1">
                  <p:embed/>
                  <p:pic>
                    <p:nvPicPr>
                      <p:cNvPr id="2" name="Object 1" hidden="1"/>
                      <p:cNvPicPr/>
                      <p:nvPr/>
                    </p:nvPicPr>
                    <p:blipFill>
                      <a:blip r:embed="rId12"/>
                      <a:stretch>
                        <a:fillRect/>
                      </a:stretch>
                    </p:blipFill>
                    <p:spPr>
                      <a:xfrm>
                        <a:off x="2119" y="1593"/>
                        <a:ext cx="2116" cy="1587"/>
                      </a:xfrm>
                      <a:prstGeom prst="rect">
                        <a:avLst/>
                      </a:prstGeom>
                    </p:spPr>
                  </p:pic>
                </p:oleObj>
              </mc:Fallback>
            </mc:AlternateContent>
          </a:graphicData>
        </a:graphic>
      </p:graphicFrame>
      <p:sp>
        <p:nvSpPr>
          <p:cNvPr id="11269" name="Rectangle 5"/>
          <p:cNvSpPr>
            <a:spLocks noGrp="1" noChangeArrowheads="1"/>
          </p:cNvSpPr>
          <p:nvPr>
            <p:ph type="sldNum" sz="quarter" idx="4"/>
          </p:nvPr>
        </p:nvSpPr>
        <p:spPr bwMode="auto">
          <a:xfrm>
            <a:off x="11664620" y="6400800"/>
            <a:ext cx="527381"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36000" tIns="36000" rIns="36000" bIns="36000" numCol="1" anchor="b" anchorCtr="0" compatLnSpc="1">
            <a:prstTxWarp prst="textNoShape">
              <a:avLst/>
            </a:prstTxWarp>
          </a:bodyPr>
          <a:lstStyle>
            <a:lvl1pPr algn="r">
              <a:defRPr sz="750">
                <a:solidFill>
                  <a:schemeClr val="bg2"/>
                </a:solidFill>
                <a:latin typeface="Calibri" panose="020F0502020204030204" pitchFamily="34" charset="0"/>
                <a:cs typeface="+mn-cs"/>
              </a:defRPr>
            </a:lvl1pPr>
          </a:lstStyle>
          <a:p>
            <a:pPr>
              <a:defRPr/>
            </a:pPr>
            <a:fld id="{6516E9BE-843C-4425-80E4-36155279AD5E}" type="slidenum">
              <a:rPr lang="en-GB" smtClean="0">
                <a:solidFill>
                  <a:srgbClr val="FFFFFF"/>
                </a:solidFill>
              </a:rPr>
              <a:pPr>
                <a:defRPr/>
              </a:pPr>
              <a:t>‹#›</a:t>
            </a:fld>
            <a:endParaRPr lang="en-GB">
              <a:solidFill>
                <a:srgbClr val="FFFFFF"/>
              </a:solidFill>
            </a:endParaRPr>
          </a:p>
        </p:txBody>
      </p:sp>
      <p:pic>
        <p:nvPicPr>
          <p:cNvPr id="2052" name="Picture 4"/>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9840416" y="6597352"/>
            <a:ext cx="1698136" cy="216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1" name="Rectangle 4"/>
          <p:cNvSpPr>
            <a:spLocks noGrp="1" noChangeArrowheads="1"/>
          </p:cNvSpPr>
          <p:nvPr>
            <p:ph type="ftr" sz="quarter" idx="3"/>
          </p:nvPr>
        </p:nvSpPr>
        <p:spPr>
          <a:xfrm>
            <a:off x="239184" y="6400800"/>
            <a:ext cx="9409211" cy="457200"/>
          </a:xfrm>
          <a:prstGeom prst="rect">
            <a:avLst/>
          </a:prstGeom>
          <a:ln/>
        </p:spPr>
        <p:txBody>
          <a:bodyPr lIns="36000" tIns="36000" rIns="36000" bIns="36000" anchor="b"/>
          <a:lstStyle>
            <a:lvl1pPr>
              <a:defRPr sz="750">
                <a:solidFill>
                  <a:schemeClr val="bg2"/>
                </a:solidFill>
              </a:defRPr>
            </a:lvl1pPr>
          </a:lstStyle>
          <a:p>
            <a:endParaRPr lang="en-US"/>
          </a:p>
        </p:txBody>
      </p:sp>
      <p:grpSp>
        <p:nvGrpSpPr>
          <p:cNvPr id="14" name="Group 13"/>
          <p:cNvGrpSpPr/>
          <p:nvPr/>
        </p:nvGrpSpPr>
        <p:grpSpPr>
          <a:xfrm>
            <a:off x="0" y="0"/>
            <a:ext cx="12192000" cy="692150"/>
            <a:chOff x="0" y="0"/>
            <a:chExt cx="9144000" cy="692150"/>
          </a:xfrm>
        </p:grpSpPr>
        <p:grpSp>
          <p:nvGrpSpPr>
            <p:cNvPr id="15" name="Group 14"/>
            <p:cNvGrpSpPr/>
            <p:nvPr/>
          </p:nvGrpSpPr>
          <p:grpSpPr>
            <a:xfrm>
              <a:off x="0" y="0"/>
              <a:ext cx="9144000" cy="692150"/>
              <a:chOff x="0" y="0"/>
              <a:chExt cx="9144000" cy="692150"/>
            </a:xfrm>
          </p:grpSpPr>
          <p:pic>
            <p:nvPicPr>
              <p:cNvPr id="17" name="Picture 3"/>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0" y="0"/>
                <a:ext cx="9144000" cy="6921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8" name="Picture 3"/>
              <p:cNvPicPr>
                <a:picLocks noChangeAspect="1" noChangeArrowheads="1"/>
              </p:cNvPicPr>
              <p:nvPr/>
            </p:nvPicPr>
            <p:blipFill rotWithShape="1">
              <a:blip r:embed="rId14">
                <a:extLst>
                  <a:ext uri="{28A0092B-C50C-407E-A947-70E740481C1C}">
                    <a14:useLocalDpi xmlns:a14="http://schemas.microsoft.com/office/drawing/2010/main" val="0"/>
                  </a:ext>
                </a:extLst>
              </a:blip>
              <a:srcRect r="97157"/>
              <a:stretch/>
            </p:blipFill>
            <p:spPr bwMode="auto">
              <a:xfrm>
                <a:off x="0" y="0"/>
                <a:ext cx="2411760" cy="6921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9" name="Picture 3"/>
              <p:cNvPicPr>
                <a:picLocks noChangeAspect="1" noChangeArrowheads="1"/>
              </p:cNvPicPr>
              <p:nvPr/>
            </p:nvPicPr>
            <p:blipFill rotWithShape="1">
              <a:blip r:embed="rId14">
                <a:extLst>
                  <a:ext uri="{28A0092B-C50C-407E-A947-70E740481C1C}">
                    <a14:useLocalDpi xmlns:a14="http://schemas.microsoft.com/office/drawing/2010/main" val="0"/>
                  </a:ext>
                </a:extLst>
              </a:blip>
              <a:srcRect r="99746"/>
              <a:stretch/>
            </p:blipFill>
            <p:spPr bwMode="auto">
              <a:xfrm>
                <a:off x="8928847" y="0"/>
                <a:ext cx="215153" cy="6921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 name="Picture 3"/>
              <p:cNvPicPr>
                <a:picLocks noChangeAspect="1" noChangeArrowheads="1"/>
              </p:cNvPicPr>
              <p:nvPr/>
            </p:nvPicPr>
            <p:blipFill rotWithShape="1">
              <a:blip r:embed="rId14">
                <a:extLst>
                  <a:ext uri="{28A0092B-C50C-407E-A947-70E740481C1C}">
                    <a14:useLocalDpi xmlns:a14="http://schemas.microsoft.com/office/drawing/2010/main" val="0"/>
                  </a:ext>
                </a:extLst>
              </a:blip>
              <a:srcRect t="12683" r="99340" b="31624"/>
              <a:stretch/>
            </p:blipFill>
            <p:spPr bwMode="auto">
              <a:xfrm>
                <a:off x="8676456" y="153334"/>
                <a:ext cx="462064" cy="38548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pic>
          <p:nvPicPr>
            <p:cNvPr id="16" name="Picture 3"/>
            <p:cNvPicPr>
              <a:picLocks noChangeAspect="1" noChangeArrowheads="1"/>
            </p:cNvPicPr>
            <p:nvPr/>
          </p:nvPicPr>
          <p:blipFill rotWithShape="1">
            <a:blip r:embed="rId15">
              <a:extLst>
                <a:ext uri="{28A0092B-C50C-407E-A947-70E740481C1C}">
                  <a14:useLocalDpi xmlns:a14="http://schemas.microsoft.com/office/drawing/2010/main" val="0"/>
                </a:ext>
              </a:extLst>
            </a:blip>
            <a:srcRect t="13116" r="76604" b="25471"/>
            <a:stretch/>
          </p:blipFill>
          <p:spPr bwMode="auto">
            <a:xfrm>
              <a:off x="8703539" y="116635"/>
              <a:ext cx="396000" cy="44740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pic>
        <p:nvPicPr>
          <p:cNvPr id="13" name="Picture 12"/>
          <p:cNvPicPr>
            <a:picLocks noChangeAspect="1"/>
          </p:cNvPicPr>
          <p:nvPr/>
        </p:nvPicPr>
        <p:blipFill rotWithShape="1">
          <a:blip r:embed="rId16">
            <a:extLst>
              <a:ext uri="{28A0092B-C50C-407E-A947-70E740481C1C}">
                <a14:useLocalDpi xmlns:a14="http://schemas.microsoft.com/office/drawing/2010/main" val="0"/>
              </a:ext>
            </a:extLst>
          </a:blip>
          <a:srcRect l="37353" t="8741" r="101" b="27"/>
          <a:stretch/>
        </p:blipFill>
        <p:spPr bwMode="ltGray">
          <a:xfrm rot="16200000" flipH="1">
            <a:off x="6006724" y="-5159178"/>
            <a:ext cx="369901" cy="12000657"/>
          </a:xfrm>
          <a:prstGeom prst="rect">
            <a:avLst/>
          </a:prstGeom>
        </p:spPr>
      </p:pic>
      <p:sp>
        <p:nvSpPr>
          <p:cNvPr id="22" name="TextBox 21"/>
          <p:cNvSpPr txBox="1"/>
          <p:nvPr userDrawn="1"/>
        </p:nvSpPr>
        <p:spPr>
          <a:xfrm>
            <a:off x="1016000" y="6477003"/>
            <a:ext cx="2844800" cy="276999"/>
          </a:xfrm>
          <a:prstGeom prst="rect">
            <a:avLst/>
          </a:prstGeom>
          <a:noFill/>
        </p:spPr>
        <p:txBody>
          <a:bodyPr wrap="square" rtlCol="0">
            <a:spAutoFit/>
          </a:bodyPr>
          <a:lstStyle/>
          <a:p>
            <a:r>
              <a:rPr lang="en-GB" sz="1200">
                <a:solidFill>
                  <a:srgbClr val="FFFFFF"/>
                </a:solidFill>
                <a:latin typeface="Verdana"/>
              </a:rPr>
              <a:t>GIA – Highly Confidential</a:t>
            </a:r>
          </a:p>
        </p:txBody>
      </p:sp>
      <p:sp>
        <p:nvSpPr>
          <p:cNvPr id="5" name="TextBox 4">
            <a:extLst>
              <a:ext uri="{FF2B5EF4-FFF2-40B4-BE49-F238E27FC236}">
                <a16:creationId xmlns:a16="http://schemas.microsoft.com/office/drawing/2014/main" id="{E6ED3FCB-CD97-7BF0-B51C-4694487118D1}"/>
              </a:ext>
            </a:extLst>
          </p:cNvPr>
          <p:cNvSpPr txBox="1"/>
          <p:nvPr userDrawn="1">
            <p:extLst>
              <p:ext uri="{1162E1C5-73C7-4A58-AE30-91384D911F3F}">
                <p184:classification xmlns:p184="http://schemas.microsoft.com/office/powerpoint/2018/4/main" val="ftr"/>
              </p:ext>
            </p:extLst>
          </p:nvPr>
        </p:nvSpPr>
        <p:spPr>
          <a:xfrm>
            <a:off x="63500" y="6672580"/>
            <a:ext cx="1550988" cy="121920"/>
          </a:xfrm>
          <a:prstGeom prst="rect">
            <a:avLst/>
          </a:prstGeom>
        </p:spPr>
        <p:txBody>
          <a:bodyPr horzOverflow="overflow" lIns="0" tIns="0" rIns="0" bIns="0">
            <a:spAutoFit/>
          </a:bodyPr>
          <a:lstStyle/>
          <a:p>
            <a:pPr algn="l"/>
            <a:r>
              <a:rPr lang="en-US" sz="800">
                <a:solidFill>
                  <a:srgbClr val="FF0000"/>
                </a:solidFill>
                <a:latin typeface="Calibri" panose="020F0502020204030204" pitchFamily="34" charset="0"/>
                <a:cs typeface="Calibri" panose="020F0502020204030204" pitchFamily="34" charset="0"/>
              </a:rPr>
              <a:t>Classification: RAKBANK-Confidential</a:t>
            </a:r>
          </a:p>
        </p:txBody>
      </p:sp>
    </p:spTree>
    <p:extLst>
      <p:ext uri="{BB962C8B-B14F-4D97-AF65-F5344CB8AC3E}">
        <p14:creationId xmlns:p14="http://schemas.microsoft.com/office/powerpoint/2010/main" val="2844915128"/>
      </p:ext>
    </p:extLst>
  </p:cSld>
  <p:clrMap bg1="lt1" tx1="dk1" bg2="lt2" tx2="dk2" accent1="accent1" accent2="accent2" accent3="accent3" accent4="accent4" accent5="accent5" accent6="accent6" hlink="hlink" folHlink="folHlink"/>
  <p:sldLayoutIdLst>
    <p:sldLayoutId id="2147484263" r:id="rId1"/>
    <p:sldLayoutId id="2147484264" r:id="rId2"/>
    <p:sldLayoutId id="2147484265" r:id="rId3"/>
    <p:sldLayoutId id="2147484266" r:id="rId4"/>
    <p:sldLayoutId id="2147484267" r:id="rId5"/>
    <p:sldLayoutId id="2147484268" r:id="rId6"/>
    <p:sldLayoutId id="2147484269" r:id="rId7"/>
    <p:sldLayoutId id="2147484270" r:id="rId8"/>
  </p:sldLayoutIdLst>
  <p:hf hdr="0" ftr="0" dt="0"/>
  <p:txStyles>
    <p:titleStyle>
      <a:lvl1pPr algn="l" rtl="0" eaLnBrk="1" fontAlgn="base" hangingPunct="1">
        <a:spcBef>
          <a:spcPct val="0"/>
        </a:spcBef>
        <a:spcAft>
          <a:spcPct val="0"/>
        </a:spcAft>
        <a:defRPr sz="1200" b="0">
          <a:solidFill>
            <a:schemeClr val="bg1"/>
          </a:solidFill>
          <a:latin typeface="+mj-lt"/>
          <a:ea typeface="+mj-ea"/>
          <a:cs typeface="+mj-cs"/>
        </a:defRPr>
      </a:lvl1pPr>
      <a:lvl2pPr algn="ctr" rtl="0" eaLnBrk="1" fontAlgn="base" hangingPunct="1">
        <a:spcBef>
          <a:spcPct val="0"/>
        </a:spcBef>
        <a:spcAft>
          <a:spcPct val="0"/>
        </a:spcAft>
        <a:defRPr sz="2400" b="1">
          <a:solidFill>
            <a:schemeClr val="bg1"/>
          </a:solidFill>
          <a:latin typeface="Verdana" pitchFamily="34" charset="0"/>
          <a:cs typeface="Times New Roman" pitchFamily="18" charset="0"/>
        </a:defRPr>
      </a:lvl2pPr>
      <a:lvl3pPr algn="ctr" rtl="0" eaLnBrk="1" fontAlgn="base" hangingPunct="1">
        <a:spcBef>
          <a:spcPct val="0"/>
        </a:spcBef>
        <a:spcAft>
          <a:spcPct val="0"/>
        </a:spcAft>
        <a:defRPr sz="2400" b="1">
          <a:solidFill>
            <a:schemeClr val="bg1"/>
          </a:solidFill>
          <a:latin typeface="Verdana" pitchFamily="34" charset="0"/>
          <a:cs typeface="Times New Roman" pitchFamily="18" charset="0"/>
        </a:defRPr>
      </a:lvl3pPr>
      <a:lvl4pPr algn="ctr" rtl="0" eaLnBrk="1" fontAlgn="base" hangingPunct="1">
        <a:spcBef>
          <a:spcPct val="0"/>
        </a:spcBef>
        <a:spcAft>
          <a:spcPct val="0"/>
        </a:spcAft>
        <a:defRPr sz="2400" b="1">
          <a:solidFill>
            <a:schemeClr val="bg1"/>
          </a:solidFill>
          <a:latin typeface="Verdana" pitchFamily="34" charset="0"/>
          <a:cs typeface="Times New Roman" pitchFamily="18" charset="0"/>
        </a:defRPr>
      </a:lvl4pPr>
      <a:lvl5pPr algn="ctr" rtl="0" eaLnBrk="1" fontAlgn="base" hangingPunct="1">
        <a:spcBef>
          <a:spcPct val="0"/>
        </a:spcBef>
        <a:spcAft>
          <a:spcPct val="0"/>
        </a:spcAft>
        <a:defRPr sz="2400" b="1">
          <a:solidFill>
            <a:schemeClr val="bg1"/>
          </a:solidFill>
          <a:latin typeface="Verdana" pitchFamily="34" charset="0"/>
          <a:cs typeface="Times New Roman" pitchFamily="18" charset="0"/>
        </a:defRPr>
      </a:lvl5pPr>
      <a:lvl6pPr marL="342900" algn="ctr" rtl="0" eaLnBrk="1" fontAlgn="base" hangingPunct="1">
        <a:spcBef>
          <a:spcPct val="0"/>
        </a:spcBef>
        <a:spcAft>
          <a:spcPct val="0"/>
        </a:spcAft>
        <a:defRPr sz="2400" b="1">
          <a:solidFill>
            <a:schemeClr val="bg1"/>
          </a:solidFill>
          <a:latin typeface="Verdana" pitchFamily="34" charset="0"/>
          <a:cs typeface="Times New Roman" pitchFamily="18" charset="0"/>
        </a:defRPr>
      </a:lvl6pPr>
      <a:lvl7pPr marL="685800" algn="ctr" rtl="0" eaLnBrk="1" fontAlgn="base" hangingPunct="1">
        <a:spcBef>
          <a:spcPct val="0"/>
        </a:spcBef>
        <a:spcAft>
          <a:spcPct val="0"/>
        </a:spcAft>
        <a:defRPr sz="2400" b="1">
          <a:solidFill>
            <a:schemeClr val="bg1"/>
          </a:solidFill>
          <a:latin typeface="Verdana" pitchFamily="34" charset="0"/>
          <a:cs typeface="Times New Roman" pitchFamily="18" charset="0"/>
        </a:defRPr>
      </a:lvl7pPr>
      <a:lvl8pPr marL="1028700" algn="ctr" rtl="0" eaLnBrk="1" fontAlgn="base" hangingPunct="1">
        <a:spcBef>
          <a:spcPct val="0"/>
        </a:spcBef>
        <a:spcAft>
          <a:spcPct val="0"/>
        </a:spcAft>
        <a:defRPr sz="2400" b="1">
          <a:solidFill>
            <a:schemeClr val="bg1"/>
          </a:solidFill>
          <a:latin typeface="Verdana" pitchFamily="34" charset="0"/>
          <a:cs typeface="Times New Roman" pitchFamily="18" charset="0"/>
        </a:defRPr>
      </a:lvl8pPr>
      <a:lvl9pPr marL="1371600" algn="ctr" rtl="0" eaLnBrk="1" fontAlgn="base" hangingPunct="1">
        <a:spcBef>
          <a:spcPct val="0"/>
        </a:spcBef>
        <a:spcAft>
          <a:spcPct val="0"/>
        </a:spcAft>
        <a:defRPr sz="2400" b="1">
          <a:solidFill>
            <a:schemeClr val="bg1"/>
          </a:solidFill>
          <a:latin typeface="Verdana" pitchFamily="34" charset="0"/>
          <a:cs typeface="Times New Roman" pitchFamily="18" charset="0"/>
        </a:defRPr>
      </a:lvl9pPr>
    </p:titleStyle>
    <p:bodyStyle>
      <a:lvl1pPr marL="257175" indent="-257175" algn="l" rtl="0" eaLnBrk="1" fontAlgn="base" hangingPunct="1">
        <a:spcBef>
          <a:spcPct val="20000"/>
        </a:spcBef>
        <a:spcAft>
          <a:spcPct val="0"/>
        </a:spcAft>
        <a:buChar char="•"/>
        <a:defRPr sz="1350">
          <a:solidFill>
            <a:schemeClr val="tx1"/>
          </a:solidFill>
          <a:latin typeface="Calibri" panose="020F0502020204030204" pitchFamily="34" charset="0"/>
          <a:ea typeface="+mn-ea"/>
          <a:cs typeface="+mn-cs"/>
        </a:defRPr>
      </a:lvl1pPr>
      <a:lvl2pPr marL="557213" indent="-214313" algn="l" rtl="0" eaLnBrk="1" fontAlgn="base" hangingPunct="1">
        <a:spcBef>
          <a:spcPct val="20000"/>
        </a:spcBef>
        <a:spcAft>
          <a:spcPct val="0"/>
        </a:spcAft>
        <a:buChar char="–"/>
        <a:defRPr sz="1200">
          <a:solidFill>
            <a:schemeClr val="tx1"/>
          </a:solidFill>
          <a:latin typeface="Calibri" panose="020F0502020204030204" pitchFamily="34" charset="0"/>
          <a:cs typeface="+mn-cs"/>
        </a:defRPr>
      </a:lvl2pPr>
      <a:lvl3pPr marL="857250" indent="-171450" algn="l" rtl="0" eaLnBrk="1" fontAlgn="base" hangingPunct="1">
        <a:spcBef>
          <a:spcPct val="20000"/>
        </a:spcBef>
        <a:spcAft>
          <a:spcPct val="0"/>
        </a:spcAft>
        <a:buChar char="•"/>
        <a:defRPr sz="1050">
          <a:solidFill>
            <a:schemeClr val="tx1"/>
          </a:solidFill>
          <a:latin typeface="Calibri" panose="020F0502020204030204" pitchFamily="34" charset="0"/>
          <a:cs typeface="+mn-cs"/>
        </a:defRPr>
      </a:lvl3pPr>
      <a:lvl4pPr marL="1200150" indent="-171450" algn="l" rtl="0" eaLnBrk="1" fontAlgn="base" hangingPunct="1">
        <a:spcBef>
          <a:spcPct val="20000"/>
        </a:spcBef>
        <a:spcAft>
          <a:spcPct val="0"/>
        </a:spcAft>
        <a:buChar char="–"/>
        <a:defRPr sz="1050">
          <a:solidFill>
            <a:schemeClr val="tx1"/>
          </a:solidFill>
          <a:latin typeface="Calibri" panose="020F0502020204030204" pitchFamily="34" charset="0"/>
          <a:cs typeface="+mn-cs"/>
        </a:defRPr>
      </a:lvl4pPr>
      <a:lvl5pPr marL="1543050" indent="-171450" algn="l" rtl="0" eaLnBrk="1" fontAlgn="base" hangingPunct="1">
        <a:spcBef>
          <a:spcPct val="20000"/>
        </a:spcBef>
        <a:spcAft>
          <a:spcPct val="0"/>
        </a:spcAft>
        <a:buChar char="»"/>
        <a:defRPr sz="1050">
          <a:solidFill>
            <a:schemeClr val="tx1"/>
          </a:solidFill>
          <a:latin typeface="Calibri" panose="020F0502020204030204" pitchFamily="34" charset="0"/>
          <a:cs typeface="+mn-cs"/>
        </a:defRPr>
      </a:lvl5pPr>
      <a:lvl6pPr marL="1885950" indent="-171450" algn="l" rtl="0" eaLnBrk="1" fontAlgn="base" hangingPunct="1">
        <a:spcBef>
          <a:spcPct val="20000"/>
        </a:spcBef>
        <a:spcAft>
          <a:spcPct val="0"/>
        </a:spcAft>
        <a:buChar char="»"/>
        <a:defRPr>
          <a:solidFill>
            <a:schemeClr val="tx1"/>
          </a:solidFill>
          <a:latin typeface="+mn-lt"/>
          <a:cs typeface="+mn-cs"/>
        </a:defRPr>
      </a:lvl6pPr>
      <a:lvl7pPr marL="2228850" indent="-171450" algn="l" rtl="0" eaLnBrk="1" fontAlgn="base" hangingPunct="1">
        <a:spcBef>
          <a:spcPct val="20000"/>
        </a:spcBef>
        <a:spcAft>
          <a:spcPct val="0"/>
        </a:spcAft>
        <a:buChar char="»"/>
        <a:defRPr>
          <a:solidFill>
            <a:schemeClr val="tx1"/>
          </a:solidFill>
          <a:latin typeface="+mn-lt"/>
          <a:cs typeface="+mn-cs"/>
        </a:defRPr>
      </a:lvl7pPr>
      <a:lvl8pPr marL="2571750" indent="-171450" algn="l" rtl="0" eaLnBrk="1" fontAlgn="base" hangingPunct="1">
        <a:spcBef>
          <a:spcPct val="20000"/>
        </a:spcBef>
        <a:spcAft>
          <a:spcPct val="0"/>
        </a:spcAft>
        <a:buChar char="»"/>
        <a:defRPr>
          <a:solidFill>
            <a:schemeClr val="tx1"/>
          </a:solidFill>
          <a:latin typeface="+mn-lt"/>
          <a:cs typeface="+mn-cs"/>
        </a:defRPr>
      </a:lvl8pPr>
      <a:lvl9pPr marL="2914650" indent="-171450" algn="l" rtl="0" eaLnBrk="1" fontAlgn="base" hangingPunct="1">
        <a:spcBef>
          <a:spcPct val="20000"/>
        </a:spcBef>
        <a:spcAft>
          <a:spcPct val="0"/>
        </a:spcAft>
        <a:buChar char="»"/>
        <a:defRPr>
          <a:solidFill>
            <a:schemeClr val="tx1"/>
          </a:solidFill>
          <a:latin typeface="+mn-lt"/>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custDataLst>
              <p:tags r:id="rId12"/>
            </p:custDataLst>
          </p:nvPr>
        </p:nvGraphicFramePr>
        <p:xfrm>
          <a:off x="2119" y="1591"/>
          <a:ext cx="2116" cy="1587"/>
        </p:xfrm>
        <a:graphic>
          <a:graphicData uri="http://schemas.openxmlformats.org/presentationml/2006/ole">
            <mc:AlternateContent xmlns:mc="http://schemas.openxmlformats.org/markup-compatibility/2006">
              <mc:Choice xmlns:v="urn:schemas-microsoft-com:vml" Requires="v">
                <p:oleObj name="think-cell Slide" r:id="rId13" imgW="430" imgH="433" progId="TCLayout.ActiveDocument.1">
                  <p:embed/>
                </p:oleObj>
              </mc:Choice>
              <mc:Fallback>
                <p:oleObj name="think-cell Slide" r:id="rId13" imgW="430" imgH="433" progId="TCLayout.ActiveDocument.1">
                  <p:embed/>
                  <p:pic>
                    <p:nvPicPr>
                      <p:cNvPr id="2" name="Object 1" hidden="1"/>
                      <p:cNvPicPr/>
                      <p:nvPr/>
                    </p:nvPicPr>
                    <p:blipFill>
                      <a:blip r:embed="rId14"/>
                      <a:stretch>
                        <a:fillRect/>
                      </a:stretch>
                    </p:blipFill>
                    <p:spPr>
                      <a:xfrm>
                        <a:off x="2119" y="1591"/>
                        <a:ext cx="2116" cy="1587"/>
                      </a:xfrm>
                      <a:prstGeom prst="rect">
                        <a:avLst/>
                      </a:prstGeom>
                    </p:spPr>
                  </p:pic>
                </p:oleObj>
              </mc:Fallback>
            </mc:AlternateContent>
          </a:graphicData>
        </a:graphic>
      </p:graphicFrame>
      <p:sp>
        <p:nvSpPr>
          <p:cNvPr id="11269" name="Rectangle 5"/>
          <p:cNvSpPr>
            <a:spLocks noGrp="1" noChangeArrowheads="1"/>
          </p:cNvSpPr>
          <p:nvPr>
            <p:ph type="sldNum" sz="quarter" idx="4"/>
          </p:nvPr>
        </p:nvSpPr>
        <p:spPr bwMode="auto">
          <a:xfrm>
            <a:off x="11664620" y="6400800"/>
            <a:ext cx="527381"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36000" tIns="36000" rIns="36000" bIns="36000" numCol="1" anchor="b" anchorCtr="0" compatLnSpc="1">
            <a:prstTxWarp prst="textNoShape">
              <a:avLst/>
            </a:prstTxWarp>
          </a:bodyPr>
          <a:lstStyle>
            <a:lvl1pPr algn="r">
              <a:defRPr sz="1000">
                <a:solidFill>
                  <a:schemeClr val="tx1">
                    <a:lumMod val="50000"/>
                    <a:lumOff val="50000"/>
                  </a:schemeClr>
                </a:solidFill>
                <a:latin typeface="+mn-lt"/>
                <a:cs typeface="+mn-cs"/>
              </a:defRPr>
            </a:lvl1pPr>
          </a:lstStyle>
          <a:p>
            <a:pPr defTabSz="914363"/>
            <a:fld id="{20314B1F-90EF-4791-B992-945A908ADE38}" type="slidenum">
              <a:rPr lang="en-GB" smtClean="0">
                <a:solidFill>
                  <a:prstClr val="black">
                    <a:lumMod val="50000"/>
                    <a:lumOff val="50000"/>
                  </a:prstClr>
                </a:solidFill>
              </a:rPr>
              <a:pPr defTabSz="914363"/>
              <a:t>‹#›</a:t>
            </a:fld>
            <a:endParaRPr lang="en-GB">
              <a:solidFill>
                <a:prstClr val="black">
                  <a:lumMod val="50000"/>
                  <a:lumOff val="50000"/>
                </a:prstClr>
              </a:solidFill>
            </a:endParaRPr>
          </a:p>
        </p:txBody>
      </p:sp>
      <p:pic>
        <p:nvPicPr>
          <p:cNvPr id="2052" name="Picture 4"/>
          <p:cNvPicPr>
            <a:picLocks noChangeAspect="1" noChangeArrowheads="1"/>
          </p:cNvPicPr>
          <p:nvPr/>
        </p:nvPicPr>
        <p:blipFill>
          <a:blip r:embed="rId15" cstate="print">
            <a:extLst>
              <a:ext uri="{28A0092B-C50C-407E-A947-70E740481C1C}">
                <a14:useLocalDpi xmlns:a14="http://schemas.microsoft.com/office/drawing/2010/main" val="0"/>
              </a:ext>
            </a:extLst>
          </a:blip>
          <a:srcRect/>
          <a:stretch>
            <a:fillRect/>
          </a:stretch>
        </p:blipFill>
        <p:spPr bwMode="auto">
          <a:xfrm>
            <a:off x="9840416" y="6597352"/>
            <a:ext cx="1698136" cy="216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14" name="Group 13"/>
          <p:cNvGrpSpPr/>
          <p:nvPr/>
        </p:nvGrpSpPr>
        <p:grpSpPr>
          <a:xfrm>
            <a:off x="0" y="0"/>
            <a:ext cx="12192000" cy="530578"/>
            <a:chOff x="0" y="0"/>
            <a:chExt cx="9144000" cy="692150"/>
          </a:xfrm>
        </p:grpSpPr>
        <p:grpSp>
          <p:nvGrpSpPr>
            <p:cNvPr id="15" name="Group 14"/>
            <p:cNvGrpSpPr/>
            <p:nvPr/>
          </p:nvGrpSpPr>
          <p:grpSpPr>
            <a:xfrm>
              <a:off x="0" y="0"/>
              <a:ext cx="9144000" cy="692150"/>
              <a:chOff x="0" y="0"/>
              <a:chExt cx="9144000" cy="692150"/>
            </a:xfrm>
          </p:grpSpPr>
          <p:pic>
            <p:nvPicPr>
              <p:cNvPr id="17" name="Picture 3"/>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0" y="0"/>
                <a:ext cx="9144000" cy="6921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8" name="Picture 3"/>
              <p:cNvPicPr>
                <a:picLocks noChangeAspect="1" noChangeArrowheads="1"/>
              </p:cNvPicPr>
              <p:nvPr/>
            </p:nvPicPr>
            <p:blipFill rotWithShape="1">
              <a:blip r:embed="rId16">
                <a:extLst>
                  <a:ext uri="{28A0092B-C50C-407E-A947-70E740481C1C}">
                    <a14:useLocalDpi xmlns:a14="http://schemas.microsoft.com/office/drawing/2010/main" val="0"/>
                  </a:ext>
                </a:extLst>
              </a:blip>
              <a:srcRect r="97157"/>
              <a:stretch/>
            </p:blipFill>
            <p:spPr bwMode="auto">
              <a:xfrm>
                <a:off x="0" y="0"/>
                <a:ext cx="2411760" cy="6921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9" name="Picture 3"/>
              <p:cNvPicPr>
                <a:picLocks noChangeAspect="1" noChangeArrowheads="1"/>
              </p:cNvPicPr>
              <p:nvPr/>
            </p:nvPicPr>
            <p:blipFill rotWithShape="1">
              <a:blip r:embed="rId16">
                <a:extLst>
                  <a:ext uri="{28A0092B-C50C-407E-A947-70E740481C1C}">
                    <a14:useLocalDpi xmlns:a14="http://schemas.microsoft.com/office/drawing/2010/main" val="0"/>
                  </a:ext>
                </a:extLst>
              </a:blip>
              <a:srcRect r="99746"/>
              <a:stretch/>
            </p:blipFill>
            <p:spPr bwMode="auto">
              <a:xfrm>
                <a:off x="8928847" y="0"/>
                <a:ext cx="215153" cy="6921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 name="Picture 3"/>
              <p:cNvPicPr>
                <a:picLocks noChangeAspect="1" noChangeArrowheads="1"/>
              </p:cNvPicPr>
              <p:nvPr/>
            </p:nvPicPr>
            <p:blipFill rotWithShape="1">
              <a:blip r:embed="rId16">
                <a:extLst>
                  <a:ext uri="{28A0092B-C50C-407E-A947-70E740481C1C}">
                    <a14:useLocalDpi xmlns:a14="http://schemas.microsoft.com/office/drawing/2010/main" val="0"/>
                  </a:ext>
                </a:extLst>
              </a:blip>
              <a:srcRect t="12683" r="99340" b="31624"/>
              <a:stretch/>
            </p:blipFill>
            <p:spPr bwMode="auto">
              <a:xfrm>
                <a:off x="8676456" y="153334"/>
                <a:ext cx="462064" cy="38548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pic>
          <p:nvPicPr>
            <p:cNvPr id="16" name="Picture 3"/>
            <p:cNvPicPr>
              <a:picLocks noChangeAspect="1" noChangeArrowheads="1"/>
            </p:cNvPicPr>
            <p:nvPr/>
          </p:nvPicPr>
          <p:blipFill rotWithShape="1">
            <a:blip r:embed="rId17">
              <a:extLst>
                <a:ext uri="{28A0092B-C50C-407E-A947-70E740481C1C}">
                  <a14:useLocalDpi xmlns:a14="http://schemas.microsoft.com/office/drawing/2010/main" val="0"/>
                </a:ext>
              </a:extLst>
            </a:blip>
            <a:srcRect t="13116" r="76604" b="25471"/>
            <a:stretch/>
          </p:blipFill>
          <p:spPr bwMode="auto">
            <a:xfrm>
              <a:off x="8703539" y="116635"/>
              <a:ext cx="396000" cy="44740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sp>
        <p:nvSpPr>
          <p:cNvPr id="5" name="TextBox 4">
            <a:extLst>
              <a:ext uri="{FF2B5EF4-FFF2-40B4-BE49-F238E27FC236}">
                <a16:creationId xmlns:a16="http://schemas.microsoft.com/office/drawing/2014/main" id="{6E172D7B-9886-69AD-B3E8-9835B3BE58CB}"/>
              </a:ext>
            </a:extLst>
          </p:cNvPr>
          <p:cNvSpPr txBox="1"/>
          <p:nvPr>
            <p:extLst>
              <p:ext uri="{1162E1C5-73C7-4A58-AE30-91384D911F3F}">
                <p184:classification xmlns:p184="http://schemas.microsoft.com/office/powerpoint/2018/4/main" val="ftr"/>
              </p:ext>
            </p:extLst>
          </p:nvPr>
        </p:nvSpPr>
        <p:spPr>
          <a:xfrm>
            <a:off x="63500" y="6672580"/>
            <a:ext cx="1550988" cy="121920"/>
          </a:xfrm>
          <a:prstGeom prst="rect">
            <a:avLst/>
          </a:prstGeom>
        </p:spPr>
        <p:txBody>
          <a:bodyPr horzOverflow="overflow" lIns="0" tIns="0" rIns="0" bIns="0">
            <a:spAutoFit/>
          </a:bodyPr>
          <a:lstStyle/>
          <a:p>
            <a:pPr algn="l"/>
            <a:r>
              <a:rPr lang="en-US" sz="800">
                <a:solidFill>
                  <a:srgbClr val="FF0000"/>
                </a:solidFill>
                <a:latin typeface="Calibri" panose="020F0502020204030204" pitchFamily="34" charset="0"/>
                <a:cs typeface="Calibri" panose="020F0502020204030204" pitchFamily="34" charset="0"/>
              </a:rPr>
              <a:t>Classification: RAKBANK-Confidential</a:t>
            </a:r>
          </a:p>
        </p:txBody>
      </p:sp>
    </p:spTree>
    <p:extLst>
      <p:ext uri="{BB962C8B-B14F-4D97-AF65-F5344CB8AC3E}">
        <p14:creationId xmlns:p14="http://schemas.microsoft.com/office/powerpoint/2010/main" val="1458052926"/>
      </p:ext>
    </p:extLst>
  </p:cSld>
  <p:clrMap bg1="lt1" tx1="dk1" bg2="lt2" tx2="dk2" accent1="accent1" accent2="accent2" accent3="accent3" accent4="accent4" accent5="accent5" accent6="accent6" hlink="hlink" folHlink="folHlink"/>
  <p:sldLayoutIdLst>
    <p:sldLayoutId id="2147484272" r:id="rId1"/>
    <p:sldLayoutId id="2147484273" r:id="rId2"/>
    <p:sldLayoutId id="2147484274" r:id="rId3"/>
    <p:sldLayoutId id="2147484275" r:id="rId4"/>
    <p:sldLayoutId id="2147484276" r:id="rId5"/>
    <p:sldLayoutId id="2147484277" r:id="rId6"/>
    <p:sldLayoutId id="2147484278" r:id="rId7"/>
    <p:sldLayoutId id="2147484279" r:id="rId8"/>
    <p:sldLayoutId id="2147484280" r:id="rId9"/>
    <p:sldLayoutId id="2147484281" r:id="rId10"/>
  </p:sldLayoutIdLst>
  <p:hf hdr="0" ftr="0" dt="0"/>
  <p:txStyles>
    <p:titleStyle>
      <a:lvl1pPr algn="l" rtl="0" eaLnBrk="1" fontAlgn="base" hangingPunct="1">
        <a:spcBef>
          <a:spcPct val="0"/>
        </a:spcBef>
        <a:spcAft>
          <a:spcPct val="0"/>
        </a:spcAft>
        <a:defRPr sz="1200" b="0">
          <a:solidFill>
            <a:schemeClr val="bg1"/>
          </a:solidFill>
          <a:latin typeface="+mj-lt"/>
          <a:ea typeface="+mj-ea"/>
          <a:cs typeface="+mj-cs"/>
        </a:defRPr>
      </a:lvl1pPr>
      <a:lvl2pPr algn="ctr" rtl="0" eaLnBrk="1" fontAlgn="base" hangingPunct="1">
        <a:spcBef>
          <a:spcPct val="0"/>
        </a:spcBef>
        <a:spcAft>
          <a:spcPct val="0"/>
        </a:spcAft>
        <a:defRPr sz="2400" b="1">
          <a:solidFill>
            <a:schemeClr val="bg1"/>
          </a:solidFill>
          <a:latin typeface="Verdana" pitchFamily="34" charset="0"/>
          <a:cs typeface="Times New Roman" pitchFamily="18" charset="0"/>
        </a:defRPr>
      </a:lvl2pPr>
      <a:lvl3pPr algn="ctr" rtl="0" eaLnBrk="1" fontAlgn="base" hangingPunct="1">
        <a:spcBef>
          <a:spcPct val="0"/>
        </a:spcBef>
        <a:spcAft>
          <a:spcPct val="0"/>
        </a:spcAft>
        <a:defRPr sz="2400" b="1">
          <a:solidFill>
            <a:schemeClr val="bg1"/>
          </a:solidFill>
          <a:latin typeface="Verdana" pitchFamily="34" charset="0"/>
          <a:cs typeface="Times New Roman" pitchFamily="18" charset="0"/>
        </a:defRPr>
      </a:lvl3pPr>
      <a:lvl4pPr algn="ctr" rtl="0" eaLnBrk="1" fontAlgn="base" hangingPunct="1">
        <a:spcBef>
          <a:spcPct val="0"/>
        </a:spcBef>
        <a:spcAft>
          <a:spcPct val="0"/>
        </a:spcAft>
        <a:defRPr sz="2400" b="1">
          <a:solidFill>
            <a:schemeClr val="bg1"/>
          </a:solidFill>
          <a:latin typeface="Verdana" pitchFamily="34" charset="0"/>
          <a:cs typeface="Times New Roman" pitchFamily="18" charset="0"/>
        </a:defRPr>
      </a:lvl4pPr>
      <a:lvl5pPr algn="ctr" rtl="0" eaLnBrk="1" fontAlgn="base" hangingPunct="1">
        <a:spcBef>
          <a:spcPct val="0"/>
        </a:spcBef>
        <a:spcAft>
          <a:spcPct val="0"/>
        </a:spcAft>
        <a:defRPr sz="2400" b="1">
          <a:solidFill>
            <a:schemeClr val="bg1"/>
          </a:solidFill>
          <a:latin typeface="Verdana" pitchFamily="34" charset="0"/>
          <a:cs typeface="Times New Roman" pitchFamily="18" charset="0"/>
        </a:defRPr>
      </a:lvl5pPr>
      <a:lvl6pPr marL="342900" algn="ctr" rtl="0" eaLnBrk="1" fontAlgn="base" hangingPunct="1">
        <a:spcBef>
          <a:spcPct val="0"/>
        </a:spcBef>
        <a:spcAft>
          <a:spcPct val="0"/>
        </a:spcAft>
        <a:defRPr sz="2400" b="1">
          <a:solidFill>
            <a:schemeClr val="bg1"/>
          </a:solidFill>
          <a:latin typeface="Verdana" pitchFamily="34" charset="0"/>
          <a:cs typeface="Times New Roman" pitchFamily="18" charset="0"/>
        </a:defRPr>
      </a:lvl6pPr>
      <a:lvl7pPr marL="685800" algn="ctr" rtl="0" eaLnBrk="1" fontAlgn="base" hangingPunct="1">
        <a:spcBef>
          <a:spcPct val="0"/>
        </a:spcBef>
        <a:spcAft>
          <a:spcPct val="0"/>
        </a:spcAft>
        <a:defRPr sz="2400" b="1">
          <a:solidFill>
            <a:schemeClr val="bg1"/>
          </a:solidFill>
          <a:latin typeface="Verdana" pitchFamily="34" charset="0"/>
          <a:cs typeface="Times New Roman" pitchFamily="18" charset="0"/>
        </a:defRPr>
      </a:lvl7pPr>
      <a:lvl8pPr marL="1028700" algn="ctr" rtl="0" eaLnBrk="1" fontAlgn="base" hangingPunct="1">
        <a:spcBef>
          <a:spcPct val="0"/>
        </a:spcBef>
        <a:spcAft>
          <a:spcPct val="0"/>
        </a:spcAft>
        <a:defRPr sz="2400" b="1">
          <a:solidFill>
            <a:schemeClr val="bg1"/>
          </a:solidFill>
          <a:latin typeface="Verdana" pitchFamily="34" charset="0"/>
          <a:cs typeface="Times New Roman" pitchFamily="18" charset="0"/>
        </a:defRPr>
      </a:lvl8pPr>
      <a:lvl9pPr marL="1371600" algn="ctr" rtl="0" eaLnBrk="1" fontAlgn="base" hangingPunct="1">
        <a:spcBef>
          <a:spcPct val="0"/>
        </a:spcBef>
        <a:spcAft>
          <a:spcPct val="0"/>
        </a:spcAft>
        <a:defRPr sz="2400" b="1">
          <a:solidFill>
            <a:schemeClr val="bg1"/>
          </a:solidFill>
          <a:latin typeface="Verdana" pitchFamily="34" charset="0"/>
          <a:cs typeface="Times New Roman" pitchFamily="18" charset="0"/>
        </a:defRPr>
      </a:lvl9pPr>
    </p:titleStyle>
    <p:bodyStyle>
      <a:lvl1pPr marL="257175" indent="-257175" algn="l" rtl="0" eaLnBrk="1" fontAlgn="base" hangingPunct="1">
        <a:spcBef>
          <a:spcPct val="20000"/>
        </a:spcBef>
        <a:spcAft>
          <a:spcPct val="0"/>
        </a:spcAft>
        <a:buChar char="•"/>
        <a:defRPr sz="1350">
          <a:solidFill>
            <a:schemeClr val="tx1"/>
          </a:solidFill>
          <a:latin typeface="Calibri" panose="020F0502020204030204" pitchFamily="34" charset="0"/>
          <a:ea typeface="+mn-ea"/>
          <a:cs typeface="+mn-cs"/>
        </a:defRPr>
      </a:lvl1pPr>
      <a:lvl2pPr marL="557213" indent="-214313" algn="l" rtl="0" eaLnBrk="1" fontAlgn="base" hangingPunct="1">
        <a:spcBef>
          <a:spcPct val="20000"/>
        </a:spcBef>
        <a:spcAft>
          <a:spcPct val="0"/>
        </a:spcAft>
        <a:buChar char="–"/>
        <a:defRPr sz="1200">
          <a:solidFill>
            <a:schemeClr val="tx1"/>
          </a:solidFill>
          <a:latin typeface="Calibri" panose="020F0502020204030204" pitchFamily="34" charset="0"/>
          <a:cs typeface="+mn-cs"/>
        </a:defRPr>
      </a:lvl2pPr>
      <a:lvl3pPr marL="857250" indent="-171450" algn="l" rtl="0" eaLnBrk="1" fontAlgn="base" hangingPunct="1">
        <a:spcBef>
          <a:spcPct val="20000"/>
        </a:spcBef>
        <a:spcAft>
          <a:spcPct val="0"/>
        </a:spcAft>
        <a:buChar char="•"/>
        <a:defRPr sz="1050">
          <a:solidFill>
            <a:schemeClr val="tx1"/>
          </a:solidFill>
          <a:latin typeface="Calibri" panose="020F0502020204030204" pitchFamily="34" charset="0"/>
          <a:cs typeface="+mn-cs"/>
        </a:defRPr>
      </a:lvl3pPr>
      <a:lvl4pPr marL="1200150" indent="-171450" algn="l" rtl="0" eaLnBrk="1" fontAlgn="base" hangingPunct="1">
        <a:spcBef>
          <a:spcPct val="20000"/>
        </a:spcBef>
        <a:spcAft>
          <a:spcPct val="0"/>
        </a:spcAft>
        <a:buChar char="–"/>
        <a:defRPr sz="1050">
          <a:solidFill>
            <a:schemeClr val="tx1"/>
          </a:solidFill>
          <a:latin typeface="Calibri" panose="020F0502020204030204" pitchFamily="34" charset="0"/>
          <a:cs typeface="+mn-cs"/>
        </a:defRPr>
      </a:lvl4pPr>
      <a:lvl5pPr marL="1543050" indent="-171450" algn="l" rtl="0" eaLnBrk="1" fontAlgn="base" hangingPunct="1">
        <a:spcBef>
          <a:spcPct val="20000"/>
        </a:spcBef>
        <a:spcAft>
          <a:spcPct val="0"/>
        </a:spcAft>
        <a:buChar char="»"/>
        <a:defRPr sz="1050">
          <a:solidFill>
            <a:schemeClr val="tx1"/>
          </a:solidFill>
          <a:latin typeface="Calibri" panose="020F0502020204030204" pitchFamily="34" charset="0"/>
          <a:cs typeface="+mn-cs"/>
        </a:defRPr>
      </a:lvl5pPr>
      <a:lvl6pPr marL="1885950" indent="-171450" algn="l" rtl="0" eaLnBrk="1" fontAlgn="base" hangingPunct="1">
        <a:spcBef>
          <a:spcPct val="20000"/>
        </a:spcBef>
        <a:spcAft>
          <a:spcPct val="0"/>
        </a:spcAft>
        <a:buChar char="»"/>
        <a:defRPr>
          <a:solidFill>
            <a:schemeClr val="tx1"/>
          </a:solidFill>
          <a:latin typeface="+mn-lt"/>
          <a:cs typeface="+mn-cs"/>
        </a:defRPr>
      </a:lvl6pPr>
      <a:lvl7pPr marL="2228850" indent="-171450" algn="l" rtl="0" eaLnBrk="1" fontAlgn="base" hangingPunct="1">
        <a:spcBef>
          <a:spcPct val="20000"/>
        </a:spcBef>
        <a:spcAft>
          <a:spcPct val="0"/>
        </a:spcAft>
        <a:buChar char="»"/>
        <a:defRPr>
          <a:solidFill>
            <a:schemeClr val="tx1"/>
          </a:solidFill>
          <a:latin typeface="+mn-lt"/>
          <a:cs typeface="+mn-cs"/>
        </a:defRPr>
      </a:lvl7pPr>
      <a:lvl8pPr marL="2571750" indent="-171450" algn="l" rtl="0" eaLnBrk="1" fontAlgn="base" hangingPunct="1">
        <a:spcBef>
          <a:spcPct val="20000"/>
        </a:spcBef>
        <a:spcAft>
          <a:spcPct val="0"/>
        </a:spcAft>
        <a:buChar char="»"/>
        <a:defRPr>
          <a:solidFill>
            <a:schemeClr val="tx1"/>
          </a:solidFill>
          <a:latin typeface="+mn-lt"/>
          <a:cs typeface="+mn-cs"/>
        </a:defRPr>
      </a:lvl8pPr>
      <a:lvl9pPr marL="2914650" indent="-171450" algn="l" rtl="0" eaLnBrk="1" fontAlgn="base" hangingPunct="1">
        <a:spcBef>
          <a:spcPct val="20000"/>
        </a:spcBef>
        <a:spcAft>
          <a:spcPct val="0"/>
        </a:spcAft>
        <a:buChar char="»"/>
        <a:defRPr>
          <a:solidFill>
            <a:schemeClr val="tx1"/>
          </a:solidFill>
          <a:latin typeface="+mn-lt"/>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custDataLst>
              <p:tags r:id="rId11"/>
            </p:custDataLst>
          </p:nvPr>
        </p:nvGraphicFramePr>
        <p:xfrm>
          <a:off x="2119" y="1591"/>
          <a:ext cx="2116" cy="1587"/>
        </p:xfrm>
        <a:graphic>
          <a:graphicData uri="http://schemas.openxmlformats.org/presentationml/2006/ole">
            <mc:AlternateContent xmlns:mc="http://schemas.openxmlformats.org/markup-compatibility/2006">
              <mc:Choice xmlns:v="urn:schemas-microsoft-com:vml" Requires="v">
                <p:oleObj name="think-cell Slide" r:id="rId12" imgW="430" imgH="433" progId="TCLayout.ActiveDocument.1">
                  <p:embed/>
                </p:oleObj>
              </mc:Choice>
              <mc:Fallback>
                <p:oleObj name="think-cell Slide" r:id="rId12" imgW="430" imgH="433" progId="TCLayout.ActiveDocument.1">
                  <p:embed/>
                  <p:pic>
                    <p:nvPicPr>
                      <p:cNvPr id="2" name="Object 1" hidden="1"/>
                      <p:cNvPicPr/>
                      <p:nvPr/>
                    </p:nvPicPr>
                    <p:blipFill>
                      <a:blip r:embed="rId13"/>
                      <a:stretch>
                        <a:fillRect/>
                      </a:stretch>
                    </p:blipFill>
                    <p:spPr>
                      <a:xfrm>
                        <a:off x="2119" y="1591"/>
                        <a:ext cx="2116" cy="1587"/>
                      </a:xfrm>
                      <a:prstGeom prst="rect">
                        <a:avLst/>
                      </a:prstGeom>
                    </p:spPr>
                  </p:pic>
                </p:oleObj>
              </mc:Fallback>
            </mc:AlternateContent>
          </a:graphicData>
        </a:graphic>
      </p:graphicFrame>
      <p:sp>
        <p:nvSpPr>
          <p:cNvPr id="11269" name="Rectangle 5"/>
          <p:cNvSpPr>
            <a:spLocks noGrp="1" noChangeArrowheads="1"/>
          </p:cNvSpPr>
          <p:nvPr>
            <p:ph type="sldNum" sz="quarter" idx="4"/>
          </p:nvPr>
        </p:nvSpPr>
        <p:spPr bwMode="auto">
          <a:xfrm>
            <a:off x="11664620" y="6400800"/>
            <a:ext cx="527381"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36000" tIns="36000" rIns="36000" bIns="36000" numCol="1" anchor="b" anchorCtr="0" compatLnSpc="1">
            <a:prstTxWarp prst="textNoShape">
              <a:avLst/>
            </a:prstTxWarp>
          </a:bodyPr>
          <a:lstStyle>
            <a:lvl1pPr algn="r">
              <a:defRPr sz="750">
                <a:solidFill>
                  <a:schemeClr val="bg2"/>
                </a:solidFill>
                <a:latin typeface="Calibri" panose="020F0502020204030204" pitchFamily="34" charset="0"/>
                <a:cs typeface="+mn-cs"/>
              </a:defRPr>
            </a:lvl1pPr>
          </a:lstStyle>
          <a:p>
            <a:fld id="{B3CE4FC1-9BFD-4D71-B62C-EB069A42157A}" type="slidenum">
              <a:rPr lang="en-US" smtClean="0">
                <a:solidFill>
                  <a:srgbClr val="000000"/>
                </a:solidFill>
              </a:rPr>
              <a:pPr/>
              <a:t>‹#›</a:t>
            </a:fld>
            <a:endParaRPr lang="en-US">
              <a:solidFill>
                <a:srgbClr val="000000"/>
              </a:solidFill>
            </a:endParaRPr>
          </a:p>
        </p:txBody>
      </p:sp>
      <p:pic>
        <p:nvPicPr>
          <p:cNvPr id="2052" name="Picture 4"/>
          <p:cNvPicPr>
            <a:picLocks noChangeAspect="1" noChangeArrowheads="1"/>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9840416" y="6597352"/>
            <a:ext cx="1698136" cy="216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1" name="Rectangle 4"/>
          <p:cNvSpPr>
            <a:spLocks noGrp="1" noChangeArrowheads="1"/>
          </p:cNvSpPr>
          <p:nvPr>
            <p:ph type="ftr" sz="quarter" idx="3"/>
          </p:nvPr>
        </p:nvSpPr>
        <p:spPr>
          <a:xfrm>
            <a:off x="239184" y="6400800"/>
            <a:ext cx="9409211" cy="457200"/>
          </a:xfrm>
          <a:prstGeom prst="rect">
            <a:avLst/>
          </a:prstGeom>
          <a:ln/>
        </p:spPr>
        <p:txBody>
          <a:bodyPr lIns="36000" tIns="36000" rIns="36000" bIns="36000" anchor="b"/>
          <a:lstStyle>
            <a:lvl1pPr>
              <a:defRPr sz="750">
                <a:solidFill>
                  <a:schemeClr val="bg2"/>
                </a:solidFill>
              </a:defRPr>
            </a:lvl1pPr>
          </a:lstStyle>
          <a:p>
            <a:endParaRPr lang="en-US">
              <a:solidFill>
                <a:srgbClr val="000000"/>
              </a:solidFill>
            </a:endParaRPr>
          </a:p>
        </p:txBody>
      </p:sp>
      <p:grpSp>
        <p:nvGrpSpPr>
          <p:cNvPr id="14" name="Group 13"/>
          <p:cNvGrpSpPr/>
          <p:nvPr/>
        </p:nvGrpSpPr>
        <p:grpSpPr>
          <a:xfrm>
            <a:off x="0" y="0"/>
            <a:ext cx="12192000" cy="692150"/>
            <a:chOff x="0" y="0"/>
            <a:chExt cx="9144000" cy="692150"/>
          </a:xfrm>
        </p:grpSpPr>
        <p:grpSp>
          <p:nvGrpSpPr>
            <p:cNvPr id="15" name="Group 14"/>
            <p:cNvGrpSpPr/>
            <p:nvPr/>
          </p:nvGrpSpPr>
          <p:grpSpPr>
            <a:xfrm>
              <a:off x="0" y="0"/>
              <a:ext cx="9144000" cy="692150"/>
              <a:chOff x="0" y="0"/>
              <a:chExt cx="9144000" cy="692150"/>
            </a:xfrm>
          </p:grpSpPr>
          <p:pic>
            <p:nvPicPr>
              <p:cNvPr id="17" name="Picture 3"/>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0" y="0"/>
                <a:ext cx="9144000" cy="6921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8" name="Picture 3"/>
              <p:cNvPicPr>
                <a:picLocks noChangeAspect="1" noChangeArrowheads="1"/>
              </p:cNvPicPr>
              <p:nvPr/>
            </p:nvPicPr>
            <p:blipFill rotWithShape="1">
              <a:blip r:embed="rId15">
                <a:extLst>
                  <a:ext uri="{28A0092B-C50C-407E-A947-70E740481C1C}">
                    <a14:useLocalDpi xmlns:a14="http://schemas.microsoft.com/office/drawing/2010/main" val="0"/>
                  </a:ext>
                </a:extLst>
              </a:blip>
              <a:srcRect r="97157"/>
              <a:stretch/>
            </p:blipFill>
            <p:spPr bwMode="auto">
              <a:xfrm>
                <a:off x="0" y="0"/>
                <a:ext cx="2411760" cy="6921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9" name="Picture 3"/>
              <p:cNvPicPr>
                <a:picLocks noChangeAspect="1" noChangeArrowheads="1"/>
              </p:cNvPicPr>
              <p:nvPr/>
            </p:nvPicPr>
            <p:blipFill rotWithShape="1">
              <a:blip r:embed="rId15">
                <a:extLst>
                  <a:ext uri="{28A0092B-C50C-407E-A947-70E740481C1C}">
                    <a14:useLocalDpi xmlns:a14="http://schemas.microsoft.com/office/drawing/2010/main" val="0"/>
                  </a:ext>
                </a:extLst>
              </a:blip>
              <a:srcRect r="99746"/>
              <a:stretch/>
            </p:blipFill>
            <p:spPr bwMode="auto">
              <a:xfrm>
                <a:off x="8928847" y="0"/>
                <a:ext cx="215153" cy="6921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 name="Picture 3"/>
              <p:cNvPicPr>
                <a:picLocks noChangeAspect="1" noChangeArrowheads="1"/>
              </p:cNvPicPr>
              <p:nvPr/>
            </p:nvPicPr>
            <p:blipFill rotWithShape="1">
              <a:blip r:embed="rId15">
                <a:extLst>
                  <a:ext uri="{28A0092B-C50C-407E-A947-70E740481C1C}">
                    <a14:useLocalDpi xmlns:a14="http://schemas.microsoft.com/office/drawing/2010/main" val="0"/>
                  </a:ext>
                </a:extLst>
              </a:blip>
              <a:srcRect t="12683" r="99340" b="31624"/>
              <a:stretch/>
            </p:blipFill>
            <p:spPr bwMode="auto">
              <a:xfrm>
                <a:off x="8676456" y="153334"/>
                <a:ext cx="462064" cy="38548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pic>
          <p:nvPicPr>
            <p:cNvPr id="16" name="Picture 3"/>
            <p:cNvPicPr>
              <a:picLocks noChangeAspect="1" noChangeArrowheads="1"/>
            </p:cNvPicPr>
            <p:nvPr/>
          </p:nvPicPr>
          <p:blipFill rotWithShape="1">
            <a:blip r:embed="rId16">
              <a:extLst>
                <a:ext uri="{28A0092B-C50C-407E-A947-70E740481C1C}">
                  <a14:useLocalDpi xmlns:a14="http://schemas.microsoft.com/office/drawing/2010/main" val="0"/>
                </a:ext>
              </a:extLst>
            </a:blip>
            <a:srcRect t="13116" r="76604" b="25471"/>
            <a:stretch/>
          </p:blipFill>
          <p:spPr bwMode="auto">
            <a:xfrm>
              <a:off x="8703539" y="116635"/>
              <a:ext cx="396000" cy="44740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pic>
        <p:nvPicPr>
          <p:cNvPr id="13" name="Picture 12"/>
          <p:cNvPicPr>
            <a:picLocks noChangeAspect="1"/>
          </p:cNvPicPr>
          <p:nvPr/>
        </p:nvPicPr>
        <p:blipFill rotWithShape="1">
          <a:blip r:embed="rId17">
            <a:extLst>
              <a:ext uri="{28A0092B-C50C-407E-A947-70E740481C1C}">
                <a14:useLocalDpi xmlns:a14="http://schemas.microsoft.com/office/drawing/2010/main" val="0"/>
              </a:ext>
            </a:extLst>
          </a:blip>
          <a:srcRect l="37353" t="8741" r="101" b="27"/>
          <a:stretch/>
        </p:blipFill>
        <p:spPr bwMode="ltGray">
          <a:xfrm rot="16200000" flipH="1">
            <a:off x="6006723" y="-5159178"/>
            <a:ext cx="369901" cy="12000657"/>
          </a:xfrm>
          <a:prstGeom prst="rect">
            <a:avLst/>
          </a:prstGeom>
        </p:spPr>
      </p:pic>
      <p:sp>
        <p:nvSpPr>
          <p:cNvPr id="4" name="TextBox 3">
            <a:extLst>
              <a:ext uri="{FF2B5EF4-FFF2-40B4-BE49-F238E27FC236}">
                <a16:creationId xmlns:a16="http://schemas.microsoft.com/office/drawing/2014/main" id="{A560F66A-E67D-15A6-253F-8F575C1B9F9C}"/>
              </a:ext>
            </a:extLst>
          </p:cNvPr>
          <p:cNvSpPr txBox="1"/>
          <p:nvPr userDrawn="1">
            <p:extLst>
              <p:ext uri="{1162E1C5-73C7-4A58-AE30-91384D911F3F}">
                <p184:classification xmlns:p184="http://schemas.microsoft.com/office/powerpoint/2018/4/main" val="hdr"/>
              </p:ext>
            </p:extLst>
          </p:nvPr>
        </p:nvSpPr>
        <p:spPr>
          <a:xfrm>
            <a:off x="63500" y="63500"/>
            <a:ext cx="2051050" cy="182880"/>
          </a:xfrm>
          <a:prstGeom prst="rect">
            <a:avLst/>
          </a:prstGeom>
        </p:spPr>
        <p:txBody>
          <a:bodyPr horzOverflow="overflow" lIns="0" tIns="0" rIns="0" bIns="0">
            <a:spAutoFit/>
          </a:bodyPr>
          <a:lstStyle/>
          <a:p>
            <a:pPr algn="l"/>
            <a:r>
              <a:rPr lang="en-US" sz="1200">
                <a:solidFill>
                  <a:srgbClr val="FF0000"/>
                </a:solidFill>
                <a:latin typeface="Calibri" panose="020F0502020204030204" pitchFamily="34" charset="0"/>
                <a:cs typeface="Calibri" panose="020F0502020204030204" pitchFamily="34" charset="0"/>
              </a:rPr>
              <a:t>Classification: RAKBANK-Internal</a:t>
            </a:r>
          </a:p>
        </p:txBody>
      </p:sp>
      <p:sp>
        <p:nvSpPr>
          <p:cNvPr id="5" name="TextBox 4">
            <a:extLst>
              <a:ext uri="{FF2B5EF4-FFF2-40B4-BE49-F238E27FC236}">
                <a16:creationId xmlns:a16="http://schemas.microsoft.com/office/drawing/2014/main" id="{82550E27-1A9C-B046-50E1-1E1D371C4FB7}"/>
              </a:ext>
            </a:extLst>
          </p:cNvPr>
          <p:cNvSpPr txBox="1"/>
          <p:nvPr userDrawn="1">
            <p:extLst>
              <p:ext uri="{1162E1C5-73C7-4A58-AE30-91384D911F3F}">
                <p184:classification xmlns:p184="http://schemas.microsoft.com/office/powerpoint/2018/4/main" val="ftr"/>
              </p:ext>
            </p:extLst>
          </p:nvPr>
        </p:nvSpPr>
        <p:spPr>
          <a:xfrm>
            <a:off x="63500" y="6672580"/>
            <a:ext cx="1370013" cy="121920"/>
          </a:xfrm>
          <a:prstGeom prst="rect">
            <a:avLst/>
          </a:prstGeom>
        </p:spPr>
        <p:txBody>
          <a:bodyPr horzOverflow="overflow" lIns="0" tIns="0" rIns="0" bIns="0">
            <a:spAutoFit/>
          </a:bodyPr>
          <a:lstStyle/>
          <a:p>
            <a:pPr algn="l"/>
            <a:r>
              <a:rPr lang="en-US" sz="800">
                <a:solidFill>
                  <a:srgbClr val="FF0000"/>
                </a:solidFill>
                <a:latin typeface="Calibri" panose="020F0502020204030204" pitchFamily="34" charset="0"/>
                <a:cs typeface="Calibri" panose="020F0502020204030204" pitchFamily="34" charset="0"/>
              </a:rPr>
              <a:t>Classification: RAKBANK-Internal</a:t>
            </a:r>
          </a:p>
        </p:txBody>
      </p:sp>
    </p:spTree>
    <p:extLst>
      <p:ext uri="{BB962C8B-B14F-4D97-AF65-F5344CB8AC3E}">
        <p14:creationId xmlns:p14="http://schemas.microsoft.com/office/powerpoint/2010/main" val="3822759192"/>
      </p:ext>
    </p:extLst>
  </p:cSld>
  <p:clrMap bg1="lt1" tx1="dk1" bg2="lt2" tx2="dk2" accent1="accent1" accent2="accent2" accent3="accent3" accent4="accent4" accent5="accent5" accent6="accent6" hlink="hlink" folHlink="folHlink"/>
  <p:sldLayoutIdLst>
    <p:sldLayoutId id="2147484283" r:id="rId1"/>
    <p:sldLayoutId id="2147484284" r:id="rId2"/>
    <p:sldLayoutId id="2147484285" r:id="rId3"/>
    <p:sldLayoutId id="2147484286" r:id="rId4"/>
    <p:sldLayoutId id="2147484287" r:id="rId5"/>
    <p:sldLayoutId id="2147484288" r:id="rId6"/>
    <p:sldLayoutId id="2147484289" r:id="rId7"/>
    <p:sldLayoutId id="2147484290" r:id="rId8"/>
    <p:sldLayoutId id="2147484292" r:id="rId9"/>
  </p:sldLayoutIdLst>
  <p:hf hdr="0" ftr="0" dt="0"/>
  <p:txStyles>
    <p:titleStyle>
      <a:lvl1pPr algn="l" rtl="0" eaLnBrk="1" fontAlgn="base" hangingPunct="1">
        <a:spcBef>
          <a:spcPct val="0"/>
        </a:spcBef>
        <a:spcAft>
          <a:spcPct val="0"/>
        </a:spcAft>
        <a:defRPr sz="1200" b="0">
          <a:solidFill>
            <a:schemeClr val="bg1"/>
          </a:solidFill>
          <a:latin typeface="+mj-lt"/>
          <a:ea typeface="+mj-ea"/>
          <a:cs typeface="+mj-cs"/>
        </a:defRPr>
      </a:lvl1pPr>
      <a:lvl2pPr algn="ctr" rtl="0" eaLnBrk="1" fontAlgn="base" hangingPunct="1">
        <a:spcBef>
          <a:spcPct val="0"/>
        </a:spcBef>
        <a:spcAft>
          <a:spcPct val="0"/>
        </a:spcAft>
        <a:defRPr sz="2400" b="1">
          <a:solidFill>
            <a:schemeClr val="bg1"/>
          </a:solidFill>
          <a:latin typeface="Verdana" pitchFamily="34" charset="0"/>
          <a:cs typeface="Times New Roman" pitchFamily="18" charset="0"/>
        </a:defRPr>
      </a:lvl2pPr>
      <a:lvl3pPr algn="ctr" rtl="0" eaLnBrk="1" fontAlgn="base" hangingPunct="1">
        <a:spcBef>
          <a:spcPct val="0"/>
        </a:spcBef>
        <a:spcAft>
          <a:spcPct val="0"/>
        </a:spcAft>
        <a:defRPr sz="2400" b="1">
          <a:solidFill>
            <a:schemeClr val="bg1"/>
          </a:solidFill>
          <a:latin typeface="Verdana" pitchFamily="34" charset="0"/>
          <a:cs typeface="Times New Roman" pitchFamily="18" charset="0"/>
        </a:defRPr>
      </a:lvl3pPr>
      <a:lvl4pPr algn="ctr" rtl="0" eaLnBrk="1" fontAlgn="base" hangingPunct="1">
        <a:spcBef>
          <a:spcPct val="0"/>
        </a:spcBef>
        <a:spcAft>
          <a:spcPct val="0"/>
        </a:spcAft>
        <a:defRPr sz="2400" b="1">
          <a:solidFill>
            <a:schemeClr val="bg1"/>
          </a:solidFill>
          <a:latin typeface="Verdana" pitchFamily="34" charset="0"/>
          <a:cs typeface="Times New Roman" pitchFamily="18" charset="0"/>
        </a:defRPr>
      </a:lvl4pPr>
      <a:lvl5pPr algn="ctr" rtl="0" eaLnBrk="1" fontAlgn="base" hangingPunct="1">
        <a:spcBef>
          <a:spcPct val="0"/>
        </a:spcBef>
        <a:spcAft>
          <a:spcPct val="0"/>
        </a:spcAft>
        <a:defRPr sz="2400" b="1">
          <a:solidFill>
            <a:schemeClr val="bg1"/>
          </a:solidFill>
          <a:latin typeface="Verdana" pitchFamily="34" charset="0"/>
          <a:cs typeface="Times New Roman" pitchFamily="18" charset="0"/>
        </a:defRPr>
      </a:lvl5pPr>
      <a:lvl6pPr marL="342900" algn="ctr" rtl="0" eaLnBrk="1" fontAlgn="base" hangingPunct="1">
        <a:spcBef>
          <a:spcPct val="0"/>
        </a:spcBef>
        <a:spcAft>
          <a:spcPct val="0"/>
        </a:spcAft>
        <a:defRPr sz="2400" b="1">
          <a:solidFill>
            <a:schemeClr val="bg1"/>
          </a:solidFill>
          <a:latin typeface="Verdana" pitchFamily="34" charset="0"/>
          <a:cs typeface="Times New Roman" pitchFamily="18" charset="0"/>
        </a:defRPr>
      </a:lvl6pPr>
      <a:lvl7pPr marL="685800" algn="ctr" rtl="0" eaLnBrk="1" fontAlgn="base" hangingPunct="1">
        <a:spcBef>
          <a:spcPct val="0"/>
        </a:spcBef>
        <a:spcAft>
          <a:spcPct val="0"/>
        </a:spcAft>
        <a:defRPr sz="2400" b="1">
          <a:solidFill>
            <a:schemeClr val="bg1"/>
          </a:solidFill>
          <a:latin typeface="Verdana" pitchFamily="34" charset="0"/>
          <a:cs typeface="Times New Roman" pitchFamily="18" charset="0"/>
        </a:defRPr>
      </a:lvl7pPr>
      <a:lvl8pPr marL="1028700" algn="ctr" rtl="0" eaLnBrk="1" fontAlgn="base" hangingPunct="1">
        <a:spcBef>
          <a:spcPct val="0"/>
        </a:spcBef>
        <a:spcAft>
          <a:spcPct val="0"/>
        </a:spcAft>
        <a:defRPr sz="2400" b="1">
          <a:solidFill>
            <a:schemeClr val="bg1"/>
          </a:solidFill>
          <a:latin typeface="Verdana" pitchFamily="34" charset="0"/>
          <a:cs typeface="Times New Roman" pitchFamily="18" charset="0"/>
        </a:defRPr>
      </a:lvl8pPr>
      <a:lvl9pPr marL="1371600" algn="ctr" rtl="0" eaLnBrk="1" fontAlgn="base" hangingPunct="1">
        <a:spcBef>
          <a:spcPct val="0"/>
        </a:spcBef>
        <a:spcAft>
          <a:spcPct val="0"/>
        </a:spcAft>
        <a:defRPr sz="2400" b="1">
          <a:solidFill>
            <a:schemeClr val="bg1"/>
          </a:solidFill>
          <a:latin typeface="Verdana" pitchFamily="34" charset="0"/>
          <a:cs typeface="Times New Roman" pitchFamily="18" charset="0"/>
        </a:defRPr>
      </a:lvl9pPr>
    </p:titleStyle>
    <p:bodyStyle>
      <a:lvl1pPr marL="257175" indent="-257175" algn="l" rtl="0" eaLnBrk="1" fontAlgn="base" hangingPunct="1">
        <a:spcBef>
          <a:spcPct val="20000"/>
        </a:spcBef>
        <a:spcAft>
          <a:spcPct val="0"/>
        </a:spcAft>
        <a:buChar char="•"/>
        <a:defRPr sz="1350">
          <a:solidFill>
            <a:schemeClr val="tx1"/>
          </a:solidFill>
          <a:latin typeface="Calibri" panose="020F0502020204030204" pitchFamily="34" charset="0"/>
          <a:ea typeface="+mn-ea"/>
          <a:cs typeface="+mn-cs"/>
        </a:defRPr>
      </a:lvl1pPr>
      <a:lvl2pPr marL="557213" indent="-214313" algn="l" rtl="0" eaLnBrk="1" fontAlgn="base" hangingPunct="1">
        <a:spcBef>
          <a:spcPct val="20000"/>
        </a:spcBef>
        <a:spcAft>
          <a:spcPct val="0"/>
        </a:spcAft>
        <a:buChar char="–"/>
        <a:defRPr sz="1200">
          <a:solidFill>
            <a:schemeClr val="tx1"/>
          </a:solidFill>
          <a:latin typeface="Calibri" panose="020F0502020204030204" pitchFamily="34" charset="0"/>
          <a:cs typeface="+mn-cs"/>
        </a:defRPr>
      </a:lvl2pPr>
      <a:lvl3pPr marL="857250" indent="-171450" algn="l" rtl="0" eaLnBrk="1" fontAlgn="base" hangingPunct="1">
        <a:spcBef>
          <a:spcPct val="20000"/>
        </a:spcBef>
        <a:spcAft>
          <a:spcPct val="0"/>
        </a:spcAft>
        <a:buChar char="•"/>
        <a:defRPr sz="1050">
          <a:solidFill>
            <a:schemeClr val="tx1"/>
          </a:solidFill>
          <a:latin typeface="Calibri" panose="020F0502020204030204" pitchFamily="34" charset="0"/>
          <a:cs typeface="+mn-cs"/>
        </a:defRPr>
      </a:lvl3pPr>
      <a:lvl4pPr marL="1200150" indent="-171450" algn="l" rtl="0" eaLnBrk="1" fontAlgn="base" hangingPunct="1">
        <a:spcBef>
          <a:spcPct val="20000"/>
        </a:spcBef>
        <a:spcAft>
          <a:spcPct val="0"/>
        </a:spcAft>
        <a:buChar char="–"/>
        <a:defRPr sz="1050">
          <a:solidFill>
            <a:schemeClr val="tx1"/>
          </a:solidFill>
          <a:latin typeface="Calibri" panose="020F0502020204030204" pitchFamily="34" charset="0"/>
          <a:cs typeface="+mn-cs"/>
        </a:defRPr>
      </a:lvl4pPr>
      <a:lvl5pPr marL="1543050" indent="-171450" algn="l" rtl="0" eaLnBrk="1" fontAlgn="base" hangingPunct="1">
        <a:spcBef>
          <a:spcPct val="20000"/>
        </a:spcBef>
        <a:spcAft>
          <a:spcPct val="0"/>
        </a:spcAft>
        <a:buChar char="»"/>
        <a:defRPr sz="1050">
          <a:solidFill>
            <a:schemeClr val="tx1"/>
          </a:solidFill>
          <a:latin typeface="Calibri" panose="020F0502020204030204" pitchFamily="34" charset="0"/>
          <a:cs typeface="+mn-cs"/>
        </a:defRPr>
      </a:lvl5pPr>
      <a:lvl6pPr marL="1885950" indent="-171450" algn="l" rtl="0" eaLnBrk="1" fontAlgn="base" hangingPunct="1">
        <a:spcBef>
          <a:spcPct val="20000"/>
        </a:spcBef>
        <a:spcAft>
          <a:spcPct val="0"/>
        </a:spcAft>
        <a:buChar char="»"/>
        <a:defRPr>
          <a:solidFill>
            <a:schemeClr val="tx1"/>
          </a:solidFill>
          <a:latin typeface="+mn-lt"/>
          <a:cs typeface="+mn-cs"/>
        </a:defRPr>
      </a:lvl6pPr>
      <a:lvl7pPr marL="2228850" indent="-171450" algn="l" rtl="0" eaLnBrk="1" fontAlgn="base" hangingPunct="1">
        <a:spcBef>
          <a:spcPct val="20000"/>
        </a:spcBef>
        <a:spcAft>
          <a:spcPct val="0"/>
        </a:spcAft>
        <a:buChar char="»"/>
        <a:defRPr>
          <a:solidFill>
            <a:schemeClr val="tx1"/>
          </a:solidFill>
          <a:latin typeface="+mn-lt"/>
          <a:cs typeface="+mn-cs"/>
        </a:defRPr>
      </a:lvl7pPr>
      <a:lvl8pPr marL="2571750" indent="-171450" algn="l" rtl="0" eaLnBrk="1" fontAlgn="base" hangingPunct="1">
        <a:spcBef>
          <a:spcPct val="20000"/>
        </a:spcBef>
        <a:spcAft>
          <a:spcPct val="0"/>
        </a:spcAft>
        <a:buChar char="»"/>
        <a:defRPr>
          <a:solidFill>
            <a:schemeClr val="tx1"/>
          </a:solidFill>
          <a:latin typeface="+mn-lt"/>
          <a:cs typeface="+mn-cs"/>
        </a:defRPr>
      </a:lvl8pPr>
      <a:lvl9pPr marL="2914650" indent="-171450" algn="l" rtl="0" eaLnBrk="1" fontAlgn="base" hangingPunct="1">
        <a:spcBef>
          <a:spcPct val="20000"/>
        </a:spcBef>
        <a:spcAft>
          <a:spcPct val="0"/>
        </a:spcAft>
        <a:buChar char="»"/>
        <a:defRPr>
          <a:solidFill>
            <a:schemeClr val="tx1"/>
          </a:solidFill>
          <a:latin typeface="+mn-lt"/>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2.xml"/></Relationships>
</file>

<file path=ppt/slides/_rels/slide1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8.xml"/><Relationship Id="rId1" Type="http://schemas.openxmlformats.org/officeDocument/2006/relationships/slideLayout" Target="../slideLayouts/slideLayout3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1.xml"/></Relationships>
</file>

<file path=ppt/slides/_rels/slide1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3.xml"/><Relationship Id="rId1" Type="http://schemas.openxmlformats.org/officeDocument/2006/relationships/slideLayout" Target="../slideLayouts/slideLayout34.xml"/></Relationships>
</file>

<file path=ppt/slides/_rels/slide1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4.xml"/><Relationship Id="rId1" Type="http://schemas.openxmlformats.org/officeDocument/2006/relationships/slideLayout" Target="../slideLayouts/slideLayout34.xml"/></Relationships>
</file>

<file path=ppt/slides/_rels/slide1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2">
            <a:extLst>
              <a:ext uri="{FF2B5EF4-FFF2-40B4-BE49-F238E27FC236}">
                <a16:creationId xmlns:a16="http://schemas.microsoft.com/office/drawing/2014/main" id="{F3BA103A-D5EF-DCDA-4D4C-7D779C199D63}"/>
              </a:ext>
            </a:extLst>
          </p:cNvPr>
          <p:cNvSpPr txBox="1"/>
          <p:nvPr/>
        </p:nvSpPr>
        <p:spPr>
          <a:xfrm>
            <a:off x="457201" y="2499641"/>
            <a:ext cx="7461403" cy="956032"/>
          </a:xfrm>
          <a:prstGeom prst="rect">
            <a:avLst/>
          </a:prstGeom>
        </p:spPr>
        <p:txBody>
          <a:bodyPr vert="horz" wrap="square" lIns="0" tIns="12066" rIns="0" bIns="0" rtlCol="0">
            <a:spAutoFit/>
          </a:bodyPr>
          <a:lstStyle/>
          <a:p>
            <a:pPr marL="12701">
              <a:spcBef>
                <a:spcPts val="94"/>
              </a:spcBef>
            </a:pPr>
            <a:r>
              <a:rPr lang="en-US" sz="2000" b="1">
                <a:solidFill>
                  <a:srgbClr val="2C2925"/>
                </a:solidFill>
                <a:latin typeface="Verdana" panose="020B0604030504040204" pitchFamily="34" charset="0"/>
                <a:ea typeface="Verdana" panose="020B0604030504040204" pitchFamily="34" charset="0"/>
                <a:cs typeface="Arial"/>
              </a:rPr>
              <a:t>Group Chief Audit Officer Update</a:t>
            </a:r>
          </a:p>
          <a:p>
            <a:pPr marL="12701">
              <a:spcBef>
                <a:spcPts val="94"/>
              </a:spcBef>
            </a:pPr>
            <a:endParaRPr sz="2000">
              <a:latin typeface="Verdana" panose="020B0604030504040204" pitchFamily="34" charset="0"/>
              <a:ea typeface="Verdana" panose="020B0604030504040204" pitchFamily="34" charset="0"/>
              <a:cs typeface="Arial"/>
            </a:endParaRPr>
          </a:p>
          <a:p>
            <a:pPr marL="12701">
              <a:spcBef>
                <a:spcPts val="5"/>
              </a:spcBef>
            </a:pPr>
            <a:r>
              <a:rPr sz="2000" b="1">
                <a:solidFill>
                  <a:srgbClr val="2C2925"/>
                </a:solidFill>
                <a:latin typeface="Verdana" panose="020B0604030504040204" pitchFamily="34" charset="0"/>
                <a:ea typeface="Verdana" panose="020B0604030504040204" pitchFamily="34" charset="0"/>
                <a:cs typeface="Arial"/>
              </a:rPr>
              <a:t>Board</a:t>
            </a:r>
            <a:r>
              <a:rPr sz="2000" b="1" spc="-75">
                <a:solidFill>
                  <a:srgbClr val="2C2925"/>
                </a:solidFill>
                <a:latin typeface="Verdana" panose="020B0604030504040204" pitchFamily="34" charset="0"/>
                <a:ea typeface="Verdana" panose="020B0604030504040204" pitchFamily="34" charset="0"/>
                <a:cs typeface="Arial"/>
              </a:rPr>
              <a:t> </a:t>
            </a:r>
            <a:r>
              <a:rPr sz="2000" b="1">
                <a:solidFill>
                  <a:srgbClr val="2C2925"/>
                </a:solidFill>
                <a:latin typeface="Verdana" panose="020B0604030504040204" pitchFamily="34" charset="0"/>
                <a:ea typeface="Verdana" panose="020B0604030504040204" pitchFamily="34" charset="0"/>
                <a:cs typeface="Arial"/>
              </a:rPr>
              <a:t>Audit</a:t>
            </a:r>
            <a:r>
              <a:rPr sz="2000" b="1" spc="-36">
                <a:solidFill>
                  <a:srgbClr val="2C2925"/>
                </a:solidFill>
                <a:latin typeface="Verdana" panose="020B0604030504040204" pitchFamily="34" charset="0"/>
                <a:ea typeface="Verdana" panose="020B0604030504040204" pitchFamily="34" charset="0"/>
                <a:cs typeface="Arial"/>
              </a:rPr>
              <a:t> </a:t>
            </a:r>
            <a:r>
              <a:rPr sz="2000" b="1" spc="-11">
                <a:solidFill>
                  <a:srgbClr val="2C2925"/>
                </a:solidFill>
                <a:latin typeface="Verdana" panose="020B0604030504040204" pitchFamily="34" charset="0"/>
                <a:ea typeface="Verdana" panose="020B0604030504040204" pitchFamily="34" charset="0"/>
                <a:cs typeface="Arial"/>
              </a:rPr>
              <a:t>Committee</a:t>
            </a:r>
            <a:endParaRPr sz="2000">
              <a:latin typeface="Verdana" panose="020B0604030504040204" pitchFamily="34" charset="0"/>
              <a:ea typeface="Verdana" panose="020B0604030504040204" pitchFamily="34" charset="0"/>
              <a:cs typeface="Arial"/>
            </a:endParaRPr>
          </a:p>
        </p:txBody>
      </p:sp>
      <p:sp>
        <p:nvSpPr>
          <p:cNvPr id="4" name="object 3">
            <a:extLst>
              <a:ext uri="{FF2B5EF4-FFF2-40B4-BE49-F238E27FC236}">
                <a16:creationId xmlns:a16="http://schemas.microsoft.com/office/drawing/2014/main" id="{A3619D27-C803-DCF2-CBCF-E6E8763D3B56}"/>
              </a:ext>
            </a:extLst>
          </p:cNvPr>
          <p:cNvSpPr txBox="1"/>
          <p:nvPr/>
        </p:nvSpPr>
        <p:spPr>
          <a:xfrm>
            <a:off x="457201" y="3810001"/>
            <a:ext cx="2362199" cy="182101"/>
          </a:xfrm>
          <a:prstGeom prst="rect">
            <a:avLst/>
          </a:prstGeom>
        </p:spPr>
        <p:txBody>
          <a:bodyPr vert="horz" wrap="square" lIns="0" tIns="12700" rIns="0" bIns="0" rtlCol="0">
            <a:spAutoFit/>
          </a:bodyPr>
          <a:lstStyle/>
          <a:p>
            <a:pPr marL="38100">
              <a:spcBef>
                <a:spcPts val="100"/>
              </a:spcBef>
            </a:pPr>
            <a:r>
              <a:rPr sz="1100" b="1">
                <a:solidFill>
                  <a:srgbClr val="2C2925"/>
                </a:solidFill>
                <a:latin typeface="Verdana" panose="020B0604030504040204" pitchFamily="34" charset="0"/>
                <a:ea typeface="Verdana" panose="020B0604030504040204" pitchFamily="34" charset="0"/>
                <a:cs typeface="Arial"/>
              </a:rPr>
              <a:t>Date</a:t>
            </a:r>
            <a:r>
              <a:rPr lang="en-US" sz="1100" b="1">
                <a:solidFill>
                  <a:srgbClr val="2C2925"/>
                </a:solidFill>
                <a:latin typeface="Verdana" panose="020B0604030504040204" pitchFamily="34" charset="0"/>
                <a:ea typeface="Verdana" panose="020B0604030504040204" pitchFamily="34" charset="0"/>
                <a:cs typeface="Arial"/>
              </a:rPr>
              <a:t>: 20 April 2026</a:t>
            </a:r>
            <a:endParaRPr sz="1100">
              <a:latin typeface="Verdana" panose="020B0604030504040204" pitchFamily="34" charset="0"/>
              <a:ea typeface="Verdana" panose="020B0604030504040204" pitchFamily="34" charset="0"/>
              <a:cs typeface="Arial"/>
            </a:endParaRPr>
          </a:p>
        </p:txBody>
      </p:sp>
    </p:spTree>
    <p:extLst>
      <p:ext uri="{BB962C8B-B14F-4D97-AF65-F5344CB8AC3E}">
        <p14:creationId xmlns:p14="http://schemas.microsoft.com/office/powerpoint/2010/main" val="24912827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3"/>
          <p:cNvSpPr/>
          <p:nvPr/>
        </p:nvSpPr>
        <p:spPr>
          <a:xfrm>
            <a:off x="8921098" y="662330"/>
            <a:ext cx="9144000" cy="219456"/>
          </a:xfrm>
          <a:prstGeom prst="rect">
            <a:avLst/>
          </a:prstGeom>
          <a:noFill/>
          <a:ln/>
        </p:spPr>
        <p:txBody>
          <a:bodyPr wrap="square" lIns="0" tIns="0" rIns="0" bIns="0" rtlCol="0" anchor="ctr"/>
          <a:lstStyle/>
          <a:p>
            <a:pPr marL="0" indent="0">
              <a:buNone/>
            </a:pPr>
            <a:r>
              <a:rPr lang="en-US" sz="1000" i="1">
                <a:solidFill>
                  <a:srgbClr val="8A93A6"/>
                </a:solidFill>
                <a:latin typeface="Calibri" pitchFamily="34" charset="0"/>
                <a:ea typeface="Calibri" pitchFamily="34" charset="-122"/>
                <a:cs typeface="Calibri" pitchFamily="34" charset="-120"/>
              </a:rPr>
              <a:t>Executive Summary  ·  Board Audit Committee  ·  20 April 2026</a:t>
            </a:r>
            <a:endParaRPr lang="en-US" sz="1000"/>
          </a:p>
        </p:txBody>
      </p:sp>
      <p:sp>
        <p:nvSpPr>
          <p:cNvPr id="6" name="Shape 4"/>
          <p:cNvSpPr/>
          <p:nvPr/>
        </p:nvSpPr>
        <p:spPr>
          <a:xfrm>
            <a:off x="457200" y="1022311"/>
            <a:ext cx="11274552" cy="0"/>
          </a:xfrm>
          <a:prstGeom prst="line">
            <a:avLst/>
          </a:prstGeom>
          <a:noFill/>
          <a:ln w="12700">
            <a:solidFill>
              <a:srgbClr val="DDE1EA"/>
            </a:solidFill>
            <a:prstDash val="solid"/>
          </a:ln>
        </p:spPr>
        <p:txBody>
          <a:bodyPr/>
          <a:lstStyle/>
          <a:p>
            <a:endParaRPr lang="en-US"/>
          </a:p>
        </p:txBody>
      </p:sp>
      <p:sp>
        <p:nvSpPr>
          <p:cNvPr id="7" name="Shape 5"/>
          <p:cNvSpPr/>
          <p:nvPr/>
        </p:nvSpPr>
        <p:spPr>
          <a:xfrm>
            <a:off x="457200" y="1186903"/>
            <a:ext cx="41148" cy="1097280"/>
          </a:xfrm>
          <a:prstGeom prst="rect">
            <a:avLst/>
          </a:prstGeom>
          <a:solidFill>
            <a:srgbClr val="C0001A"/>
          </a:solidFill>
          <a:ln w="12700">
            <a:solidFill>
              <a:srgbClr val="C0001A"/>
            </a:solidFill>
            <a:prstDash val="solid"/>
          </a:ln>
        </p:spPr>
        <p:txBody>
          <a:bodyPr/>
          <a:lstStyle/>
          <a:p>
            <a:endParaRPr lang="en-US"/>
          </a:p>
        </p:txBody>
      </p:sp>
      <p:sp>
        <p:nvSpPr>
          <p:cNvPr id="8" name="Text 6"/>
          <p:cNvSpPr/>
          <p:nvPr/>
        </p:nvSpPr>
        <p:spPr>
          <a:xfrm>
            <a:off x="594360" y="1186903"/>
            <a:ext cx="502920" cy="402336"/>
          </a:xfrm>
          <a:prstGeom prst="rect">
            <a:avLst/>
          </a:prstGeom>
          <a:noFill/>
          <a:ln/>
        </p:spPr>
        <p:txBody>
          <a:bodyPr wrap="square" lIns="0" tIns="0" rIns="0" bIns="0" rtlCol="0" anchor="ctr"/>
          <a:lstStyle/>
          <a:p>
            <a:pPr marL="0" indent="0">
              <a:buNone/>
            </a:pPr>
            <a:r>
              <a:rPr lang="en-US" sz="2200" b="1">
                <a:solidFill>
                  <a:srgbClr val="C0001A"/>
                </a:solidFill>
                <a:latin typeface="Calibri" pitchFamily="34" charset="0"/>
                <a:ea typeface="Calibri" pitchFamily="34" charset="-122"/>
                <a:cs typeface="Calibri" pitchFamily="34" charset="-120"/>
              </a:rPr>
              <a:t>01</a:t>
            </a:r>
            <a:endParaRPr lang="en-US" sz="2200"/>
          </a:p>
        </p:txBody>
      </p:sp>
      <p:sp>
        <p:nvSpPr>
          <p:cNvPr id="9" name="Text 7"/>
          <p:cNvSpPr/>
          <p:nvPr/>
        </p:nvSpPr>
        <p:spPr>
          <a:xfrm>
            <a:off x="1170432" y="1186903"/>
            <a:ext cx="5257800" cy="347472"/>
          </a:xfrm>
          <a:prstGeom prst="rect">
            <a:avLst/>
          </a:prstGeom>
          <a:noFill/>
          <a:ln/>
        </p:spPr>
        <p:txBody>
          <a:bodyPr wrap="square" lIns="0" tIns="0" rIns="0" bIns="0" rtlCol="0" anchor="ctr"/>
          <a:lstStyle/>
          <a:p>
            <a:pPr marL="0" indent="0">
              <a:buNone/>
            </a:pPr>
            <a:r>
              <a:rPr lang="en-US" sz="1200" b="1">
                <a:solidFill>
                  <a:srgbClr val="1B2A4A"/>
                </a:solidFill>
                <a:latin typeface="Verdana" panose="020B0604030504040204" pitchFamily="34" charset="0"/>
                <a:ea typeface="Verdana" panose="020B0604030504040204" pitchFamily="34" charset="0"/>
                <a:cs typeface="Calibri" pitchFamily="34" charset="-120"/>
              </a:rPr>
              <a:t>Controlled Focus Testing (CFT) </a:t>
            </a:r>
            <a:r>
              <a:rPr lang="en-US" sz="1200" b="1" err="1">
                <a:solidFill>
                  <a:srgbClr val="1B2A4A"/>
                </a:solidFill>
                <a:latin typeface="Verdana" panose="020B0604030504040204" pitchFamily="34" charset="0"/>
                <a:ea typeface="Verdana" panose="020B0604030504040204" pitchFamily="34" charset="0"/>
                <a:cs typeface="Calibri" pitchFamily="34" charset="-120"/>
              </a:rPr>
              <a:t>Programme</a:t>
            </a:r>
            <a:endParaRPr lang="en-US" sz="1200">
              <a:latin typeface="Verdana" panose="020B0604030504040204" pitchFamily="34" charset="0"/>
              <a:ea typeface="Verdana" panose="020B0604030504040204" pitchFamily="34" charset="0"/>
            </a:endParaRPr>
          </a:p>
        </p:txBody>
      </p:sp>
      <p:sp>
        <p:nvSpPr>
          <p:cNvPr id="10" name="Shape 8"/>
          <p:cNvSpPr/>
          <p:nvPr/>
        </p:nvSpPr>
        <p:spPr>
          <a:xfrm>
            <a:off x="1170432" y="1570951"/>
            <a:ext cx="5120640" cy="0"/>
          </a:xfrm>
          <a:prstGeom prst="line">
            <a:avLst/>
          </a:prstGeom>
          <a:noFill/>
          <a:ln w="12700">
            <a:solidFill>
              <a:srgbClr val="DDE1EA"/>
            </a:solidFill>
            <a:prstDash val="solid"/>
          </a:ln>
        </p:spPr>
        <p:txBody>
          <a:bodyPr/>
          <a:lstStyle/>
          <a:p>
            <a:endParaRPr lang="en-US"/>
          </a:p>
        </p:txBody>
      </p:sp>
      <p:sp>
        <p:nvSpPr>
          <p:cNvPr id="11" name="Text 9"/>
          <p:cNvSpPr/>
          <p:nvPr/>
        </p:nvSpPr>
        <p:spPr>
          <a:xfrm>
            <a:off x="1170432" y="1625815"/>
            <a:ext cx="5257800" cy="658368"/>
          </a:xfrm>
          <a:prstGeom prst="rect">
            <a:avLst/>
          </a:prstGeom>
          <a:noFill/>
          <a:ln/>
        </p:spPr>
        <p:txBody>
          <a:bodyPr wrap="square" lIns="0" tIns="0" rIns="0" bIns="0" rtlCol="0" anchor="t"/>
          <a:lstStyle/>
          <a:p>
            <a:pPr marL="0" indent="0">
              <a:buNone/>
            </a:pPr>
            <a:r>
              <a:rPr lang="en-US" sz="900">
                <a:solidFill>
                  <a:srgbClr val="3D4556"/>
                </a:solidFill>
                <a:latin typeface="Verdana" panose="020B0604030504040204" pitchFamily="34" charset="0"/>
                <a:ea typeface="Verdana" panose="020B0604030504040204" pitchFamily="34" charset="0"/>
                <a:cs typeface="Calibri" pitchFamily="34" charset="-120"/>
              </a:rPr>
              <a:t>GIA's targeted independent assurance response to the current geopolitical crisis — covering emergency change governance, cyber resilience, credit policy, customer fulfilment, liquidity risk and regulatory compliance.</a:t>
            </a:r>
            <a:endParaRPr lang="en-US" sz="900">
              <a:latin typeface="Verdana" panose="020B0604030504040204" pitchFamily="34" charset="0"/>
              <a:ea typeface="Verdana" panose="020B0604030504040204" pitchFamily="34" charset="0"/>
            </a:endParaRPr>
          </a:p>
        </p:txBody>
      </p:sp>
      <p:sp>
        <p:nvSpPr>
          <p:cNvPr id="12" name="Shape 10"/>
          <p:cNvSpPr/>
          <p:nvPr/>
        </p:nvSpPr>
        <p:spPr>
          <a:xfrm>
            <a:off x="6656832" y="1223479"/>
            <a:ext cx="0" cy="1024128"/>
          </a:xfrm>
          <a:prstGeom prst="line">
            <a:avLst/>
          </a:prstGeom>
          <a:noFill/>
          <a:ln w="12700">
            <a:solidFill>
              <a:srgbClr val="DDE1EA"/>
            </a:solidFill>
            <a:prstDash val="solid"/>
          </a:ln>
        </p:spPr>
        <p:txBody>
          <a:bodyPr/>
          <a:lstStyle/>
          <a:p>
            <a:endParaRPr lang="en-US"/>
          </a:p>
        </p:txBody>
      </p:sp>
      <p:sp>
        <p:nvSpPr>
          <p:cNvPr id="13" name="Shape 11"/>
          <p:cNvSpPr/>
          <p:nvPr/>
        </p:nvSpPr>
        <p:spPr>
          <a:xfrm>
            <a:off x="6839712" y="1343875"/>
            <a:ext cx="100584" cy="100584"/>
          </a:xfrm>
          <a:prstGeom prst="ellipse">
            <a:avLst/>
          </a:prstGeom>
          <a:solidFill>
            <a:srgbClr val="C0001A"/>
          </a:solidFill>
          <a:ln w="12700">
            <a:solidFill>
              <a:srgbClr val="C0001A"/>
            </a:solidFill>
            <a:prstDash val="solid"/>
          </a:ln>
        </p:spPr>
        <p:txBody>
          <a:bodyPr/>
          <a:lstStyle/>
          <a:p>
            <a:endParaRPr lang="en-US"/>
          </a:p>
        </p:txBody>
      </p:sp>
      <p:sp>
        <p:nvSpPr>
          <p:cNvPr id="14" name="Text 12"/>
          <p:cNvSpPr/>
          <p:nvPr/>
        </p:nvSpPr>
        <p:spPr>
          <a:xfrm>
            <a:off x="7022592" y="1260055"/>
            <a:ext cx="3474720" cy="268224"/>
          </a:xfrm>
          <a:prstGeom prst="rect">
            <a:avLst/>
          </a:prstGeom>
          <a:noFill/>
          <a:ln/>
        </p:spPr>
        <p:txBody>
          <a:bodyPr wrap="square" lIns="0" tIns="0" rIns="0" bIns="0" rtlCol="0" anchor="ctr"/>
          <a:lstStyle/>
          <a:p>
            <a:pPr marL="0" indent="0">
              <a:buNone/>
            </a:pPr>
            <a:r>
              <a:rPr lang="en-US" sz="950">
                <a:solidFill>
                  <a:srgbClr val="3D4556"/>
                </a:solidFill>
                <a:latin typeface="Verdana" panose="020B0604030504040204" pitchFamily="34" charset="0"/>
                <a:ea typeface="Verdana" panose="020B0604030504040204" pitchFamily="34" charset="0"/>
                <a:cs typeface="Calibri" pitchFamily="34" charset="-120"/>
              </a:rPr>
              <a:t>CFT </a:t>
            </a:r>
            <a:r>
              <a:rPr lang="en-US" sz="950" err="1">
                <a:solidFill>
                  <a:srgbClr val="3D4556"/>
                </a:solidFill>
                <a:latin typeface="Verdana" panose="020B0604030504040204" pitchFamily="34" charset="0"/>
                <a:ea typeface="Verdana" panose="020B0604030504040204" pitchFamily="34" charset="0"/>
                <a:cs typeface="Calibri" pitchFamily="34" charset="-120"/>
              </a:rPr>
              <a:t>Programme</a:t>
            </a:r>
            <a:r>
              <a:rPr lang="en-US" sz="950">
                <a:solidFill>
                  <a:srgbClr val="3D4556"/>
                </a:solidFill>
                <a:latin typeface="Verdana" panose="020B0604030504040204" pitchFamily="34" charset="0"/>
                <a:ea typeface="Verdana" panose="020B0604030504040204" pitchFamily="34" charset="0"/>
                <a:cs typeface="Calibri" pitchFamily="34" charset="-120"/>
              </a:rPr>
              <a:t> Overview</a:t>
            </a:r>
            <a:endParaRPr lang="en-US" sz="950">
              <a:latin typeface="Verdana" panose="020B0604030504040204" pitchFamily="34" charset="0"/>
              <a:ea typeface="Verdana" panose="020B0604030504040204" pitchFamily="34" charset="0"/>
            </a:endParaRPr>
          </a:p>
        </p:txBody>
      </p:sp>
      <p:sp>
        <p:nvSpPr>
          <p:cNvPr id="15" name="Text 13"/>
          <p:cNvSpPr/>
          <p:nvPr/>
        </p:nvSpPr>
        <p:spPr>
          <a:xfrm>
            <a:off x="10515600" y="1260055"/>
            <a:ext cx="1298448" cy="268224"/>
          </a:xfrm>
          <a:prstGeom prst="rect">
            <a:avLst/>
          </a:prstGeom>
          <a:noFill/>
          <a:ln/>
        </p:spPr>
        <p:txBody>
          <a:bodyPr wrap="square" lIns="0" tIns="0" rIns="0" bIns="0" rtlCol="0" anchor="ctr"/>
          <a:lstStyle/>
          <a:p>
            <a:pPr marL="0" indent="0" algn="r">
              <a:buNone/>
            </a:pPr>
            <a:r>
              <a:rPr lang="en-US" sz="950" b="1" dirty="0">
                <a:solidFill>
                  <a:srgbClr val="C0001A"/>
                </a:solidFill>
                <a:latin typeface="Verdana" panose="020B0604030504040204" pitchFamily="34" charset="0"/>
                <a:ea typeface="Verdana" panose="020B0604030504040204" pitchFamily="34" charset="0"/>
                <a:cs typeface="Calibri" pitchFamily="34" charset="-120"/>
              </a:rPr>
              <a:t>Slide 3</a:t>
            </a:r>
            <a:endParaRPr lang="en-US" sz="950" dirty="0">
              <a:latin typeface="Verdana" panose="020B0604030504040204" pitchFamily="34" charset="0"/>
              <a:ea typeface="Verdana" panose="020B0604030504040204" pitchFamily="34" charset="0"/>
            </a:endParaRPr>
          </a:p>
        </p:txBody>
      </p:sp>
      <p:sp>
        <p:nvSpPr>
          <p:cNvPr id="16" name="Shape 14"/>
          <p:cNvSpPr/>
          <p:nvPr/>
        </p:nvSpPr>
        <p:spPr>
          <a:xfrm>
            <a:off x="6839712" y="1564855"/>
            <a:ext cx="4974336" cy="0"/>
          </a:xfrm>
          <a:prstGeom prst="line">
            <a:avLst/>
          </a:prstGeom>
          <a:noFill/>
          <a:ln w="12700">
            <a:solidFill>
              <a:srgbClr val="DDE1EA"/>
            </a:solidFill>
            <a:prstDash val="solid"/>
          </a:ln>
        </p:spPr>
        <p:txBody>
          <a:bodyPr/>
          <a:lstStyle/>
          <a:p>
            <a:endParaRPr lang="en-US"/>
          </a:p>
        </p:txBody>
      </p:sp>
      <p:sp>
        <p:nvSpPr>
          <p:cNvPr id="17" name="Shape 15"/>
          <p:cNvSpPr/>
          <p:nvPr/>
        </p:nvSpPr>
        <p:spPr>
          <a:xfrm>
            <a:off x="6839712" y="1685251"/>
            <a:ext cx="100584" cy="100584"/>
          </a:xfrm>
          <a:prstGeom prst="ellipse">
            <a:avLst/>
          </a:prstGeom>
          <a:solidFill>
            <a:srgbClr val="C0001A"/>
          </a:solidFill>
          <a:ln w="12700">
            <a:solidFill>
              <a:srgbClr val="C0001A"/>
            </a:solidFill>
            <a:prstDash val="solid"/>
          </a:ln>
        </p:spPr>
        <p:txBody>
          <a:bodyPr/>
          <a:lstStyle/>
          <a:p>
            <a:endParaRPr lang="en-US"/>
          </a:p>
        </p:txBody>
      </p:sp>
      <p:sp>
        <p:nvSpPr>
          <p:cNvPr id="18" name="Text 16"/>
          <p:cNvSpPr/>
          <p:nvPr/>
        </p:nvSpPr>
        <p:spPr>
          <a:xfrm>
            <a:off x="7022592" y="1601431"/>
            <a:ext cx="3474720" cy="268224"/>
          </a:xfrm>
          <a:prstGeom prst="rect">
            <a:avLst/>
          </a:prstGeom>
          <a:noFill/>
          <a:ln/>
        </p:spPr>
        <p:txBody>
          <a:bodyPr wrap="square" lIns="0" tIns="0" rIns="0" bIns="0" rtlCol="0" anchor="ctr"/>
          <a:lstStyle/>
          <a:p>
            <a:pPr marL="0" indent="0">
              <a:buNone/>
            </a:pPr>
            <a:r>
              <a:rPr lang="en-US" sz="950">
                <a:solidFill>
                  <a:srgbClr val="3D4556"/>
                </a:solidFill>
                <a:latin typeface="Verdana" panose="020B0604030504040204" pitchFamily="34" charset="0"/>
                <a:ea typeface="Verdana" panose="020B0604030504040204" pitchFamily="34" charset="0"/>
                <a:cs typeface="Calibri" pitchFamily="34" charset="-120"/>
              </a:rPr>
              <a:t>CFT Summary; Line of Sight &amp; Management Action</a:t>
            </a:r>
            <a:endParaRPr lang="en-US" sz="950">
              <a:latin typeface="Verdana" panose="020B0604030504040204" pitchFamily="34" charset="0"/>
              <a:ea typeface="Verdana" panose="020B0604030504040204" pitchFamily="34" charset="0"/>
            </a:endParaRPr>
          </a:p>
        </p:txBody>
      </p:sp>
      <p:sp>
        <p:nvSpPr>
          <p:cNvPr id="19" name="Text 17"/>
          <p:cNvSpPr/>
          <p:nvPr/>
        </p:nvSpPr>
        <p:spPr>
          <a:xfrm>
            <a:off x="10515600" y="1601431"/>
            <a:ext cx="1298448" cy="268224"/>
          </a:xfrm>
          <a:prstGeom prst="rect">
            <a:avLst/>
          </a:prstGeom>
          <a:noFill/>
          <a:ln/>
        </p:spPr>
        <p:txBody>
          <a:bodyPr wrap="square" lIns="0" tIns="0" rIns="0" bIns="0" rtlCol="0" anchor="ctr"/>
          <a:lstStyle/>
          <a:p>
            <a:pPr marL="0" indent="0" algn="r">
              <a:buNone/>
            </a:pPr>
            <a:r>
              <a:rPr lang="en-US" sz="950" b="1" dirty="0">
                <a:solidFill>
                  <a:srgbClr val="C0001A"/>
                </a:solidFill>
                <a:latin typeface="Verdana" panose="020B0604030504040204" pitchFamily="34" charset="0"/>
                <a:ea typeface="Verdana" panose="020B0604030504040204" pitchFamily="34" charset="0"/>
                <a:cs typeface="Calibri" pitchFamily="34" charset="-120"/>
              </a:rPr>
              <a:t>Slide 4</a:t>
            </a:r>
            <a:endParaRPr lang="en-US" sz="950" dirty="0">
              <a:latin typeface="Verdana" panose="020B0604030504040204" pitchFamily="34" charset="0"/>
              <a:ea typeface="Verdana" panose="020B0604030504040204" pitchFamily="34" charset="0"/>
            </a:endParaRPr>
          </a:p>
        </p:txBody>
      </p:sp>
      <p:sp>
        <p:nvSpPr>
          <p:cNvPr id="20" name="Shape 18"/>
          <p:cNvSpPr/>
          <p:nvPr/>
        </p:nvSpPr>
        <p:spPr>
          <a:xfrm>
            <a:off x="6839712" y="1906231"/>
            <a:ext cx="4974336" cy="0"/>
          </a:xfrm>
          <a:prstGeom prst="line">
            <a:avLst/>
          </a:prstGeom>
          <a:noFill/>
          <a:ln w="12700">
            <a:solidFill>
              <a:srgbClr val="DDE1EA"/>
            </a:solidFill>
            <a:prstDash val="solid"/>
          </a:ln>
        </p:spPr>
        <p:txBody>
          <a:bodyPr/>
          <a:lstStyle/>
          <a:p>
            <a:endParaRPr lang="en-US"/>
          </a:p>
        </p:txBody>
      </p:sp>
      <p:sp>
        <p:nvSpPr>
          <p:cNvPr id="21" name="Shape 19"/>
          <p:cNvSpPr/>
          <p:nvPr/>
        </p:nvSpPr>
        <p:spPr>
          <a:xfrm>
            <a:off x="6839712" y="2026627"/>
            <a:ext cx="100584" cy="100584"/>
          </a:xfrm>
          <a:prstGeom prst="ellipse">
            <a:avLst/>
          </a:prstGeom>
          <a:solidFill>
            <a:srgbClr val="C0001A"/>
          </a:solidFill>
          <a:ln w="12700">
            <a:solidFill>
              <a:srgbClr val="C0001A"/>
            </a:solidFill>
            <a:prstDash val="solid"/>
          </a:ln>
        </p:spPr>
        <p:txBody>
          <a:bodyPr/>
          <a:lstStyle/>
          <a:p>
            <a:endParaRPr lang="en-US"/>
          </a:p>
        </p:txBody>
      </p:sp>
      <p:sp>
        <p:nvSpPr>
          <p:cNvPr id="22" name="Text 20"/>
          <p:cNvSpPr/>
          <p:nvPr/>
        </p:nvSpPr>
        <p:spPr>
          <a:xfrm>
            <a:off x="7022592" y="1942807"/>
            <a:ext cx="3474720" cy="268224"/>
          </a:xfrm>
          <a:prstGeom prst="rect">
            <a:avLst/>
          </a:prstGeom>
          <a:noFill/>
          <a:ln/>
        </p:spPr>
        <p:txBody>
          <a:bodyPr wrap="square" lIns="0" tIns="0" rIns="0" bIns="0" rtlCol="0" anchor="ctr"/>
          <a:lstStyle/>
          <a:p>
            <a:pPr marL="0" indent="0">
              <a:buNone/>
            </a:pPr>
            <a:r>
              <a:rPr lang="en-US" sz="950">
                <a:solidFill>
                  <a:srgbClr val="3D4556"/>
                </a:solidFill>
                <a:latin typeface="Verdana" panose="020B0604030504040204" pitchFamily="34" charset="0"/>
                <a:ea typeface="Verdana" panose="020B0604030504040204" pitchFamily="34" charset="0"/>
                <a:cs typeface="Calibri" pitchFamily="34" charset="-120"/>
              </a:rPr>
              <a:t>CFT Coverage &amp; Value Delivery; CFT Status &amp; Summary</a:t>
            </a:r>
            <a:endParaRPr lang="en-US" sz="950">
              <a:latin typeface="Verdana" panose="020B0604030504040204" pitchFamily="34" charset="0"/>
              <a:ea typeface="Verdana" panose="020B0604030504040204" pitchFamily="34" charset="0"/>
            </a:endParaRPr>
          </a:p>
        </p:txBody>
      </p:sp>
      <p:sp>
        <p:nvSpPr>
          <p:cNvPr id="23" name="Text 21"/>
          <p:cNvSpPr/>
          <p:nvPr/>
        </p:nvSpPr>
        <p:spPr>
          <a:xfrm>
            <a:off x="10515600" y="1942807"/>
            <a:ext cx="1298448" cy="268224"/>
          </a:xfrm>
          <a:prstGeom prst="rect">
            <a:avLst/>
          </a:prstGeom>
          <a:noFill/>
          <a:ln/>
        </p:spPr>
        <p:txBody>
          <a:bodyPr wrap="square" lIns="0" tIns="0" rIns="0" bIns="0" rtlCol="0" anchor="ctr"/>
          <a:lstStyle/>
          <a:p>
            <a:pPr marL="0" indent="0" algn="r">
              <a:buNone/>
            </a:pPr>
            <a:r>
              <a:rPr lang="en-US" sz="950" b="1" dirty="0">
                <a:solidFill>
                  <a:srgbClr val="C0001A"/>
                </a:solidFill>
                <a:latin typeface="Verdana" panose="020B0604030504040204" pitchFamily="34" charset="0"/>
                <a:ea typeface="Verdana" panose="020B0604030504040204" pitchFamily="34" charset="0"/>
                <a:cs typeface="Calibri" pitchFamily="34" charset="-120"/>
              </a:rPr>
              <a:t>Slide 5 - 8  </a:t>
            </a:r>
            <a:endParaRPr lang="en-US" sz="950" dirty="0">
              <a:latin typeface="Verdana" panose="020B0604030504040204" pitchFamily="34" charset="0"/>
              <a:ea typeface="Verdana" panose="020B0604030504040204" pitchFamily="34" charset="0"/>
            </a:endParaRPr>
          </a:p>
        </p:txBody>
      </p:sp>
      <p:sp>
        <p:nvSpPr>
          <p:cNvPr id="24" name="Shape 22"/>
          <p:cNvSpPr/>
          <p:nvPr/>
        </p:nvSpPr>
        <p:spPr>
          <a:xfrm>
            <a:off x="457200" y="2403055"/>
            <a:ext cx="11274552" cy="0"/>
          </a:xfrm>
          <a:prstGeom prst="line">
            <a:avLst/>
          </a:prstGeom>
          <a:noFill/>
          <a:ln w="12700">
            <a:solidFill>
              <a:srgbClr val="DDE1EA"/>
            </a:solidFill>
            <a:prstDash val="solid"/>
          </a:ln>
        </p:spPr>
        <p:txBody>
          <a:bodyPr/>
          <a:lstStyle/>
          <a:p>
            <a:endParaRPr lang="en-US"/>
          </a:p>
        </p:txBody>
      </p:sp>
      <p:sp>
        <p:nvSpPr>
          <p:cNvPr id="25" name="Shape 23"/>
          <p:cNvSpPr/>
          <p:nvPr/>
        </p:nvSpPr>
        <p:spPr>
          <a:xfrm>
            <a:off x="457200" y="2521927"/>
            <a:ext cx="41148" cy="1097280"/>
          </a:xfrm>
          <a:prstGeom prst="rect">
            <a:avLst/>
          </a:prstGeom>
          <a:solidFill>
            <a:srgbClr val="1B2A4A"/>
          </a:solidFill>
          <a:ln w="12700">
            <a:solidFill>
              <a:srgbClr val="1B2A4A"/>
            </a:solidFill>
            <a:prstDash val="solid"/>
          </a:ln>
        </p:spPr>
        <p:txBody>
          <a:bodyPr/>
          <a:lstStyle/>
          <a:p>
            <a:endParaRPr lang="en-US"/>
          </a:p>
        </p:txBody>
      </p:sp>
      <p:sp>
        <p:nvSpPr>
          <p:cNvPr id="26" name="Text 24"/>
          <p:cNvSpPr/>
          <p:nvPr/>
        </p:nvSpPr>
        <p:spPr>
          <a:xfrm>
            <a:off x="594360" y="2521927"/>
            <a:ext cx="502920" cy="402336"/>
          </a:xfrm>
          <a:prstGeom prst="rect">
            <a:avLst/>
          </a:prstGeom>
          <a:noFill/>
          <a:ln/>
        </p:spPr>
        <p:txBody>
          <a:bodyPr wrap="square" lIns="0" tIns="0" rIns="0" bIns="0" rtlCol="0" anchor="ctr"/>
          <a:lstStyle/>
          <a:p>
            <a:pPr marL="0" indent="0">
              <a:buNone/>
            </a:pPr>
            <a:r>
              <a:rPr lang="en-US" sz="2200" b="1">
                <a:solidFill>
                  <a:srgbClr val="1B2A4A"/>
                </a:solidFill>
                <a:latin typeface="Calibri" pitchFamily="34" charset="0"/>
                <a:ea typeface="Calibri" pitchFamily="34" charset="-122"/>
                <a:cs typeface="Calibri" pitchFamily="34" charset="-120"/>
              </a:rPr>
              <a:t>02</a:t>
            </a:r>
            <a:endParaRPr lang="en-US" sz="2200"/>
          </a:p>
        </p:txBody>
      </p:sp>
      <p:sp>
        <p:nvSpPr>
          <p:cNvPr id="27" name="Text 25"/>
          <p:cNvSpPr/>
          <p:nvPr/>
        </p:nvSpPr>
        <p:spPr>
          <a:xfrm>
            <a:off x="1170432" y="2521927"/>
            <a:ext cx="5257800" cy="347472"/>
          </a:xfrm>
          <a:prstGeom prst="rect">
            <a:avLst/>
          </a:prstGeom>
          <a:noFill/>
          <a:ln/>
        </p:spPr>
        <p:txBody>
          <a:bodyPr wrap="square" lIns="0" tIns="0" rIns="0" bIns="0" rtlCol="0" anchor="ctr"/>
          <a:lstStyle/>
          <a:p>
            <a:pPr marL="0" indent="0">
              <a:buNone/>
            </a:pPr>
            <a:r>
              <a:rPr lang="en-US" sz="1200" b="1">
                <a:solidFill>
                  <a:srgbClr val="1B2A4A"/>
                </a:solidFill>
                <a:latin typeface="Verdana" panose="020B0604030504040204" pitchFamily="34" charset="0"/>
                <a:ea typeface="Verdana" panose="020B0604030504040204" pitchFamily="34" charset="0"/>
                <a:cs typeface="Calibri" pitchFamily="34" charset="-120"/>
              </a:rPr>
              <a:t>Annual Audit Plan &amp; Key Findings</a:t>
            </a:r>
            <a:endParaRPr lang="en-US" sz="1200">
              <a:latin typeface="Verdana" panose="020B0604030504040204" pitchFamily="34" charset="0"/>
              <a:ea typeface="Verdana" panose="020B0604030504040204" pitchFamily="34" charset="0"/>
            </a:endParaRPr>
          </a:p>
        </p:txBody>
      </p:sp>
      <p:sp>
        <p:nvSpPr>
          <p:cNvPr id="28" name="Shape 26"/>
          <p:cNvSpPr/>
          <p:nvPr/>
        </p:nvSpPr>
        <p:spPr>
          <a:xfrm>
            <a:off x="1170432" y="2905975"/>
            <a:ext cx="5120640" cy="0"/>
          </a:xfrm>
          <a:prstGeom prst="line">
            <a:avLst/>
          </a:prstGeom>
          <a:noFill/>
          <a:ln w="12700">
            <a:solidFill>
              <a:srgbClr val="DDE1EA"/>
            </a:solidFill>
            <a:prstDash val="solid"/>
          </a:ln>
        </p:spPr>
        <p:txBody>
          <a:bodyPr/>
          <a:lstStyle/>
          <a:p>
            <a:endParaRPr lang="en-US"/>
          </a:p>
        </p:txBody>
      </p:sp>
      <p:sp>
        <p:nvSpPr>
          <p:cNvPr id="29" name="Text 27"/>
          <p:cNvSpPr/>
          <p:nvPr/>
        </p:nvSpPr>
        <p:spPr>
          <a:xfrm>
            <a:off x="1170432" y="2960839"/>
            <a:ext cx="5257800" cy="658368"/>
          </a:xfrm>
          <a:prstGeom prst="rect">
            <a:avLst/>
          </a:prstGeom>
          <a:noFill/>
          <a:ln/>
        </p:spPr>
        <p:txBody>
          <a:bodyPr wrap="square" lIns="0" tIns="0" rIns="0" bIns="0" rtlCol="0" anchor="t"/>
          <a:lstStyle/>
          <a:p>
            <a:pPr marL="0" indent="0">
              <a:buNone/>
            </a:pPr>
            <a:r>
              <a:rPr lang="en-US" sz="900">
                <a:solidFill>
                  <a:srgbClr val="3D4556"/>
                </a:solidFill>
                <a:latin typeface="Verdana" panose="020B0604030504040204" pitchFamily="34" charset="0"/>
                <a:ea typeface="Verdana" panose="020B0604030504040204" pitchFamily="34" charset="0"/>
                <a:cs typeface="Calibri" pitchFamily="34" charset="-120"/>
              </a:rPr>
              <a:t>FY2025 Audit Plan Completed. FY2026 plan on track. Key high-risk rated findings and related risk themes from audits issued since the last BAC meeting.</a:t>
            </a:r>
            <a:endParaRPr lang="en-US" sz="900">
              <a:latin typeface="Verdana" panose="020B0604030504040204" pitchFamily="34" charset="0"/>
              <a:ea typeface="Verdana" panose="020B0604030504040204" pitchFamily="34" charset="0"/>
            </a:endParaRPr>
          </a:p>
        </p:txBody>
      </p:sp>
      <p:sp>
        <p:nvSpPr>
          <p:cNvPr id="30" name="Shape 28"/>
          <p:cNvSpPr/>
          <p:nvPr/>
        </p:nvSpPr>
        <p:spPr>
          <a:xfrm>
            <a:off x="6656832" y="2558503"/>
            <a:ext cx="0" cy="1024128"/>
          </a:xfrm>
          <a:prstGeom prst="line">
            <a:avLst/>
          </a:prstGeom>
          <a:noFill/>
          <a:ln w="12700">
            <a:solidFill>
              <a:srgbClr val="DDE1EA"/>
            </a:solidFill>
            <a:prstDash val="solid"/>
          </a:ln>
        </p:spPr>
        <p:txBody>
          <a:bodyPr/>
          <a:lstStyle/>
          <a:p>
            <a:endParaRPr lang="en-US"/>
          </a:p>
        </p:txBody>
      </p:sp>
      <p:sp>
        <p:nvSpPr>
          <p:cNvPr id="31" name="Shape 29"/>
          <p:cNvSpPr/>
          <p:nvPr/>
        </p:nvSpPr>
        <p:spPr>
          <a:xfrm>
            <a:off x="6839712" y="2764243"/>
            <a:ext cx="100584" cy="100584"/>
          </a:xfrm>
          <a:prstGeom prst="ellipse">
            <a:avLst/>
          </a:prstGeom>
          <a:solidFill>
            <a:srgbClr val="1B2A4A"/>
          </a:solidFill>
          <a:ln w="12700">
            <a:solidFill>
              <a:srgbClr val="1B2A4A"/>
            </a:solidFill>
            <a:prstDash val="solid"/>
          </a:ln>
        </p:spPr>
        <p:txBody>
          <a:bodyPr/>
          <a:lstStyle/>
          <a:p>
            <a:endParaRPr lang="en-US"/>
          </a:p>
        </p:txBody>
      </p:sp>
      <p:sp>
        <p:nvSpPr>
          <p:cNvPr id="32" name="Text 30"/>
          <p:cNvSpPr/>
          <p:nvPr/>
        </p:nvSpPr>
        <p:spPr>
          <a:xfrm>
            <a:off x="7022592" y="2595079"/>
            <a:ext cx="3474720" cy="438912"/>
          </a:xfrm>
          <a:prstGeom prst="rect">
            <a:avLst/>
          </a:prstGeom>
          <a:noFill/>
          <a:ln/>
        </p:spPr>
        <p:txBody>
          <a:bodyPr wrap="square" lIns="0" tIns="0" rIns="0" bIns="0" rtlCol="0" anchor="ctr"/>
          <a:lstStyle/>
          <a:p>
            <a:pPr marL="0" indent="0">
              <a:buNone/>
            </a:pPr>
            <a:r>
              <a:rPr lang="en-US" sz="950">
                <a:solidFill>
                  <a:srgbClr val="3D4556"/>
                </a:solidFill>
                <a:latin typeface="Verdana" panose="020B0604030504040204" pitchFamily="34" charset="0"/>
                <a:ea typeface="Verdana" panose="020B0604030504040204" pitchFamily="34" charset="0"/>
                <a:cs typeface="Calibri" pitchFamily="34" charset="-120"/>
              </a:rPr>
              <a:t>FY2026 Audit Plan Status; Issued Report Ratings</a:t>
            </a:r>
            <a:endParaRPr lang="en-US" sz="950">
              <a:latin typeface="Verdana" panose="020B0604030504040204" pitchFamily="34" charset="0"/>
              <a:ea typeface="Verdana" panose="020B0604030504040204" pitchFamily="34" charset="0"/>
            </a:endParaRPr>
          </a:p>
        </p:txBody>
      </p:sp>
      <p:sp>
        <p:nvSpPr>
          <p:cNvPr id="33" name="Text 31"/>
          <p:cNvSpPr/>
          <p:nvPr/>
        </p:nvSpPr>
        <p:spPr>
          <a:xfrm>
            <a:off x="10515600" y="2595079"/>
            <a:ext cx="1298448" cy="438912"/>
          </a:xfrm>
          <a:prstGeom prst="rect">
            <a:avLst/>
          </a:prstGeom>
          <a:noFill/>
          <a:ln/>
        </p:spPr>
        <p:txBody>
          <a:bodyPr wrap="square" lIns="0" tIns="0" rIns="0" bIns="0" rtlCol="0" anchor="ctr"/>
          <a:lstStyle/>
          <a:p>
            <a:pPr marL="0" indent="0" algn="r">
              <a:buNone/>
            </a:pPr>
            <a:r>
              <a:rPr lang="en-US" sz="950" b="1" dirty="0">
                <a:solidFill>
                  <a:srgbClr val="1B2A4A"/>
                </a:solidFill>
                <a:latin typeface="Verdana" panose="020B0604030504040204" pitchFamily="34" charset="0"/>
                <a:ea typeface="Verdana" panose="020B0604030504040204" pitchFamily="34" charset="0"/>
                <a:cs typeface="Calibri" pitchFamily="34" charset="-120"/>
              </a:rPr>
              <a:t>Slide 9</a:t>
            </a:r>
            <a:endParaRPr lang="en-US" sz="950" dirty="0">
              <a:latin typeface="Verdana" panose="020B0604030504040204" pitchFamily="34" charset="0"/>
              <a:ea typeface="Verdana" panose="020B0604030504040204" pitchFamily="34" charset="0"/>
            </a:endParaRPr>
          </a:p>
        </p:txBody>
      </p:sp>
      <p:sp>
        <p:nvSpPr>
          <p:cNvPr id="34" name="Shape 32"/>
          <p:cNvSpPr/>
          <p:nvPr/>
        </p:nvSpPr>
        <p:spPr>
          <a:xfrm>
            <a:off x="6839712" y="3070567"/>
            <a:ext cx="4974336" cy="0"/>
          </a:xfrm>
          <a:prstGeom prst="line">
            <a:avLst/>
          </a:prstGeom>
          <a:noFill/>
          <a:ln w="12700">
            <a:solidFill>
              <a:srgbClr val="DDE1EA"/>
            </a:solidFill>
            <a:prstDash val="solid"/>
          </a:ln>
        </p:spPr>
        <p:txBody>
          <a:bodyPr/>
          <a:lstStyle/>
          <a:p>
            <a:endParaRPr lang="en-US"/>
          </a:p>
        </p:txBody>
      </p:sp>
      <p:sp>
        <p:nvSpPr>
          <p:cNvPr id="35" name="Shape 33"/>
          <p:cNvSpPr/>
          <p:nvPr/>
        </p:nvSpPr>
        <p:spPr>
          <a:xfrm>
            <a:off x="6839712" y="3276307"/>
            <a:ext cx="100584" cy="100584"/>
          </a:xfrm>
          <a:prstGeom prst="ellipse">
            <a:avLst/>
          </a:prstGeom>
          <a:solidFill>
            <a:srgbClr val="1B2A4A"/>
          </a:solidFill>
          <a:ln w="12700">
            <a:solidFill>
              <a:srgbClr val="1B2A4A"/>
            </a:solidFill>
            <a:prstDash val="solid"/>
          </a:ln>
        </p:spPr>
        <p:txBody>
          <a:bodyPr/>
          <a:lstStyle/>
          <a:p>
            <a:endParaRPr lang="en-US"/>
          </a:p>
        </p:txBody>
      </p:sp>
      <p:sp>
        <p:nvSpPr>
          <p:cNvPr id="36" name="Text 34"/>
          <p:cNvSpPr/>
          <p:nvPr/>
        </p:nvSpPr>
        <p:spPr>
          <a:xfrm>
            <a:off x="7022592" y="3107143"/>
            <a:ext cx="3474720" cy="438912"/>
          </a:xfrm>
          <a:prstGeom prst="rect">
            <a:avLst/>
          </a:prstGeom>
          <a:noFill/>
          <a:ln/>
        </p:spPr>
        <p:txBody>
          <a:bodyPr wrap="square" lIns="0" tIns="0" rIns="0" bIns="0" rtlCol="0" anchor="ctr"/>
          <a:lstStyle/>
          <a:p>
            <a:pPr marL="0" indent="0">
              <a:buNone/>
            </a:pPr>
            <a:r>
              <a:rPr lang="en-US" sz="950">
                <a:solidFill>
                  <a:srgbClr val="3D4556"/>
                </a:solidFill>
                <a:latin typeface="Verdana" panose="020B0604030504040204" pitchFamily="34" charset="0"/>
                <a:ea typeface="Verdana" panose="020B0604030504040204" pitchFamily="34" charset="0"/>
                <a:cs typeface="Calibri" pitchFamily="34" charset="-120"/>
              </a:rPr>
              <a:t>Key Findings &amp; Risks</a:t>
            </a:r>
            <a:endParaRPr lang="en-US" sz="950">
              <a:latin typeface="Verdana" panose="020B0604030504040204" pitchFamily="34" charset="0"/>
              <a:ea typeface="Verdana" panose="020B0604030504040204" pitchFamily="34" charset="0"/>
            </a:endParaRPr>
          </a:p>
        </p:txBody>
      </p:sp>
      <p:sp>
        <p:nvSpPr>
          <p:cNvPr id="37" name="Text 35"/>
          <p:cNvSpPr/>
          <p:nvPr/>
        </p:nvSpPr>
        <p:spPr>
          <a:xfrm>
            <a:off x="10515600" y="3107143"/>
            <a:ext cx="1298448" cy="438912"/>
          </a:xfrm>
          <a:prstGeom prst="rect">
            <a:avLst/>
          </a:prstGeom>
          <a:noFill/>
          <a:ln/>
        </p:spPr>
        <p:txBody>
          <a:bodyPr wrap="square" lIns="0" tIns="0" rIns="0" bIns="0" rtlCol="0" anchor="ctr"/>
          <a:lstStyle/>
          <a:p>
            <a:pPr marL="0" indent="0" algn="r">
              <a:buNone/>
            </a:pPr>
            <a:r>
              <a:rPr lang="en-US" sz="950" b="1" dirty="0">
                <a:solidFill>
                  <a:srgbClr val="1B2A4A"/>
                </a:solidFill>
                <a:latin typeface="Verdana" panose="020B0604030504040204" pitchFamily="34" charset="0"/>
                <a:ea typeface="Verdana" panose="020B0604030504040204" pitchFamily="34" charset="0"/>
                <a:cs typeface="Calibri" pitchFamily="34" charset="-120"/>
              </a:rPr>
              <a:t>Slides 10 – 11</a:t>
            </a:r>
            <a:endParaRPr lang="en-US" sz="950" dirty="0">
              <a:latin typeface="Verdana" panose="020B0604030504040204" pitchFamily="34" charset="0"/>
              <a:ea typeface="Verdana" panose="020B0604030504040204" pitchFamily="34" charset="0"/>
            </a:endParaRPr>
          </a:p>
        </p:txBody>
      </p:sp>
      <p:sp>
        <p:nvSpPr>
          <p:cNvPr id="38" name="Shape 36"/>
          <p:cNvSpPr/>
          <p:nvPr/>
        </p:nvSpPr>
        <p:spPr>
          <a:xfrm>
            <a:off x="457200" y="3738079"/>
            <a:ext cx="11274552" cy="0"/>
          </a:xfrm>
          <a:prstGeom prst="line">
            <a:avLst/>
          </a:prstGeom>
          <a:noFill/>
          <a:ln w="12700">
            <a:solidFill>
              <a:srgbClr val="DDE1EA"/>
            </a:solidFill>
            <a:prstDash val="solid"/>
          </a:ln>
        </p:spPr>
        <p:txBody>
          <a:bodyPr/>
          <a:lstStyle/>
          <a:p>
            <a:endParaRPr lang="en-US"/>
          </a:p>
        </p:txBody>
      </p:sp>
      <p:sp>
        <p:nvSpPr>
          <p:cNvPr id="39" name="Shape 37"/>
          <p:cNvSpPr/>
          <p:nvPr/>
        </p:nvSpPr>
        <p:spPr>
          <a:xfrm>
            <a:off x="457200" y="3856951"/>
            <a:ext cx="41148" cy="1097280"/>
          </a:xfrm>
          <a:prstGeom prst="rect">
            <a:avLst/>
          </a:prstGeom>
          <a:solidFill>
            <a:srgbClr val="006D62"/>
          </a:solidFill>
          <a:ln w="12700">
            <a:solidFill>
              <a:srgbClr val="006D62"/>
            </a:solidFill>
            <a:prstDash val="solid"/>
          </a:ln>
        </p:spPr>
        <p:txBody>
          <a:bodyPr/>
          <a:lstStyle/>
          <a:p>
            <a:endParaRPr lang="en-US"/>
          </a:p>
        </p:txBody>
      </p:sp>
      <p:sp>
        <p:nvSpPr>
          <p:cNvPr id="40" name="Text 38"/>
          <p:cNvSpPr/>
          <p:nvPr/>
        </p:nvSpPr>
        <p:spPr>
          <a:xfrm>
            <a:off x="594360" y="3856951"/>
            <a:ext cx="502920" cy="402336"/>
          </a:xfrm>
          <a:prstGeom prst="rect">
            <a:avLst/>
          </a:prstGeom>
          <a:noFill/>
          <a:ln/>
        </p:spPr>
        <p:txBody>
          <a:bodyPr wrap="square" lIns="0" tIns="0" rIns="0" bIns="0" rtlCol="0" anchor="ctr"/>
          <a:lstStyle/>
          <a:p>
            <a:pPr marL="0" indent="0">
              <a:buNone/>
            </a:pPr>
            <a:r>
              <a:rPr lang="en-US" sz="2200" b="1">
                <a:solidFill>
                  <a:srgbClr val="006D62"/>
                </a:solidFill>
                <a:latin typeface="Calibri" pitchFamily="34" charset="0"/>
                <a:ea typeface="Calibri" pitchFamily="34" charset="-122"/>
                <a:cs typeface="Calibri" pitchFamily="34" charset="-120"/>
              </a:rPr>
              <a:t>03</a:t>
            </a:r>
            <a:endParaRPr lang="en-US" sz="2200"/>
          </a:p>
        </p:txBody>
      </p:sp>
      <p:sp>
        <p:nvSpPr>
          <p:cNvPr id="41" name="Text 39"/>
          <p:cNvSpPr/>
          <p:nvPr/>
        </p:nvSpPr>
        <p:spPr>
          <a:xfrm>
            <a:off x="1170432" y="3856951"/>
            <a:ext cx="5257800" cy="347472"/>
          </a:xfrm>
          <a:prstGeom prst="rect">
            <a:avLst/>
          </a:prstGeom>
          <a:noFill/>
          <a:ln/>
        </p:spPr>
        <p:txBody>
          <a:bodyPr wrap="square" lIns="0" tIns="0" rIns="0" bIns="0" rtlCol="0" anchor="ctr"/>
          <a:lstStyle/>
          <a:p>
            <a:pPr marL="0" indent="0">
              <a:buNone/>
            </a:pPr>
            <a:r>
              <a:rPr lang="en-US" sz="1200" b="1">
                <a:solidFill>
                  <a:srgbClr val="1B2A4A"/>
                </a:solidFill>
                <a:latin typeface="Verdana" panose="020B0604030504040204" pitchFamily="34" charset="0"/>
                <a:ea typeface="Verdana" panose="020B0604030504040204" pitchFamily="34" charset="0"/>
                <a:cs typeface="Calibri" pitchFamily="34" charset="-120"/>
              </a:rPr>
              <a:t>Management Actions &amp; Risk Trends</a:t>
            </a:r>
            <a:endParaRPr lang="en-US" sz="1200">
              <a:latin typeface="Verdana" panose="020B0604030504040204" pitchFamily="34" charset="0"/>
              <a:ea typeface="Verdana" panose="020B0604030504040204" pitchFamily="34" charset="0"/>
            </a:endParaRPr>
          </a:p>
        </p:txBody>
      </p:sp>
      <p:sp>
        <p:nvSpPr>
          <p:cNvPr id="42" name="Shape 40"/>
          <p:cNvSpPr/>
          <p:nvPr/>
        </p:nvSpPr>
        <p:spPr>
          <a:xfrm>
            <a:off x="1170432" y="4240999"/>
            <a:ext cx="5120640" cy="0"/>
          </a:xfrm>
          <a:prstGeom prst="line">
            <a:avLst/>
          </a:prstGeom>
          <a:noFill/>
          <a:ln w="12700">
            <a:solidFill>
              <a:srgbClr val="DDE1EA"/>
            </a:solidFill>
            <a:prstDash val="solid"/>
          </a:ln>
        </p:spPr>
        <p:txBody>
          <a:bodyPr/>
          <a:lstStyle/>
          <a:p>
            <a:endParaRPr lang="en-US"/>
          </a:p>
        </p:txBody>
      </p:sp>
      <p:sp>
        <p:nvSpPr>
          <p:cNvPr id="43" name="Text 41"/>
          <p:cNvSpPr/>
          <p:nvPr/>
        </p:nvSpPr>
        <p:spPr>
          <a:xfrm>
            <a:off x="1170432" y="4295863"/>
            <a:ext cx="5257800" cy="658368"/>
          </a:xfrm>
          <a:prstGeom prst="rect">
            <a:avLst/>
          </a:prstGeom>
          <a:noFill/>
          <a:ln/>
        </p:spPr>
        <p:txBody>
          <a:bodyPr wrap="square" lIns="0" tIns="0" rIns="0" bIns="0" rtlCol="0" anchor="t"/>
          <a:lstStyle/>
          <a:p>
            <a:pPr marL="0" indent="0">
              <a:buNone/>
            </a:pPr>
            <a:r>
              <a:rPr lang="en-US" sz="900">
                <a:solidFill>
                  <a:srgbClr val="3D4556"/>
                </a:solidFill>
                <a:latin typeface="Verdana" panose="020B0604030504040204" pitchFamily="34" charset="0"/>
                <a:ea typeface="Verdana" panose="020B0604030504040204" pitchFamily="34" charset="0"/>
                <a:cs typeface="Calibri" pitchFamily="34" charset="-120"/>
              </a:rPr>
              <a:t>Open action aging, overdue action updates, thematic risk trends &amp; division-level breakdown. Deep dive on open actions and summary of extensions under Agenda item 4.2.</a:t>
            </a:r>
            <a:endParaRPr lang="en-US" sz="900">
              <a:latin typeface="Verdana" panose="020B0604030504040204" pitchFamily="34" charset="0"/>
              <a:ea typeface="Verdana" panose="020B0604030504040204" pitchFamily="34" charset="0"/>
            </a:endParaRPr>
          </a:p>
        </p:txBody>
      </p:sp>
      <p:sp>
        <p:nvSpPr>
          <p:cNvPr id="44" name="Shape 42"/>
          <p:cNvSpPr/>
          <p:nvPr/>
        </p:nvSpPr>
        <p:spPr>
          <a:xfrm>
            <a:off x="6656832" y="3893527"/>
            <a:ext cx="0" cy="1024128"/>
          </a:xfrm>
          <a:prstGeom prst="line">
            <a:avLst/>
          </a:prstGeom>
          <a:noFill/>
          <a:ln w="12700">
            <a:solidFill>
              <a:srgbClr val="DDE1EA"/>
            </a:solidFill>
            <a:prstDash val="solid"/>
          </a:ln>
        </p:spPr>
        <p:txBody>
          <a:bodyPr/>
          <a:lstStyle/>
          <a:p>
            <a:endParaRPr lang="en-US"/>
          </a:p>
        </p:txBody>
      </p:sp>
      <p:sp>
        <p:nvSpPr>
          <p:cNvPr id="45" name="Shape 43"/>
          <p:cNvSpPr/>
          <p:nvPr/>
        </p:nvSpPr>
        <p:spPr>
          <a:xfrm>
            <a:off x="6839712" y="3971251"/>
            <a:ext cx="100584" cy="100584"/>
          </a:xfrm>
          <a:prstGeom prst="ellipse">
            <a:avLst/>
          </a:prstGeom>
          <a:solidFill>
            <a:srgbClr val="006D62"/>
          </a:solidFill>
          <a:ln w="12700">
            <a:solidFill>
              <a:srgbClr val="006D62"/>
            </a:solidFill>
            <a:prstDash val="solid"/>
          </a:ln>
        </p:spPr>
        <p:txBody>
          <a:bodyPr/>
          <a:lstStyle/>
          <a:p>
            <a:endParaRPr lang="en-US"/>
          </a:p>
        </p:txBody>
      </p:sp>
      <p:sp>
        <p:nvSpPr>
          <p:cNvPr id="46" name="Text 44"/>
          <p:cNvSpPr/>
          <p:nvPr/>
        </p:nvSpPr>
        <p:spPr>
          <a:xfrm>
            <a:off x="7022592" y="3930103"/>
            <a:ext cx="3474720" cy="182880"/>
          </a:xfrm>
          <a:prstGeom prst="rect">
            <a:avLst/>
          </a:prstGeom>
          <a:noFill/>
          <a:ln/>
        </p:spPr>
        <p:txBody>
          <a:bodyPr wrap="square" lIns="0" tIns="0" rIns="0" bIns="0" rtlCol="0" anchor="ctr"/>
          <a:lstStyle/>
          <a:p>
            <a:pPr marL="0" indent="0">
              <a:buNone/>
            </a:pPr>
            <a:r>
              <a:rPr lang="en-US" sz="950">
                <a:solidFill>
                  <a:srgbClr val="3D4556"/>
                </a:solidFill>
                <a:latin typeface="Verdana" panose="020B0604030504040204" pitchFamily="34" charset="0"/>
                <a:ea typeface="Verdana" panose="020B0604030504040204" pitchFamily="34" charset="0"/>
                <a:cs typeface="Calibri" pitchFamily="34" charset="-120"/>
              </a:rPr>
              <a:t>Aging Analysis</a:t>
            </a:r>
            <a:endParaRPr lang="en-US" sz="950">
              <a:latin typeface="Verdana" panose="020B0604030504040204" pitchFamily="34" charset="0"/>
              <a:ea typeface="Verdana" panose="020B0604030504040204" pitchFamily="34" charset="0"/>
            </a:endParaRPr>
          </a:p>
        </p:txBody>
      </p:sp>
      <p:sp>
        <p:nvSpPr>
          <p:cNvPr id="47" name="Text 45"/>
          <p:cNvSpPr/>
          <p:nvPr/>
        </p:nvSpPr>
        <p:spPr>
          <a:xfrm>
            <a:off x="10515600" y="3930103"/>
            <a:ext cx="1298448" cy="182880"/>
          </a:xfrm>
          <a:prstGeom prst="rect">
            <a:avLst/>
          </a:prstGeom>
          <a:noFill/>
          <a:ln/>
        </p:spPr>
        <p:txBody>
          <a:bodyPr wrap="square" lIns="0" tIns="0" rIns="0" bIns="0" rtlCol="0" anchor="ctr"/>
          <a:lstStyle/>
          <a:p>
            <a:pPr marL="0" indent="0" algn="r">
              <a:buNone/>
            </a:pPr>
            <a:r>
              <a:rPr lang="en-US" sz="950" b="1" dirty="0">
                <a:solidFill>
                  <a:srgbClr val="006D62"/>
                </a:solidFill>
                <a:latin typeface="Verdana" panose="020B0604030504040204" pitchFamily="34" charset="0"/>
                <a:ea typeface="Verdana" panose="020B0604030504040204" pitchFamily="34" charset="0"/>
                <a:cs typeface="Calibri" pitchFamily="34" charset="-120"/>
              </a:rPr>
              <a:t>Slide  12</a:t>
            </a:r>
            <a:endParaRPr lang="en-US" sz="950" dirty="0">
              <a:latin typeface="Verdana" panose="020B0604030504040204" pitchFamily="34" charset="0"/>
              <a:ea typeface="Verdana" panose="020B0604030504040204" pitchFamily="34" charset="0"/>
            </a:endParaRPr>
          </a:p>
        </p:txBody>
      </p:sp>
      <p:sp>
        <p:nvSpPr>
          <p:cNvPr id="48" name="Shape 46"/>
          <p:cNvSpPr/>
          <p:nvPr/>
        </p:nvSpPr>
        <p:spPr>
          <a:xfrm>
            <a:off x="6839712" y="4149559"/>
            <a:ext cx="4974336" cy="0"/>
          </a:xfrm>
          <a:prstGeom prst="line">
            <a:avLst/>
          </a:prstGeom>
          <a:noFill/>
          <a:ln w="12700">
            <a:solidFill>
              <a:srgbClr val="DDE1EA"/>
            </a:solidFill>
            <a:prstDash val="solid"/>
          </a:ln>
        </p:spPr>
        <p:txBody>
          <a:bodyPr/>
          <a:lstStyle/>
          <a:p>
            <a:endParaRPr lang="en-US"/>
          </a:p>
        </p:txBody>
      </p:sp>
      <p:sp>
        <p:nvSpPr>
          <p:cNvPr id="49" name="Shape 47"/>
          <p:cNvSpPr/>
          <p:nvPr/>
        </p:nvSpPr>
        <p:spPr>
          <a:xfrm>
            <a:off x="6839712" y="4227283"/>
            <a:ext cx="100584" cy="100584"/>
          </a:xfrm>
          <a:prstGeom prst="ellipse">
            <a:avLst/>
          </a:prstGeom>
          <a:solidFill>
            <a:srgbClr val="006D62"/>
          </a:solidFill>
          <a:ln w="12700">
            <a:solidFill>
              <a:srgbClr val="006D62"/>
            </a:solidFill>
            <a:prstDash val="solid"/>
          </a:ln>
        </p:spPr>
        <p:txBody>
          <a:bodyPr/>
          <a:lstStyle/>
          <a:p>
            <a:endParaRPr lang="en-US"/>
          </a:p>
        </p:txBody>
      </p:sp>
      <p:sp>
        <p:nvSpPr>
          <p:cNvPr id="50" name="Text 48"/>
          <p:cNvSpPr/>
          <p:nvPr/>
        </p:nvSpPr>
        <p:spPr>
          <a:xfrm>
            <a:off x="7022592" y="4186135"/>
            <a:ext cx="3474720" cy="182880"/>
          </a:xfrm>
          <a:prstGeom prst="rect">
            <a:avLst/>
          </a:prstGeom>
          <a:noFill/>
          <a:ln/>
        </p:spPr>
        <p:txBody>
          <a:bodyPr wrap="square" lIns="0" tIns="0" rIns="0" bIns="0" rtlCol="0" anchor="ctr"/>
          <a:lstStyle/>
          <a:p>
            <a:r>
              <a:rPr lang="en-US" sz="950">
                <a:solidFill>
                  <a:srgbClr val="3D4556"/>
                </a:solidFill>
                <a:latin typeface="Verdana" panose="020B0604030504040204" pitchFamily="34" charset="0"/>
                <a:ea typeface="Verdana" panose="020B0604030504040204" pitchFamily="34" charset="0"/>
                <a:cs typeface="Calibri" pitchFamily="34" charset="-120"/>
              </a:rPr>
              <a:t>Overdue Updates</a:t>
            </a:r>
            <a:endParaRPr lang="en-US" sz="950">
              <a:latin typeface="Verdana" panose="020B0604030504040204" pitchFamily="34" charset="0"/>
              <a:ea typeface="Verdana" panose="020B0604030504040204" pitchFamily="34" charset="0"/>
            </a:endParaRPr>
          </a:p>
        </p:txBody>
      </p:sp>
      <p:sp>
        <p:nvSpPr>
          <p:cNvPr id="51" name="Text 49"/>
          <p:cNvSpPr/>
          <p:nvPr/>
        </p:nvSpPr>
        <p:spPr>
          <a:xfrm>
            <a:off x="10515600" y="4186135"/>
            <a:ext cx="1298448" cy="182880"/>
          </a:xfrm>
          <a:prstGeom prst="rect">
            <a:avLst/>
          </a:prstGeom>
          <a:noFill/>
          <a:ln/>
        </p:spPr>
        <p:txBody>
          <a:bodyPr wrap="square" lIns="0" tIns="0" rIns="0" bIns="0" rtlCol="0" anchor="ctr"/>
          <a:lstStyle/>
          <a:p>
            <a:pPr marL="0" indent="0" algn="r">
              <a:buNone/>
            </a:pPr>
            <a:r>
              <a:rPr lang="en-US" sz="950" b="1" dirty="0">
                <a:solidFill>
                  <a:srgbClr val="006D62"/>
                </a:solidFill>
                <a:latin typeface="Verdana" panose="020B0604030504040204" pitchFamily="34" charset="0"/>
                <a:ea typeface="Verdana" panose="020B0604030504040204" pitchFamily="34" charset="0"/>
                <a:cs typeface="Calibri" pitchFamily="34" charset="-120"/>
              </a:rPr>
              <a:t>Slides 13 -16</a:t>
            </a:r>
            <a:endParaRPr lang="en-US" sz="950" dirty="0">
              <a:latin typeface="Verdana" panose="020B0604030504040204" pitchFamily="34" charset="0"/>
              <a:ea typeface="Verdana" panose="020B0604030504040204" pitchFamily="34" charset="0"/>
            </a:endParaRPr>
          </a:p>
        </p:txBody>
      </p:sp>
      <p:sp>
        <p:nvSpPr>
          <p:cNvPr id="52" name="Shape 50"/>
          <p:cNvSpPr/>
          <p:nvPr/>
        </p:nvSpPr>
        <p:spPr>
          <a:xfrm>
            <a:off x="6839712" y="4405591"/>
            <a:ext cx="4974336" cy="0"/>
          </a:xfrm>
          <a:prstGeom prst="line">
            <a:avLst/>
          </a:prstGeom>
          <a:noFill/>
          <a:ln w="12700">
            <a:solidFill>
              <a:srgbClr val="DDE1EA"/>
            </a:solidFill>
            <a:prstDash val="solid"/>
          </a:ln>
        </p:spPr>
        <p:txBody>
          <a:bodyPr/>
          <a:lstStyle/>
          <a:p>
            <a:endParaRPr lang="en-US"/>
          </a:p>
        </p:txBody>
      </p:sp>
      <p:sp>
        <p:nvSpPr>
          <p:cNvPr id="53" name="Shape 51"/>
          <p:cNvSpPr/>
          <p:nvPr/>
        </p:nvSpPr>
        <p:spPr>
          <a:xfrm>
            <a:off x="6839712" y="4483315"/>
            <a:ext cx="100584" cy="100584"/>
          </a:xfrm>
          <a:prstGeom prst="ellipse">
            <a:avLst/>
          </a:prstGeom>
          <a:solidFill>
            <a:srgbClr val="006D62"/>
          </a:solidFill>
          <a:ln w="12700">
            <a:solidFill>
              <a:srgbClr val="006D62"/>
            </a:solidFill>
            <a:prstDash val="solid"/>
          </a:ln>
        </p:spPr>
        <p:txBody>
          <a:bodyPr/>
          <a:lstStyle/>
          <a:p>
            <a:endParaRPr lang="en-US"/>
          </a:p>
        </p:txBody>
      </p:sp>
      <p:sp>
        <p:nvSpPr>
          <p:cNvPr id="54" name="Text 52"/>
          <p:cNvSpPr/>
          <p:nvPr/>
        </p:nvSpPr>
        <p:spPr>
          <a:xfrm>
            <a:off x="7022592" y="4442167"/>
            <a:ext cx="3474720" cy="182880"/>
          </a:xfrm>
          <a:prstGeom prst="rect">
            <a:avLst/>
          </a:prstGeom>
          <a:noFill/>
          <a:ln/>
        </p:spPr>
        <p:txBody>
          <a:bodyPr wrap="square" lIns="0" tIns="0" rIns="0" bIns="0" rtlCol="0" anchor="ctr"/>
          <a:lstStyle/>
          <a:p>
            <a:r>
              <a:rPr lang="en-US" sz="950">
                <a:solidFill>
                  <a:srgbClr val="3D4556"/>
                </a:solidFill>
                <a:latin typeface="Verdana" panose="020B0604030504040204" pitchFamily="34" charset="0"/>
                <a:ea typeface="Verdana" panose="020B0604030504040204" pitchFamily="34" charset="0"/>
                <a:cs typeface="Calibri" pitchFamily="34" charset="-120"/>
              </a:rPr>
              <a:t>Risk Trends — Open Actions</a:t>
            </a:r>
            <a:endParaRPr lang="en-US" sz="950">
              <a:latin typeface="Verdana" panose="020B0604030504040204" pitchFamily="34" charset="0"/>
              <a:ea typeface="Verdana" panose="020B0604030504040204" pitchFamily="34" charset="0"/>
            </a:endParaRPr>
          </a:p>
        </p:txBody>
      </p:sp>
      <p:sp>
        <p:nvSpPr>
          <p:cNvPr id="55" name="Text 53"/>
          <p:cNvSpPr/>
          <p:nvPr/>
        </p:nvSpPr>
        <p:spPr>
          <a:xfrm>
            <a:off x="10515600" y="4442167"/>
            <a:ext cx="1298448" cy="182880"/>
          </a:xfrm>
          <a:prstGeom prst="rect">
            <a:avLst/>
          </a:prstGeom>
          <a:noFill/>
          <a:ln/>
        </p:spPr>
        <p:txBody>
          <a:bodyPr wrap="square" lIns="0" tIns="0" rIns="0" bIns="0" rtlCol="0" anchor="ctr"/>
          <a:lstStyle/>
          <a:p>
            <a:pPr marL="0" indent="0" algn="r">
              <a:buNone/>
            </a:pPr>
            <a:r>
              <a:rPr lang="en-US" sz="950" b="1" dirty="0">
                <a:solidFill>
                  <a:srgbClr val="006D62"/>
                </a:solidFill>
                <a:latin typeface="Verdana" panose="020B0604030504040204" pitchFamily="34" charset="0"/>
                <a:ea typeface="Verdana" panose="020B0604030504040204" pitchFamily="34" charset="0"/>
                <a:cs typeface="Calibri" pitchFamily="34" charset="-120"/>
              </a:rPr>
              <a:t>Slides 17 -18</a:t>
            </a:r>
            <a:endParaRPr lang="en-US" sz="950" dirty="0">
              <a:latin typeface="Verdana" panose="020B0604030504040204" pitchFamily="34" charset="0"/>
              <a:ea typeface="Verdana" panose="020B0604030504040204" pitchFamily="34" charset="0"/>
            </a:endParaRPr>
          </a:p>
        </p:txBody>
      </p:sp>
      <p:sp>
        <p:nvSpPr>
          <p:cNvPr id="56" name="Shape 54"/>
          <p:cNvSpPr/>
          <p:nvPr/>
        </p:nvSpPr>
        <p:spPr>
          <a:xfrm>
            <a:off x="6839712" y="4661623"/>
            <a:ext cx="4974336" cy="0"/>
          </a:xfrm>
          <a:prstGeom prst="line">
            <a:avLst/>
          </a:prstGeom>
          <a:noFill/>
          <a:ln w="12700">
            <a:solidFill>
              <a:srgbClr val="DDE1EA"/>
            </a:solidFill>
            <a:prstDash val="solid"/>
          </a:ln>
        </p:spPr>
        <p:txBody>
          <a:bodyPr/>
          <a:lstStyle/>
          <a:p>
            <a:endParaRPr lang="en-US"/>
          </a:p>
        </p:txBody>
      </p:sp>
      <p:sp>
        <p:nvSpPr>
          <p:cNvPr id="57" name="Shape 55"/>
          <p:cNvSpPr/>
          <p:nvPr/>
        </p:nvSpPr>
        <p:spPr>
          <a:xfrm>
            <a:off x="6839712" y="4739347"/>
            <a:ext cx="100584" cy="100584"/>
          </a:xfrm>
          <a:prstGeom prst="ellipse">
            <a:avLst/>
          </a:prstGeom>
          <a:solidFill>
            <a:srgbClr val="006D62"/>
          </a:solidFill>
          <a:ln w="12700">
            <a:solidFill>
              <a:srgbClr val="006D62"/>
            </a:solidFill>
            <a:prstDash val="solid"/>
          </a:ln>
        </p:spPr>
        <p:txBody>
          <a:bodyPr/>
          <a:lstStyle/>
          <a:p>
            <a:endParaRPr lang="en-US"/>
          </a:p>
        </p:txBody>
      </p:sp>
      <p:sp>
        <p:nvSpPr>
          <p:cNvPr id="58" name="Text 56"/>
          <p:cNvSpPr/>
          <p:nvPr/>
        </p:nvSpPr>
        <p:spPr>
          <a:xfrm>
            <a:off x="7022592" y="4698199"/>
            <a:ext cx="3474720" cy="182880"/>
          </a:xfrm>
          <a:prstGeom prst="rect">
            <a:avLst/>
          </a:prstGeom>
          <a:noFill/>
          <a:ln/>
        </p:spPr>
        <p:txBody>
          <a:bodyPr wrap="square" lIns="0" tIns="0" rIns="0" bIns="0" rtlCol="0" anchor="ctr"/>
          <a:lstStyle/>
          <a:p>
            <a:pPr marL="0" indent="0">
              <a:buNone/>
            </a:pPr>
            <a:r>
              <a:rPr lang="en-US" sz="950" dirty="0">
                <a:solidFill>
                  <a:srgbClr val="3D4556"/>
                </a:solidFill>
                <a:latin typeface="Verdana" panose="020B0604030504040204" pitchFamily="34" charset="0"/>
                <a:ea typeface="Verdana" panose="020B0604030504040204" pitchFamily="34" charset="0"/>
                <a:cs typeface="Calibri" pitchFamily="34" charset="-120"/>
              </a:rPr>
              <a:t>Deep dive on Open Management Actions; Extensions </a:t>
            </a:r>
            <a:endParaRPr lang="en-US" sz="950" dirty="0">
              <a:latin typeface="Verdana" panose="020B0604030504040204" pitchFamily="34" charset="0"/>
              <a:ea typeface="Verdana" panose="020B0604030504040204" pitchFamily="34" charset="0"/>
            </a:endParaRPr>
          </a:p>
        </p:txBody>
      </p:sp>
      <p:sp>
        <p:nvSpPr>
          <p:cNvPr id="59" name="Text 57"/>
          <p:cNvSpPr/>
          <p:nvPr/>
        </p:nvSpPr>
        <p:spPr>
          <a:xfrm>
            <a:off x="10515600" y="4698199"/>
            <a:ext cx="1298448" cy="182880"/>
          </a:xfrm>
          <a:prstGeom prst="rect">
            <a:avLst/>
          </a:prstGeom>
          <a:noFill/>
          <a:ln/>
        </p:spPr>
        <p:txBody>
          <a:bodyPr wrap="square" lIns="0" tIns="0" rIns="0" bIns="0" rtlCol="0" anchor="ctr"/>
          <a:lstStyle/>
          <a:p>
            <a:pPr marL="0" indent="0" algn="r">
              <a:buNone/>
            </a:pPr>
            <a:r>
              <a:rPr lang="en-US" sz="950" b="1">
                <a:solidFill>
                  <a:srgbClr val="006D62"/>
                </a:solidFill>
                <a:latin typeface="Verdana" panose="020B0604030504040204" pitchFamily="34" charset="0"/>
                <a:ea typeface="Verdana" panose="020B0604030504040204" pitchFamily="34" charset="0"/>
                <a:cs typeface="Calibri" pitchFamily="34" charset="-120"/>
              </a:rPr>
              <a:t>Agenda 4.2</a:t>
            </a:r>
            <a:endParaRPr lang="en-US" sz="950">
              <a:latin typeface="Verdana" panose="020B0604030504040204" pitchFamily="34" charset="0"/>
              <a:ea typeface="Verdana" panose="020B0604030504040204" pitchFamily="34" charset="0"/>
            </a:endParaRPr>
          </a:p>
        </p:txBody>
      </p:sp>
      <p:sp>
        <p:nvSpPr>
          <p:cNvPr id="60" name="Shape 58"/>
          <p:cNvSpPr/>
          <p:nvPr/>
        </p:nvSpPr>
        <p:spPr>
          <a:xfrm>
            <a:off x="457200" y="5073103"/>
            <a:ext cx="11274552" cy="0"/>
          </a:xfrm>
          <a:prstGeom prst="line">
            <a:avLst/>
          </a:prstGeom>
          <a:noFill/>
          <a:ln w="12700">
            <a:solidFill>
              <a:srgbClr val="DDE1EA"/>
            </a:solidFill>
            <a:prstDash val="solid"/>
          </a:ln>
        </p:spPr>
        <p:txBody>
          <a:bodyPr/>
          <a:lstStyle/>
          <a:p>
            <a:endParaRPr lang="en-US"/>
          </a:p>
        </p:txBody>
      </p:sp>
      <p:sp>
        <p:nvSpPr>
          <p:cNvPr id="61" name="Shape 59"/>
          <p:cNvSpPr/>
          <p:nvPr/>
        </p:nvSpPr>
        <p:spPr>
          <a:xfrm>
            <a:off x="457200" y="5191975"/>
            <a:ext cx="41148" cy="1097280"/>
          </a:xfrm>
          <a:prstGeom prst="rect">
            <a:avLst/>
          </a:prstGeom>
          <a:solidFill>
            <a:srgbClr val="1A6B3A"/>
          </a:solidFill>
          <a:ln w="12700">
            <a:solidFill>
              <a:srgbClr val="1A6B3A"/>
            </a:solidFill>
            <a:prstDash val="solid"/>
          </a:ln>
        </p:spPr>
        <p:txBody>
          <a:bodyPr/>
          <a:lstStyle/>
          <a:p>
            <a:endParaRPr lang="en-US"/>
          </a:p>
        </p:txBody>
      </p:sp>
      <p:sp>
        <p:nvSpPr>
          <p:cNvPr id="62" name="Text 60"/>
          <p:cNvSpPr/>
          <p:nvPr/>
        </p:nvSpPr>
        <p:spPr>
          <a:xfrm>
            <a:off x="594360" y="5191975"/>
            <a:ext cx="502920" cy="402336"/>
          </a:xfrm>
          <a:prstGeom prst="rect">
            <a:avLst/>
          </a:prstGeom>
          <a:noFill/>
          <a:ln/>
        </p:spPr>
        <p:txBody>
          <a:bodyPr wrap="square" lIns="0" tIns="0" rIns="0" bIns="0" rtlCol="0" anchor="ctr"/>
          <a:lstStyle/>
          <a:p>
            <a:pPr marL="0" indent="0">
              <a:buNone/>
            </a:pPr>
            <a:r>
              <a:rPr lang="en-US" sz="2200" b="1">
                <a:solidFill>
                  <a:srgbClr val="1A6B3A"/>
                </a:solidFill>
                <a:latin typeface="Calibri" pitchFamily="34" charset="0"/>
                <a:ea typeface="Calibri" pitchFamily="34" charset="-122"/>
                <a:cs typeface="Calibri" pitchFamily="34" charset="-120"/>
              </a:rPr>
              <a:t>04</a:t>
            </a:r>
            <a:endParaRPr lang="en-US" sz="2200"/>
          </a:p>
        </p:txBody>
      </p:sp>
      <p:sp>
        <p:nvSpPr>
          <p:cNvPr id="63" name="Text 61"/>
          <p:cNvSpPr/>
          <p:nvPr/>
        </p:nvSpPr>
        <p:spPr>
          <a:xfrm>
            <a:off x="1170432" y="5191975"/>
            <a:ext cx="5257800" cy="347472"/>
          </a:xfrm>
          <a:prstGeom prst="rect">
            <a:avLst/>
          </a:prstGeom>
          <a:noFill/>
          <a:ln/>
        </p:spPr>
        <p:txBody>
          <a:bodyPr wrap="square" lIns="0" tIns="0" rIns="0" bIns="0" rtlCol="0" anchor="ctr"/>
          <a:lstStyle/>
          <a:p>
            <a:pPr marL="0" indent="0">
              <a:buNone/>
            </a:pPr>
            <a:r>
              <a:rPr lang="en-US" sz="1200" b="1">
                <a:solidFill>
                  <a:srgbClr val="1B2A4A"/>
                </a:solidFill>
                <a:latin typeface="Verdana" panose="020B0604030504040204" pitchFamily="34" charset="0"/>
                <a:ea typeface="Verdana" panose="020B0604030504040204" pitchFamily="34" charset="0"/>
                <a:cs typeface="Calibri" pitchFamily="34" charset="-120"/>
              </a:rPr>
              <a:t>Functional &amp; Regulatory Updates</a:t>
            </a:r>
            <a:endParaRPr lang="en-US" sz="1200">
              <a:latin typeface="Verdana" panose="020B0604030504040204" pitchFamily="34" charset="0"/>
              <a:ea typeface="Verdana" panose="020B0604030504040204" pitchFamily="34" charset="0"/>
            </a:endParaRPr>
          </a:p>
        </p:txBody>
      </p:sp>
      <p:sp>
        <p:nvSpPr>
          <p:cNvPr id="64" name="Shape 62"/>
          <p:cNvSpPr/>
          <p:nvPr/>
        </p:nvSpPr>
        <p:spPr>
          <a:xfrm>
            <a:off x="1170432" y="5576023"/>
            <a:ext cx="5120640" cy="0"/>
          </a:xfrm>
          <a:prstGeom prst="line">
            <a:avLst/>
          </a:prstGeom>
          <a:noFill/>
          <a:ln w="12700">
            <a:solidFill>
              <a:srgbClr val="DDE1EA"/>
            </a:solidFill>
            <a:prstDash val="solid"/>
          </a:ln>
        </p:spPr>
        <p:txBody>
          <a:bodyPr/>
          <a:lstStyle/>
          <a:p>
            <a:endParaRPr lang="en-US"/>
          </a:p>
        </p:txBody>
      </p:sp>
      <p:sp>
        <p:nvSpPr>
          <p:cNvPr id="65" name="Text 63"/>
          <p:cNvSpPr/>
          <p:nvPr/>
        </p:nvSpPr>
        <p:spPr>
          <a:xfrm>
            <a:off x="1170432" y="5630886"/>
            <a:ext cx="5257800" cy="722287"/>
          </a:xfrm>
          <a:prstGeom prst="rect">
            <a:avLst/>
          </a:prstGeom>
          <a:noFill/>
          <a:ln/>
        </p:spPr>
        <p:txBody>
          <a:bodyPr wrap="square" lIns="0" tIns="0" rIns="0" bIns="0" rtlCol="0" anchor="t"/>
          <a:lstStyle/>
          <a:p>
            <a:pPr marL="0" indent="0">
              <a:buNone/>
            </a:pPr>
            <a:r>
              <a:rPr lang="en-US" sz="900" dirty="0">
                <a:solidFill>
                  <a:srgbClr val="3D4556"/>
                </a:solidFill>
                <a:latin typeface="Verdana" panose="020B0604030504040204" pitchFamily="34" charset="0"/>
                <a:ea typeface="Verdana" panose="020B0604030504040204" pitchFamily="34" charset="0"/>
                <a:cs typeface="Calibri" pitchFamily="34" charset="-120"/>
              </a:rPr>
              <a:t>CBUAE action closures validated by GIA; GIA Finding &amp; Conclusion </a:t>
            </a:r>
            <a:r>
              <a:rPr lang="en-US" sz="900" kern="0" dirty="0">
                <a:latin typeface="Verdana" panose="020B0604030504040204" pitchFamily="34" charset="0"/>
                <a:ea typeface="Verdana" panose="020B0604030504040204" pitchFamily="34" charset="0"/>
              </a:rPr>
              <a:t>CBUAE Examination </a:t>
            </a:r>
            <a:r>
              <a:rPr lang="en-US" sz="900" kern="0" dirty="0" err="1">
                <a:latin typeface="Verdana" panose="020B0604030504040204" pitchFamily="34" charset="0"/>
                <a:ea typeface="Verdana" panose="020B0604030504040204" pitchFamily="34" charset="0"/>
              </a:rPr>
              <a:t>Edenred</a:t>
            </a:r>
            <a:r>
              <a:rPr lang="en-US" sz="900" kern="0" dirty="0">
                <a:latin typeface="Verdana" panose="020B0604030504040204" pitchFamily="34" charset="0"/>
                <a:ea typeface="Verdana" panose="020B0604030504040204" pitchFamily="34" charset="0"/>
              </a:rPr>
              <a:t> – Finding 3/Action C. </a:t>
            </a:r>
          </a:p>
          <a:p>
            <a:pPr marL="0" indent="0">
              <a:buNone/>
            </a:pPr>
            <a:endParaRPr lang="en-US" sz="100" kern="0" dirty="0">
              <a:latin typeface="Verdana" panose="020B0604030504040204" pitchFamily="34" charset="0"/>
              <a:ea typeface="Verdana" panose="020B0604030504040204" pitchFamily="34" charset="0"/>
            </a:endParaRPr>
          </a:p>
          <a:p>
            <a:pPr marL="0" indent="0">
              <a:buNone/>
            </a:pPr>
            <a:r>
              <a:rPr lang="en-US" sz="900" dirty="0">
                <a:solidFill>
                  <a:srgbClr val="3D4556"/>
                </a:solidFill>
                <a:latin typeface="Verdana" panose="020B0604030504040204" pitchFamily="34" charset="0"/>
                <a:ea typeface="Verdana" panose="020B0604030504040204" pitchFamily="34" charset="0"/>
                <a:cs typeface="Calibri" pitchFamily="34" charset="-120"/>
              </a:rPr>
              <a:t>CBUAE Limited Scope review on Control Functions actions on GIA independently validated by GT (Annex 8.19); </a:t>
            </a:r>
            <a:r>
              <a:rPr lang="en-US" sz="800" i="1" dirty="0">
                <a:solidFill>
                  <a:srgbClr val="3D4556"/>
                </a:solidFill>
                <a:latin typeface="Verdana" panose="020B0604030504040204" pitchFamily="34" charset="0"/>
                <a:ea typeface="Verdana" panose="020B0604030504040204" pitchFamily="34" charset="0"/>
                <a:cs typeface="Calibri" pitchFamily="34" charset="-120"/>
              </a:rPr>
              <a:t>subsequently validated &amp; closed in CBUAE’s recent follow up review. </a:t>
            </a:r>
          </a:p>
          <a:p>
            <a:pPr marL="0" indent="0">
              <a:buNone/>
            </a:pPr>
            <a:endParaRPr lang="en-US" sz="100" dirty="0">
              <a:solidFill>
                <a:srgbClr val="3D4556"/>
              </a:solidFill>
              <a:latin typeface="Verdana" panose="020B0604030504040204" pitchFamily="34" charset="0"/>
              <a:ea typeface="Verdana" panose="020B0604030504040204" pitchFamily="34" charset="0"/>
              <a:cs typeface="Calibri" pitchFamily="34" charset="-120"/>
            </a:endParaRPr>
          </a:p>
          <a:p>
            <a:pPr marL="0" indent="0">
              <a:buNone/>
            </a:pPr>
            <a:r>
              <a:rPr lang="en-US" sz="900" dirty="0">
                <a:solidFill>
                  <a:srgbClr val="3D4556"/>
                </a:solidFill>
                <a:latin typeface="Verdana" panose="020B0604030504040204" pitchFamily="34" charset="0"/>
                <a:ea typeface="Verdana" panose="020B0604030504040204" pitchFamily="34" charset="0"/>
                <a:cs typeface="Calibri" pitchFamily="34" charset="-120"/>
              </a:rPr>
              <a:t>GIA Audit Reports (Annexure 8.4) and CFT Reports in Annexure 8.15-17</a:t>
            </a:r>
            <a:endParaRPr lang="en-US" sz="900" dirty="0">
              <a:latin typeface="Verdana" panose="020B0604030504040204" pitchFamily="34" charset="0"/>
              <a:ea typeface="Verdana" panose="020B0604030504040204" pitchFamily="34" charset="0"/>
            </a:endParaRPr>
          </a:p>
        </p:txBody>
      </p:sp>
      <p:sp>
        <p:nvSpPr>
          <p:cNvPr id="66" name="Shape 64"/>
          <p:cNvSpPr/>
          <p:nvPr/>
        </p:nvSpPr>
        <p:spPr>
          <a:xfrm>
            <a:off x="6656832" y="5228551"/>
            <a:ext cx="0" cy="1024128"/>
          </a:xfrm>
          <a:prstGeom prst="line">
            <a:avLst/>
          </a:prstGeom>
          <a:noFill/>
          <a:ln w="12700">
            <a:solidFill>
              <a:srgbClr val="DDE1EA"/>
            </a:solidFill>
            <a:prstDash val="solid"/>
          </a:ln>
        </p:spPr>
        <p:txBody>
          <a:bodyPr/>
          <a:lstStyle/>
          <a:p>
            <a:endParaRPr lang="en-US"/>
          </a:p>
        </p:txBody>
      </p:sp>
      <p:sp>
        <p:nvSpPr>
          <p:cNvPr id="67" name="Shape 65"/>
          <p:cNvSpPr/>
          <p:nvPr/>
        </p:nvSpPr>
        <p:spPr>
          <a:xfrm>
            <a:off x="6839712" y="5348947"/>
            <a:ext cx="100584" cy="100584"/>
          </a:xfrm>
          <a:prstGeom prst="ellipse">
            <a:avLst/>
          </a:prstGeom>
          <a:solidFill>
            <a:srgbClr val="1A6B3A"/>
          </a:solidFill>
          <a:ln w="12700">
            <a:solidFill>
              <a:srgbClr val="1A6B3A"/>
            </a:solidFill>
            <a:prstDash val="solid"/>
          </a:ln>
        </p:spPr>
        <p:txBody>
          <a:bodyPr/>
          <a:lstStyle/>
          <a:p>
            <a:endParaRPr lang="en-US"/>
          </a:p>
        </p:txBody>
      </p:sp>
      <p:sp>
        <p:nvSpPr>
          <p:cNvPr id="68" name="Text 66"/>
          <p:cNvSpPr/>
          <p:nvPr/>
        </p:nvSpPr>
        <p:spPr>
          <a:xfrm>
            <a:off x="7022592" y="5265127"/>
            <a:ext cx="3474720" cy="268224"/>
          </a:xfrm>
          <a:prstGeom prst="rect">
            <a:avLst/>
          </a:prstGeom>
          <a:noFill/>
          <a:ln/>
        </p:spPr>
        <p:txBody>
          <a:bodyPr wrap="square" lIns="0" tIns="0" rIns="0" bIns="0" rtlCol="0" anchor="ctr"/>
          <a:lstStyle/>
          <a:p>
            <a:pPr marL="0" indent="0">
              <a:buNone/>
            </a:pPr>
            <a:r>
              <a:rPr lang="en-US" sz="950" dirty="0">
                <a:solidFill>
                  <a:srgbClr val="3D4556"/>
                </a:solidFill>
                <a:latin typeface="Verdana" panose="020B0604030504040204" pitchFamily="34" charset="0"/>
                <a:ea typeface="Verdana" panose="020B0604030504040204" pitchFamily="34" charset="0"/>
                <a:cs typeface="Calibri" pitchFamily="34" charset="-120"/>
              </a:rPr>
              <a:t>CBUAE Action Plan Validations</a:t>
            </a:r>
            <a:endParaRPr lang="en-US" sz="950" dirty="0">
              <a:latin typeface="Verdana" panose="020B0604030504040204" pitchFamily="34" charset="0"/>
              <a:ea typeface="Verdana" panose="020B0604030504040204" pitchFamily="34" charset="0"/>
            </a:endParaRPr>
          </a:p>
        </p:txBody>
      </p:sp>
      <p:sp>
        <p:nvSpPr>
          <p:cNvPr id="69" name="Text 67"/>
          <p:cNvSpPr/>
          <p:nvPr/>
        </p:nvSpPr>
        <p:spPr>
          <a:xfrm>
            <a:off x="10515600" y="5265127"/>
            <a:ext cx="1298448" cy="268224"/>
          </a:xfrm>
          <a:prstGeom prst="rect">
            <a:avLst/>
          </a:prstGeom>
          <a:noFill/>
          <a:ln/>
        </p:spPr>
        <p:txBody>
          <a:bodyPr wrap="square" lIns="0" tIns="0" rIns="0" bIns="0" rtlCol="0" anchor="ctr"/>
          <a:lstStyle/>
          <a:p>
            <a:pPr marL="0" indent="0" algn="r">
              <a:buNone/>
            </a:pPr>
            <a:r>
              <a:rPr lang="en-US" sz="950" b="1" dirty="0">
                <a:solidFill>
                  <a:srgbClr val="1A6B3A"/>
                </a:solidFill>
                <a:latin typeface="Verdana" panose="020B0604030504040204" pitchFamily="34" charset="0"/>
                <a:ea typeface="Verdana" panose="020B0604030504040204" pitchFamily="34" charset="0"/>
                <a:cs typeface="Calibri" pitchFamily="34" charset="-120"/>
              </a:rPr>
              <a:t>Slide 19 - 20</a:t>
            </a:r>
            <a:endParaRPr lang="en-US" sz="950" dirty="0">
              <a:latin typeface="Verdana" panose="020B0604030504040204" pitchFamily="34" charset="0"/>
              <a:ea typeface="Verdana" panose="020B0604030504040204" pitchFamily="34" charset="0"/>
            </a:endParaRPr>
          </a:p>
        </p:txBody>
      </p:sp>
      <p:sp>
        <p:nvSpPr>
          <p:cNvPr id="70" name="Shape 68"/>
          <p:cNvSpPr/>
          <p:nvPr/>
        </p:nvSpPr>
        <p:spPr>
          <a:xfrm>
            <a:off x="6839712" y="5569927"/>
            <a:ext cx="4974336" cy="0"/>
          </a:xfrm>
          <a:prstGeom prst="line">
            <a:avLst/>
          </a:prstGeom>
          <a:noFill/>
          <a:ln w="12700">
            <a:solidFill>
              <a:srgbClr val="DDE1EA"/>
            </a:solidFill>
            <a:prstDash val="solid"/>
          </a:ln>
        </p:spPr>
        <p:txBody>
          <a:bodyPr/>
          <a:lstStyle/>
          <a:p>
            <a:endParaRPr lang="en-US"/>
          </a:p>
        </p:txBody>
      </p:sp>
      <p:sp>
        <p:nvSpPr>
          <p:cNvPr id="71" name="Shape 69"/>
          <p:cNvSpPr/>
          <p:nvPr/>
        </p:nvSpPr>
        <p:spPr>
          <a:xfrm>
            <a:off x="6839712" y="5690323"/>
            <a:ext cx="100584" cy="100584"/>
          </a:xfrm>
          <a:prstGeom prst="ellipse">
            <a:avLst/>
          </a:prstGeom>
          <a:solidFill>
            <a:srgbClr val="1A6B3A"/>
          </a:solidFill>
          <a:ln w="12700">
            <a:solidFill>
              <a:srgbClr val="1A6B3A"/>
            </a:solidFill>
            <a:prstDash val="solid"/>
          </a:ln>
        </p:spPr>
        <p:txBody>
          <a:bodyPr/>
          <a:lstStyle/>
          <a:p>
            <a:endParaRPr lang="en-US"/>
          </a:p>
        </p:txBody>
      </p:sp>
      <p:sp>
        <p:nvSpPr>
          <p:cNvPr id="72" name="Text 70"/>
          <p:cNvSpPr/>
          <p:nvPr/>
        </p:nvSpPr>
        <p:spPr>
          <a:xfrm>
            <a:off x="7022592" y="5606503"/>
            <a:ext cx="4072128" cy="268224"/>
          </a:xfrm>
          <a:prstGeom prst="rect">
            <a:avLst/>
          </a:prstGeom>
          <a:noFill/>
          <a:ln/>
        </p:spPr>
        <p:txBody>
          <a:bodyPr wrap="square" lIns="0" tIns="0" rIns="0" bIns="0" rtlCol="0" anchor="ctr"/>
          <a:lstStyle/>
          <a:p>
            <a:pPr marL="0" indent="0">
              <a:buNone/>
            </a:pPr>
            <a:r>
              <a:rPr lang="en-US" sz="920" dirty="0">
                <a:solidFill>
                  <a:srgbClr val="3D4556"/>
                </a:solidFill>
                <a:latin typeface="Verdana" panose="020B0604030504040204" pitchFamily="34" charset="0"/>
                <a:ea typeface="Verdana" panose="020B0604030504040204" pitchFamily="34" charset="0"/>
                <a:cs typeface="Calibri" pitchFamily="34" charset="-120"/>
              </a:rPr>
              <a:t>GIA Findings &amp; Conclusion </a:t>
            </a:r>
            <a:r>
              <a:rPr lang="en-US" sz="920" kern="0" dirty="0">
                <a:latin typeface="Verdana" panose="020B0604030504040204" pitchFamily="34" charset="0"/>
                <a:ea typeface="Verdana" panose="020B0604030504040204" pitchFamily="34" charset="0"/>
              </a:rPr>
              <a:t>CBUAE Examination </a:t>
            </a:r>
            <a:r>
              <a:rPr lang="en-US" sz="920" kern="0" dirty="0" err="1">
                <a:latin typeface="Verdana" panose="020B0604030504040204" pitchFamily="34" charset="0"/>
                <a:ea typeface="Verdana" panose="020B0604030504040204" pitchFamily="34" charset="0"/>
              </a:rPr>
              <a:t>Edenred</a:t>
            </a:r>
            <a:r>
              <a:rPr lang="en-US" sz="920" kern="0" dirty="0">
                <a:latin typeface="Verdana" panose="020B0604030504040204" pitchFamily="34" charset="0"/>
                <a:ea typeface="Verdana" panose="020B0604030504040204" pitchFamily="34" charset="0"/>
              </a:rPr>
              <a:t>; Finding 3</a:t>
            </a:r>
            <a:endParaRPr lang="en-US" sz="920" dirty="0">
              <a:latin typeface="Verdana" panose="020B0604030504040204" pitchFamily="34" charset="0"/>
              <a:ea typeface="Verdana" panose="020B0604030504040204" pitchFamily="34" charset="0"/>
            </a:endParaRPr>
          </a:p>
        </p:txBody>
      </p:sp>
      <p:sp>
        <p:nvSpPr>
          <p:cNvPr id="73" name="Text 71"/>
          <p:cNvSpPr/>
          <p:nvPr/>
        </p:nvSpPr>
        <p:spPr>
          <a:xfrm>
            <a:off x="10515600" y="5606503"/>
            <a:ext cx="1298448" cy="268224"/>
          </a:xfrm>
          <a:prstGeom prst="rect">
            <a:avLst/>
          </a:prstGeom>
          <a:noFill/>
          <a:ln/>
        </p:spPr>
        <p:txBody>
          <a:bodyPr wrap="square" lIns="0" tIns="0" rIns="0" bIns="0" rtlCol="0" anchor="ctr"/>
          <a:lstStyle/>
          <a:p>
            <a:pPr marL="0" indent="0" algn="r">
              <a:buNone/>
            </a:pPr>
            <a:r>
              <a:rPr lang="en-US" sz="950" b="1" dirty="0">
                <a:solidFill>
                  <a:srgbClr val="1A6B3A"/>
                </a:solidFill>
                <a:latin typeface="Verdana" panose="020B0604030504040204" pitchFamily="34" charset="0"/>
                <a:ea typeface="Verdana" panose="020B0604030504040204" pitchFamily="34" charset="0"/>
                <a:cs typeface="Calibri" pitchFamily="34" charset="-120"/>
              </a:rPr>
              <a:t>Slide 21 - 22 </a:t>
            </a:r>
            <a:endParaRPr lang="en-US" sz="950" dirty="0">
              <a:latin typeface="Verdana" panose="020B0604030504040204" pitchFamily="34" charset="0"/>
              <a:ea typeface="Verdana" panose="020B0604030504040204" pitchFamily="34" charset="0"/>
            </a:endParaRPr>
          </a:p>
        </p:txBody>
      </p:sp>
      <p:sp>
        <p:nvSpPr>
          <p:cNvPr id="74" name="Shape 72"/>
          <p:cNvSpPr/>
          <p:nvPr/>
        </p:nvSpPr>
        <p:spPr>
          <a:xfrm>
            <a:off x="6839712" y="5911303"/>
            <a:ext cx="4974336" cy="0"/>
          </a:xfrm>
          <a:prstGeom prst="line">
            <a:avLst/>
          </a:prstGeom>
          <a:noFill/>
          <a:ln w="12700">
            <a:solidFill>
              <a:srgbClr val="DDE1EA"/>
            </a:solidFill>
            <a:prstDash val="solid"/>
          </a:ln>
        </p:spPr>
        <p:txBody>
          <a:bodyPr/>
          <a:lstStyle/>
          <a:p>
            <a:endParaRPr lang="en-US"/>
          </a:p>
        </p:txBody>
      </p:sp>
      <p:sp>
        <p:nvSpPr>
          <p:cNvPr id="75" name="Shape 73"/>
          <p:cNvSpPr/>
          <p:nvPr/>
        </p:nvSpPr>
        <p:spPr>
          <a:xfrm>
            <a:off x="6839712" y="6031699"/>
            <a:ext cx="100584" cy="100584"/>
          </a:xfrm>
          <a:prstGeom prst="ellipse">
            <a:avLst/>
          </a:prstGeom>
          <a:solidFill>
            <a:srgbClr val="1A6B3A"/>
          </a:solidFill>
          <a:ln w="12700">
            <a:solidFill>
              <a:srgbClr val="1A6B3A"/>
            </a:solidFill>
            <a:prstDash val="solid"/>
          </a:ln>
        </p:spPr>
        <p:txBody>
          <a:bodyPr/>
          <a:lstStyle/>
          <a:p>
            <a:endParaRPr lang="en-US"/>
          </a:p>
        </p:txBody>
      </p:sp>
      <p:sp>
        <p:nvSpPr>
          <p:cNvPr id="76" name="Text 74"/>
          <p:cNvSpPr/>
          <p:nvPr/>
        </p:nvSpPr>
        <p:spPr>
          <a:xfrm>
            <a:off x="7022592" y="5947879"/>
            <a:ext cx="3474720" cy="268224"/>
          </a:xfrm>
          <a:prstGeom prst="rect">
            <a:avLst/>
          </a:prstGeom>
          <a:noFill/>
          <a:ln/>
        </p:spPr>
        <p:txBody>
          <a:bodyPr wrap="square" lIns="0" tIns="0" rIns="0" bIns="0" rtlCol="0" anchor="ctr"/>
          <a:lstStyle/>
          <a:p>
            <a:pPr marL="0" indent="0">
              <a:buNone/>
            </a:pPr>
            <a:r>
              <a:rPr lang="en-US" sz="950" dirty="0">
                <a:solidFill>
                  <a:srgbClr val="3D4556"/>
                </a:solidFill>
                <a:latin typeface="Verdana" panose="020B0604030504040204" pitchFamily="34" charset="0"/>
                <a:ea typeface="Verdana" panose="020B0604030504040204" pitchFamily="34" charset="0"/>
                <a:cs typeface="Calibri" pitchFamily="34" charset="-120"/>
              </a:rPr>
              <a:t>BAC Satisfaction Survey Results FY 2025</a:t>
            </a:r>
            <a:endParaRPr lang="en-US" sz="950" dirty="0">
              <a:latin typeface="Verdana" panose="020B0604030504040204" pitchFamily="34" charset="0"/>
              <a:ea typeface="Verdana" panose="020B0604030504040204" pitchFamily="34" charset="0"/>
            </a:endParaRPr>
          </a:p>
        </p:txBody>
      </p:sp>
      <p:sp>
        <p:nvSpPr>
          <p:cNvPr id="77" name="Text 75"/>
          <p:cNvSpPr/>
          <p:nvPr/>
        </p:nvSpPr>
        <p:spPr>
          <a:xfrm>
            <a:off x="10393378" y="5947879"/>
            <a:ext cx="1420670" cy="268224"/>
          </a:xfrm>
          <a:prstGeom prst="rect">
            <a:avLst/>
          </a:prstGeom>
          <a:noFill/>
          <a:ln/>
        </p:spPr>
        <p:txBody>
          <a:bodyPr wrap="square" lIns="0" tIns="0" rIns="0" bIns="0" rtlCol="0" anchor="ctr"/>
          <a:lstStyle/>
          <a:p>
            <a:pPr marL="0" indent="0" algn="r">
              <a:buNone/>
            </a:pPr>
            <a:r>
              <a:rPr lang="en-US" sz="950" b="1" dirty="0">
                <a:solidFill>
                  <a:srgbClr val="1A6B3A"/>
                </a:solidFill>
                <a:latin typeface="Verdana" panose="020B0604030504040204" pitchFamily="34" charset="0"/>
                <a:ea typeface="Verdana" panose="020B0604030504040204" pitchFamily="34" charset="0"/>
                <a:cs typeface="Calibri" pitchFamily="34" charset="-120"/>
              </a:rPr>
              <a:t>Slide 23</a:t>
            </a:r>
            <a:endParaRPr lang="en-US" sz="950" dirty="0">
              <a:latin typeface="Verdana" panose="020B0604030504040204" pitchFamily="34" charset="0"/>
              <a:ea typeface="Verdana" panose="020B0604030504040204" pitchFamily="34" charset="0"/>
            </a:endParaRPr>
          </a:p>
        </p:txBody>
      </p:sp>
      <p:sp>
        <p:nvSpPr>
          <p:cNvPr id="79" name="Title 1">
            <a:extLst>
              <a:ext uri="{FF2B5EF4-FFF2-40B4-BE49-F238E27FC236}">
                <a16:creationId xmlns:a16="http://schemas.microsoft.com/office/drawing/2014/main" id="{BE5C6D33-1C60-B332-0004-659F2F3C7254}"/>
              </a:ext>
            </a:extLst>
          </p:cNvPr>
          <p:cNvSpPr txBox="1">
            <a:spLocks/>
          </p:cNvSpPr>
          <p:nvPr/>
        </p:nvSpPr>
        <p:spPr>
          <a:xfrm>
            <a:off x="-62151" y="0"/>
            <a:ext cx="12192000" cy="631031"/>
          </a:xfrm>
          <a:prstGeom prst="rect">
            <a:avLst/>
          </a:prstGeom>
        </p:spPr>
        <p:txBody>
          <a:bodyPr anchor="ctr"/>
          <a:lstStyle>
            <a:lvl1pPr algn="l" rtl="0" eaLnBrk="1" fontAlgn="base" hangingPunct="1">
              <a:spcBef>
                <a:spcPct val="0"/>
              </a:spcBef>
              <a:spcAft>
                <a:spcPct val="0"/>
              </a:spcAft>
              <a:defRPr sz="1200" b="0">
                <a:solidFill>
                  <a:schemeClr val="bg1"/>
                </a:solidFill>
                <a:latin typeface="+mj-lt"/>
                <a:ea typeface="+mj-ea"/>
                <a:cs typeface="+mj-cs"/>
              </a:defRPr>
            </a:lvl1pPr>
            <a:lvl2pPr algn="ctr" rtl="0" eaLnBrk="1" fontAlgn="base" hangingPunct="1">
              <a:spcBef>
                <a:spcPct val="0"/>
              </a:spcBef>
              <a:spcAft>
                <a:spcPct val="0"/>
              </a:spcAft>
              <a:defRPr sz="2400" b="1">
                <a:solidFill>
                  <a:schemeClr val="bg1"/>
                </a:solidFill>
                <a:latin typeface="Verdana" pitchFamily="34" charset="0"/>
                <a:cs typeface="Times New Roman" pitchFamily="18" charset="0"/>
              </a:defRPr>
            </a:lvl2pPr>
            <a:lvl3pPr algn="ctr" rtl="0" eaLnBrk="1" fontAlgn="base" hangingPunct="1">
              <a:spcBef>
                <a:spcPct val="0"/>
              </a:spcBef>
              <a:spcAft>
                <a:spcPct val="0"/>
              </a:spcAft>
              <a:defRPr sz="2400" b="1">
                <a:solidFill>
                  <a:schemeClr val="bg1"/>
                </a:solidFill>
                <a:latin typeface="Verdana" pitchFamily="34" charset="0"/>
                <a:cs typeface="Times New Roman" pitchFamily="18" charset="0"/>
              </a:defRPr>
            </a:lvl3pPr>
            <a:lvl4pPr algn="ctr" rtl="0" eaLnBrk="1" fontAlgn="base" hangingPunct="1">
              <a:spcBef>
                <a:spcPct val="0"/>
              </a:spcBef>
              <a:spcAft>
                <a:spcPct val="0"/>
              </a:spcAft>
              <a:defRPr sz="2400" b="1">
                <a:solidFill>
                  <a:schemeClr val="bg1"/>
                </a:solidFill>
                <a:latin typeface="Verdana" pitchFamily="34" charset="0"/>
                <a:cs typeface="Times New Roman" pitchFamily="18" charset="0"/>
              </a:defRPr>
            </a:lvl4pPr>
            <a:lvl5pPr algn="ctr" rtl="0" eaLnBrk="1" fontAlgn="base" hangingPunct="1">
              <a:spcBef>
                <a:spcPct val="0"/>
              </a:spcBef>
              <a:spcAft>
                <a:spcPct val="0"/>
              </a:spcAft>
              <a:defRPr sz="2400" b="1">
                <a:solidFill>
                  <a:schemeClr val="bg1"/>
                </a:solidFill>
                <a:latin typeface="Verdana" pitchFamily="34" charset="0"/>
                <a:cs typeface="Times New Roman" pitchFamily="18" charset="0"/>
              </a:defRPr>
            </a:lvl5pPr>
            <a:lvl6pPr marL="342909" algn="ctr" rtl="0" eaLnBrk="1" fontAlgn="base" hangingPunct="1">
              <a:spcBef>
                <a:spcPct val="0"/>
              </a:spcBef>
              <a:spcAft>
                <a:spcPct val="0"/>
              </a:spcAft>
              <a:defRPr sz="2400" b="1">
                <a:solidFill>
                  <a:schemeClr val="bg1"/>
                </a:solidFill>
                <a:latin typeface="Verdana" pitchFamily="34" charset="0"/>
                <a:cs typeface="Times New Roman" pitchFamily="18" charset="0"/>
              </a:defRPr>
            </a:lvl6pPr>
            <a:lvl7pPr marL="685817" algn="ctr" rtl="0" eaLnBrk="1" fontAlgn="base" hangingPunct="1">
              <a:spcBef>
                <a:spcPct val="0"/>
              </a:spcBef>
              <a:spcAft>
                <a:spcPct val="0"/>
              </a:spcAft>
              <a:defRPr sz="2400" b="1">
                <a:solidFill>
                  <a:schemeClr val="bg1"/>
                </a:solidFill>
                <a:latin typeface="Verdana" pitchFamily="34" charset="0"/>
                <a:cs typeface="Times New Roman" pitchFamily="18" charset="0"/>
              </a:defRPr>
            </a:lvl7pPr>
            <a:lvl8pPr marL="1028726" algn="ctr" rtl="0" eaLnBrk="1" fontAlgn="base" hangingPunct="1">
              <a:spcBef>
                <a:spcPct val="0"/>
              </a:spcBef>
              <a:spcAft>
                <a:spcPct val="0"/>
              </a:spcAft>
              <a:defRPr sz="2400" b="1">
                <a:solidFill>
                  <a:schemeClr val="bg1"/>
                </a:solidFill>
                <a:latin typeface="Verdana" pitchFamily="34" charset="0"/>
                <a:cs typeface="Times New Roman" pitchFamily="18" charset="0"/>
              </a:defRPr>
            </a:lvl8pPr>
            <a:lvl9pPr marL="1371635" algn="ctr" rtl="0" eaLnBrk="1" fontAlgn="base" hangingPunct="1">
              <a:spcBef>
                <a:spcPct val="0"/>
              </a:spcBef>
              <a:spcAft>
                <a:spcPct val="0"/>
              </a:spcAft>
              <a:defRPr sz="2400" b="1">
                <a:solidFill>
                  <a:schemeClr val="bg1"/>
                </a:solidFill>
                <a:latin typeface="Verdana" pitchFamily="34" charset="0"/>
                <a:cs typeface="Times New Roman" pitchFamily="18" charset="0"/>
              </a:defRPr>
            </a:lvl9pPr>
          </a:lstStyle>
          <a:p>
            <a:r>
              <a:rPr lang="en-US" sz="2000" kern="0">
                <a:latin typeface="Verdana" panose="020B0604030504040204" pitchFamily="34" charset="0"/>
                <a:ea typeface="Verdana" panose="020B0604030504040204" pitchFamily="34" charset="0"/>
                <a:cs typeface="Verdana" panose="020B0604030504040204" pitchFamily="34" charset="0"/>
              </a:rPr>
              <a:t>    GIA Executive Summary	               </a:t>
            </a:r>
            <a:endParaRPr lang="en-GB" sz="2000" kern="0">
              <a:latin typeface="Verdana" panose="020B0604030504040204" pitchFamily="34" charset="0"/>
              <a:ea typeface="Verdana" panose="020B0604030504040204" pitchFamily="34" charset="0"/>
              <a:cs typeface="Verdana" panose="020B0604030504040204" pitchFamily="34" charset="0"/>
            </a:endParaRPr>
          </a:p>
        </p:txBody>
      </p:sp>
      <p:sp>
        <p:nvSpPr>
          <p:cNvPr id="80" name="Rectangle 79">
            <a:extLst>
              <a:ext uri="{FF2B5EF4-FFF2-40B4-BE49-F238E27FC236}">
                <a16:creationId xmlns:a16="http://schemas.microsoft.com/office/drawing/2014/main" id="{8A15E728-3AAF-9FC4-16B8-422183B71AEB}"/>
              </a:ext>
            </a:extLst>
          </p:cNvPr>
          <p:cNvSpPr/>
          <p:nvPr/>
        </p:nvSpPr>
        <p:spPr>
          <a:xfrm>
            <a:off x="0" y="6517767"/>
            <a:ext cx="12191695" cy="1828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Rectangle 80">
            <a:extLst>
              <a:ext uri="{FF2B5EF4-FFF2-40B4-BE49-F238E27FC236}">
                <a16:creationId xmlns:a16="http://schemas.microsoft.com/office/drawing/2014/main" id="{D075211F-A7A2-0515-5B7D-49C2DBBAC0AD}"/>
              </a:ext>
            </a:extLst>
          </p:cNvPr>
          <p:cNvSpPr/>
          <p:nvPr/>
        </p:nvSpPr>
        <p:spPr>
          <a:xfrm>
            <a:off x="457200" y="884300"/>
            <a:ext cx="11573838" cy="45719"/>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Slide Number Placeholder 1">
            <a:extLst>
              <a:ext uri="{FF2B5EF4-FFF2-40B4-BE49-F238E27FC236}">
                <a16:creationId xmlns:a16="http://schemas.microsoft.com/office/drawing/2014/main" id="{364612A3-ADA4-D608-2E7A-C6A6E405D4DC}"/>
              </a:ext>
            </a:extLst>
          </p:cNvPr>
          <p:cNvSpPr txBox="1">
            <a:spLocks/>
          </p:cNvSpPr>
          <p:nvPr/>
        </p:nvSpPr>
        <p:spPr>
          <a:xfrm>
            <a:off x="11582400" y="6620636"/>
            <a:ext cx="914400" cy="233749"/>
          </a:xfrm>
          <a:prstGeom prst="rect">
            <a:avLst/>
          </a:prstGeom>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fld id="{6516E9BE-843C-4425-80E4-36155279AD5E}" type="slidenum">
              <a:rPr kumimoji="0" lang="en-US" sz="900" b="1" i="0" u="none" strike="noStrike" kern="1200" cap="none" spc="0" normalizeH="0" baseline="0" noProof="0" smtClean="0">
                <a:ln>
                  <a:noFill/>
                </a:ln>
                <a:solidFill>
                  <a:srgbClr val="2D2926"/>
                </a:solidFill>
                <a:effectLst/>
                <a:uLnTx/>
                <a:uFillTx/>
                <a:latin typeface="Verdana" panose="020B0604030504040204" pitchFamily="34" charset="0"/>
                <a:ea typeface="Verdana" panose="020B0604030504040204" pitchFamily="34" charset="0"/>
                <a:cs typeface="Arial" charset="0"/>
              </a:rPr>
              <a:pPr marL="0" marR="0" lvl="0" indent="0" algn="ctr" defTabSz="914400" rtl="0" eaLnBrk="1" fontAlgn="base" latinLnBrk="0" hangingPunct="1">
                <a:lnSpc>
                  <a:spcPct val="100000"/>
                </a:lnSpc>
                <a:spcBef>
                  <a:spcPct val="0"/>
                </a:spcBef>
                <a:spcAft>
                  <a:spcPct val="0"/>
                </a:spcAft>
                <a:buClrTx/>
                <a:buSzTx/>
                <a:buFontTx/>
                <a:buNone/>
                <a:tabLst/>
                <a:defRPr/>
              </a:pPr>
              <a:t>2</a:t>
            </a:fld>
            <a:endParaRPr kumimoji="0" lang="en-US" sz="900" b="1" i="0" u="none" strike="noStrike" kern="1200" cap="none" spc="0" normalizeH="0" baseline="0" noProof="0">
              <a:ln>
                <a:noFill/>
              </a:ln>
              <a:solidFill>
                <a:srgbClr val="2D2926"/>
              </a:solidFill>
              <a:effectLst/>
              <a:uLnTx/>
              <a:uFillTx/>
              <a:latin typeface="Verdana" panose="020B0604030504040204" pitchFamily="34" charset="0"/>
              <a:ea typeface="Verdana" panose="020B0604030504040204" pitchFamily="34" charset="0"/>
              <a:cs typeface="Arial"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57200" y="712850"/>
            <a:ext cx="11573838" cy="45719"/>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832104"/>
            <a:ext cx="12191695" cy="475488"/>
          </a:xfrm>
          <a:prstGeom prst="rect">
            <a:avLst/>
          </a:prstGeom>
          <a:solidFill>
            <a:srgbClr val="1B4F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42875" y="849630"/>
            <a:ext cx="12012244" cy="461665"/>
          </a:xfrm>
          <a:prstGeom prst="rect">
            <a:avLst/>
          </a:prstGeom>
          <a:solidFill>
            <a:srgbClr val="1B4F8A"/>
          </a:solidFill>
        </p:spPr>
        <p:txBody>
          <a:bodyPr wrap="square">
            <a:spAutoFit/>
          </a:bodyPr>
          <a:lstStyle/>
          <a:p>
            <a:pPr algn="l"/>
            <a:r>
              <a:rPr lang="en-US" sz="1200" b="1" i="0">
                <a:solidFill>
                  <a:schemeClr val="bg1"/>
                </a:solidFill>
                <a:latin typeface="Verdana" panose="020B0604030504040204" pitchFamily="34" charset="0"/>
                <a:ea typeface="Verdana" panose="020B0604030504040204" pitchFamily="34" charset="0"/>
              </a:rPr>
              <a:t>GIA has activated a Controlled Focus Testing (CFT) </a:t>
            </a:r>
            <a:r>
              <a:rPr lang="en-US" sz="1200" b="1" i="0" err="1">
                <a:solidFill>
                  <a:schemeClr val="bg1"/>
                </a:solidFill>
                <a:latin typeface="Verdana" panose="020B0604030504040204" pitchFamily="34" charset="0"/>
                <a:ea typeface="Verdana" panose="020B0604030504040204" pitchFamily="34" charset="0"/>
              </a:rPr>
              <a:t>programme</a:t>
            </a:r>
            <a:r>
              <a:rPr lang="en-US" sz="1200" b="1">
                <a:solidFill>
                  <a:schemeClr val="bg1"/>
                </a:solidFill>
                <a:latin typeface="Verdana" panose="020B0604030504040204" pitchFamily="34" charset="0"/>
                <a:ea typeface="Verdana" panose="020B0604030504040204" pitchFamily="34" charset="0"/>
              </a:rPr>
              <a:t> </a:t>
            </a:r>
            <a:r>
              <a:rPr lang="en-US" sz="1200" b="1" i="0">
                <a:solidFill>
                  <a:schemeClr val="bg1"/>
                </a:solidFill>
                <a:latin typeface="Verdana" panose="020B0604030504040204" pitchFamily="34" charset="0"/>
                <a:ea typeface="Verdana" panose="020B0604030504040204" pitchFamily="34" charset="0"/>
              </a:rPr>
              <a:t>providing the BAC with an independent assurance over critical controls &amp; management mitigations across all areas being reported to the Board.</a:t>
            </a:r>
            <a:endParaRPr sz="1200" b="1" i="0">
              <a:solidFill>
                <a:schemeClr val="bg1"/>
              </a:solidFill>
              <a:latin typeface="Verdana" panose="020B0604030504040204" pitchFamily="34" charset="0"/>
              <a:ea typeface="Verdana" panose="020B0604030504040204" pitchFamily="34" charset="0"/>
            </a:endParaRPr>
          </a:p>
        </p:txBody>
      </p:sp>
      <p:sp>
        <p:nvSpPr>
          <p:cNvPr id="8" name="Rounded Rectangle 7"/>
          <p:cNvSpPr/>
          <p:nvPr/>
        </p:nvSpPr>
        <p:spPr>
          <a:xfrm>
            <a:off x="457200" y="1453896"/>
            <a:ext cx="3649370" cy="2129406"/>
          </a:xfrm>
          <a:prstGeom prst="roundRect">
            <a:avLst>
              <a:gd name="adj" fmla="val 3000"/>
            </a:avLst>
          </a:prstGeom>
          <a:solidFill>
            <a:srgbClr val="FFFFFF"/>
          </a:solidFill>
          <a:ln w="9525">
            <a:solidFill>
              <a:srgbClr val="DDDDDD"/>
            </a:solidFill>
          </a:ln>
          <a:effectLst>
            <a:outerShdw blurRad="50800" dist="25400" dir="5400000" algn="tl" rotWithShape="0">
              <a:srgbClr val="00000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57200" y="1508760"/>
            <a:ext cx="36576" cy="1901952"/>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603504" y="1581912"/>
            <a:ext cx="292608" cy="29260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66104" y="1581912"/>
            <a:ext cx="367408" cy="307777"/>
          </a:xfrm>
          <a:prstGeom prst="rect">
            <a:avLst/>
          </a:prstGeom>
          <a:noFill/>
        </p:spPr>
        <p:txBody>
          <a:bodyPr wrap="none">
            <a:spAutoFit/>
          </a:bodyPr>
          <a:lstStyle/>
          <a:p>
            <a:pPr algn="ctr">
              <a:spcBef>
                <a:spcPts val="200"/>
              </a:spcBef>
            </a:pPr>
            <a:r>
              <a:rPr sz="1400" b="1" i="0">
                <a:solidFill>
                  <a:srgbClr val="FFFFFF"/>
                </a:solidFill>
                <a:latin typeface="Calibri"/>
              </a:rPr>
              <a:t>01</a:t>
            </a:r>
          </a:p>
        </p:txBody>
      </p:sp>
      <p:sp>
        <p:nvSpPr>
          <p:cNvPr id="12" name="TextBox 11"/>
          <p:cNvSpPr txBox="1"/>
          <p:nvPr/>
        </p:nvSpPr>
        <p:spPr>
          <a:xfrm>
            <a:off x="969264" y="1581912"/>
            <a:ext cx="3009290" cy="338554"/>
          </a:xfrm>
          <a:prstGeom prst="rect">
            <a:avLst/>
          </a:prstGeom>
          <a:noFill/>
        </p:spPr>
        <p:txBody>
          <a:bodyPr wrap="square">
            <a:spAutoFit/>
          </a:bodyPr>
          <a:lstStyle/>
          <a:p>
            <a:pPr algn="l">
              <a:spcBef>
                <a:spcPts val="200"/>
              </a:spcBef>
            </a:pPr>
            <a:r>
              <a:rPr sz="1600" b="1" i="0">
                <a:solidFill>
                  <a:srgbClr val="333333"/>
                </a:solidFill>
                <a:latin typeface="Verdana" panose="020B0604030504040204" pitchFamily="34" charset="0"/>
                <a:ea typeface="Verdana" panose="020B0604030504040204" pitchFamily="34" charset="0"/>
              </a:rPr>
              <a:t>Why CFT</a:t>
            </a:r>
          </a:p>
        </p:txBody>
      </p:sp>
      <p:sp>
        <p:nvSpPr>
          <p:cNvPr id="13" name="Rectangle 12"/>
          <p:cNvSpPr/>
          <p:nvPr/>
        </p:nvSpPr>
        <p:spPr>
          <a:xfrm>
            <a:off x="603504" y="1911096"/>
            <a:ext cx="3356762" cy="10973"/>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03504" y="1984248"/>
            <a:ext cx="3356762" cy="1379737"/>
          </a:xfrm>
          <a:prstGeom prst="rect">
            <a:avLst/>
          </a:prstGeom>
          <a:noFill/>
        </p:spPr>
        <p:txBody>
          <a:bodyPr wrap="square">
            <a:spAutoFit/>
          </a:bodyPr>
          <a:lstStyle/>
          <a:p>
            <a:pPr algn="just">
              <a:lnSpc>
                <a:spcPts val="1300"/>
              </a:lnSpc>
              <a:spcBef>
                <a:spcPts val="0"/>
              </a:spcBef>
              <a:spcAft>
                <a:spcPts val="0"/>
              </a:spcAft>
            </a:pPr>
            <a:r>
              <a:rPr lang="en-US" sz="900">
                <a:solidFill>
                  <a:srgbClr val="C8102E"/>
                </a:solidFill>
                <a:latin typeface="Verdana" panose="020B0604030504040204" pitchFamily="34" charset="0"/>
                <a:ea typeface="Verdana" panose="020B0604030504040204" pitchFamily="34" charset="0"/>
              </a:rPr>
              <a:t>• </a:t>
            </a:r>
            <a:r>
              <a:rPr lang="en-US" sz="900" b="0">
                <a:solidFill>
                  <a:srgbClr val="666666"/>
                </a:solidFill>
                <a:latin typeface="Verdana" panose="020B0604030504040204" pitchFamily="34" charset="0"/>
                <a:ea typeface="Verdana" panose="020B0604030504040204" pitchFamily="34" charset="0"/>
              </a:rPr>
              <a:t>Crisis has compressed standard controls emergency changes, workarounds &amp; temporary processes require independent validation.</a:t>
            </a:r>
          </a:p>
          <a:p>
            <a:pPr algn="just">
              <a:lnSpc>
                <a:spcPts val="1300"/>
              </a:lnSpc>
              <a:spcBef>
                <a:spcPts val="500"/>
              </a:spcBef>
              <a:spcAft>
                <a:spcPts val="0"/>
              </a:spcAft>
            </a:pPr>
            <a:r>
              <a:rPr lang="en-US" sz="900">
                <a:solidFill>
                  <a:srgbClr val="C8102E"/>
                </a:solidFill>
                <a:latin typeface="Verdana" panose="020B0604030504040204" pitchFamily="34" charset="0"/>
                <a:ea typeface="Verdana" panose="020B0604030504040204" pitchFamily="34" charset="0"/>
              </a:rPr>
              <a:t>• </a:t>
            </a:r>
            <a:r>
              <a:rPr lang="en-US" sz="900" b="0">
                <a:solidFill>
                  <a:srgbClr val="666666"/>
                </a:solidFill>
                <a:latin typeface="Verdana" panose="020B0604030504040204" pitchFamily="34" charset="0"/>
                <a:ea typeface="Verdana" panose="020B0604030504040204" pitchFamily="34" charset="0"/>
              </a:rPr>
              <a:t>Standard audit cycles cannot match the pace of crisis developments.</a:t>
            </a:r>
          </a:p>
          <a:p>
            <a:pPr algn="just">
              <a:lnSpc>
                <a:spcPts val="1300"/>
              </a:lnSpc>
              <a:spcBef>
                <a:spcPts val="500"/>
              </a:spcBef>
              <a:spcAft>
                <a:spcPts val="0"/>
              </a:spcAft>
            </a:pPr>
            <a:r>
              <a:rPr lang="en-US" sz="900">
                <a:solidFill>
                  <a:srgbClr val="C8102E"/>
                </a:solidFill>
                <a:latin typeface="Verdana" panose="020B0604030504040204" pitchFamily="34" charset="0"/>
                <a:ea typeface="Verdana" panose="020B0604030504040204" pitchFamily="34" charset="0"/>
              </a:rPr>
              <a:t>• </a:t>
            </a:r>
            <a:r>
              <a:rPr lang="en-US" sz="900" b="0">
                <a:solidFill>
                  <a:srgbClr val="666666"/>
                </a:solidFill>
                <a:latin typeface="Verdana" panose="020B0604030504040204" pitchFamily="34" charset="0"/>
                <a:ea typeface="Verdana" panose="020B0604030504040204" pitchFamily="34" charset="0"/>
              </a:rPr>
              <a:t>Crisis conditions demand a higher cadence of independent assurance.</a:t>
            </a:r>
          </a:p>
        </p:txBody>
      </p:sp>
      <p:sp>
        <p:nvSpPr>
          <p:cNvPr id="15" name="Rounded Rectangle 14"/>
          <p:cNvSpPr/>
          <p:nvPr/>
        </p:nvSpPr>
        <p:spPr>
          <a:xfrm>
            <a:off x="4271162" y="1453895"/>
            <a:ext cx="3649370" cy="2129407"/>
          </a:xfrm>
          <a:prstGeom prst="roundRect">
            <a:avLst>
              <a:gd name="adj" fmla="val 3000"/>
            </a:avLst>
          </a:prstGeom>
          <a:solidFill>
            <a:srgbClr val="FFFFFF"/>
          </a:solidFill>
          <a:ln w="9525">
            <a:solidFill>
              <a:srgbClr val="DDDDDD"/>
            </a:solidFill>
          </a:ln>
          <a:effectLst>
            <a:outerShdw blurRad="50800" dist="25400" dir="5400000" algn="tl" rotWithShape="0">
              <a:srgbClr val="00000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4271162" y="1508760"/>
            <a:ext cx="36576" cy="1901952"/>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4417466" y="1581912"/>
            <a:ext cx="292608" cy="29260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380066" y="1581912"/>
            <a:ext cx="367408" cy="307777"/>
          </a:xfrm>
          <a:prstGeom prst="rect">
            <a:avLst/>
          </a:prstGeom>
          <a:noFill/>
        </p:spPr>
        <p:txBody>
          <a:bodyPr wrap="none">
            <a:spAutoFit/>
          </a:bodyPr>
          <a:lstStyle/>
          <a:p>
            <a:pPr algn="ctr">
              <a:spcBef>
                <a:spcPts val="200"/>
              </a:spcBef>
            </a:pPr>
            <a:r>
              <a:rPr sz="1400" b="1" i="0">
                <a:solidFill>
                  <a:srgbClr val="FFFFFF"/>
                </a:solidFill>
                <a:latin typeface="Calibri"/>
              </a:rPr>
              <a:t>02</a:t>
            </a:r>
          </a:p>
        </p:txBody>
      </p:sp>
      <p:sp>
        <p:nvSpPr>
          <p:cNvPr id="19" name="TextBox 18"/>
          <p:cNvSpPr txBox="1"/>
          <p:nvPr/>
        </p:nvSpPr>
        <p:spPr>
          <a:xfrm>
            <a:off x="4783226" y="1581912"/>
            <a:ext cx="3009290" cy="338554"/>
          </a:xfrm>
          <a:prstGeom prst="rect">
            <a:avLst/>
          </a:prstGeom>
          <a:noFill/>
        </p:spPr>
        <p:txBody>
          <a:bodyPr wrap="square">
            <a:spAutoFit/>
          </a:bodyPr>
          <a:lstStyle/>
          <a:p>
            <a:pPr algn="l">
              <a:spcBef>
                <a:spcPts val="200"/>
              </a:spcBef>
            </a:pPr>
            <a:r>
              <a:rPr sz="1600" b="1" i="0">
                <a:solidFill>
                  <a:srgbClr val="333333"/>
                </a:solidFill>
                <a:latin typeface="Verdana" panose="020B0604030504040204" pitchFamily="34" charset="0"/>
                <a:ea typeface="Verdana" panose="020B0604030504040204" pitchFamily="34" charset="0"/>
              </a:rPr>
              <a:t>How it is designed</a:t>
            </a:r>
          </a:p>
        </p:txBody>
      </p:sp>
      <p:sp>
        <p:nvSpPr>
          <p:cNvPr id="20" name="Rectangle 19"/>
          <p:cNvSpPr/>
          <p:nvPr/>
        </p:nvSpPr>
        <p:spPr>
          <a:xfrm>
            <a:off x="4417466" y="1911096"/>
            <a:ext cx="3356762" cy="10973"/>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417466" y="1984248"/>
            <a:ext cx="3356762" cy="1768818"/>
          </a:xfrm>
          <a:prstGeom prst="rect">
            <a:avLst/>
          </a:prstGeom>
          <a:noFill/>
        </p:spPr>
        <p:txBody>
          <a:bodyPr wrap="square">
            <a:spAutoFit/>
          </a:bodyPr>
          <a:lstStyle/>
          <a:p>
            <a:pPr algn="just">
              <a:lnSpc>
                <a:spcPts val="1300"/>
              </a:lnSpc>
            </a:pPr>
            <a:r>
              <a:rPr lang="en-US" sz="900">
                <a:solidFill>
                  <a:srgbClr val="C8102E"/>
                </a:solidFill>
                <a:latin typeface="Verdana" panose="020B0604030504040204" pitchFamily="34" charset="0"/>
                <a:ea typeface="Verdana" panose="020B0604030504040204" pitchFamily="34" charset="0"/>
              </a:rPr>
              <a:t>•  </a:t>
            </a:r>
            <a:r>
              <a:rPr lang="en-US" sz="900">
                <a:solidFill>
                  <a:srgbClr val="666666"/>
                </a:solidFill>
                <a:latin typeface="Verdana" panose="020B0604030504040204" pitchFamily="34" charset="0"/>
                <a:ea typeface="Verdana" panose="020B0604030504040204" pitchFamily="34" charset="0"/>
              </a:rPr>
              <a:t>Narrowly scoped, risk-specific reviews aligned to live crisis risks and management's own reported mitigations. </a:t>
            </a:r>
          </a:p>
          <a:p>
            <a:pPr algn="just">
              <a:lnSpc>
                <a:spcPts val="1300"/>
              </a:lnSpc>
              <a:spcBef>
                <a:spcPts val="500"/>
              </a:spcBef>
              <a:spcAft>
                <a:spcPts val="0"/>
              </a:spcAft>
            </a:pPr>
            <a:r>
              <a:rPr lang="en-US" sz="900">
                <a:solidFill>
                  <a:srgbClr val="C8102E"/>
                </a:solidFill>
                <a:latin typeface="Verdana" panose="020B0604030504040204" pitchFamily="34" charset="0"/>
                <a:ea typeface="Verdana" panose="020B0604030504040204" pitchFamily="34" charset="0"/>
              </a:rPr>
              <a:t>• </a:t>
            </a:r>
            <a:r>
              <a:rPr lang="en-US" sz="900">
                <a:solidFill>
                  <a:srgbClr val="666666"/>
                </a:solidFill>
                <a:latin typeface="Verdana" panose="020B0604030504040204" pitchFamily="34" charset="0"/>
                <a:ea typeface="Verdana" panose="020B0604030504040204" pitchFamily="34" charset="0"/>
              </a:rPr>
              <a:t>Rapid turnaround per review; concise action-oriented outputs; no formal High/Medium/Low grading.</a:t>
            </a:r>
          </a:p>
          <a:p>
            <a:pPr algn="just">
              <a:lnSpc>
                <a:spcPts val="1300"/>
              </a:lnSpc>
              <a:spcBef>
                <a:spcPts val="500"/>
              </a:spcBef>
            </a:pPr>
            <a:r>
              <a:rPr lang="en-US" sz="900">
                <a:solidFill>
                  <a:srgbClr val="C8102E"/>
                </a:solidFill>
                <a:latin typeface="Verdana" panose="020B0604030504040204" pitchFamily="34" charset="0"/>
                <a:ea typeface="Verdana" panose="020B0604030504040204" pitchFamily="34" charset="0"/>
              </a:rPr>
              <a:t>• </a:t>
            </a:r>
            <a:r>
              <a:rPr lang="en-US" sz="900">
                <a:solidFill>
                  <a:srgbClr val="666666"/>
                </a:solidFill>
                <a:latin typeface="Verdana" panose="020B0604030504040204" pitchFamily="34" charset="0"/>
                <a:ea typeface="Verdana" panose="020B0604030504040204" pitchFamily="34" charset="0"/>
              </a:rPr>
              <a:t>Spans all management board reporting areas; minimally disruptive &amp; fully independent.</a:t>
            </a:r>
          </a:p>
          <a:p>
            <a:pPr algn="l">
              <a:lnSpc>
                <a:spcPts val="1300"/>
              </a:lnSpc>
              <a:spcBef>
                <a:spcPts val="500"/>
              </a:spcBef>
              <a:spcAft>
                <a:spcPts val="0"/>
              </a:spcAft>
            </a:pPr>
            <a:endParaRPr lang="en-US" sz="750" b="0">
              <a:solidFill>
                <a:srgbClr val="666666"/>
              </a:solidFill>
              <a:latin typeface="Calibri"/>
            </a:endParaRPr>
          </a:p>
        </p:txBody>
      </p:sp>
      <p:sp>
        <p:nvSpPr>
          <p:cNvPr id="22" name="Rounded Rectangle 21"/>
          <p:cNvSpPr/>
          <p:nvPr/>
        </p:nvSpPr>
        <p:spPr>
          <a:xfrm>
            <a:off x="8085124" y="1453896"/>
            <a:ext cx="3649370" cy="2129406"/>
          </a:xfrm>
          <a:prstGeom prst="roundRect">
            <a:avLst>
              <a:gd name="adj" fmla="val 3000"/>
            </a:avLst>
          </a:prstGeom>
          <a:solidFill>
            <a:srgbClr val="FFFFFF"/>
          </a:solidFill>
          <a:ln w="9525">
            <a:solidFill>
              <a:srgbClr val="DDDDDD"/>
            </a:solidFill>
          </a:ln>
          <a:effectLst>
            <a:outerShdw blurRad="50800" dist="25400" dir="5400000" algn="tl" rotWithShape="0">
              <a:srgbClr val="00000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8085124" y="1508760"/>
            <a:ext cx="36576" cy="1901952"/>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8231428" y="1581912"/>
            <a:ext cx="292608" cy="29260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194028" y="1581912"/>
            <a:ext cx="367408" cy="307777"/>
          </a:xfrm>
          <a:prstGeom prst="rect">
            <a:avLst/>
          </a:prstGeom>
          <a:noFill/>
        </p:spPr>
        <p:txBody>
          <a:bodyPr wrap="none">
            <a:spAutoFit/>
          </a:bodyPr>
          <a:lstStyle/>
          <a:p>
            <a:pPr algn="ctr">
              <a:spcBef>
                <a:spcPts val="200"/>
              </a:spcBef>
            </a:pPr>
            <a:r>
              <a:rPr sz="1400" b="1" i="0">
                <a:solidFill>
                  <a:srgbClr val="FFFFFF"/>
                </a:solidFill>
                <a:latin typeface="Calibri"/>
              </a:rPr>
              <a:t>03</a:t>
            </a:r>
          </a:p>
        </p:txBody>
      </p:sp>
      <p:sp>
        <p:nvSpPr>
          <p:cNvPr id="26" name="TextBox 25"/>
          <p:cNvSpPr txBox="1"/>
          <p:nvPr/>
        </p:nvSpPr>
        <p:spPr>
          <a:xfrm>
            <a:off x="8597188" y="1581912"/>
            <a:ext cx="3009290" cy="338554"/>
          </a:xfrm>
          <a:prstGeom prst="rect">
            <a:avLst/>
          </a:prstGeom>
          <a:noFill/>
        </p:spPr>
        <p:txBody>
          <a:bodyPr wrap="square">
            <a:spAutoFit/>
          </a:bodyPr>
          <a:lstStyle/>
          <a:p>
            <a:pPr algn="l">
              <a:spcBef>
                <a:spcPts val="200"/>
              </a:spcBef>
            </a:pPr>
            <a:r>
              <a:rPr sz="1600" b="1" i="0">
                <a:solidFill>
                  <a:srgbClr val="333333"/>
                </a:solidFill>
                <a:latin typeface="Verdana" panose="020B0604030504040204" pitchFamily="34" charset="0"/>
                <a:ea typeface="Verdana" panose="020B0604030504040204" pitchFamily="34" charset="0"/>
              </a:rPr>
              <a:t>What it delivers</a:t>
            </a:r>
          </a:p>
        </p:txBody>
      </p:sp>
      <p:sp>
        <p:nvSpPr>
          <p:cNvPr id="27" name="Rectangle 26"/>
          <p:cNvSpPr/>
          <p:nvPr/>
        </p:nvSpPr>
        <p:spPr>
          <a:xfrm>
            <a:off x="8231428" y="1911096"/>
            <a:ext cx="3356762" cy="10973"/>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8231428" y="1984248"/>
            <a:ext cx="3356762" cy="1768818"/>
          </a:xfrm>
          <a:prstGeom prst="rect">
            <a:avLst/>
          </a:prstGeom>
          <a:noFill/>
        </p:spPr>
        <p:txBody>
          <a:bodyPr wrap="square">
            <a:spAutoFit/>
          </a:bodyPr>
          <a:lstStyle/>
          <a:p>
            <a:pPr algn="just">
              <a:lnSpc>
                <a:spcPts val="1300"/>
              </a:lnSpc>
              <a:spcBef>
                <a:spcPts val="0"/>
              </a:spcBef>
              <a:spcAft>
                <a:spcPts val="0"/>
              </a:spcAft>
            </a:pPr>
            <a:r>
              <a:rPr sz="900">
                <a:solidFill>
                  <a:srgbClr val="C8102E"/>
                </a:solidFill>
                <a:latin typeface="Verdana" panose="020B0604030504040204" pitchFamily="34" charset="0"/>
                <a:ea typeface="Verdana" panose="020B0604030504040204" pitchFamily="34" charset="0"/>
              </a:rPr>
              <a:t>• </a:t>
            </a:r>
            <a:r>
              <a:rPr lang="en-US" sz="900" b="0">
                <a:solidFill>
                  <a:srgbClr val="666666"/>
                </a:solidFill>
                <a:latin typeface="Verdana" panose="020B0604030504040204" pitchFamily="34" charset="0"/>
                <a:ea typeface="Verdana" panose="020B0604030504040204" pitchFamily="34" charset="0"/>
              </a:rPr>
              <a:t>Independent validation that crisis-driven changes were executed within acceptable control thresholds.</a:t>
            </a:r>
          </a:p>
          <a:p>
            <a:pPr algn="just">
              <a:lnSpc>
                <a:spcPts val="1300"/>
              </a:lnSpc>
              <a:spcBef>
                <a:spcPts val="500"/>
              </a:spcBef>
              <a:spcAft>
                <a:spcPts val="0"/>
              </a:spcAft>
            </a:pPr>
            <a:r>
              <a:rPr lang="en-US" sz="900">
                <a:solidFill>
                  <a:srgbClr val="C8102E"/>
                </a:solidFill>
                <a:latin typeface="Verdana" panose="020B0604030504040204" pitchFamily="34" charset="0"/>
                <a:ea typeface="Verdana" panose="020B0604030504040204" pitchFamily="34" charset="0"/>
              </a:rPr>
              <a:t>• </a:t>
            </a:r>
            <a:r>
              <a:rPr lang="en-US" sz="900" b="0">
                <a:solidFill>
                  <a:srgbClr val="666666"/>
                </a:solidFill>
                <a:latin typeface="Verdana" panose="020B0604030504040204" pitchFamily="34" charset="0"/>
                <a:ea typeface="Verdana" panose="020B0604030504040204" pitchFamily="34" charset="0"/>
              </a:rPr>
              <a:t>Early identification of residual risks from temporary or expedited arrangements.</a:t>
            </a:r>
          </a:p>
          <a:p>
            <a:pPr algn="just">
              <a:lnSpc>
                <a:spcPts val="1300"/>
              </a:lnSpc>
              <a:spcBef>
                <a:spcPts val="500"/>
              </a:spcBef>
              <a:spcAft>
                <a:spcPts val="0"/>
              </a:spcAft>
            </a:pPr>
            <a:r>
              <a:rPr sz="900">
                <a:solidFill>
                  <a:srgbClr val="C8102E"/>
                </a:solidFill>
                <a:latin typeface="Verdana" panose="020B0604030504040204" pitchFamily="34" charset="0"/>
                <a:ea typeface="Verdana" panose="020B0604030504040204" pitchFamily="34" charset="0"/>
              </a:rPr>
              <a:t>• </a:t>
            </a:r>
            <a:r>
              <a:rPr lang="en-US" sz="900" b="0">
                <a:solidFill>
                  <a:srgbClr val="666666"/>
                </a:solidFill>
                <a:latin typeface="Verdana" panose="020B0604030504040204" pitchFamily="34" charset="0"/>
                <a:ea typeface="Verdana" panose="020B0604030504040204" pitchFamily="34" charset="0"/>
              </a:rPr>
              <a:t>An additional independent layer of assurance to complement management's reporting, giving BAC a complete picture of control effectiveness during the crisis.</a:t>
            </a:r>
          </a:p>
          <a:p>
            <a:pPr algn="l">
              <a:lnSpc>
                <a:spcPts val="1300"/>
              </a:lnSpc>
              <a:spcBef>
                <a:spcPts val="500"/>
              </a:spcBef>
              <a:spcAft>
                <a:spcPts val="0"/>
              </a:spcAft>
            </a:pPr>
            <a:endParaRPr sz="750" b="0">
              <a:solidFill>
                <a:srgbClr val="666666"/>
              </a:solidFill>
              <a:latin typeface="Calibri"/>
            </a:endParaRPr>
          </a:p>
        </p:txBody>
      </p:sp>
      <p:sp>
        <p:nvSpPr>
          <p:cNvPr id="29" name="TextBox 28"/>
          <p:cNvSpPr txBox="1"/>
          <p:nvPr/>
        </p:nvSpPr>
        <p:spPr>
          <a:xfrm>
            <a:off x="466725" y="3891610"/>
            <a:ext cx="10341293" cy="276999"/>
          </a:xfrm>
          <a:prstGeom prst="rect">
            <a:avLst/>
          </a:prstGeom>
          <a:noFill/>
        </p:spPr>
        <p:txBody>
          <a:bodyPr wrap="none">
            <a:spAutoFit/>
          </a:bodyPr>
          <a:lstStyle/>
          <a:p>
            <a:r>
              <a:rPr sz="1200" b="1" i="0">
                <a:solidFill>
                  <a:srgbClr val="333333"/>
                </a:solidFill>
                <a:latin typeface="Verdana" panose="020B0604030504040204" pitchFamily="34" charset="0"/>
                <a:ea typeface="Verdana" panose="020B0604030504040204" pitchFamily="34" charset="0"/>
              </a:rPr>
              <a:t>COVERAGE AREAS</a:t>
            </a:r>
            <a:r>
              <a:rPr lang="en-US" sz="1200" b="1" i="0">
                <a:solidFill>
                  <a:srgbClr val="333333"/>
                </a:solidFill>
                <a:latin typeface="Verdana" panose="020B0604030504040204" pitchFamily="34" charset="0"/>
                <a:ea typeface="Verdana" panose="020B0604030504040204" pitchFamily="34" charset="0"/>
              </a:rPr>
              <a:t> - </a:t>
            </a:r>
            <a:r>
              <a:rPr lang="en-US" sz="1200" b="1">
                <a:solidFill>
                  <a:srgbClr val="333333"/>
                </a:solidFill>
                <a:latin typeface="Verdana" panose="020B0604030504040204" pitchFamily="34" charset="0"/>
                <a:ea typeface="Verdana" panose="020B0604030504040204" pitchFamily="34" charset="0"/>
              </a:rPr>
              <a:t>Anchored to Management's Key Risks &amp; Mitigations as part of the Business Continuity Plan (BCP)</a:t>
            </a:r>
            <a:endParaRPr sz="1200" b="1">
              <a:solidFill>
                <a:srgbClr val="333333"/>
              </a:solidFill>
              <a:latin typeface="Verdana" panose="020B0604030504040204" pitchFamily="34" charset="0"/>
              <a:ea typeface="Verdana" panose="020B0604030504040204" pitchFamily="34" charset="0"/>
            </a:endParaRPr>
          </a:p>
        </p:txBody>
      </p:sp>
      <p:sp>
        <p:nvSpPr>
          <p:cNvPr id="30" name="Rectangle 29"/>
          <p:cNvSpPr/>
          <p:nvPr/>
        </p:nvSpPr>
        <p:spPr>
          <a:xfrm flipV="1">
            <a:off x="466725" y="4218051"/>
            <a:ext cx="11277294" cy="45719"/>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ounded Rectangle 30"/>
          <p:cNvSpPr/>
          <p:nvPr/>
        </p:nvSpPr>
        <p:spPr>
          <a:xfrm>
            <a:off x="466725" y="4382262"/>
            <a:ext cx="3673754" cy="438912"/>
          </a:xfrm>
          <a:prstGeom prst="roundRect">
            <a:avLst>
              <a:gd name="adj" fmla="val 3000"/>
            </a:avLst>
          </a:prstGeom>
          <a:solidFill>
            <a:srgbClr val="F4F4F4"/>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466725" y="4437126"/>
            <a:ext cx="32004" cy="32918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576453" y="4410837"/>
            <a:ext cx="3490874" cy="369332"/>
          </a:xfrm>
          <a:prstGeom prst="rect">
            <a:avLst/>
          </a:prstGeom>
          <a:noFill/>
        </p:spPr>
        <p:txBody>
          <a:bodyPr wrap="square">
            <a:spAutoFit/>
          </a:bodyPr>
          <a:lstStyle/>
          <a:p>
            <a:pPr algn="ctr">
              <a:spcBef>
                <a:spcPts val="800"/>
              </a:spcBef>
            </a:pPr>
            <a:r>
              <a:rPr lang="en-US" sz="900" b="1" i="0">
                <a:solidFill>
                  <a:srgbClr val="333333"/>
                </a:solidFill>
                <a:latin typeface="Verdana" panose="020B0604030504040204" pitchFamily="34" charset="0"/>
                <a:ea typeface="Verdana" panose="020B0604030504040204" pitchFamily="34" charset="0"/>
              </a:rPr>
              <a:t>Technology Concentration Risk (Cloud Region Dependency)</a:t>
            </a:r>
          </a:p>
        </p:txBody>
      </p:sp>
      <p:sp>
        <p:nvSpPr>
          <p:cNvPr id="34" name="Rounded Rectangle 33"/>
          <p:cNvSpPr/>
          <p:nvPr/>
        </p:nvSpPr>
        <p:spPr>
          <a:xfrm>
            <a:off x="4268495" y="4382262"/>
            <a:ext cx="3673754" cy="438912"/>
          </a:xfrm>
          <a:prstGeom prst="roundRect">
            <a:avLst>
              <a:gd name="adj" fmla="val 3000"/>
            </a:avLst>
          </a:prstGeom>
          <a:solidFill>
            <a:srgbClr val="F4F4F4"/>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4268495" y="4437126"/>
            <a:ext cx="32004" cy="32918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4378223" y="4487037"/>
            <a:ext cx="3490874" cy="246221"/>
          </a:xfrm>
          <a:prstGeom prst="rect">
            <a:avLst/>
          </a:prstGeom>
          <a:noFill/>
        </p:spPr>
        <p:txBody>
          <a:bodyPr wrap="square">
            <a:spAutoFit/>
          </a:bodyPr>
          <a:lstStyle/>
          <a:p>
            <a:pPr algn="ctr">
              <a:spcBef>
                <a:spcPts val="800"/>
              </a:spcBef>
            </a:pPr>
            <a:r>
              <a:rPr sz="1000" b="1" i="0">
                <a:solidFill>
                  <a:srgbClr val="333333"/>
                </a:solidFill>
                <a:latin typeface="Verdana" panose="020B0604030504040204" pitchFamily="34" charset="0"/>
                <a:ea typeface="Verdana" panose="020B0604030504040204" pitchFamily="34" charset="0"/>
              </a:rPr>
              <a:t>Third-party Exposure</a:t>
            </a:r>
          </a:p>
        </p:txBody>
      </p:sp>
      <p:sp>
        <p:nvSpPr>
          <p:cNvPr id="37" name="Rounded Rectangle 36"/>
          <p:cNvSpPr/>
          <p:nvPr/>
        </p:nvSpPr>
        <p:spPr>
          <a:xfrm>
            <a:off x="8070265" y="4382262"/>
            <a:ext cx="3673754" cy="438912"/>
          </a:xfrm>
          <a:prstGeom prst="roundRect">
            <a:avLst>
              <a:gd name="adj" fmla="val 3000"/>
            </a:avLst>
          </a:prstGeom>
          <a:solidFill>
            <a:srgbClr val="F4F4F4"/>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8070265" y="4437126"/>
            <a:ext cx="32004" cy="32918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8179993" y="4487037"/>
            <a:ext cx="3490874" cy="246221"/>
          </a:xfrm>
          <a:prstGeom prst="rect">
            <a:avLst/>
          </a:prstGeom>
          <a:noFill/>
        </p:spPr>
        <p:txBody>
          <a:bodyPr wrap="square">
            <a:spAutoFit/>
          </a:bodyPr>
          <a:lstStyle/>
          <a:p>
            <a:pPr algn="ctr">
              <a:spcBef>
                <a:spcPts val="800"/>
              </a:spcBef>
            </a:pPr>
            <a:r>
              <a:rPr sz="1000" b="1" i="0">
                <a:solidFill>
                  <a:srgbClr val="333333"/>
                </a:solidFill>
                <a:latin typeface="Verdana" panose="020B0604030504040204" pitchFamily="34" charset="0"/>
                <a:ea typeface="Verdana" panose="020B0604030504040204" pitchFamily="34" charset="0"/>
              </a:rPr>
              <a:t>Customer Confidence Risk</a:t>
            </a:r>
          </a:p>
        </p:txBody>
      </p:sp>
      <p:sp>
        <p:nvSpPr>
          <p:cNvPr id="40" name="Rounded Rectangle 39"/>
          <p:cNvSpPr/>
          <p:nvPr/>
        </p:nvSpPr>
        <p:spPr>
          <a:xfrm>
            <a:off x="466725" y="5036439"/>
            <a:ext cx="3673754" cy="438912"/>
          </a:xfrm>
          <a:prstGeom prst="roundRect">
            <a:avLst>
              <a:gd name="adj" fmla="val 3000"/>
            </a:avLst>
          </a:prstGeom>
          <a:solidFill>
            <a:srgbClr val="F4F4F4"/>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466725" y="5091303"/>
            <a:ext cx="32004" cy="32918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576453" y="5141214"/>
            <a:ext cx="3490874" cy="230832"/>
          </a:xfrm>
          <a:prstGeom prst="rect">
            <a:avLst/>
          </a:prstGeom>
          <a:noFill/>
        </p:spPr>
        <p:txBody>
          <a:bodyPr wrap="square">
            <a:spAutoFit/>
          </a:bodyPr>
          <a:lstStyle/>
          <a:p>
            <a:pPr algn="ctr">
              <a:spcBef>
                <a:spcPts val="800"/>
              </a:spcBef>
            </a:pPr>
            <a:r>
              <a:rPr sz="900" b="1" i="0">
                <a:solidFill>
                  <a:srgbClr val="333333"/>
                </a:solidFill>
                <a:latin typeface="Verdana" panose="020B0604030504040204" pitchFamily="34" charset="0"/>
                <a:ea typeface="Verdana" panose="020B0604030504040204" pitchFamily="34" charset="0"/>
              </a:rPr>
              <a:t>Liquidity / Market Volatility</a:t>
            </a:r>
          </a:p>
        </p:txBody>
      </p:sp>
      <p:sp>
        <p:nvSpPr>
          <p:cNvPr id="43" name="Rounded Rectangle 42"/>
          <p:cNvSpPr/>
          <p:nvPr/>
        </p:nvSpPr>
        <p:spPr>
          <a:xfrm>
            <a:off x="4268495" y="5036439"/>
            <a:ext cx="3673754" cy="438912"/>
          </a:xfrm>
          <a:prstGeom prst="roundRect">
            <a:avLst>
              <a:gd name="adj" fmla="val 3000"/>
            </a:avLst>
          </a:prstGeom>
          <a:solidFill>
            <a:srgbClr val="F4F4F4"/>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ectangle 43"/>
          <p:cNvSpPr/>
          <p:nvPr/>
        </p:nvSpPr>
        <p:spPr>
          <a:xfrm>
            <a:off x="4268495" y="5091303"/>
            <a:ext cx="32004" cy="32918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4378223" y="5141214"/>
            <a:ext cx="3490874" cy="246221"/>
          </a:xfrm>
          <a:prstGeom prst="rect">
            <a:avLst/>
          </a:prstGeom>
          <a:noFill/>
        </p:spPr>
        <p:txBody>
          <a:bodyPr wrap="square">
            <a:spAutoFit/>
          </a:bodyPr>
          <a:lstStyle/>
          <a:p>
            <a:pPr algn="ctr">
              <a:spcBef>
                <a:spcPts val="800"/>
              </a:spcBef>
            </a:pPr>
            <a:r>
              <a:rPr lang="en-US" sz="1000" b="1" i="0">
                <a:solidFill>
                  <a:srgbClr val="333333"/>
                </a:solidFill>
                <a:latin typeface="Verdana" panose="020B0604030504040204" pitchFamily="34" charset="0"/>
                <a:ea typeface="Verdana" panose="020B0604030504040204" pitchFamily="34" charset="0"/>
              </a:rPr>
              <a:t>Credit Quality Stress in Affected Sectors</a:t>
            </a:r>
          </a:p>
        </p:txBody>
      </p:sp>
      <p:sp>
        <p:nvSpPr>
          <p:cNvPr id="46" name="Rounded Rectangle 45"/>
          <p:cNvSpPr/>
          <p:nvPr/>
        </p:nvSpPr>
        <p:spPr>
          <a:xfrm>
            <a:off x="8070265" y="5036439"/>
            <a:ext cx="3673754" cy="438912"/>
          </a:xfrm>
          <a:prstGeom prst="roundRect">
            <a:avLst>
              <a:gd name="adj" fmla="val 3000"/>
            </a:avLst>
          </a:prstGeom>
          <a:solidFill>
            <a:srgbClr val="F4F4F4"/>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Rectangle 46"/>
          <p:cNvSpPr/>
          <p:nvPr/>
        </p:nvSpPr>
        <p:spPr>
          <a:xfrm>
            <a:off x="8070265" y="5091303"/>
            <a:ext cx="32004" cy="32918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8179993" y="5141214"/>
            <a:ext cx="3490874" cy="246221"/>
          </a:xfrm>
          <a:prstGeom prst="rect">
            <a:avLst/>
          </a:prstGeom>
          <a:noFill/>
        </p:spPr>
        <p:txBody>
          <a:bodyPr wrap="square">
            <a:spAutoFit/>
          </a:bodyPr>
          <a:lstStyle/>
          <a:p>
            <a:pPr algn="ctr">
              <a:spcBef>
                <a:spcPts val="800"/>
              </a:spcBef>
            </a:pPr>
            <a:r>
              <a:rPr sz="1000" b="1" i="0">
                <a:solidFill>
                  <a:srgbClr val="333333"/>
                </a:solidFill>
                <a:latin typeface="Verdana" panose="020B0604030504040204" pitchFamily="34" charset="0"/>
                <a:ea typeface="Verdana" panose="020B0604030504040204" pitchFamily="34" charset="0"/>
              </a:rPr>
              <a:t>Colleague Stress / Resilience</a:t>
            </a:r>
          </a:p>
        </p:txBody>
      </p:sp>
      <p:sp>
        <p:nvSpPr>
          <p:cNvPr id="49" name="Rounded Rectangle 48"/>
          <p:cNvSpPr/>
          <p:nvPr/>
        </p:nvSpPr>
        <p:spPr>
          <a:xfrm>
            <a:off x="457200" y="5867019"/>
            <a:ext cx="11277295" cy="347472"/>
          </a:xfrm>
          <a:prstGeom prst="roundRect">
            <a:avLst>
              <a:gd name="adj" fmla="val 3000"/>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Rectangle 49"/>
          <p:cNvSpPr/>
          <p:nvPr/>
        </p:nvSpPr>
        <p:spPr>
          <a:xfrm>
            <a:off x="493776" y="5940171"/>
            <a:ext cx="32004" cy="20116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585216" y="5905119"/>
            <a:ext cx="11021263" cy="261610"/>
          </a:xfrm>
          <a:prstGeom prst="rect">
            <a:avLst/>
          </a:prstGeom>
          <a:noFill/>
        </p:spPr>
        <p:txBody>
          <a:bodyPr wrap="square">
            <a:spAutoFit/>
          </a:bodyPr>
          <a:lstStyle/>
          <a:p>
            <a:pPr algn="l">
              <a:spcBef>
                <a:spcPts val="600"/>
              </a:spcBef>
            </a:pPr>
            <a:r>
              <a:rPr lang="en-US" sz="1100" b="1" i="1">
                <a:solidFill>
                  <a:srgbClr val="FFFFFF"/>
                </a:solidFill>
                <a:latin typeface="Verdana" panose="020B0604030504040204" pitchFamily="34" charset="0"/>
                <a:ea typeface="Verdana" panose="020B0604030504040204" pitchFamily="34" charset="0"/>
              </a:rPr>
              <a:t>Findings will be reported directly to the BAC at each scheduled meeting, complementing management's own reporting to the Board.</a:t>
            </a:r>
            <a:endParaRPr sz="1100" b="1" i="1">
              <a:solidFill>
                <a:srgbClr val="FFFFFF"/>
              </a:solidFill>
              <a:latin typeface="Verdana" panose="020B0604030504040204" pitchFamily="34" charset="0"/>
              <a:ea typeface="Verdana" panose="020B0604030504040204" pitchFamily="34" charset="0"/>
            </a:endParaRPr>
          </a:p>
        </p:txBody>
      </p:sp>
      <p:sp>
        <p:nvSpPr>
          <p:cNvPr id="52" name="Rectangle 51"/>
          <p:cNvSpPr/>
          <p:nvPr/>
        </p:nvSpPr>
        <p:spPr>
          <a:xfrm>
            <a:off x="0" y="6517767"/>
            <a:ext cx="12191695" cy="1828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itle 1">
            <a:extLst>
              <a:ext uri="{FF2B5EF4-FFF2-40B4-BE49-F238E27FC236}">
                <a16:creationId xmlns:a16="http://schemas.microsoft.com/office/drawing/2014/main" id="{419E4843-404A-C85D-3CCF-3B5DBDA83385}"/>
              </a:ext>
            </a:extLst>
          </p:cNvPr>
          <p:cNvSpPr txBox="1">
            <a:spLocks/>
          </p:cNvSpPr>
          <p:nvPr/>
        </p:nvSpPr>
        <p:spPr>
          <a:xfrm>
            <a:off x="-62151" y="0"/>
            <a:ext cx="12192000" cy="631031"/>
          </a:xfrm>
          <a:prstGeom prst="rect">
            <a:avLst/>
          </a:prstGeom>
        </p:spPr>
        <p:txBody>
          <a:bodyPr anchor="ctr"/>
          <a:lstStyle>
            <a:lvl1pPr algn="l" rtl="0" eaLnBrk="1" fontAlgn="base" hangingPunct="1">
              <a:spcBef>
                <a:spcPct val="0"/>
              </a:spcBef>
              <a:spcAft>
                <a:spcPct val="0"/>
              </a:spcAft>
              <a:defRPr sz="1200" b="0">
                <a:solidFill>
                  <a:schemeClr val="bg1"/>
                </a:solidFill>
                <a:latin typeface="+mj-lt"/>
                <a:ea typeface="+mj-ea"/>
                <a:cs typeface="+mj-cs"/>
              </a:defRPr>
            </a:lvl1pPr>
            <a:lvl2pPr algn="ctr" rtl="0" eaLnBrk="1" fontAlgn="base" hangingPunct="1">
              <a:spcBef>
                <a:spcPct val="0"/>
              </a:spcBef>
              <a:spcAft>
                <a:spcPct val="0"/>
              </a:spcAft>
              <a:defRPr sz="2400" b="1">
                <a:solidFill>
                  <a:schemeClr val="bg1"/>
                </a:solidFill>
                <a:latin typeface="Verdana" pitchFamily="34" charset="0"/>
                <a:cs typeface="Times New Roman" pitchFamily="18" charset="0"/>
              </a:defRPr>
            </a:lvl2pPr>
            <a:lvl3pPr algn="ctr" rtl="0" eaLnBrk="1" fontAlgn="base" hangingPunct="1">
              <a:spcBef>
                <a:spcPct val="0"/>
              </a:spcBef>
              <a:spcAft>
                <a:spcPct val="0"/>
              </a:spcAft>
              <a:defRPr sz="2400" b="1">
                <a:solidFill>
                  <a:schemeClr val="bg1"/>
                </a:solidFill>
                <a:latin typeface="Verdana" pitchFamily="34" charset="0"/>
                <a:cs typeface="Times New Roman" pitchFamily="18" charset="0"/>
              </a:defRPr>
            </a:lvl3pPr>
            <a:lvl4pPr algn="ctr" rtl="0" eaLnBrk="1" fontAlgn="base" hangingPunct="1">
              <a:spcBef>
                <a:spcPct val="0"/>
              </a:spcBef>
              <a:spcAft>
                <a:spcPct val="0"/>
              </a:spcAft>
              <a:defRPr sz="2400" b="1">
                <a:solidFill>
                  <a:schemeClr val="bg1"/>
                </a:solidFill>
                <a:latin typeface="Verdana" pitchFamily="34" charset="0"/>
                <a:cs typeface="Times New Roman" pitchFamily="18" charset="0"/>
              </a:defRPr>
            </a:lvl4pPr>
            <a:lvl5pPr algn="ctr" rtl="0" eaLnBrk="1" fontAlgn="base" hangingPunct="1">
              <a:spcBef>
                <a:spcPct val="0"/>
              </a:spcBef>
              <a:spcAft>
                <a:spcPct val="0"/>
              </a:spcAft>
              <a:defRPr sz="2400" b="1">
                <a:solidFill>
                  <a:schemeClr val="bg1"/>
                </a:solidFill>
                <a:latin typeface="Verdana" pitchFamily="34" charset="0"/>
                <a:cs typeface="Times New Roman" pitchFamily="18" charset="0"/>
              </a:defRPr>
            </a:lvl5pPr>
            <a:lvl6pPr marL="342909" algn="ctr" rtl="0" eaLnBrk="1" fontAlgn="base" hangingPunct="1">
              <a:spcBef>
                <a:spcPct val="0"/>
              </a:spcBef>
              <a:spcAft>
                <a:spcPct val="0"/>
              </a:spcAft>
              <a:defRPr sz="2400" b="1">
                <a:solidFill>
                  <a:schemeClr val="bg1"/>
                </a:solidFill>
                <a:latin typeface="Verdana" pitchFamily="34" charset="0"/>
                <a:cs typeface="Times New Roman" pitchFamily="18" charset="0"/>
              </a:defRPr>
            </a:lvl6pPr>
            <a:lvl7pPr marL="685817" algn="ctr" rtl="0" eaLnBrk="1" fontAlgn="base" hangingPunct="1">
              <a:spcBef>
                <a:spcPct val="0"/>
              </a:spcBef>
              <a:spcAft>
                <a:spcPct val="0"/>
              </a:spcAft>
              <a:defRPr sz="2400" b="1">
                <a:solidFill>
                  <a:schemeClr val="bg1"/>
                </a:solidFill>
                <a:latin typeface="Verdana" pitchFamily="34" charset="0"/>
                <a:cs typeface="Times New Roman" pitchFamily="18" charset="0"/>
              </a:defRPr>
            </a:lvl7pPr>
            <a:lvl8pPr marL="1028726" algn="ctr" rtl="0" eaLnBrk="1" fontAlgn="base" hangingPunct="1">
              <a:spcBef>
                <a:spcPct val="0"/>
              </a:spcBef>
              <a:spcAft>
                <a:spcPct val="0"/>
              </a:spcAft>
              <a:defRPr sz="2400" b="1">
                <a:solidFill>
                  <a:schemeClr val="bg1"/>
                </a:solidFill>
                <a:latin typeface="Verdana" pitchFamily="34" charset="0"/>
                <a:cs typeface="Times New Roman" pitchFamily="18" charset="0"/>
              </a:defRPr>
            </a:lvl8pPr>
            <a:lvl9pPr marL="1371635" algn="ctr" rtl="0" eaLnBrk="1" fontAlgn="base" hangingPunct="1">
              <a:spcBef>
                <a:spcPct val="0"/>
              </a:spcBef>
              <a:spcAft>
                <a:spcPct val="0"/>
              </a:spcAft>
              <a:defRPr sz="2400" b="1">
                <a:solidFill>
                  <a:schemeClr val="bg1"/>
                </a:solidFill>
                <a:latin typeface="Verdana" pitchFamily="34" charset="0"/>
                <a:cs typeface="Times New Roman" pitchFamily="18" charset="0"/>
              </a:defRPr>
            </a:lvl9pPr>
          </a:lstStyle>
          <a:p>
            <a:r>
              <a:rPr lang="en-US" sz="2000" kern="0">
                <a:latin typeface="Verdana" panose="020B0604030504040204" pitchFamily="34" charset="0"/>
                <a:ea typeface="Verdana" panose="020B0604030504040204" pitchFamily="34" charset="0"/>
                <a:cs typeface="Verdana" panose="020B0604030504040204" pitchFamily="34" charset="0"/>
              </a:rPr>
              <a:t>    GIA Assurance Response to the Crisis – CFT </a:t>
            </a:r>
            <a:r>
              <a:rPr lang="en-US" sz="2000" kern="0" err="1">
                <a:latin typeface="Verdana" panose="020B0604030504040204" pitchFamily="34" charset="0"/>
                <a:ea typeface="Verdana" panose="020B0604030504040204" pitchFamily="34" charset="0"/>
                <a:cs typeface="Verdana" panose="020B0604030504040204" pitchFamily="34" charset="0"/>
              </a:rPr>
              <a:t>Programme</a:t>
            </a:r>
            <a:r>
              <a:rPr lang="en-US" sz="2000" kern="0">
                <a:latin typeface="Verdana" panose="020B0604030504040204" pitchFamily="34" charset="0"/>
                <a:ea typeface="Verdana" panose="020B0604030504040204" pitchFamily="34" charset="0"/>
                <a:cs typeface="Verdana" panose="020B0604030504040204" pitchFamily="34" charset="0"/>
              </a:rPr>
              <a:t> 	               </a:t>
            </a:r>
            <a:endParaRPr lang="en-GB" sz="2000" kern="0">
              <a:latin typeface="Verdana" panose="020B0604030504040204" pitchFamily="34" charset="0"/>
              <a:ea typeface="Verdana" panose="020B0604030504040204" pitchFamily="34" charset="0"/>
              <a:cs typeface="Verdana" panose="020B0604030504040204" pitchFamily="34" charset="0"/>
            </a:endParaRPr>
          </a:p>
        </p:txBody>
      </p:sp>
      <p:sp>
        <p:nvSpPr>
          <p:cNvPr id="3" name="Slide Number Placeholder 1">
            <a:extLst>
              <a:ext uri="{FF2B5EF4-FFF2-40B4-BE49-F238E27FC236}">
                <a16:creationId xmlns:a16="http://schemas.microsoft.com/office/drawing/2014/main" id="{2F4EBE0B-AEE7-D050-DB44-48708BCC73A0}"/>
              </a:ext>
            </a:extLst>
          </p:cNvPr>
          <p:cNvSpPr txBox="1">
            <a:spLocks/>
          </p:cNvSpPr>
          <p:nvPr/>
        </p:nvSpPr>
        <p:spPr>
          <a:xfrm>
            <a:off x="11582400" y="6620636"/>
            <a:ext cx="914400" cy="233749"/>
          </a:xfrm>
          <a:prstGeom prst="rect">
            <a:avLst/>
          </a:prstGeom>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fld id="{6516E9BE-843C-4425-80E4-36155279AD5E}" type="slidenum">
              <a:rPr kumimoji="0" lang="en-US" sz="900" b="1" i="0" u="none" strike="noStrike" kern="1200" cap="none" spc="0" normalizeH="0" baseline="0" noProof="0" smtClean="0">
                <a:ln>
                  <a:noFill/>
                </a:ln>
                <a:solidFill>
                  <a:srgbClr val="2D2926"/>
                </a:solidFill>
                <a:effectLst/>
                <a:uLnTx/>
                <a:uFillTx/>
                <a:latin typeface="Verdana" panose="020B0604030504040204" pitchFamily="34" charset="0"/>
                <a:ea typeface="Verdana" panose="020B0604030504040204" pitchFamily="34" charset="0"/>
                <a:cs typeface="Arial" charset="0"/>
              </a:rPr>
              <a:pPr marL="0" marR="0" lvl="0" indent="0" algn="ctr" defTabSz="914400" rtl="0" eaLnBrk="1" fontAlgn="base" latinLnBrk="0" hangingPunct="1">
                <a:lnSpc>
                  <a:spcPct val="100000"/>
                </a:lnSpc>
                <a:spcBef>
                  <a:spcPct val="0"/>
                </a:spcBef>
                <a:spcAft>
                  <a:spcPct val="0"/>
                </a:spcAft>
                <a:buClrTx/>
                <a:buSzTx/>
                <a:buFontTx/>
                <a:buNone/>
                <a:tabLst/>
                <a:defRPr/>
              </a:pPr>
              <a:t>3</a:t>
            </a:fld>
            <a:endParaRPr kumimoji="0" lang="en-US" sz="900" b="1" i="0" u="none" strike="noStrike" kern="1200" cap="none" spc="0" normalizeH="0" baseline="0" noProof="0">
              <a:ln>
                <a:noFill/>
              </a:ln>
              <a:solidFill>
                <a:srgbClr val="2D2926"/>
              </a:solidFill>
              <a:effectLst/>
              <a:uLnTx/>
              <a:uFillTx/>
              <a:latin typeface="Verdana" panose="020B0604030504040204" pitchFamily="34" charset="0"/>
              <a:ea typeface="Verdana" panose="020B0604030504040204" pitchFamily="34" charset="0"/>
              <a:cs typeface="Arial"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502919" y="666146"/>
            <a:ext cx="11185855" cy="45719"/>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6" name="Table 5"/>
          <p:cNvGraphicFramePr>
            <a:graphicFrameLocks noGrp="1"/>
          </p:cNvGraphicFramePr>
          <p:nvPr>
            <p:extLst>
              <p:ext uri="{D42A27DB-BD31-4B8C-83A1-F6EECF244321}">
                <p14:modId xmlns:p14="http://schemas.microsoft.com/office/powerpoint/2010/main" val="3774050050"/>
              </p:ext>
            </p:extLst>
          </p:nvPr>
        </p:nvGraphicFramePr>
        <p:xfrm>
          <a:off x="502920" y="839384"/>
          <a:ext cx="11185855" cy="5499151"/>
        </p:xfrm>
        <a:graphic>
          <a:graphicData uri="http://schemas.openxmlformats.org/drawingml/2006/table">
            <a:tbl>
              <a:tblPr firstRow="1" bandRow="1">
                <a:tableStyleId>{5C22544A-7EE6-4342-B048-85BDC9FD1C3A}</a:tableStyleId>
              </a:tblPr>
              <a:tblGrid>
                <a:gridCol w="2377440">
                  <a:extLst>
                    <a:ext uri="{9D8B030D-6E8A-4147-A177-3AD203B41FA5}">
                      <a16:colId xmlns:a16="http://schemas.microsoft.com/office/drawing/2014/main" val="20000"/>
                    </a:ext>
                  </a:extLst>
                </a:gridCol>
                <a:gridCol w="4297680">
                  <a:extLst>
                    <a:ext uri="{9D8B030D-6E8A-4147-A177-3AD203B41FA5}">
                      <a16:colId xmlns:a16="http://schemas.microsoft.com/office/drawing/2014/main" val="20001"/>
                    </a:ext>
                  </a:extLst>
                </a:gridCol>
                <a:gridCol w="4510735">
                  <a:extLst>
                    <a:ext uri="{9D8B030D-6E8A-4147-A177-3AD203B41FA5}">
                      <a16:colId xmlns:a16="http://schemas.microsoft.com/office/drawing/2014/main" val="20002"/>
                    </a:ext>
                  </a:extLst>
                </a:gridCol>
              </a:tblGrid>
              <a:tr h="705394">
                <a:tc>
                  <a:txBody>
                    <a:bodyPr/>
                    <a:lstStyle/>
                    <a:p>
                      <a:pPr algn="ctr">
                        <a:spcBef>
                          <a:spcPts val="0"/>
                        </a:spcBef>
                        <a:spcAft>
                          <a:spcPts val="0"/>
                        </a:spcAft>
                      </a:pPr>
                      <a:r>
                        <a:rPr lang="en-US" sz="1100" b="1">
                          <a:solidFill>
                            <a:srgbClr val="FFFFFF"/>
                          </a:solidFill>
                          <a:latin typeface="Verdana" panose="020B0604030504040204" pitchFamily="34" charset="0"/>
                          <a:ea typeface="Verdana" panose="020B0604030504040204" pitchFamily="34" charset="0"/>
                        </a:rPr>
                        <a:t>Management Key Risk</a:t>
                      </a:r>
                    </a:p>
                    <a:p>
                      <a:pPr algn="ctr">
                        <a:spcBef>
                          <a:spcPts val="0"/>
                        </a:spcBef>
                        <a:spcAft>
                          <a:spcPts val="0"/>
                        </a:spcAft>
                      </a:pPr>
                      <a:r>
                        <a:rPr lang="en-US" sz="1100" b="1">
                          <a:solidFill>
                            <a:srgbClr val="FFFFFF"/>
                          </a:solidFill>
                          <a:latin typeface="Verdana" panose="020B0604030504040204" pitchFamily="34" charset="0"/>
                          <a:ea typeface="Verdana" panose="020B0604030504040204" pitchFamily="34" charset="0"/>
                        </a:rPr>
                        <a:t>(Key Risks &amp; Mitigations</a:t>
                      </a:r>
                      <a:endParaRPr sz="1100" b="1">
                        <a:solidFill>
                          <a:srgbClr val="FFFFFF"/>
                        </a:solidFill>
                        <a:latin typeface="Verdana" panose="020B0604030504040204" pitchFamily="34" charset="0"/>
                        <a:ea typeface="Verdana" panose="020B0604030504040204" pitchFamily="34" charset="0"/>
                      </a:endParaRPr>
                    </a:p>
                  </a:txBody>
                  <a:tcPr marR="54864" marT="36576" marB="36576" anchor="ctr">
                    <a:solidFill>
                      <a:srgbClr val="3B3B3B"/>
                    </a:solidFill>
                  </a:tcPr>
                </a:tc>
                <a:tc>
                  <a:txBody>
                    <a:bodyPr/>
                    <a:lstStyle/>
                    <a:p>
                      <a:pPr algn="ctr">
                        <a:spcBef>
                          <a:spcPts val="0"/>
                        </a:spcBef>
                        <a:spcAft>
                          <a:spcPts val="0"/>
                        </a:spcAft>
                      </a:pPr>
                      <a:r>
                        <a:rPr lang="en-US" sz="1100" b="1">
                          <a:solidFill>
                            <a:srgbClr val="FFFFFF"/>
                          </a:solidFill>
                          <a:latin typeface="Verdana" panose="020B0604030504040204" pitchFamily="34" charset="0"/>
                          <a:ea typeface="Verdana" panose="020B0604030504040204" pitchFamily="34" charset="0"/>
                        </a:rPr>
                        <a:t>Management's Key Update / Mitigation</a:t>
                      </a:r>
                    </a:p>
                    <a:p>
                      <a:pPr algn="ctr">
                        <a:spcBef>
                          <a:spcPts val="0"/>
                        </a:spcBef>
                        <a:spcAft>
                          <a:spcPts val="0"/>
                        </a:spcAft>
                      </a:pPr>
                      <a:r>
                        <a:rPr lang="en-US" sz="1100" b="1">
                          <a:solidFill>
                            <a:srgbClr val="FFFFFF"/>
                          </a:solidFill>
                          <a:latin typeface="Verdana" panose="020B0604030504040204" pitchFamily="34" charset="0"/>
                          <a:ea typeface="Verdana" panose="020B0604030504040204" pitchFamily="34" charset="0"/>
                        </a:rPr>
                        <a:t>(Key Updates by Area — Board Presentation</a:t>
                      </a:r>
                      <a:endParaRPr sz="1100" b="1">
                        <a:solidFill>
                          <a:srgbClr val="FFFFFF"/>
                        </a:solidFill>
                        <a:latin typeface="Verdana" panose="020B0604030504040204" pitchFamily="34" charset="0"/>
                        <a:ea typeface="Verdana" panose="020B0604030504040204" pitchFamily="34" charset="0"/>
                      </a:endParaRPr>
                    </a:p>
                  </a:txBody>
                  <a:tcPr marR="54864" marT="36576" marB="36576" anchor="ctr">
                    <a:solidFill>
                      <a:srgbClr val="3B3B3B"/>
                    </a:solidFill>
                  </a:tcPr>
                </a:tc>
                <a:tc>
                  <a:txBody>
                    <a:bodyPr/>
                    <a:lstStyle/>
                    <a:p>
                      <a:pPr algn="ctr">
                        <a:spcBef>
                          <a:spcPts val="0"/>
                        </a:spcBef>
                        <a:spcAft>
                          <a:spcPts val="0"/>
                        </a:spcAft>
                      </a:pPr>
                      <a:r>
                        <a:rPr lang="en-US" sz="1100" b="1">
                          <a:solidFill>
                            <a:srgbClr val="FFFFFF"/>
                          </a:solidFill>
                          <a:latin typeface="Verdana" panose="020B0604030504040204" pitchFamily="34" charset="0"/>
                          <a:ea typeface="Verdana" panose="020B0604030504040204" pitchFamily="34" charset="0"/>
                        </a:rPr>
                        <a:t>GIA CFT — Independent Testing</a:t>
                      </a:r>
                    </a:p>
                    <a:p>
                      <a:pPr algn="ctr">
                        <a:spcBef>
                          <a:spcPts val="0"/>
                        </a:spcBef>
                        <a:spcAft>
                          <a:spcPts val="0"/>
                        </a:spcAft>
                      </a:pPr>
                      <a:r>
                        <a:rPr lang="en-US" sz="1100" b="1">
                          <a:solidFill>
                            <a:srgbClr val="FFFFFF"/>
                          </a:solidFill>
                          <a:latin typeface="Verdana" panose="020B0604030504040204" pitchFamily="34" charset="0"/>
                          <a:ea typeface="Verdana" panose="020B0604030504040204" pitchFamily="34" charset="0"/>
                        </a:rPr>
                        <a:t>(Confirmed CFT assignments)</a:t>
                      </a:r>
                    </a:p>
                  </a:txBody>
                  <a:tcPr marR="54864" marT="36576" marB="36576" anchor="ctr">
                    <a:solidFill>
                      <a:srgbClr val="1B4F8A"/>
                    </a:solidFill>
                  </a:tcPr>
                </a:tc>
                <a:extLst>
                  <a:ext uri="{0D108BD9-81ED-4DB2-BD59-A6C34878D82A}">
                    <a16:rowId xmlns:a16="http://schemas.microsoft.com/office/drawing/2014/main" val="10000"/>
                  </a:ext>
                </a:extLst>
              </a:tr>
              <a:tr h="503097">
                <a:tc>
                  <a:txBody>
                    <a:bodyPr/>
                    <a:lstStyle/>
                    <a:p>
                      <a:pPr algn="l">
                        <a:lnSpc>
                          <a:spcPts val="1100"/>
                        </a:lnSpc>
                        <a:spcBef>
                          <a:spcPts val="0"/>
                        </a:spcBef>
                        <a:spcAft>
                          <a:spcPts val="0"/>
                        </a:spcAft>
                      </a:pPr>
                      <a:r>
                        <a:rPr lang="en-US" sz="900" b="1">
                          <a:solidFill>
                            <a:srgbClr val="333333"/>
                          </a:solidFill>
                          <a:latin typeface="Verdana" panose="020B0604030504040204" pitchFamily="34" charset="0"/>
                          <a:ea typeface="Verdana" panose="020B0604030504040204" pitchFamily="34" charset="0"/>
                        </a:rPr>
                        <a:t>Technology Concentration Risk</a:t>
                      </a:r>
                    </a:p>
                    <a:p>
                      <a:pPr algn="l">
                        <a:lnSpc>
                          <a:spcPts val="1100"/>
                        </a:lnSpc>
                        <a:spcBef>
                          <a:spcPts val="0"/>
                        </a:spcBef>
                        <a:spcAft>
                          <a:spcPts val="0"/>
                        </a:spcAft>
                      </a:pPr>
                      <a:r>
                        <a:rPr lang="en-US" sz="900" b="1">
                          <a:solidFill>
                            <a:srgbClr val="333333"/>
                          </a:solidFill>
                          <a:latin typeface="Verdana" panose="020B0604030504040204" pitchFamily="34" charset="0"/>
                          <a:ea typeface="Verdana" panose="020B0604030504040204" pitchFamily="34" charset="0"/>
                        </a:rPr>
                        <a:t>(Cloud Region Dependency)</a:t>
                      </a:r>
                    </a:p>
                  </a:txBody>
                  <a:tcPr marR="54864" marT="36576" marB="36576"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tc>
                  <a:txBody>
                    <a:bodyPr/>
                    <a:lstStyle/>
                    <a:p>
                      <a:pPr algn="just">
                        <a:lnSpc>
                          <a:spcPts val="1100"/>
                        </a:lnSpc>
                        <a:spcBef>
                          <a:spcPts val="0"/>
                        </a:spcBef>
                        <a:spcAft>
                          <a:spcPts val="0"/>
                        </a:spcAft>
                      </a:pPr>
                      <a:r>
                        <a:rPr lang="en-US" sz="900" b="0">
                          <a:solidFill>
                            <a:srgbClr val="333333"/>
                          </a:solidFill>
                          <a:latin typeface="Verdana" panose="020B0604030504040204" pitchFamily="34" charset="0"/>
                          <a:ea typeface="Verdana" panose="020B0604030504040204" pitchFamily="34" charset="0"/>
                        </a:rPr>
                        <a:t>Phased migration to AWS Ireland completed; DSO data </a:t>
                      </a:r>
                      <a:r>
                        <a:rPr lang="en-US" sz="900" b="0" err="1">
                          <a:solidFill>
                            <a:srgbClr val="333333"/>
                          </a:solidFill>
                          <a:latin typeface="Verdana" panose="020B0604030504040204" pitchFamily="34" charset="0"/>
                          <a:ea typeface="Verdana" panose="020B0604030504040204" pitchFamily="34" charset="0"/>
                        </a:rPr>
                        <a:t>centre</a:t>
                      </a:r>
                      <a:r>
                        <a:rPr lang="en-US" sz="900" b="0">
                          <a:solidFill>
                            <a:srgbClr val="333333"/>
                          </a:solidFill>
                          <a:latin typeface="Verdana" panose="020B0604030504040204" pitchFamily="34" charset="0"/>
                          <a:ea typeface="Verdana" panose="020B0604030504040204" pitchFamily="34" charset="0"/>
                        </a:rPr>
                        <a:t> move done; technology resilience plan (escalating failure scenarios) in development.</a:t>
                      </a:r>
                    </a:p>
                  </a:txBody>
                  <a:tcPr marL="73152" marR="54864" marT="36576" marB="365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tc>
                  <a:txBody>
                    <a:bodyPr/>
                    <a:lstStyle/>
                    <a:p>
                      <a:pPr algn="just">
                        <a:lnSpc>
                          <a:spcPts val="1100"/>
                        </a:lnSpc>
                        <a:spcBef>
                          <a:spcPts val="0"/>
                        </a:spcBef>
                        <a:spcAft>
                          <a:spcPts val="0"/>
                        </a:spcAft>
                      </a:pPr>
                      <a:r>
                        <a:rPr lang="en-US" sz="900" b="0">
                          <a:solidFill>
                            <a:srgbClr val="333333"/>
                          </a:solidFill>
                          <a:latin typeface="Verdana"/>
                          <a:ea typeface="Verdana"/>
                        </a:rPr>
                        <a:t>Emergency changes, workarounds &amp; architectural decisions following the AWS UAE incident; assess whether appropriately governed, </a:t>
                      </a:r>
                      <a:r>
                        <a:rPr lang="en-US" sz="900" b="0" err="1">
                          <a:solidFill>
                            <a:srgbClr val="333333"/>
                          </a:solidFill>
                          <a:latin typeface="Verdana"/>
                          <a:ea typeface="Verdana"/>
                        </a:rPr>
                        <a:t>authorised</a:t>
                      </a:r>
                      <a:r>
                        <a:rPr lang="en-US" sz="900" b="0">
                          <a:solidFill>
                            <a:srgbClr val="333333"/>
                          </a:solidFill>
                          <a:latin typeface="Verdana"/>
                          <a:ea typeface="Verdana"/>
                        </a:rPr>
                        <a:t>, risk-assessed &amp; controlled without introducing undue operational, security or regulatory risk.</a:t>
                      </a:r>
                    </a:p>
                  </a:txBody>
                  <a:tcPr marL="73152" marR="54864" marT="36576" marB="36576"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solidFill>
                      <a:srgbClr val="F5F5F5"/>
                    </a:solidFill>
                  </a:tcPr>
                </a:tc>
                <a:extLst>
                  <a:ext uri="{0D108BD9-81ED-4DB2-BD59-A6C34878D82A}">
                    <a16:rowId xmlns:a16="http://schemas.microsoft.com/office/drawing/2014/main" val="10001"/>
                  </a:ext>
                </a:extLst>
              </a:tr>
              <a:tr h="0">
                <a:tc>
                  <a:txBody>
                    <a:bodyPr/>
                    <a:lstStyle/>
                    <a:p>
                      <a:pPr algn="l">
                        <a:lnSpc>
                          <a:spcPts val="1100"/>
                        </a:lnSpc>
                        <a:spcBef>
                          <a:spcPts val="0"/>
                        </a:spcBef>
                        <a:spcAft>
                          <a:spcPts val="0"/>
                        </a:spcAft>
                      </a:pPr>
                      <a:r>
                        <a:rPr lang="en-US" sz="900" b="1">
                          <a:solidFill>
                            <a:srgbClr val="333333"/>
                          </a:solidFill>
                          <a:latin typeface="Verdana" panose="020B0604030504040204" pitchFamily="34" charset="0"/>
                          <a:ea typeface="Verdana" panose="020B0604030504040204" pitchFamily="34" charset="0"/>
                        </a:rPr>
                        <a:t>Third-party Exposure &amp; Cyber Threats</a:t>
                      </a:r>
                      <a:endParaRPr sz="900" b="1">
                        <a:solidFill>
                          <a:srgbClr val="333333"/>
                        </a:solidFill>
                        <a:latin typeface="Calibri"/>
                      </a:endParaRPr>
                    </a:p>
                  </a:txBody>
                  <a:tcPr marR="54864" marT="36576" marB="36576"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lnSpc>
                          <a:spcPts val="1100"/>
                        </a:lnSpc>
                        <a:spcBef>
                          <a:spcPts val="0"/>
                        </a:spcBef>
                        <a:spcAft>
                          <a:spcPts val="0"/>
                        </a:spcAft>
                      </a:pPr>
                      <a:endParaRPr lang="en-US" sz="900" b="0">
                        <a:solidFill>
                          <a:srgbClr val="333333"/>
                        </a:solidFill>
                        <a:latin typeface="Verdana" panose="020B0604030504040204" pitchFamily="34" charset="0"/>
                        <a:ea typeface="Verdana" panose="020B0604030504040204" pitchFamily="34" charset="0"/>
                      </a:endParaRPr>
                    </a:p>
                    <a:p>
                      <a:pPr algn="just">
                        <a:lnSpc>
                          <a:spcPts val="1100"/>
                        </a:lnSpc>
                        <a:spcBef>
                          <a:spcPts val="0"/>
                        </a:spcBef>
                        <a:spcAft>
                          <a:spcPts val="0"/>
                        </a:spcAft>
                      </a:pPr>
                      <a:r>
                        <a:rPr lang="en-US" sz="900" b="0">
                          <a:solidFill>
                            <a:srgbClr val="333333"/>
                          </a:solidFill>
                          <a:latin typeface="Verdana" panose="020B0604030504040204" pitchFamily="34" charset="0"/>
                          <a:ea typeface="Verdana" panose="020B0604030504040204" pitchFamily="34" charset="0"/>
                        </a:rPr>
                        <a:t>Cyber posture heightened: continuous monitoring, threat intel tracking, phishing/scam advisories; specific actions for Iran-linked threat actors; third-party controls tightened.</a:t>
                      </a:r>
                      <a:endParaRPr sz="900" b="0">
                        <a:solidFill>
                          <a:srgbClr val="333333"/>
                        </a:solidFill>
                        <a:latin typeface="Verdana" panose="020B0604030504040204" pitchFamily="34" charset="0"/>
                        <a:ea typeface="Verdana" panose="020B0604030504040204" pitchFamily="34" charset="0"/>
                      </a:endParaRPr>
                    </a:p>
                  </a:txBody>
                  <a:tcPr marL="73152" marR="54864" marT="36576" marB="365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lnSpc>
                          <a:spcPts val="1100"/>
                        </a:lnSpc>
                        <a:spcBef>
                          <a:spcPts val="0"/>
                        </a:spcBef>
                        <a:spcAft>
                          <a:spcPts val="0"/>
                        </a:spcAft>
                      </a:pPr>
                      <a:r>
                        <a:rPr lang="en-US" sz="900" b="0">
                          <a:solidFill>
                            <a:srgbClr val="333333"/>
                          </a:solidFill>
                          <a:latin typeface="Verdana" panose="020B0604030504040204" pitchFamily="34" charset="0"/>
                          <a:ea typeface="Verdana" panose="020B0604030504040204" pitchFamily="34" charset="0"/>
                        </a:rPr>
                        <a:t>Assurance over timely detection, escalation, and remediation of cybersecurity incidents during the crisis, and maintenance of an effective security posture despite temporary SOC monitoring changes.</a:t>
                      </a:r>
                      <a:endParaRPr sz="900" b="0">
                        <a:solidFill>
                          <a:srgbClr val="333333"/>
                        </a:solidFill>
                        <a:latin typeface="Verdana" panose="020B0604030504040204" pitchFamily="34" charset="0"/>
                        <a:ea typeface="Verdana" panose="020B0604030504040204" pitchFamily="34" charset="0"/>
                      </a:endParaRPr>
                    </a:p>
                  </a:txBody>
                  <a:tcPr marL="73152" marR="54864" marT="36576" marB="36576"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extLst>
                  <a:ext uri="{0D108BD9-81ED-4DB2-BD59-A6C34878D82A}">
                    <a16:rowId xmlns:a16="http://schemas.microsoft.com/office/drawing/2014/main" val="10002"/>
                  </a:ext>
                </a:extLst>
              </a:tr>
              <a:tr h="0">
                <a:tc>
                  <a:txBody>
                    <a:bodyPr/>
                    <a:lstStyle/>
                    <a:p>
                      <a:pPr algn="l">
                        <a:lnSpc>
                          <a:spcPts val="1100"/>
                        </a:lnSpc>
                        <a:spcBef>
                          <a:spcPts val="0"/>
                        </a:spcBef>
                        <a:spcAft>
                          <a:spcPts val="0"/>
                        </a:spcAft>
                      </a:pPr>
                      <a:r>
                        <a:rPr lang="en-US" sz="900" b="1">
                          <a:solidFill>
                            <a:srgbClr val="333333"/>
                          </a:solidFill>
                          <a:latin typeface="Verdana" panose="020B0604030504040204" pitchFamily="34" charset="0"/>
                          <a:ea typeface="Verdana" panose="020B0604030504040204" pitchFamily="34" charset="0"/>
                        </a:rPr>
                        <a:t>Customer Confidence Risk</a:t>
                      </a:r>
                      <a:endParaRPr sz="900" b="1">
                        <a:solidFill>
                          <a:srgbClr val="333333"/>
                        </a:solidFill>
                        <a:latin typeface="Calibri"/>
                      </a:endParaRPr>
                    </a:p>
                  </a:txBody>
                  <a:tcPr marR="54864" marT="36576" marB="36576"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lnSpc>
                          <a:spcPts val="1100"/>
                        </a:lnSpc>
                        <a:spcBef>
                          <a:spcPts val="0"/>
                        </a:spcBef>
                        <a:spcAft>
                          <a:spcPts val="0"/>
                        </a:spcAft>
                      </a:pPr>
                      <a:r>
                        <a:rPr lang="en-US" sz="900" b="0">
                          <a:solidFill>
                            <a:srgbClr val="333333"/>
                          </a:solidFill>
                          <a:latin typeface="Verdana" panose="020B0604030504040204" pitchFamily="34" charset="0"/>
                          <a:ea typeface="Verdana" panose="020B0604030504040204" pitchFamily="34" charset="0"/>
                        </a:rPr>
                        <a:t>2FA restored; customer-facing channels available; centrally approved communications; RM outreach to key UHNWI/HNWI clients; digital channel functionalities normalized.</a:t>
                      </a:r>
                    </a:p>
                    <a:p>
                      <a:pPr algn="just">
                        <a:lnSpc>
                          <a:spcPts val="1100"/>
                        </a:lnSpc>
                        <a:spcBef>
                          <a:spcPts val="0"/>
                        </a:spcBef>
                        <a:spcAft>
                          <a:spcPts val="0"/>
                        </a:spcAft>
                      </a:pPr>
                      <a:endParaRPr sz="900" b="0">
                        <a:solidFill>
                          <a:srgbClr val="333333"/>
                        </a:solidFill>
                        <a:latin typeface="Verdana" panose="020B0604030504040204" pitchFamily="34" charset="0"/>
                        <a:ea typeface="Verdana" panose="020B0604030504040204" pitchFamily="34" charset="0"/>
                      </a:endParaRPr>
                    </a:p>
                  </a:txBody>
                  <a:tcPr marL="73152" marR="54864" marT="36576" marB="365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lnSpc>
                          <a:spcPts val="1100"/>
                        </a:lnSpc>
                        <a:spcBef>
                          <a:spcPts val="0"/>
                        </a:spcBef>
                        <a:spcAft>
                          <a:spcPts val="0"/>
                        </a:spcAft>
                      </a:pPr>
                      <a:r>
                        <a:rPr lang="en-US" sz="900" b="0">
                          <a:solidFill>
                            <a:srgbClr val="333333"/>
                          </a:solidFill>
                          <a:latin typeface="Verdana" panose="020B0604030504040204" pitchFamily="34" charset="0"/>
                          <a:ea typeface="Verdana" panose="020B0604030504040204" pitchFamily="34" charset="0"/>
                        </a:rPr>
                        <a:t>Three CFTs mitigate this risk covering Digital Banking workarounds and OTP migration; Customer Fulfilment BCP, workarounds and communications governance; and Customer Protection &amp; Conduct, including fair treatment, service continuity and CB compliance across the card lifecycle.</a:t>
                      </a:r>
                      <a:endParaRPr sz="900" b="0">
                        <a:solidFill>
                          <a:srgbClr val="333333"/>
                        </a:solidFill>
                        <a:latin typeface="Verdana" panose="020B0604030504040204" pitchFamily="34" charset="0"/>
                        <a:ea typeface="Verdana" panose="020B0604030504040204" pitchFamily="34" charset="0"/>
                      </a:endParaRPr>
                    </a:p>
                  </a:txBody>
                  <a:tcPr marL="73152" marR="54864" marT="36576" marB="36576"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extLst>
                  <a:ext uri="{0D108BD9-81ED-4DB2-BD59-A6C34878D82A}">
                    <a16:rowId xmlns:a16="http://schemas.microsoft.com/office/drawing/2014/main" val="10003"/>
                  </a:ext>
                </a:extLst>
              </a:tr>
              <a:tr h="0">
                <a:tc>
                  <a:txBody>
                    <a:bodyPr/>
                    <a:lstStyle/>
                    <a:p>
                      <a:pPr algn="l">
                        <a:lnSpc>
                          <a:spcPts val="1100"/>
                        </a:lnSpc>
                        <a:spcBef>
                          <a:spcPts val="0"/>
                        </a:spcBef>
                        <a:spcAft>
                          <a:spcPts val="0"/>
                        </a:spcAft>
                      </a:pPr>
                      <a:r>
                        <a:rPr lang="en-US" sz="900" b="1">
                          <a:solidFill>
                            <a:srgbClr val="333333"/>
                          </a:solidFill>
                          <a:latin typeface="Verdana" panose="020B0604030504040204" pitchFamily="34" charset="0"/>
                          <a:ea typeface="Verdana" panose="020B0604030504040204" pitchFamily="34" charset="0"/>
                        </a:rPr>
                        <a:t>Credit Quality Stress</a:t>
                      </a:r>
                    </a:p>
                    <a:p>
                      <a:pPr algn="l">
                        <a:lnSpc>
                          <a:spcPts val="1100"/>
                        </a:lnSpc>
                        <a:spcBef>
                          <a:spcPts val="0"/>
                        </a:spcBef>
                        <a:spcAft>
                          <a:spcPts val="0"/>
                        </a:spcAft>
                      </a:pPr>
                      <a:r>
                        <a:rPr lang="en-US" sz="900" b="1">
                          <a:solidFill>
                            <a:srgbClr val="333333"/>
                          </a:solidFill>
                          <a:latin typeface="Verdana" panose="020B0604030504040204" pitchFamily="34" charset="0"/>
                          <a:ea typeface="Verdana" panose="020B0604030504040204" pitchFamily="34" charset="0"/>
                        </a:rPr>
                        <a:t>in Affected Sectors</a:t>
                      </a:r>
                      <a:endParaRPr sz="900" b="1">
                        <a:solidFill>
                          <a:srgbClr val="333333"/>
                        </a:solidFill>
                        <a:latin typeface="Calibri"/>
                      </a:endParaRPr>
                    </a:p>
                  </a:txBody>
                  <a:tcPr marR="54864" marT="36576" marB="36576"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lnSpc>
                          <a:spcPts val="1100"/>
                        </a:lnSpc>
                        <a:spcBef>
                          <a:spcPts val="0"/>
                        </a:spcBef>
                        <a:spcAft>
                          <a:spcPts val="0"/>
                        </a:spcAft>
                      </a:pPr>
                      <a:endParaRPr lang="en-US" sz="900" b="0">
                        <a:solidFill>
                          <a:srgbClr val="333333"/>
                        </a:solidFill>
                        <a:latin typeface="Verdana" panose="020B0604030504040204" pitchFamily="34" charset="0"/>
                        <a:ea typeface="Verdana" panose="020B0604030504040204" pitchFamily="34" charset="0"/>
                      </a:endParaRPr>
                    </a:p>
                    <a:p>
                      <a:pPr algn="just">
                        <a:lnSpc>
                          <a:spcPts val="1100"/>
                        </a:lnSpc>
                        <a:spcBef>
                          <a:spcPts val="0"/>
                        </a:spcBef>
                        <a:spcAft>
                          <a:spcPts val="0"/>
                        </a:spcAft>
                      </a:pPr>
                      <a:r>
                        <a:rPr lang="en-US" sz="900" b="0">
                          <a:solidFill>
                            <a:srgbClr val="333333"/>
                          </a:solidFill>
                          <a:latin typeface="Verdana" panose="020B0604030504040204" pitchFamily="34" charset="0"/>
                          <a:ea typeface="Verdana" panose="020B0604030504040204" pitchFamily="34" charset="0"/>
                        </a:rPr>
                        <a:t>Credit posture tightened: segment-by-segment review, pause on higher-risk new lending, daily high-limit card monitoring. Pipeline controls for trade finance &amp; mortgages.</a:t>
                      </a:r>
                    </a:p>
                    <a:p>
                      <a:pPr algn="just">
                        <a:lnSpc>
                          <a:spcPts val="1100"/>
                        </a:lnSpc>
                        <a:spcBef>
                          <a:spcPts val="0"/>
                        </a:spcBef>
                        <a:spcAft>
                          <a:spcPts val="0"/>
                        </a:spcAft>
                      </a:pPr>
                      <a:endParaRPr sz="900" b="0">
                        <a:solidFill>
                          <a:srgbClr val="333333"/>
                        </a:solidFill>
                        <a:latin typeface="Verdana" panose="020B0604030504040204" pitchFamily="34" charset="0"/>
                        <a:ea typeface="Verdana" panose="020B0604030504040204" pitchFamily="34" charset="0"/>
                      </a:endParaRPr>
                    </a:p>
                  </a:txBody>
                  <a:tcPr marL="73152" marR="54864" marT="36576" marB="365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lnSpc>
                          <a:spcPts val="1100"/>
                        </a:lnSpc>
                        <a:spcBef>
                          <a:spcPts val="0"/>
                        </a:spcBef>
                        <a:spcAft>
                          <a:spcPts val="0"/>
                        </a:spcAft>
                      </a:pPr>
                      <a:r>
                        <a:rPr lang="en-US" sz="900" b="0">
                          <a:solidFill>
                            <a:srgbClr val="333333"/>
                          </a:solidFill>
                          <a:latin typeface="Verdana" panose="020B0604030504040204" pitchFamily="34" charset="0"/>
                          <a:ea typeface="Verdana" panose="020B0604030504040204" pitchFamily="34" charset="0"/>
                        </a:rPr>
                        <a:t>Two CFTs mitigate this risk covering credit policy compliance and portfolio assessment for RAK Business Loans, and credit risk governance and exposure stability within the Credit Cards portfolio during market volatility.</a:t>
                      </a:r>
                      <a:endParaRPr sz="900" b="0">
                        <a:solidFill>
                          <a:srgbClr val="333333"/>
                        </a:solidFill>
                        <a:latin typeface="Verdana" panose="020B0604030504040204" pitchFamily="34" charset="0"/>
                        <a:ea typeface="Verdana" panose="020B0604030504040204" pitchFamily="34" charset="0"/>
                      </a:endParaRPr>
                    </a:p>
                  </a:txBody>
                  <a:tcPr marL="73152" marR="54864" marT="36576" marB="36576"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extLst>
                  <a:ext uri="{0D108BD9-81ED-4DB2-BD59-A6C34878D82A}">
                    <a16:rowId xmlns:a16="http://schemas.microsoft.com/office/drawing/2014/main" val="10004"/>
                  </a:ext>
                </a:extLst>
              </a:tr>
              <a:tr h="128302">
                <a:tc>
                  <a:txBody>
                    <a:bodyPr/>
                    <a:lstStyle/>
                    <a:p>
                      <a:pPr algn="l">
                        <a:lnSpc>
                          <a:spcPts val="1100"/>
                        </a:lnSpc>
                        <a:spcBef>
                          <a:spcPts val="0"/>
                        </a:spcBef>
                        <a:spcAft>
                          <a:spcPts val="0"/>
                        </a:spcAft>
                      </a:pPr>
                      <a:r>
                        <a:rPr lang="en-US" sz="900" b="1">
                          <a:solidFill>
                            <a:srgbClr val="333333"/>
                          </a:solidFill>
                          <a:latin typeface="Verdana" panose="020B0604030504040204" pitchFamily="34" charset="0"/>
                          <a:ea typeface="Verdana" panose="020B0604030504040204" pitchFamily="34" charset="0"/>
                        </a:rPr>
                        <a:t>Liquidity / Market Volatility</a:t>
                      </a:r>
                      <a:endParaRPr sz="900" b="1">
                        <a:solidFill>
                          <a:srgbClr val="333333"/>
                        </a:solidFill>
                        <a:latin typeface="Calibri"/>
                      </a:endParaRPr>
                    </a:p>
                  </a:txBody>
                  <a:tcPr marR="54864" marT="36576" marB="36576"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lnSpc>
                          <a:spcPts val="1100"/>
                        </a:lnSpc>
                        <a:spcBef>
                          <a:spcPts val="0"/>
                        </a:spcBef>
                        <a:spcAft>
                          <a:spcPts val="0"/>
                        </a:spcAft>
                      </a:pPr>
                      <a:endParaRPr lang="en-US" sz="900" b="0">
                        <a:solidFill>
                          <a:srgbClr val="333333"/>
                        </a:solidFill>
                        <a:latin typeface="Verdana" panose="020B0604030504040204" pitchFamily="34" charset="0"/>
                        <a:ea typeface="Verdana" panose="020B0604030504040204" pitchFamily="34" charset="0"/>
                      </a:endParaRPr>
                    </a:p>
                    <a:p>
                      <a:pPr algn="just">
                        <a:lnSpc>
                          <a:spcPts val="1100"/>
                        </a:lnSpc>
                        <a:spcBef>
                          <a:spcPts val="0"/>
                        </a:spcBef>
                        <a:spcAft>
                          <a:spcPts val="0"/>
                        </a:spcAft>
                      </a:pPr>
                      <a:r>
                        <a:rPr lang="en-US" sz="900" b="0">
                          <a:solidFill>
                            <a:srgbClr val="333333"/>
                          </a:solidFill>
                          <a:latin typeface="Verdana" panose="020B0604030504040204" pitchFamily="34" charset="0"/>
                          <a:ea typeface="Verdana" panose="020B0604030504040204" pitchFamily="34" charset="0"/>
                        </a:rPr>
                        <a:t>Liquidity within MAT/CFP limits; ELAR trigger; deposits monitored hourly; contingency funding scenario planning; leadership dashboards shared intraday.</a:t>
                      </a:r>
                    </a:p>
                  </a:txBody>
                  <a:tcPr marL="73152" marR="54864" marT="36576" marB="365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lnSpc>
                          <a:spcPts val="1100"/>
                        </a:lnSpc>
                        <a:spcBef>
                          <a:spcPts val="0"/>
                        </a:spcBef>
                        <a:spcAft>
                          <a:spcPts val="0"/>
                        </a:spcAft>
                      </a:pPr>
                      <a:r>
                        <a:rPr lang="en-US" sz="900" b="0">
                          <a:solidFill>
                            <a:srgbClr val="333333"/>
                          </a:solidFill>
                          <a:latin typeface="Verdana" panose="020B0604030504040204" pitchFamily="34" charset="0"/>
                          <a:ea typeface="Verdana" panose="020B0604030504040204" pitchFamily="34" charset="0"/>
                        </a:rPr>
                        <a:t>Assessment of the completeness, quality, and decision‑usefulness of liquidity risk information supporting crisis decisions, including transparency over limitations and assumptions.</a:t>
                      </a:r>
                      <a:endParaRPr sz="900" b="0">
                        <a:solidFill>
                          <a:srgbClr val="333333"/>
                        </a:solidFill>
                        <a:latin typeface="Verdana" panose="020B0604030504040204" pitchFamily="34" charset="0"/>
                        <a:ea typeface="Verdana" panose="020B0604030504040204" pitchFamily="34" charset="0"/>
                      </a:endParaRPr>
                    </a:p>
                  </a:txBody>
                  <a:tcPr marL="73152" marR="54864" marT="36576" marB="36576"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extLst>
                  <a:ext uri="{0D108BD9-81ED-4DB2-BD59-A6C34878D82A}">
                    <a16:rowId xmlns:a16="http://schemas.microsoft.com/office/drawing/2014/main" val="10005"/>
                  </a:ext>
                </a:extLst>
              </a:tr>
              <a:tr h="705396">
                <a:tc>
                  <a:txBody>
                    <a:bodyPr/>
                    <a:lstStyle/>
                    <a:p>
                      <a:pPr algn="l">
                        <a:lnSpc>
                          <a:spcPts val="1100"/>
                        </a:lnSpc>
                        <a:spcBef>
                          <a:spcPts val="0"/>
                        </a:spcBef>
                        <a:spcAft>
                          <a:spcPts val="0"/>
                        </a:spcAft>
                      </a:pPr>
                      <a:r>
                        <a:rPr lang="en-US" sz="900" b="1">
                          <a:solidFill>
                            <a:srgbClr val="333333"/>
                          </a:solidFill>
                          <a:latin typeface="Verdana" panose="020B0604030504040204" pitchFamily="34" charset="0"/>
                          <a:ea typeface="Verdana" panose="020B0604030504040204" pitchFamily="34" charset="0"/>
                        </a:rPr>
                        <a:t>GIA-Initiated Assessment</a:t>
                      </a:r>
                    </a:p>
                    <a:p>
                      <a:pPr algn="l">
                        <a:lnSpc>
                          <a:spcPts val="1100"/>
                        </a:lnSpc>
                        <a:spcBef>
                          <a:spcPts val="0"/>
                        </a:spcBef>
                        <a:spcAft>
                          <a:spcPts val="0"/>
                        </a:spcAft>
                      </a:pPr>
                      <a:r>
                        <a:rPr lang="en-US" sz="900" b="1">
                          <a:solidFill>
                            <a:srgbClr val="333333"/>
                          </a:solidFill>
                          <a:latin typeface="Verdana" panose="020B0604030504040204" pitchFamily="34" charset="0"/>
                          <a:ea typeface="Verdana" panose="020B0604030504040204" pitchFamily="34" charset="0"/>
                        </a:rPr>
                        <a:t>(Regulatory &amp; Financial Crime</a:t>
                      </a:r>
                    </a:p>
                    <a:p>
                      <a:pPr algn="l">
                        <a:lnSpc>
                          <a:spcPts val="1100"/>
                        </a:lnSpc>
                        <a:spcBef>
                          <a:spcPts val="0"/>
                        </a:spcBef>
                        <a:spcAft>
                          <a:spcPts val="0"/>
                        </a:spcAft>
                      </a:pPr>
                      <a:r>
                        <a:rPr lang="en-US" sz="900" b="1">
                          <a:solidFill>
                            <a:srgbClr val="333333"/>
                          </a:solidFill>
                          <a:latin typeface="Verdana" panose="020B0604030504040204" pitchFamily="34" charset="0"/>
                          <a:ea typeface="Verdana" panose="020B0604030504040204" pitchFamily="34" charset="0"/>
                        </a:rPr>
                        <a:t>Compliance Exposure)</a:t>
                      </a:r>
                      <a:endParaRPr sz="900" b="1">
                        <a:solidFill>
                          <a:srgbClr val="333333"/>
                        </a:solidFill>
                        <a:latin typeface="Calibri"/>
                      </a:endParaRPr>
                    </a:p>
                  </a:txBody>
                  <a:tcPr marR="54864" marT="36576" marB="36576"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lnSpc>
                          <a:spcPts val="1100"/>
                        </a:lnSpc>
                        <a:spcBef>
                          <a:spcPts val="0"/>
                        </a:spcBef>
                        <a:spcAft>
                          <a:spcPts val="0"/>
                        </a:spcAft>
                      </a:pPr>
                      <a:endParaRPr lang="en-US" sz="900" b="0">
                        <a:solidFill>
                          <a:srgbClr val="333333"/>
                        </a:solidFill>
                        <a:latin typeface="Verdana" panose="020B0604030504040204" pitchFamily="34" charset="0"/>
                        <a:ea typeface="Verdana" panose="020B0604030504040204" pitchFamily="34" charset="0"/>
                      </a:endParaRPr>
                    </a:p>
                    <a:p>
                      <a:pPr algn="just">
                        <a:lnSpc>
                          <a:spcPts val="1100"/>
                        </a:lnSpc>
                        <a:spcBef>
                          <a:spcPts val="0"/>
                        </a:spcBef>
                        <a:spcAft>
                          <a:spcPts val="0"/>
                        </a:spcAft>
                      </a:pPr>
                      <a:r>
                        <a:rPr lang="en-US" sz="900" b="0">
                          <a:solidFill>
                            <a:srgbClr val="333333"/>
                          </a:solidFill>
                          <a:latin typeface="Verdana" panose="020B0604030504040204" pitchFamily="34" charset="0"/>
                          <a:ea typeface="Verdana" panose="020B0604030504040204" pitchFamily="34" charset="0"/>
                        </a:rPr>
                        <a:t>N/A- GIA-initiated area of focus, not mapped to a specific management identified key risk. Forms part of GIA's broader assurance response to the crisis.</a:t>
                      </a:r>
                      <a:endParaRPr sz="900" b="0">
                        <a:solidFill>
                          <a:srgbClr val="333333"/>
                        </a:solidFill>
                        <a:latin typeface="Verdana" panose="020B0604030504040204" pitchFamily="34" charset="0"/>
                        <a:ea typeface="Verdana" panose="020B0604030504040204" pitchFamily="34" charset="0"/>
                      </a:endParaRPr>
                    </a:p>
                  </a:txBody>
                  <a:tcPr marL="73152" marR="54864" marT="36576" marB="365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lnSpc>
                          <a:spcPts val="1100"/>
                        </a:lnSpc>
                        <a:spcBef>
                          <a:spcPts val="0"/>
                        </a:spcBef>
                        <a:spcAft>
                          <a:spcPts val="0"/>
                        </a:spcAft>
                      </a:pPr>
                      <a:r>
                        <a:rPr lang="en-US" sz="900" b="0">
                          <a:solidFill>
                            <a:srgbClr val="333333"/>
                          </a:solidFill>
                          <a:latin typeface="Verdana" panose="020B0604030504040204" pitchFamily="34" charset="0"/>
                          <a:ea typeface="Verdana" panose="020B0604030504040204" pitchFamily="34" charset="0"/>
                        </a:rPr>
                        <a:t>Assessment of crisis‑related regulatory communications and reporting, including accuracy, completeness, alignment with expectations, and implementation of regulatory guidance.</a:t>
                      </a:r>
                      <a:endParaRPr sz="900" b="0">
                        <a:solidFill>
                          <a:srgbClr val="333333"/>
                        </a:solidFill>
                        <a:latin typeface="Verdana" panose="020B0604030504040204" pitchFamily="34" charset="0"/>
                        <a:ea typeface="Verdana" panose="020B0604030504040204" pitchFamily="34" charset="0"/>
                      </a:endParaRPr>
                    </a:p>
                  </a:txBody>
                  <a:tcPr marL="73152" marR="54864" marT="36576" marB="36576"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extLst>
                  <a:ext uri="{0D108BD9-81ED-4DB2-BD59-A6C34878D82A}">
                    <a16:rowId xmlns:a16="http://schemas.microsoft.com/office/drawing/2014/main" val="10006"/>
                  </a:ext>
                </a:extLst>
              </a:tr>
              <a:tr h="705396">
                <a:tc>
                  <a:txBody>
                    <a:bodyPr/>
                    <a:lstStyle/>
                    <a:p>
                      <a:pPr algn="l">
                        <a:lnSpc>
                          <a:spcPts val="1100"/>
                        </a:lnSpc>
                        <a:spcBef>
                          <a:spcPts val="0"/>
                        </a:spcBef>
                        <a:spcAft>
                          <a:spcPts val="0"/>
                        </a:spcAft>
                      </a:pPr>
                      <a:r>
                        <a:rPr lang="en-US" sz="900" b="1">
                          <a:solidFill>
                            <a:srgbClr val="333333"/>
                          </a:solidFill>
                          <a:latin typeface="Verdana" panose="020B0604030504040204" pitchFamily="34" charset="0"/>
                          <a:ea typeface="Verdana" panose="020B0604030504040204" pitchFamily="34" charset="0"/>
                        </a:rPr>
                        <a:t>GIA-Initiated Assessment</a:t>
                      </a:r>
                    </a:p>
                    <a:p>
                      <a:pPr algn="l">
                        <a:lnSpc>
                          <a:spcPts val="1100"/>
                        </a:lnSpc>
                        <a:spcBef>
                          <a:spcPts val="0"/>
                        </a:spcBef>
                        <a:spcAft>
                          <a:spcPts val="0"/>
                        </a:spcAft>
                      </a:pPr>
                      <a:r>
                        <a:rPr lang="en-US" sz="900" b="1">
                          <a:solidFill>
                            <a:srgbClr val="333333"/>
                          </a:solidFill>
                          <a:latin typeface="Verdana" panose="020B0604030504040204" pitchFamily="34" charset="0"/>
                          <a:ea typeface="Verdana" panose="020B0604030504040204" pitchFamily="34" charset="0"/>
                        </a:rPr>
                        <a:t>(BCM &amp; Operational Resilience)</a:t>
                      </a:r>
                      <a:endParaRPr sz="900" b="1">
                        <a:solidFill>
                          <a:srgbClr val="333333"/>
                        </a:solidFill>
                        <a:latin typeface="Verdana" panose="020B0604030504040204" pitchFamily="34" charset="0"/>
                        <a:ea typeface="Verdana" panose="020B0604030504040204" pitchFamily="34" charset="0"/>
                      </a:endParaRPr>
                    </a:p>
                  </a:txBody>
                  <a:tcPr marR="54864" marT="36576" marB="36576"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noFill/>
                  </a:tcPr>
                </a:tc>
                <a:tc>
                  <a:txBody>
                    <a:bodyPr/>
                    <a:lstStyle/>
                    <a:p>
                      <a:pPr algn="just">
                        <a:lnSpc>
                          <a:spcPts val="1100"/>
                        </a:lnSpc>
                        <a:spcBef>
                          <a:spcPts val="0"/>
                        </a:spcBef>
                        <a:spcAft>
                          <a:spcPts val="0"/>
                        </a:spcAft>
                      </a:pPr>
                      <a:endParaRPr lang="en-US" sz="900" b="0">
                        <a:solidFill>
                          <a:srgbClr val="333333"/>
                        </a:solidFill>
                        <a:latin typeface="Verdana" panose="020B0604030504040204" pitchFamily="34" charset="0"/>
                        <a:ea typeface="Verdana" panose="020B0604030504040204" pitchFamily="34" charset="0"/>
                      </a:endParaRPr>
                    </a:p>
                    <a:p>
                      <a:pPr algn="just">
                        <a:lnSpc>
                          <a:spcPts val="1100"/>
                        </a:lnSpc>
                        <a:spcBef>
                          <a:spcPts val="0"/>
                        </a:spcBef>
                        <a:spcAft>
                          <a:spcPts val="0"/>
                        </a:spcAft>
                      </a:pPr>
                      <a:r>
                        <a:rPr lang="en-US" sz="900" b="0">
                          <a:solidFill>
                            <a:srgbClr val="333333"/>
                          </a:solidFill>
                          <a:latin typeface="Verdana" panose="020B0604030504040204" pitchFamily="34" charset="0"/>
                          <a:ea typeface="Verdana" panose="020B0604030504040204" pitchFamily="34" charset="0"/>
                        </a:rPr>
                        <a:t>N/A- GIA-initiated area of focus, not mapped to a specific management identified key risk. Forms part of GIA's broader assurance response to the crisis.</a:t>
                      </a:r>
                      <a:endParaRPr sz="900" b="0">
                        <a:solidFill>
                          <a:srgbClr val="333333"/>
                        </a:solidFill>
                        <a:latin typeface="Verdana" panose="020B0604030504040204" pitchFamily="34" charset="0"/>
                        <a:ea typeface="Verdana" panose="020B0604030504040204" pitchFamily="34" charset="0"/>
                      </a:endParaRPr>
                    </a:p>
                  </a:txBody>
                  <a:tcPr marL="73152" marR="54864" marT="36576" marB="365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noFill/>
                  </a:tcPr>
                </a:tc>
                <a:tc>
                  <a:txBody>
                    <a:bodyPr/>
                    <a:lstStyle/>
                    <a:p>
                      <a:pPr algn="just">
                        <a:lnSpc>
                          <a:spcPts val="1100"/>
                        </a:lnSpc>
                        <a:spcBef>
                          <a:spcPts val="0"/>
                        </a:spcBef>
                        <a:spcAft>
                          <a:spcPts val="0"/>
                        </a:spcAft>
                      </a:pPr>
                      <a:r>
                        <a:rPr lang="en-US" sz="900" b="0">
                          <a:solidFill>
                            <a:srgbClr val="333333"/>
                          </a:solidFill>
                          <a:latin typeface="Verdana" panose="020B0604030504040204" pitchFamily="34" charset="0"/>
                          <a:ea typeface="Verdana" panose="020B0604030504040204" pitchFamily="34" charset="0"/>
                        </a:rPr>
                        <a:t>Assessment of the adequacy and effectiveness of the Bank’s BCM framework, including crisis response timeliness, governance, coordination, and alignment with BCPs and regulatory requirements.</a:t>
                      </a:r>
                      <a:endParaRPr sz="900" b="0">
                        <a:solidFill>
                          <a:srgbClr val="333333"/>
                        </a:solidFill>
                        <a:latin typeface="Verdana" panose="020B0604030504040204" pitchFamily="34" charset="0"/>
                        <a:ea typeface="Verdana" panose="020B0604030504040204" pitchFamily="34" charset="0"/>
                      </a:endParaRPr>
                    </a:p>
                  </a:txBody>
                  <a:tcPr marL="73152" marR="54864" marT="36576" marB="36576"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rgbClr val="F5F5F5"/>
                    </a:solidFill>
                  </a:tcPr>
                </a:tc>
                <a:extLst>
                  <a:ext uri="{0D108BD9-81ED-4DB2-BD59-A6C34878D82A}">
                    <a16:rowId xmlns:a16="http://schemas.microsoft.com/office/drawing/2014/main" val="3608193557"/>
                  </a:ext>
                </a:extLst>
              </a:tr>
            </a:tbl>
          </a:graphicData>
        </a:graphic>
      </p:graphicFrame>
      <p:sp>
        <p:nvSpPr>
          <p:cNvPr id="5" name="Title 1">
            <a:extLst>
              <a:ext uri="{FF2B5EF4-FFF2-40B4-BE49-F238E27FC236}">
                <a16:creationId xmlns:a16="http://schemas.microsoft.com/office/drawing/2014/main" id="{CE258E6A-F303-B12A-F828-624B18F16D4B}"/>
              </a:ext>
            </a:extLst>
          </p:cNvPr>
          <p:cNvSpPr txBox="1">
            <a:spLocks/>
          </p:cNvSpPr>
          <p:nvPr/>
        </p:nvSpPr>
        <p:spPr>
          <a:xfrm>
            <a:off x="162962" y="171503"/>
            <a:ext cx="12192000" cy="609826"/>
          </a:xfrm>
          <a:prstGeom prst="rect">
            <a:avLst/>
          </a:prstGeom>
        </p:spPr>
        <p:txBody>
          <a:bodyPr anchor="ctr">
            <a:normAutofit fontScale="55000" lnSpcReduction="20000"/>
          </a:bodyPr>
          <a:lstStyle>
            <a:lvl1pPr algn="l" rtl="0" eaLnBrk="1" fontAlgn="base" hangingPunct="1">
              <a:spcBef>
                <a:spcPct val="0"/>
              </a:spcBef>
              <a:spcAft>
                <a:spcPct val="0"/>
              </a:spcAft>
              <a:defRPr sz="1200" b="0">
                <a:solidFill>
                  <a:schemeClr val="bg1"/>
                </a:solidFill>
                <a:latin typeface="+mj-lt"/>
                <a:ea typeface="+mj-ea"/>
                <a:cs typeface="+mj-cs"/>
              </a:defRPr>
            </a:lvl1pPr>
            <a:lvl2pPr algn="ctr" rtl="0" eaLnBrk="1" fontAlgn="base" hangingPunct="1">
              <a:spcBef>
                <a:spcPct val="0"/>
              </a:spcBef>
              <a:spcAft>
                <a:spcPct val="0"/>
              </a:spcAft>
              <a:defRPr sz="2400" b="1">
                <a:solidFill>
                  <a:schemeClr val="bg1"/>
                </a:solidFill>
                <a:latin typeface="Verdana" pitchFamily="34" charset="0"/>
                <a:cs typeface="Times New Roman" pitchFamily="18" charset="0"/>
              </a:defRPr>
            </a:lvl2pPr>
            <a:lvl3pPr algn="ctr" rtl="0" eaLnBrk="1" fontAlgn="base" hangingPunct="1">
              <a:spcBef>
                <a:spcPct val="0"/>
              </a:spcBef>
              <a:spcAft>
                <a:spcPct val="0"/>
              </a:spcAft>
              <a:defRPr sz="2400" b="1">
                <a:solidFill>
                  <a:schemeClr val="bg1"/>
                </a:solidFill>
                <a:latin typeface="Verdana" pitchFamily="34" charset="0"/>
                <a:cs typeface="Times New Roman" pitchFamily="18" charset="0"/>
              </a:defRPr>
            </a:lvl3pPr>
            <a:lvl4pPr algn="ctr" rtl="0" eaLnBrk="1" fontAlgn="base" hangingPunct="1">
              <a:spcBef>
                <a:spcPct val="0"/>
              </a:spcBef>
              <a:spcAft>
                <a:spcPct val="0"/>
              </a:spcAft>
              <a:defRPr sz="2400" b="1">
                <a:solidFill>
                  <a:schemeClr val="bg1"/>
                </a:solidFill>
                <a:latin typeface="Verdana" pitchFamily="34" charset="0"/>
                <a:cs typeface="Times New Roman" pitchFamily="18" charset="0"/>
              </a:defRPr>
            </a:lvl4pPr>
            <a:lvl5pPr algn="ctr" rtl="0" eaLnBrk="1" fontAlgn="base" hangingPunct="1">
              <a:spcBef>
                <a:spcPct val="0"/>
              </a:spcBef>
              <a:spcAft>
                <a:spcPct val="0"/>
              </a:spcAft>
              <a:defRPr sz="2400" b="1">
                <a:solidFill>
                  <a:schemeClr val="bg1"/>
                </a:solidFill>
                <a:latin typeface="Verdana" pitchFamily="34" charset="0"/>
                <a:cs typeface="Times New Roman" pitchFamily="18" charset="0"/>
              </a:defRPr>
            </a:lvl5pPr>
            <a:lvl6pPr marL="342909" algn="ctr" rtl="0" eaLnBrk="1" fontAlgn="base" hangingPunct="1">
              <a:spcBef>
                <a:spcPct val="0"/>
              </a:spcBef>
              <a:spcAft>
                <a:spcPct val="0"/>
              </a:spcAft>
              <a:defRPr sz="2400" b="1">
                <a:solidFill>
                  <a:schemeClr val="bg1"/>
                </a:solidFill>
                <a:latin typeface="Verdana" pitchFamily="34" charset="0"/>
                <a:cs typeface="Times New Roman" pitchFamily="18" charset="0"/>
              </a:defRPr>
            </a:lvl6pPr>
            <a:lvl7pPr marL="685817" algn="ctr" rtl="0" eaLnBrk="1" fontAlgn="base" hangingPunct="1">
              <a:spcBef>
                <a:spcPct val="0"/>
              </a:spcBef>
              <a:spcAft>
                <a:spcPct val="0"/>
              </a:spcAft>
              <a:defRPr sz="2400" b="1">
                <a:solidFill>
                  <a:schemeClr val="bg1"/>
                </a:solidFill>
                <a:latin typeface="Verdana" pitchFamily="34" charset="0"/>
                <a:cs typeface="Times New Roman" pitchFamily="18" charset="0"/>
              </a:defRPr>
            </a:lvl7pPr>
            <a:lvl8pPr marL="1028726" algn="ctr" rtl="0" eaLnBrk="1" fontAlgn="base" hangingPunct="1">
              <a:spcBef>
                <a:spcPct val="0"/>
              </a:spcBef>
              <a:spcAft>
                <a:spcPct val="0"/>
              </a:spcAft>
              <a:defRPr sz="2400" b="1">
                <a:solidFill>
                  <a:schemeClr val="bg1"/>
                </a:solidFill>
                <a:latin typeface="Verdana" pitchFamily="34" charset="0"/>
                <a:cs typeface="Times New Roman" pitchFamily="18" charset="0"/>
              </a:defRPr>
            </a:lvl8pPr>
            <a:lvl9pPr marL="1371635" algn="ctr" rtl="0" eaLnBrk="1" fontAlgn="base" hangingPunct="1">
              <a:spcBef>
                <a:spcPct val="0"/>
              </a:spcBef>
              <a:spcAft>
                <a:spcPct val="0"/>
              </a:spcAft>
              <a:defRPr sz="2400" b="1">
                <a:solidFill>
                  <a:schemeClr val="bg1"/>
                </a:solidFill>
                <a:latin typeface="Verdana" pitchFamily="34" charset="0"/>
                <a:cs typeface="Times New Roman" pitchFamily="18" charset="0"/>
              </a:defRPr>
            </a:lvl9pPr>
          </a:lstStyle>
          <a:p>
            <a:r>
              <a:rPr lang="en-US" sz="3500" kern="0">
                <a:latin typeface="Verdana" panose="020B0604030504040204" pitchFamily="34" charset="0"/>
                <a:ea typeface="Verdana" panose="020B0604030504040204" pitchFamily="34" charset="0"/>
                <a:cs typeface="Verdana" panose="020B0604030504040204" pitchFamily="34" charset="0"/>
              </a:rPr>
              <a:t>GIA CFT – Line of Sight: Risk, Management Action &amp; Independent Testing</a:t>
            </a:r>
          </a:p>
          <a:p>
            <a:endParaRPr lang="en-US" sz="2000" kern="0">
              <a:latin typeface="Verdana" panose="020B0604030504040204" pitchFamily="34" charset="0"/>
              <a:ea typeface="Verdana" panose="020B0604030504040204" pitchFamily="34" charset="0"/>
              <a:cs typeface="Verdana" panose="020B0604030504040204" pitchFamily="34" charset="0"/>
            </a:endParaRPr>
          </a:p>
          <a:p>
            <a:r>
              <a:rPr lang="en-US" sz="2000" kern="0">
                <a:latin typeface="Verdana" panose="020B0604030504040204" pitchFamily="34" charset="0"/>
                <a:ea typeface="Verdana" panose="020B0604030504040204" pitchFamily="34" charset="0"/>
                <a:cs typeface="Verdana" panose="020B0604030504040204" pitchFamily="34" charset="0"/>
              </a:rPr>
              <a:t> 	</a:t>
            </a:r>
            <a:endParaRPr lang="en-GB" sz="2000" kern="0">
              <a:latin typeface="Verdana" panose="020B0604030504040204" pitchFamily="34" charset="0"/>
              <a:ea typeface="Verdana" panose="020B0604030504040204" pitchFamily="34" charset="0"/>
              <a:cs typeface="Verdana" panose="020B0604030504040204" pitchFamily="34" charset="0"/>
            </a:endParaRPr>
          </a:p>
        </p:txBody>
      </p:sp>
      <p:sp>
        <p:nvSpPr>
          <p:cNvPr id="7" name="Rectangle 6">
            <a:extLst>
              <a:ext uri="{FF2B5EF4-FFF2-40B4-BE49-F238E27FC236}">
                <a16:creationId xmlns:a16="http://schemas.microsoft.com/office/drawing/2014/main" id="{1744368D-80A1-3644-5737-B27BF503893C}"/>
              </a:ext>
            </a:extLst>
          </p:cNvPr>
          <p:cNvSpPr/>
          <p:nvPr/>
        </p:nvSpPr>
        <p:spPr>
          <a:xfrm>
            <a:off x="0" y="6513331"/>
            <a:ext cx="12191695" cy="1828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Slide Number Placeholder 1">
            <a:extLst>
              <a:ext uri="{FF2B5EF4-FFF2-40B4-BE49-F238E27FC236}">
                <a16:creationId xmlns:a16="http://schemas.microsoft.com/office/drawing/2014/main" id="{0680D048-813D-99B1-43DD-082D08F66AEE}"/>
              </a:ext>
            </a:extLst>
          </p:cNvPr>
          <p:cNvSpPr txBox="1">
            <a:spLocks/>
          </p:cNvSpPr>
          <p:nvPr/>
        </p:nvSpPr>
        <p:spPr>
          <a:xfrm>
            <a:off x="11582400" y="6620636"/>
            <a:ext cx="914400" cy="233749"/>
          </a:xfrm>
          <a:prstGeom prst="rect">
            <a:avLst/>
          </a:prstGeom>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fld id="{6516E9BE-843C-4425-80E4-36155279AD5E}" type="slidenum">
              <a:rPr kumimoji="0" lang="en-US" sz="900" b="1" i="0" u="none" strike="noStrike" kern="1200" cap="none" spc="0" normalizeH="0" baseline="0" noProof="0" smtClean="0">
                <a:ln>
                  <a:noFill/>
                </a:ln>
                <a:solidFill>
                  <a:srgbClr val="2D2926"/>
                </a:solidFill>
                <a:effectLst/>
                <a:uLnTx/>
                <a:uFillTx/>
                <a:latin typeface="Verdana" panose="020B0604030504040204" pitchFamily="34" charset="0"/>
                <a:ea typeface="Verdana" panose="020B0604030504040204" pitchFamily="34" charset="0"/>
                <a:cs typeface="Arial" charset="0"/>
              </a:rPr>
              <a:pPr marL="0" marR="0" lvl="0" indent="0" algn="ctr" defTabSz="914400" rtl="0" eaLnBrk="1" fontAlgn="base" latinLnBrk="0" hangingPunct="1">
                <a:lnSpc>
                  <a:spcPct val="100000"/>
                </a:lnSpc>
                <a:spcBef>
                  <a:spcPct val="0"/>
                </a:spcBef>
                <a:spcAft>
                  <a:spcPct val="0"/>
                </a:spcAft>
                <a:buClrTx/>
                <a:buSzTx/>
                <a:buFontTx/>
                <a:buNone/>
                <a:tabLst/>
                <a:defRPr/>
              </a:pPr>
              <a:t>4</a:t>
            </a:fld>
            <a:endParaRPr kumimoji="0" lang="en-US" sz="900" b="1" i="0" u="none" strike="noStrike" kern="1200" cap="none" spc="0" normalizeH="0" baseline="0" noProof="0">
              <a:ln>
                <a:noFill/>
              </a:ln>
              <a:solidFill>
                <a:srgbClr val="2D2926"/>
              </a:solidFill>
              <a:effectLst/>
              <a:uLnTx/>
              <a:uFillTx/>
              <a:latin typeface="Verdana" panose="020B0604030504040204" pitchFamily="34" charset="0"/>
              <a:ea typeface="Verdana" panose="020B0604030504040204" pitchFamily="34" charset="0"/>
              <a:cs typeface="Arial"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502919" y="683892"/>
            <a:ext cx="11185855" cy="45719"/>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02920" y="832483"/>
            <a:ext cx="3618890" cy="402336"/>
          </a:xfrm>
          <a:prstGeom prst="roundRect">
            <a:avLst>
              <a:gd name="adj" fmla="val 5000"/>
            </a:avLst>
          </a:prstGeom>
          <a:solidFill>
            <a:srgbClr val="1B4F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832483"/>
            <a:ext cx="3618890" cy="369332"/>
          </a:xfrm>
          <a:prstGeom prst="rect">
            <a:avLst/>
          </a:prstGeom>
          <a:solidFill>
            <a:srgbClr val="1B4F8A"/>
          </a:solidFill>
        </p:spPr>
        <p:txBody>
          <a:bodyPr wrap="square">
            <a:spAutoFit/>
          </a:bodyPr>
          <a:lstStyle/>
          <a:p>
            <a:pPr algn="ctr">
              <a:spcBef>
                <a:spcPts val="200"/>
              </a:spcBef>
            </a:pPr>
            <a:r>
              <a:rPr b="1" i="0">
                <a:solidFill>
                  <a:srgbClr val="FFFFFF"/>
                </a:solidFill>
                <a:latin typeface="Verdana" panose="020B0604030504040204" pitchFamily="34" charset="0"/>
                <a:ea typeface="Verdana" panose="020B0604030504040204" pitchFamily="34" charset="0"/>
              </a:rPr>
              <a:t>10</a:t>
            </a:r>
            <a:r>
              <a:rPr b="0" i="0">
                <a:solidFill>
                  <a:srgbClr val="FFFFFF"/>
                </a:solidFill>
                <a:latin typeface="Verdana" panose="020B0604030504040204" pitchFamily="34" charset="0"/>
                <a:ea typeface="Verdana" panose="020B0604030504040204" pitchFamily="34" charset="0"/>
              </a:rPr>
              <a:t>  Assignments Confirmed</a:t>
            </a:r>
          </a:p>
        </p:txBody>
      </p:sp>
      <p:sp>
        <p:nvSpPr>
          <p:cNvPr id="7" name="Rounded Rectangle 6"/>
          <p:cNvSpPr/>
          <p:nvPr/>
        </p:nvSpPr>
        <p:spPr>
          <a:xfrm>
            <a:off x="4286402" y="832483"/>
            <a:ext cx="3618890" cy="402336"/>
          </a:xfrm>
          <a:prstGeom prst="roundRect">
            <a:avLst>
              <a:gd name="adj" fmla="val 5000"/>
            </a:avLst>
          </a:prstGeom>
          <a:solidFill>
            <a:srgbClr val="3B3B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286402" y="832483"/>
            <a:ext cx="3618890" cy="369332"/>
          </a:xfrm>
          <a:prstGeom prst="rect">
            <a:avLst/>
          </a:prstGeom>
          <a:noFill/>
        </p:spPr>
        <p:txBody>
          <a:bodyPr wrap="square">
            <a:spAutoFit/>
          </a:bodyPr>
          <a:lstStyle/>
          <a:p>
            <a:pPr algn="ctr">
              <a:spcBef>
                <a:spcPts val="200"/>
              </a:spcBef>
            </a:pPr>
            <a:r>
              <a:rPr b="1" i="0">
                <a:solidFill>
                  <a:srgbClr val="FFFFFF"/>
                </a:solidFill>
                <a:latin typeface="Verdana" panose="020B0604030504040204" pitchFamily="34" charset="0"/>
                <a:ea typeface="Verdana" panose="020B0604030504040204" pitchFamily="34" charset="0"/>
              </a:rPr>
              <a:t>5</a:t>
            </a:r>
            <a:r>
              <a:rPr b="0" i="0">
                <a:solidFill>
                  <a:srgbClr val="FFFFFF"/>
                </a:solidFill>
                <a:latin typeface="Verdana" panose="020B0604030504040204" pitchFamily="34" charset="0"/>
                <a:ea typeface="Verdana" panose="020B0604030504040204" pitchFamily="34" charset="0"/>
              </a:rPr>
              <a:t>  GIA Verticals Covered</a:t>
            </a:r>
          </a:p>
        </p:txBody>
      </p:sp>
      <p:sp>
        <p:nvSpPr>
          <p:cNvPr id="9" name="Rounded Rectangle 8"/>
          <p:cNvSpPr/>
          <p:nvPr/>
        </p:nvSpPr>
        <p:spPr>
          <a:xfrm>
            <a:off x="8069884" y="832483"/>
            <a:ext cx="3618890" cy="402336"/>
          </a:xfrm>
          <a:prstGeom prst="roundRect">
            <a:avLst>
              <a:gd name="adj" fmla="val 5000"/>
            </a:avLst>
          </a:prstGeom>
          <a:solidFill>
            <a:srgbClr val="33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069884" y="832483"/>
            <a:ext cx="3618890" cy="369332"/>
          </a:xfrm>
          <a:prstGeom prst="rect">
            <a:avLst/>
          </a:prstGeom>
          <a:noFill/>
        </p:spPr>
        <p:txBody>
          <a:bodyPr wrap="square">
            <a:spAutoFit/>
          </a:bodyPr>
          <a:lstStyle/>
          <a:p>
            <a:pPr algn="ctr">
              <a:spcBef>
                <a:spcPts val="600"/>
              </a:spcBef>
            </a:pPr>
            <a:r>
              <a:rPr lang="en-US" b="0" i="0">
                <a:solidFill>
                  <a:srgbClr val="FFFFFF"/>
                </a:solidFill>
                <a:latin typeface="Verdana" panose="020B0604030504040204" pitchFamily="34" charset="0"/>
                <a:ea typeface="Verdana" panose="020B0604030504040204" pitchFamily="34" charset="0"/>
              </a:rPr>
              <a:t>Potential for Additional CFTs</a:t>
            </a:r>
            <a:endParaRPr b="0" i="0">
              <a:solidFill>
                <a:srgbClr val="FFFFFF"/>
              </a:solidFill>
              <a:latin typeface="Verdana" panose="020B0604030504040204" pitchFamily="34" charset="0"/>
              <a:ea typeface="Verdana" panose="020B0604030504040204" pitchFamily="34" charset="0"/>
            </a:endParaRPr>
          </a:p>
        </p:txBody>
      </p:sp>
      <p:sp>
        <p:nvSpPr>
          <p:cNvPr id="11" name="TextBox 10"/>
          <p:cNvSpPr txBox="1"/>
          <p:nvPr/>
        </p:nvSpPr>
        <p:spPr>
          <a:xfrm>
            <a:off x="502920" y="1205101"/>
            <a:ext cx="11185855" cy="307777"/>
          </a:xfrm>
          <a:prstGeom prst="rect">
            <a:avLst/>
          </a:prstGeom>
          <a:noFill/>
        </p:spPr>
        <p:txBody>
          <a:bodyPr wrap="square">
            <a:spAutoFit/>
          </a:bodyPr>
          <a:lstStyle/>
          <a:p>
            <a:pPr algn="l"/>
            <a:endParaRPr lang="en-US" sz="1400" b="0" i="1">
              <a:solidFill>
                <a:srgbClr val="666666"/>
              </a:solidFill>
              <a:latin typeface="Calibri"/>
            </a:endParaRPr>
          </a:p>
        </p:txBody>
      </p:sp>
      <p:graphicFrame>
        <p:nvGraphicFramePr>
          <p:cNvPr id="12" name="Table 11"/>
          <p:cNvGraphicFramePr>
            <a:graphicFrameLocks noGrp="1"/>
          </p:cNvGraphicFramePr>
          <p:nvPr>
            <p:extLst>
              <p:ext uri="{D42A27DB-BD31-4B8C-83A1-F6EECF244321}">
                <p14:modId xmlns:p14="http://schemas.microsoft.com/office/powerpoint/2010/main" val="3373379440"/>
              </p:ext>
            </p:extLst>
          </p:nvPr>
        </p:nvGraphicFramePr>
        <p:xfrm>
          <a:off x="502919" y="1367026"/>
          <a:ext cx="11185855" cy="4990956"/>
        </p:xfrm>
        <a:graphic>
          <a:graphicData uri="http://schemas.openxmlformats.org/drawingml/2006/table">
            <a:tbl>
              <a:tblPr firstRow="1" bandRow="1">
                <a:tableStyleId>{5C22544A-7EE6-4342-B048-85BDC9FD1C3A}</a:tableStyleId>
              </a:tblPr>
              <a:tblGrid>
                <a:gridCol w="365760">
                  <a:extLst>
                    <a:ext uri="{9D8B030D-6E8A-4147-A177-3AD203B41FA5}">
                      <a16:colId xmlns:a16="http://schemas.microsoft.com/office/drawing/2014/main" val="20000"/>
                    </a:ext>
                  </a:extLst>
                </a:gridCol>
                <a:gridCol w="3017520">
                  <a:extLst>
                    <a:ext uri="{9D8B030D-6E8A-4147-A177-3AD203B41FA5}">
                      <a16:colId xmlns:a16="http://schemas.microsoft.com/office/drawing/2014/main" val="20001"/>
                    </a:ext>
                  </a:extLst>
                </a:gridCol>
                <a:gridCol w="7802575">
                  <a:extLst>
                    <a:ext uri="{9D8B030D-6E8A-4147-A177-3AD203B41FA5}">
                      <a16:colId xmlns:a16="http://schemas.microsoft.com/office/drawing/2014/main" val="20002"/>
                    </a:ext>
                  </a:extLst>
                </a:gridCol>
              </a:tblGrid>
              <a:tr h="831826">
                <a:tc>
                  <a:txBody>
                    <a:bodyPr/>
                    <a:lstStyle/>
                    <a:p>
                      <a:pPr algn="ctr"/>
                      <a:r>
                        <a:rPr sz="1600" b="1">
                          <a:solidFill>
                            <a:srgbClr val="FFFFFF"/>
                          </a:solidFill>
                          <a:latin typeface="Verdana" panose="020B0604030504040204" pitchFamily="34" charset="0"/>
                          <a:ea typeface="Verdana" panose="020B0604030504040204" pitchFamily="34" charset="0"/>
                        </a:rPr>
                        <a:t>#</a:t>
                      </a:r>
                    </a:p>
                  </a:txBody>
                  <a:tcPr marL="54864" marR="36576" marT="27432" marB="27432" anchor="ctr">
                    <a:solidFill>
                      <a:srgbClr val="3B3B3B"/>
                    </a:solidFill>
                  </a:tcPr>
                </a:tc>
                <a:tc>
                  <a:txBody>
                    <a:bodyPr/>
                    <a:lstStyle/>
                    <a:p>
                      <a:pPr algn="l"/>
                      <a:r>
                        <a:rPr lang="en-US" sz="1200" b="1">
                          <a:solidFill>
                            <a:srgbClr val="FFFFFF"/>
                          </a:solidFill>
                          <a:latin typeface="Verdana" panose="020B0604030504040204" pitchFamily="34" charset="0"/>
                          <a:ea typeface="Verdana" panose="020B0604030504040204" pitchFamily="34" charset="0"/>
                        </a:rPr>
                        <a:t>CFT AREA / THEME</a:t>
                      </a:r>
                      <a:endParaRPr sz="1200" b="1">
                        <a:solidFill>
                          <a:srgbClr val="FFFFFF"/>
                        </a:solidFill>
                        <a:latin typeface="Verdana" panose="020B0604030504040204" pitchFamily="34" charset="0"/>
                        <a:ea typeface="Verdana" panose="020B0604030504040204" pitchFamily="34" charset="0"/>
                      </a:endParaRPr>
                    </a:p>
                  </a:txBody>
                  <a:tcPr marL="54864" marR="36576" marT="27432" marB="27432" anchor="ctr">
                    <a:solidFill>
                      <a:srgbClr val="3B3B3B"/>
                    </a:solidFill>
                  </a:tcPr>
                </a:tc>
                <a:tc>
                  <a:txBody>
                    <a:bodyPr/>
                    <a:lstStyle/>
                    <a:p>
                      <a:pPr algn="ctr"/>
                      <a:r>
                        <a:rPr lang="en-US" sz="1200" b="1">
                          <a:solidFill>
                            <a:srgbClr val="FFFFFF"/>
                          </a:solidFill>
                          <a:latin typeface="Verdana" panose="020B0604030504040204" pitchFamily="34" charset="0"/>
                          <a:ea typeface="Verdana" panose="020B0604030504040204" pitchFamily="34" charset="0"/>
                        </a:rPr>
                        <a:t>VALUE DELIVERY</a:t>
                      </a:r>
                    </a:p>
                  </a:txBody>
                  <a:tcPr marL="54864" marR="36576" marT="27432" marB="27432" anchor="ctr">
                    <a:solidFill>
                      <a:schemeClr val="tx2"/>
                    </a:solidFill>
                  </a:tcPr>
                </a:tc>
                <a:extLst>
                  <a:ext uri="{0D108BD9-81ED-4DB2-BD59-A6C34878D82A}">
                    <a16:rowId xmlns:a16="http://schemas.microsoft.com/office/drawing/2014/main" val="10000"/>
                  </a:ext>
                </a:extLst>
              </a:tr>
              <a:tr h="831826">
                <a:tc>
                  <a:txBody>
                    <a:bodyPr/>
                    <a:lstStyle/>
                    <a:p>
                      <a:pPr algn="ctr"/>
                      <a:r>
                        <a:rPr sz="1200" b="1">
                          <a:solidFill>
                            <a:srgbClr val="C8102E"/>
                          </a:solidFill>
                          <a:latin typeface="Calibri"/>
                        </a:rPr>
                        <a:t>1</a:t>
                      </a:r>
                    </a:p>
                  </a:txBody>
                  <a:tcPr marL="27432" marR="27432" marT="18288" marB="18288"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tc>
                  <a:txBody>
                    <a:bodyPr/>
                    <a:lstStyle/>
                    <a:p>
                      <a:r>
                        <a:rPr lang="en-US" sz="1000" b="1">
                          <a:solidFill>
                            <a:schemeClr val="bg2"/>
                          </a:solidFill>
                          <a:latin typeface="Verdana" panose="020B0604030504040204" pitchFamily="34" charset="0"/>
                          <a:ea typeface="Verdana" panose="020B0604030504040204" pitchFamily="34" charset="0"/>
                        </a:rPr>
                        <a:t>Cloud Operations, Resilience, and Crisis Controls</a:t>
                      </a:r>
                    </a:p>
                  </a:txBody>
                  <a:tcPr marL="54864" marR="36576" marT="18288" marB="182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tc>
                  <a:txBody>
                    <a:bodyPr/>
                    <a:lstStyle/>
                    <a:p>
                      <a:pPr marL="0" marR="0" lvl="0" indent="0" algn="l" defTabSz="457200" rtl="0" eaLnBrk="1" fontAlgn="auto" latinLnBrk="0" hangingPunct="1">
                        <a:lnSpc>
                          <a:spcPts val="1000"/>
                        </a:lnSpc>
                        <a:spcBef>
                          <a:spcPts val="0"/>
                        </a:spcBef>
                        <a:spcAft>
                          <a:spcPts val="0"/>
                        </a:spcAft>
                        <a:buClrTx/>
                        <a:buSzTx/>
                        <a:buFontTx/>
                        <a:buNone/>
                        <a:tabLst/>
                        <a:defRPr/>
                      </a:pPr>
                      <a:r>
                        <a:rPr lang="en-US" sz="950">
                          <a:solidFill>
                            <a:schemeClr val="tx1">
                              <a:lumMod val="75000"/>
                              <a:lumOff val="25000"/>
                            </a:schemeClr>
                          </a:solidFill>
                          <a:latin typeface="Verdana" panose="020B0604030504040204" pitchFamily="34" charset="0"/>
                          <a:ea typeface="Verdana" panose="020B0604030504040204" pitchFamily="34" charset="0"/>
                        </a:rPr>
                        <a:t>Independent assurance over crisis‑driven changes, ensuring controls remained within acceptable risk thresholds and identifying residual risks requiring formalization, acceptance, or remediation. </a:t>
                      </a:r>
                      <a:endParaRPr sz="950" b="0">
                        <a:solidFill>
                          <a:schemeClr val="tx1">
                            <a:lumMod val="75000"/>
                            <a:lumOff val="25000"/>
                          </a:schemeClr>
                        </a:solidFill>
                        <a:latin typeface="Verdana" panose="020B0604030504040204" pitchFamily="34" charset="0"/>
                        <a:ea typeface="Verdana" panose="020B0604030504040204" pitchFamily="34" charset="0"/>
                      </a:endParaRPr>
                    </a:p>
                  </a:txBody>
                  <a:tcPr marL="54864" marR="36576" marT="18288" marB="18288"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831826">
                <a:tc>
                  <a:txBody>
                    <a:bodyPr/>
                    <a:lstStyle/>
                    <a:p>
                      <a:pPr algn="ctr"/>
                      <a:r>
                        <a:rPr sz="1200" b="1">
                          <a:solidFill>
                            <a:srgbClr val="C8102E"/>
                          </a:solidFill>
                          <a:latin typeface="Calibri"/>
                        </a:rPr>
                        <a:t>2</a:t>
                      </a:r>
                    </a:p>
                  </a:txBody>
                  <a:tcPr marL="27432" marR="27432" marT="18288" marB="18288"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lnSpc>
                          <a:spcPts val="1000"/>
                        </a:lnSpc>
                        <a:spcBef>
                          <a:spcPts val="0"/>
                        </a:spcBef>
                        <a:spcAft>
                          <a:spcPts val="0"/>
                        </a:spcAft>
                      </a:pPr>
                      <a:r>
                        <a:rPr lang="en-US" sz="1000" b="1">
                          <a:solidFill>
                            <a:srgbClr val="333333"/>
                          </a:solidFill>
                          <a:latin typeface="Verdana" panose="020B0604030504040204" pitchFamily="34" charset="0"/>
                          <a:ea typeface="Verdana" panose="020B0604030504040204" pitchFamily="34" charset="0"/>
                        </a:rPr>
                        <a:t>Cybersecurity Incident Monitoring, Threat Response &amp; SOC Operations</a:t>
                      </a:r>
                    </a:p>
                    <a:p>
                      <a:pPr algn="l">
                        <a:lnSpc>
                          <a:spcPts val="1000"/>
                        </a:lnSpc>
                        <a:spcBef>
                          <a:spcPts val="0"/>
                        </a:spcBef>
                        <a:spcAft>
                          <a:spcPts val="0"/>
                        </a:spcAft>
                      </a:pPr>
                      <a:endParaRPr sz="1000" b="1">
                        <a:solidFill>
                          <a:srgbClr val="333333"/>
                        </a:solidFill>
                        <a:latin typeface="Verdana" panose="020B0604030504040204" pitchFamily="34" charset="0"/>
                        <a:ea typeface="Verdana" panose="020B0604030504040204" pitchFamily="34" charset="0"/>
                      </a:endParaRPr>
                    </a:p>
                  </a:txBody>
                  <a:tcPr marL="54864" marR="36576" marT="18288" marB="182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lnSpc>
                          <a:spcPts val="1000"/>
                        </a:lnSpc>
                        <a:spcBef>
                          <a:spcPts val="0"/>
                        </a:spcBef>
                        <a:spcAft>
                          <a:spcPts val="0"/>
                        </a:spcAft>
                      </a:pPr>
                      <a:r>
                        <a:rPr lang="en-US" sz="950" kern="1200">
                          <a:solidFill>
                            <a:schemeClr val="tx1">
                              <a:lumMod val="75000"/>
                              <a:lumOff val="25000"/>
                            </a:schemeClr>
                          </a:solidFill>
                          <a:latin typeface="Verdana" panose="020B0604030504040204" pitchFamily="34" charset="0"/>
                          <a:ea typeface="Verdana" panose="020B0604030504040204" pitchFamily="34" charset="0"/>
                          <a:cs typeface="+mn-cs"/>
                        </a:rPr>
                        <a:t>Assurance over the effectiveness of cyber detection and response during heightened risk, confirming appropriate action on regulatory advisories and IOCs, and identifying residual risks requiring remediation or formal acceptance.</a:t>
                      </a:r>
                      <a:endParaRPr sz="950" b="0">
                        <a:solidFill>
                          <a:schemeClr val="tx1">
                            <a:lumMod val="75000"/>
                            <a:lumOff val="25000"/>
                          </a:schemeClr>
                        </a:solidFill>
                        <a:latin typeface="Verdana" panose="020B0604030504040204" pitchFamily="34" charset="0"/>
                        <a:ea typeface="Verdana" panose="020B0604030504040204" pitchFamily="34" charset="0"/>
                      </a:endParaRPr>
                    </a:p>
                  </a:txBody>
                  <a:tcPr marL="54864" marR="36576" marT="18288" marB="18288"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831826">
                <a:tc>
                  <a:txBody>
                    <a:bodyPr/>
                    <a:lstStyle/>
                    <a:p>
                      <a:pPr algn="ctr"/>
                      <a:r>
                        <a:rPr sz="1200" b="1">
                          <a:solidFill>
                            <a:srgbClr val="C8102E"/>
                          </a:solidFill>
                          <a:latin typeface="Calibri"/>
                        </a:rPr>
                        <a:t>3</a:t>
                      </a:r>
                    </a:p>
                  </a:txBody>
                  <a:tcPr marL="27432" marR="27432" marT="18288" marB="18288"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lnSpc>
                          <a:spcPts val="1000"/>
                        </a:lnSpc>
                        <a:spcBef>
                          <a:spcPts val="0"/>
                        </a:spcBef>
                        <a:spcAft>
                          <a:spcPts val="0"/>
                        </a:spcAft>
                      </a:pPr>
                      <a:r>
                        <a:rPr lang="en-US" sz="1000" b="1">
                          <a:solidFill>
                            <a:srgbClr val="333333"/>
                          </a:solidFill>
                          <a:latin typeface="Verdana" panose="020B0604030504040204" pitchFamily="34" charset="0"/>
                          <a:ea typeface="Verdana" panose="020B0604030504040204" pitchFamily="34" charset="0"/>
                        </a:rPr>
                        <a:t>Digital Banking Temporary Workarounds RAK Token &amp; Limit Enhancements</a:t>
                      </a:r>
                    </a:p>
                    <a:p>
                      <a:pPr algn="l">
                        <a:lnSpc>
                          <a:spcPts val="1000"/>
                        </a:lnSpc>
                        <a:spcBef>
                          <a:spcPts val="0"/>
                        </a:spcBef>
                        <a:spcAft>
                          <a:spcPts val="0"/>
                        </a:spcAft>
                      </a:pPr>
                      <a:endParaRPr sz="1000" b="1">
                        <a:solidFill>
                          <a:srgbClr val="333333"/>
                        </a:solidFill>
                        <a:latin typeface="Verdana" panose="020B0604030504040204" pitchFamily="34" charset="0"/>
                        <a:ea typeface="Verdana" panose="020B0604030504040204" pitchFamily="34" charset="0"/>
                      </a:endParaRPr>
                    </a:p>
                  </a:txBody>
                  <a:tcPr marL="54864" marR="36576" marT="18288" marB="182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lnSpc>
                          <a:spcPts val="1000"/>
                        </a:lnSpc>
                        <a:spcBef>
                          <a:spcPts val="0"/>
                        </a:spcBef>
                        <a:spcAft>
                          <a:spcPts val="0"/>
                        </a:spcAft>
                      </a:pPr>
                      <a:r>
                        <a:rPr lang="en-US" sz="950" b="0">
                          <a:solidFill>
                            <a:schemeClr val="tx1">
                              <a:lumMod val="75000"/>
                              <a:lumOff val="25000"/>
                            </a:schemeClr>
                          </a:solidFill>
                          <a:latin typeface="Verdana" panose="020B0604030504040204" pitchFamily="34" charset="0"/>
                          <a:ea typeface="Verdana" panose="020B0604030504040204" pitchFamily="34" charset="0"/>
                        </a:rPr>
                        <a:t>Independent assessment of whether the migration from RAK Token to OTP and limit enhancements for WBG &amp; BBG adequately managed the heightened app authentication and security risks introduced during the digital banking transition.</a:t>
                      </a:r>
                      <a:endParaRPr sz="950" b="0">
                        <a:solidFill>
                          <a:schemeClr val="tx1">
                            <a:lumMod val="75000"/>
                            <a:lumOff val="25000"/>
                          </a:schemeClr>
                        </a:solidFill>
                        <a:latin typeface="Calibri"/>
                      </a:endParaRPr>
                    </a:p>
                  </a:txBody>
                  <a:tcPr marL="54864" marR="36576" marT="18288" marB="18288"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831826">
                <a:tc>
                  <a:txBody>
                    <a:bodyPr/>
                    <a:lstStyle/>
                    <a:p>
                      <a:pPr algn="ctr"/>
                      <a:r>
                        <a:rPr sz="1200" b="1">
                          <a:solidFill>
                            <a:srgbClr val="C8102E"/>
                          </a:solidFill>
                          <a:latin typeface="Calibri"/>
                        </a:rPr>
                        <a:t>4</a:t>
                      </a:r>
                    </a:p>
                  </a:txBody>
                  <a:tcPr marL="27432" marR="27432" marT="18288" marB="18288"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lnSpc>
                          <a:spcPts val="1000"/>
                        </a:lnSpc>
                        <a:spcBef>
                          <a:spcPts val="0"/>
                        </a:spcBef>
                        <a:spcAft>
                          <a:spcPts val="0"/>
                        </a:spcAft>
                      </a:pPr>
                      <a:r>
                        <a:rPr lang="en-US" sz="1000" b="1">
                          <a:solidFill>
                            <a:srgbClr val="333333"/>
                          </a:solidFill>
                          <a:latin typeface="Verdana" panose="020B0604030504040204" pitchFamily="34" charset="0"/>
                          <a:ea typeface="Verdana" panose="020B0604030504040204" pitchFamily="34" charset="0"/>
                        </a:rPr>
                        <a:t>Customer Fulfilment; BCP, Workarounds &amp; Customer Impact</a:t>
                      </a:r>
                    </a:p>
                    <a:p>
                      <a:pPr algn="l">
                        <a:lnSpc>
                          <a:spcPts val="1000"/>
                        </a:lnSpc>
                        <a:spcBef>
                          <a:spcPts val="0"/>
                        </a:spcBef>
                        <a:spcAft>
                          <a:spcPts val="0"/>
                        </a:spcAft>
                      </a:pPr>
                      <a:endParaRPr sz="1000" b="1">
                        <a:solidFill>
                          <a:srgbClr val="333333"/>
                        </a:solidFill>
                        <a:latin typeface="Verdana" panose="020B0604030504040204" pitchFamily="34" charset="0"/>
                        <a:ea typeface="Verdana" panose="020B0604030504040204" pitchFamily="34" charset="0"/>
                      </a:endParaRPr>
                    </a:p>
                  </a:txBody>
                  <a:tcPr marL="54864" marR="36576" marT="18288" marB="182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lnSpc>
                          <a:spcPts val="1000"/>
                        </a:lnSpc>
                        <a:spcBef>
                          <a:spcPts val="0"/>
                        </a:spcBef>
                        <a:spcAft>
                          <a:spcPts val="0"/>
                        </a:spcAft>
                      </a:pPr>
                      <a:r>
                        <a:rPr lang="en-US" sz="950" b="0">
                          <a:solidFill>
                            <a:schemeClr val="tx1">
                              <a:lumMod val="75000"/>
                              <a:lumOff val="25000"/>
                            </a:schemeClr>
                          </a:solidFill>
                          <a:latin typeface="Verdana" panose="020B0604030504040204" pitchFamily="34" charset="0"/>
                          <a:ea typeface="Verdana" panose="020B0604030504040204" pitchFamily="34" charset="0"/>
                        </a:rPr>
                        <a:t>Validation that credit risk discipline was consistently maintained, with assurance that credit limit decisions were risk‑driven, appropriately governed, and resilient to operational disruption, and that credit exposure was not inadvertently expanded due to weakened controls, system issues, or crisis‑driven interventions.</a:t>
                      </a:r>
                      <a:endParaRPr sz="950" b="0">
                        <a:solidFill>
                          <a:srgbClr val="666666"/>
                        </a:solidFill>
                        <a:latin typeface="Calibri"/>
                      </a:endParaRPr>
                    </a:p>
                  </a:txBody>
                  <a:tcPr marL="54864" marR="36576" marT="18288" marB="18288"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831826">
                <a:tc>
                  <a:txBody>
                    <a:bodyPr/>
                    <a:lstStyle/>
                    <a:p>
                      <a:pPr algn="ctr"/>
                      <a:r>
                        <a:rPr sz="1200" b="1">
                          <a:solidFill>
                            <a:srgbClr val="C8102E"/>
                          </a:solidFill>
                          <a:latin typeface="Calibri"/>
                        </a:rPr>
                        <a:t>5</a:t>
                      </a:r>
                    </a:p>
                  </a:txBody>
                  <a:tcPr marL="27432" marR="27432" marT="18288" marB="18288"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lnSpc>
                          <a:spcPts val="1000"/>
                        </a:lnSpc>
                        <a:spcBef>
                          <a:spcPts val="0"/>
                        </a:spcBef>
                        <a:spcAft>
                          <a:spcPts val="0"/>
                        </a:spcAft>
                      </a:pPr>
                      <a:r>
                        <a:rPr lang="en-US" sz="1000" b="1">
                          <a:solidFill>
                            <a:srgbClr val="333333"/>
                          </a:solidFill>
                          <a:latin typeface="Verdana" panose="020B0604030504040204" pitchFamily="34" charset="0"/>
                          <a:ea typeface="Verdana" panose="020B0604030504040204" pitchFamily="34" charset="0"/>
                        </a:rPr>
                        <a:t>Customer Protection &amp; Conduct </a:t>
                      </a:r>
                    </a:p>
                    <a:p>
                      <a:pPr algn="l">
                        <a:lnSpc>
                          <a:spcPts val="1000"/>
                        </a:lnSpc>
                        <a:spcBef>
                          <a:spcPts val="0"/>
                        </a:spcBef>
                        <a:spcAft>
                          <a:spcPts val="0"/>
                        </a:spcAft>
                      </a:pPr>
                      <a:r>
                        <a:rPr lang="en-US" sz="1000" b="1">
                          <a:solidFill>
                            <a:srgbClr val="333333"/>
                          </a:solidFill>
                          <a:latin typeface="Verdana" panose="020B0604030504040204" pitchFamily="34" charset="0"/>
                          <a:ea typeface="Verdana" panose="020B0604030504040204" pitchFamily="34" charset="0"/>
                        </a:rPr>
                        <a:t>Credit Cards Lifecycle</a:t>
                      </a:r>
                    </a:p>
                    <a:p>
                      <a:pPr algn="l">
                        <a:lnSpc>
                          <a:spcPts val="1000"/>
                        </a:lnSpc>
                        <a:spcBef>
                          <a:spcPts val="0"/>
                        </a:spcBef>
                        <a:spcAft>
                          <a:spcPts val="0"/>
                        </a:spcAft>
                      </a:pPr>
                      <a:endParaRPr sz="1000" b="1">
                        <a:solidFill>
                          <a:srgbClr val="333333"/>
                        </a:solidFill>
                        <a:latin typeface="Verdana" panose="020B0604030504040204" pitchFamily="34" charset="0"/>
                        <a:ea typeface="Verdana" panose="020B0604030504040204" pitchFamily="34" charset="0"/>
                      </a:endParaRPr>
                    </a:p>
                  </a:txBody>
                  <a:tcPr marL="54864" marR="36576" marT="18288" marB="182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lnSpc>
                          <a:spcPts val="1000"/>
                        </a:lnSpc>
                        <a:spcBef>
                          <a:spcPts val="0"/>
                        </a:spcBef>
                        <a:spcAft>
                          <a:spcPts val="0"/>
                        </a:spcAft>
                      </a:pPr>
                      <a:r>
                        <a:rPr lang="en-US" sz="950" b="0">
                          <a:solidFill>
                            <a:schemeClr val="tx1">
                              <a:lumMod val="75000"/>
                              <a:lumOff val="25000"/>
                            </a:schemeClr>
                          </a:solidFill>
                          <a:latin typeface="Verdana" panose="020B0604030504040204" pitchFamily="34" charset="0"/>
                          <a:ea typeface="Verdana" panose="020B0604030504040204" pitchFamily="34" charset="0"/>
                        </a:rPr>
                        <a:t>Assessment of whether the Bank continued to serve customers effectively and applied relief measures consistently and fairly, with identification of any instances where temporary operational disruptions resulted in customer disadvantage, financial harm, poor outcomes, or erosion of trust.</a:t>
                      </a:r>
                      <a:endParaRPr sz="950" b="0">
                        <a:solidFill>
                          <a:srgbClr val="666666"/>
                        </a:solidFill>
                        <a:latin typeface="Calibri"/>
                      </a:endParaRPr>
                    </a:p>
                  </a:txBody>
                  <a:tcPr marL="54864" marR="36576" marT="18288" marB="18288"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bl>
          </a:graphicData>
        </a:graphic>
      </p:graphicFrame>
      <p:sp>
        <p:nvSpPr>
          <p:cNvPr id="13" name="Rectangle 12"/>
          <p:cNvSpPr/>
          <p:nvPr/>
        </p:nvSpPr>
        <p:spPr>
          <a:xfrm>
            <a:off x="0" y="6516550"/>
            <a:ext cx="12191695" cy="1828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itle 1">
            <a:extLst>
              <a:ext uri="{FF2B5EF4-FFF2-40B4-BE49-F238E27FC236}">
                <a16:creationId xmlns:a16="http://schemas.microsoft.com/office/drawing/2014/main" id="{62E75335-B014-105B-301F-5714D32B0593}"/>
              </a:ext>
            </a:extLst>
          </p:cNvPr>
          <p:cNvSpPr txBox="1">
            <a:spLocks/>
          </p:cNvSpPr>
          <p:nvPr/>
        </p:nvSpPr>
        <p:spPr>
          <a:xfrm>
            <a:off x="162962" y="135289"/>
            <a:ext cx="12192000" cy="609826"/>
          </a:xfrm>
          <a:prstGeom prst="rect">
            <a:avLst/>
          </a:prstGeom>
        </p:spPr>
        <p:txBody>
          <a:bodyPr anchor="ctr">
            <a:normAutofit fontScale="92500" lnSpcReduction="20000"/>
          </a:bodyPr>
          <a:lstStyle>
            <a:lvl1pPr algn="l" rtl="0" eaLnBrk="1" fontAlgn="base" hangingPunct="1">
              <a:spcBef>
                <a:spcPct val="0"/>
              </a:spcBef>
              <a:spcAft>
                <a:spcPct val="0"/>
              </a:spcAft>
              <a:defRPr sz="1200" b="0">
                <a:solidFill>
                  <a:schemeClr val="bg1"/>
                </a:solidFill>
                <a:latin typeface="+mj-lt"/>
                <a:ea typeface="+mj-ea"/>
                <a:cs typeface="+mj-cs"/>
              </a:defRPr>
            </a:lvl1pPr>
            <a:lvl2pPr algn="ctr" rtl="0" eaLnBrk="1" fontAlgn="base" hangingPunct="1">
              <a:spcBef>
                <a:spcPct val="0"/>
              </a:spcBef>
              <a:spcAft>
                <a:spcPct val="0"/>
              </a:spcAft>
              <a:defRPr sz="2400" b="1">
                <a:solidFill>
                  <a:schemeClr val="bg1"/>
                </a:solidFill>
                <a:latin typeface="Verdana" pitchFamily="34" charset="0"/>
                <a:cs typeface="Times New Roman" pitchFamily="18" charset="0"/>
              </a:defRPr>
            </a:lvl2pPr>
            <a:lvl3pPr algn="ctr" rtl="0" eaLnBrk="1" fontAlgn="base" hangingPunct="1">
              <a:spcBef>
                <a:spcPct val="0"/>
              </a:spcBef>
              <a:spcAft>
                <a:spcPct val="0"/>
              </a:spcAft>
              <a:defRPr sz="2400" b="1">
                <a:solidFill>
                  <a:schemeClr val="bg1"/>
                </a:solidFill>
                <a:latin typeface="Verdana" pitchFamily="34" charset="0"/>
                <a:cs typeface="Times New Roman" pitchFamily="18" charset="0"/>
              </a:defRPr>
            </a:lvl3pPr>
            <a:lvl4pPr algn="ctr" rtl="0" eaLnBrk="1" fontAlgn="base" hangingPunct="1">
              <a:spcBef>
                <a:spcPct val="0"/>
              </a:spcBef>
              <a:spcAft>
                <a:spcPct val="0"/>
              </a:spcAft>
              <a:defRPr sz="2400" b="1">
                <a:solidFill>
                  <a:schemeClr val="bg1"/>
                </a:solidFill>
                <a:latin typeface="Verdana" pitchFamily="34" charset="0"/>
                <a:cs typeface="Times New Roman" pitchFamily="18" charset="0"/>
              </a:defRPr>
            </a:lvl4pPr>
            <a:lvl5pPr algn="ctr" rtl="0" eaLnBrk="1" fontAlgn="base" hangingPunct="1">
              <a:spcBef>
                <a:spcPct val="0"/>
              </a:spcBef>
              <a:spcAft>
                <a:spcPct val="0"/>
              </a:spcAft>
              <a:defRPr sz="2400" b="1">
                <a:solidFill>
                  <a:schemeClr val="bg1"/>
                </a:solidFill>
                <a:latin typeface="Verdana" pitchFamily="34" charset="0"/>
                <a:cs typeface="Times New Roman" pitchFamily="18" charset="0"/>
              </a:defRPr>
            </a:lvl5pPr>
            <a:lvl6pPr marL="342909" algn="ctr" rtl="0" eaLnBrk="1" fontAlgn="base" hangingPunct="1">
              <a:spcBef>
                <a:spcPct val="0"/>
              </a:spcBef>
              <a:spcAft>
                <a:spcPct val="0"/>
              </a:spcAft>
              <a:defRPr sz="2400" b="1">
                <a:solidFill>
                  <a:schemeClr val="bg1"/>
                </a:solidFill>
                <a:latin typeface="Verdana" pitchFamily="34" charset="0"/>
                <a:cs typeface="Times New Roman" pitchFamily="18" charset="0"/>
              </a:defRPr>
            </a:lvl6pPr>
            <a:lvl7pPr marL="685817" algn="ctr" rtl="0" eaLnBrk="1" fontAlgn="base" hangingPunct="1">
              <a:spcBef>
                <a:spcPct val="0"/>
              </a:spcBef>
              <a:spcAft>
                <a:spcPct val="0"/>
              </a:spcAft>
              <a:defRPr sz="2400" b="1">
                <a:solidFill>
                  <a:schemeClr val="bg1"/>
                </a:solidFill>
                <a:latin typeface="Verdana" pitchFamily="34" charset="0"/>
                <a:cs typeface="Times New Roman" pitchFamily="18" charset="0"/>
              </a:defRPr>
            </a:lvl7pPr>
            <a:lvl8pPr marL="1028726" algn="ctr" rtl="0" eaLnBrk="1" fontAlgn="base" hangingPunct="1">
              <a:spcBef>
                <a:spcPct val="0"/>
              </a:spcBef>
              <a:spcAft>
                <a:spcPct val="0"/>
              </a:spcAft>
              <a:defRPr sz="2400" b="1">
                <a:solidFill>
                  <a:schemeClr val="bg1"/>
                </a:solidFill>
                <a:latin typeface="Verdana" pitchFamily="34" charset="0"/>
                <a:cs typeface="Times New Roman" pitchFamily="18" charset="0"/>
              </a:defRPr>
            </a:lvl8pPr>
            <a:lvl9pPr marL="1371635" algn="ctr" rtl="0" eaLnBrk="1" fontAlgn="base" hangingPunct="1">
              <a:spcBef>
                <a:spcPct val="0"/>
              </a:spcBef>
              <a:spcAft>
                <a:spcPct val="0"/>
              </a:spcAft>
              <a:defRPr sz="2400" b="1">
                <a:solidFill>
                  <a:schemeClr val="bg1"/>
                </a:solidFill>
                <a:latin typeface="Verdana" pitchFamily="34" charset="0"/>
                <a:cs typeface="Times New Roman" pitchFamily="18" charset="0"/>
              </a:defRPr>
            </a:lvl9pPr>
          </a:lstStyle>
          <a:p>
            <a:r>
              <a:rPr lang="en-US" sz="2000" kern="0">
                <a:latin typeface="Verdana" panose="020B0604030504040204" pitchFamily="34" charset="0"/>
                <a:ea typeface="Verdana" panose="020B0604030504040204" pitchFamily="34" charset="0"/>
                <a:cs typeface="Verdana" panose="020B0604030504040204" pitchFamily="34" charset="0"/>
              </a:rPr>
              <a:t>GIA CFT Assignments – Coverage &amp; Value Delivery</a:t>
            </a:r>
          </a:p>
          <a:p>
            <a:r>
              <a:rPr lang="en-US" sz="2000" kern="0">
                <a:latin typeface="Verdana" panose="020B0604030504040204" pitchFamily="34" charset="0"/>
                <a:ea typeface="Verdana" panose="020B0604030504040204" pitchFamily="34" charset="0"/>
                <a:cs typeface="Verdana" panose="020B0604030504040204" pitchFamily="34" charset="0"/>
              </a:rPr>
              <a:t> 	</a:t>
            </a:r>
            <a:endParaRPr lang="en-GB" sz="2000" kern="0">
              <a:latin typeface="Verdana" panose="020B0604030504040204" pitchFamily="34" charset="0"/>
              <a:ea typeface="Verdana" panose="020B0604030504040204" pitchFamily="34" charset="0"/>
              <a:cs typeface="Verdana" panose="020B0604030504040204" pitchFamily="34" charset="0"/>
            </a:endParaRPr>
          </a:p>
        </p:txBody>
      </p:sp>
      <p:sp>
        <p:nvSpPr>
          <p:cNvPr id="2" name="Slide Number Placeholder 1">
            <a:extLst>
              <a:ext uri="{FF2B5EF4-FFF2-40B4-BE49-F238E27FC236}">
                <a16:creationId xmlns:a16="http://schemas.microsoft.com/office/drawing/2014/main" id="{E9B160CC-1BEB-2217-101A-F302985AD95F}"/>
              </a:ext>
            </a:extLst>
          </p:cNvPr>
          <p:cNvSpPr txBox="1">
            <a:spLocks/>
          </p:cNvSpPr>
          <p:nvPr/>
        </p:nvSpPr>
        <p:spPr>
          <a:xfrm>
            <a:off x="11582400" y="6620636"/>
            <a:ext cx="914400" cy="233749"/>
          </a:xfrm>
          <a:prstGeom prst="rect">
            <a:avLst/>
          </a:prstGeom>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fld id="{6516E9BE-843C-4425-80E4-36155279AD5E}" type="slidenum">
              <a:rPr kumimoji="0" lang="en-US" sz="900" b="1" i="0" u="none" strike="noStrike" kern="1200" cap="none" spc="0" normalizeH="0" baseline="0" noProof="0" smtClean="0">
                <a:ln>
                  <a:noFill/>
                </a:ln>
                <a:solidFill>
                  <a:srgbClr val="2D2926"/>
                </a:solidFill>
                <a:effectLst/>
                <a:uLnTx/>
                <a:uFillTx/>
                <a:latin typeface="Verdana" panose="020B0604030504040204" pitchFamily="34" charset="0"/>
                <a:ea typeface="Verdana" panose="020B0604030504040204" pitchFamily="34" charset="0"/>
                <a:cs typeface="Arial" charset="0"/>
              </a:rPr>
              <a:pPr marL="0" marR="0" lvl="0" indent="0" algn="ctr" defTabSz="914400" rtl="0" eaLnBrk="1" fontAlgn="base" latinLnBrk="0" hangingPunct="1">
                <a:lnSpc>
                  <a:spcPct val="100000"/>
                </a:lnSpc>
                <a:spcBef>
                  <a:spcPct val="0"/>
                </a:spcBef>
                <a:spcAft>
                  <a:spcPct val="0"/>
                </a:spcAft>
                <a:buClrTx/>
                <a:buSzTx/>
                <a:buFontTx/>
                <a:buNone/>
                <a:tabLst/>
                <a:defRPr/>
              </a:pPr>
              <a:t>5</a:t>
            </a:fld>
            <a:endParaRPr kumimoji="0" lang="en-US" sz="900" b="1" i="0" u="none" strike="noStrike" kern="1200" cap="none" spc="0" normalizeH="0" baseline="0" noProof="0">
              <a:ln>
                <a:noFill/>
              </a:ln>
              <a:solidFill>
                <a:srgbClr val="2D2926"/>
              </a:solidFill>
              <a:effectLst/>
              <a:uLnTx/>
              <a:uFillTx/>
              <a:latin typeface="Verdana" panose="020B0604030504040204" pitchFamily="34" charset="0"/>
              <a:ea typeface="Verdana" panose="020B0604030504040204" pitchFamily="34" charset="0"/>
              <a:cs typeface="Arial"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579420-C606-848D-2CBB-1D9E087F7A67}"/>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0603FC60-08DE-6BD2-1963-DC10A12A8417}"/>
              </a:ext>
            </a:extLst>
          </p:cNvPr>
          <p:cNvSpPr/>
          <p:nvPr/>
        </p:nvSpPr>
        <p:spPr>
          <a:xfrm>
            <a:off x="502919" y="683892"/>
            <a:ext cx="11185855" cy="45719"/>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a:extLst>
              <a:ext uri="{FF2B5EF4-FFF2-40B4-BE49-F238E27FC236}">
                <a16:creationId xmlns:a16="http://schemas.microsoft.com/office/drawing/2014/main" id="{12D242C7-D77F-5A3E-F452-CCB0F36718BB}"/>
              </a:ext>
            </a:extLst>
          </p:cNvPr>
          <p:cNvSpPr/>
          <p:nvPr/>
        </p:nvSpPr>
        <p:spPr>
          <a:xfrm>
            <a:off x="502920" y="832483"/>
            <a:ext cx="3618890" cy="402336"/>
          </a:xfrm>
          <a:prstGeom prst="roundRect">
            <a:avLst>
              <a:gd name="adj" fmla="val 5000"/>
            </a:avLst>
          </a:prstGeom>
          <a:solidFill>
            <a:srgbClr val="1B4F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a:extLst>
              <a:ext uri="{FF2B5EF4-FFF2-40B4-BE49-F238E27FC236}">
                <a16:creationId xmlns:a16="http://schemas.microsoft.com/office/drawing/2014/main" id="{F0CA8815-FBDD-2E2C-4CF3-047D7CA4E492}"/>
              </a:ext>
            </a:extLst>
          </p:cNvPr>
          <p:cNvSpPr txBox="1"/>
          <p:nvPr/>
        </p:nvSpPr>
        <p:spPr>
          <a:xfrm>
            <a:off x="502920" y="832483"/>
            <a:ext cx="3618890" cy="369332"/>
          </a:xfrm>
          <a:prstGeom prst="rect">
            <a:avLst/>
          </a:prstGeom>
          <a:solidFill>
            <a:srgbClr val="1B4F8A"/>
          </a:solidFill>
        </p:spPr>
        <p:txBody>
          <a:bodyPr wrap="square">
            <a:spAutoFit/>
          </a:bodyPr>
          <a:lstStyle/>
          <a:p>
            <a:pPr algn="ctr">
              <a:spcBef>
                <a:spcPts val="200"/>
              </a:spcBef>
            </a:pPr>
            <a:r>
              <a:rPr b="1" i="0">
                <a:solidFill>
                  <a:srgbClr val="FFFFFF"/>
                </a:solidFill>
                <a:latin typeface="Verdana" panose="020B0604030504040204" pitchFamily="34" charset="0"/>
                <a:ea typeface="Verdana" panose="020B0604030504040204" pitchFamily="34" charset="0"/>
              </a:rPr>
              <a:t>10</a:t>
            </a:r>
            <a:r>
              <a:rPr b="0" i="0">
                <a:solidFill>
                  <a:srgbClr val="FFFFFF"/>
                </a:solidFill>
                <a:latin typeface="Verdana" panose="020B0604030504040204" pitchFamily="34" charset="0"/>
                <a:ea typeface="Verdana" panose="020B0604030504040204" pitchFamily="34" charset="0"/>
              </a:rPr>
              <a:t>  Assignments Confirmed</a:t>
            </a:r>
          </a:p>
        </p:txBody>
      </p:sp>
      <p:sp>
        <p:nvSpPr>
          <p:cNvPr id="7" name="Rounded Rectangle 6">
            <a:extLst>
              <a:ext uri="{FF2B5EF4-FFF2-40B4-BE49-F238E27FC236}">
                <a16:creationId xmlns:a16="http://schemas.microsoft.com/office/drawing/2014/main" id="{6EFFD853-451B-5780-68C8-CCA5F2A7F40B}"/>
              </a:ext>
            </a:extLst>
          </p:cNvPr>
          <p:cNvSpPr/>
          <p:nvPr/>
        </p:nvSpPr>
        <p:spPr>
          <a:xfrm>
            <a:off x="4286402" y="832483"/>
            <a:ext cx="3618890" cy="402336"/>
          </a:xfrm>
          <a:prstGeom prst="roundRect">
            <a:avLst>
              <a:gd name="adj" fmla="val 5000"/>
            </a:avLst>
          </a:prstGeom>
          <a:solidFill>
            <a:srgbClr val="3B3B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a:extLst>
              <a:ext uri="{FF2B5EF4-FFF2-40B4-BE49-F238E27FC236}">
                <a16:creationId xmlns:a16="http://schemas.microsoft.com/office/drawing/2014/main" id="{0E6CB22D-04D0-4D70-455B-F406A40554F1}"/>
              </a:ext>
            </a:extLst>
          </p:cNvPr>
          <p:cNvSpPr txBox="1"/>
          <p:nvPr/>
        </p:nvSpPr>
        <p:spPr>
          <a:xfrm>
            <a:off x="4286402" y="832483"/>
            <a:ext cx="3618890" cy="369332"/>
          </a:xfrm>
          <a:prstGeom prst="rect">
            <a:avLst/>
          </a:prstGeom>
          <a:noFill/>
        </p:spPr>
        <p:txBody>
          <a:bodyPr wrap="square">
            <a:spAutoFit/>
          </a:bodyPr>
          <a:lstStyle/>
          <a:p>
            <a:pPr algn="ctr">
              <a:spcBef>
                <a:spcPts val="200"/>
              </a:spcBef>
            </a:pPr>
            <a:r>
              <a:rPr b="1" i="0">
                <a:solidFill>
                  <a:srgbClr val="FFFFFF"/>
                </a:solidFill>
                <a:latin typeface="Verdana" panose="020B0604030504040204" pitchFamily="34" charset="0"/>
                <a:ea typeface="Verdana" panose="020B0604030504040204" pitchFamily="34" charset="0"/>
              </a:rPr>
              <a:t>5</a:t>
            </a:r>
            <a:r>
              <a:rPr b="0" i="0">
                <a:solidFill>
                  <a:srgbClr val="FFFFFF"/>
                </a:solidFill>
                <a:latin typeface="Verdana" panose="020B0604030504040204" pitchFamily="34" charset="0"/>
                <a:ea typeface="Verdana" panose="020B0604030504040204" pitchFamily="34" charset="0"/>
              </a:rPr>
              <a:t>  GIA Verticals Covered</a:t>
            </a:r>
          </a:p>
        </p:txBody>
      </p:sp>
      <p:sp>
        <p:nvSpPr>
          <p:cNvPr id="9" name="Rounded Rectangle 8">
            <a:extLst>
              <a:ext uri="{FF2B5EF4-FFF2-40B4-BE49-F238E27FC236}">
                <a16:creationId xmlns:a16="http://schemas.microsoft.com/office/drawing/2014/main" id="{40D98B45-0904-72F8-5D58-E0511CE21CE3}"/>
              </a:ext>
            </a:extLst>
          </p:cNvPr>
          <p:cNvSpPr/>
          <p:nvPr/>
        </p:nvSpPr>
        <p:spPr>
          <a:xfrm>
            <a:off x="8069884" y="832483"/>
            <a:ext cx="3618890" cy="402336"/>
          </a:xfrm>
          <a:prstGeom prst="roundRect">
            <a:avLst>
              <a:gd name="adj" fmla="val 5000"/>
            </a:avLst>
          </a:prstGeom>
          <a:solidFill>
            <a:srgbClr val="33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a:extLst>
              <a:ext uri="{FF2B5EF4-FFF2-40B4-BE49-F238E27FC236}">
                <a16:creationId xmlns:a16="http://schemas.microsoft.com/office/drawing/2014/main" id="{DCF9B9B4-8331-50E3-9A61-8760CCA417E3}"/>
              </a:ext>
            </a:extLst>
          </p:cNvPr>
          <p:cNvSpPr txBox="1"/>
          <p:nvPr/>
        </p:nvSpPr>
        <p:spPr>
          <a:xfrm>
            <a:off x="8069884" y="832483"/>
            <a:ext cx="3618890" cy="369332"/>
          </a:xfrm>
          <a:prstGeom prst="rect">
            <a:avLst/>
          </a:prstGeom>
          <a:noFill/>
        </p:spPr>
        <p:txBody>
          <a:bodyPr wrap="square">
            <a:spAutoFit/>
          </a:bodyPr>
          <a:lstStyle/>
          <a:p>
            <a:pPr algn="ctr">
              <a:spcBef>
                <a:spcPts val="600"/>
              </a:spcBef>
            </a:pPr>
            <a:r>
              <a:rPr lang="en-US" b="0" i="0">
                <a:solidFill>
                  <a:srgbClr val="FFFFFF"/>
                </a:solidFill>
                <a:latin typeface="Verdana" panose="020B0604030504040204" pitchFamily="34" charset="0"/>
                <a:ea typeface="Verdana" panose="020B0604030504040204" pitchFamily="34" charset="0"/>
              </a:rPr>
              <a:t>Potential for Additional CFTs</a:t>
            </a:r>
            <a:endParaRPr b="0" i="0">
              <a:solidFill>
                <a:srgbClr val="FFFFFF"/>
              </a:solidFill>
              <a:latin typeface="Verdana" panose="020B0604030504040204" pitchFamily="34" charset="0"/>
              <a:ea typeface="Verdana" panose="020B0604030504040204" pitchFamily="34" charset="0"/>
            </a:endParaRPr>
          </a:p>
        </p:txBody>
      </p:sp>
      <p:sp>
        <p:nvSpPr>
          <p:cNvPr id="11" name="TextBox 10">
            <a:extLst>
              <a:ext uri="{FF2B5EF4-FFF2-40B4-BE49-F238E27FC236}">
                <a16:creationId xmlns:a16="http://schemas.microsoft.com/office/drawing/2014/main" id="{DBCFAE6A-DB09-899D-C2D3-81EBCA2DE72B}"/>
              </a:ext>
            </a:extLst>
          </p:cNvPr>
          <p:cNvSpPr txBox="1"/>
          <p:nvPr/>
        </p:nvSpPr>
        <p:spPr>
          <a:xfrm>
            <a:off x="502920" y="1205101"/>
            <a:ext cx="11185855" cy="307777"/>
          </a:xfrm>
          <a:prstGeom prst="rect">
            <a:avLst/>
          </a:prstGeom>
          <a:noFill/>
        </p:spPr>
        <p:txBody>
          <a:bodyPr wrap="square">
            <a:spAutoFit/>
          </a:bodyPr>
          <a:lstStyle/>
          <a:p>
            <a:pPr algn="l"/>
            <a:endParaRPr lang="en-US" sz="1400" b="0" i="1">
              <a:solidFill>
                <a:srgbClr val="666666"/>
              </a:solidFill>
              <a:latin typeface="Calibri"/>
            </a:endParaRPr>
          </a:p>
        </p:txBody>
      </p:sp>
      <p:graphicFrame>
        <p:nvGraphicFramePr>
          <p:cNvPr id="12" name="Table 11">
            <a:extLst>
              <a:ext uri="{FF2B5EF4-FFF2-40B4-BE49-F238E27FC236}">
                <a16:creationId xmlns:a16="http://schemas.microsoft.com/office/drawing/2014/main" id="{49E731EB-B511-E661-CE3E-C56808B25C37}"/>
              </a:ext>
            </a:extLst>
          </p:cNvPr>
          <p:cNvGraphicFramePr>
            <a:graphicFrameLocks noGrp="1"/>
          </p:cNvGraphicFramePr>
          <p:nvPr>
            <p:extLst>
              <p:ext uri="{D42A27DB-BD31-4B8C-83A1-F6EECF244321}">
                <p14:modId xmlns:p14="http://schemas.microsoft.com/office/powerpoint/2010/main" val="4100272028"/>
              </p:ext>
            </p:extLst>
          </p:nvPr>
        </p:nvGraphicFramePr>
        <p:xfrm>
          <a:off x="502919" y="1367026"/>
          <a:ext cx="11185855" cy="4972667"/>
        </p:xfrm>
        <a:graphic>
          <a:graphicData uri="http://schemas.openxmlformats.org/drawingml/2006/table">
            <a:tbl>
              <a:tblPr firstRow="1" bandRow="1">
                <a:tableStyleId>{5C22544A-7EE6-4342-B048-85BDC9FD1C3A}</a:tableStyleId>
              </a:tblPr>
              <a:tblGrid>
                <a:gridCol w="365760">
                  <a:extLst>
                    <a:ext uri="{9D8B030D-6E8A-4147-A177-3AD203B41FA5}">
                      <a16:colId xmlns:a16="http://schemas.microsoft.com/office/drawing/2014/main" val="20000"/>
                    </a:ext>
                  </a:extLst>
                </a:gridCol>
                <a:gridCol w="3017520">
                  <a:extLst>
                    <a:ext uri="{9D8B030D-6E8A-4147-A177-3AD203B41FA5}">
                      <a16:colId xmlns:a16="http://schemas.microsoft.com/office/drawing/2014/main" val="20001"/>
                    </a:ext>
                  </a:extLst>
                </a:gridCol>
                <a:gridCol w="7802575">
                  <a:extLst>
                    <a:ext uri="{9D8B030D-6E8A-4147-A177-3AD203B41FA5}">
                      <a16:colId xmlns:a16="http://schemas.microsoft.com/office/drawing/2014/main" val="20002"/>
                    </a:ext>
                  </a:extLst>
                </a:gridCol>
              </a:tblGrid>
              <a:tr h="828776">
                <a:tc>
                  <a:txBody>
                    <a:bodyPr/>
                    <a:lstStyle/>
                    <a:p>
                      <a:pPr algn="ctr"/>
                      <a:r>
                        <a:rPr sz="1600" b="1">
                          <a:solidFill>
                            <a:srgbClr val="FFFFFF"/>
                          </a:solidFill>
                          <a:latin typeface="Verdana" panose="020B0604030504040204" pitchFamily="34" charset="0"/>
                          <a:ea typeface="Verdana" panose="020B0604030504040204" pitchFamily="34" charset="0"/>
                        </a:rPr>
                        <a:t>#</a:t>
                      </a:r>
                    </a:p>
                  </a:txBody>
                  <a:tcPr marL="54864" marR="36576" marT="27432" marB="27432" anchor="ctr">
                    <a:solidFill>
                      <a:srgbClr val="3B3B3B"/>
                    </a:solidFill>
                  </a:tcPr>
                </a:tc>
                <a:tc>
                  <a:txBody>
                    <a:bodyPr/>
                    <a:lstStyle/>
                    <a:p>
                      <a:pPr algn="l"/>
                      <a:r>
                        <a:rPr lang="en-US" sz="1200" b="1">
                          <a:solidFill>
                            <a:srgbClr val="FFFFFF"/>
                          </a:solidFill>
                          <a:latin typeface="Verdana" panose="020B0604030504040204" pitchFamily="34" charset="0"/>
                          <a:ea typeface="Verdana" panose="020B0604030504040204" pitchFamily="34" charset="0"/>
                        </a:rPr>
                        <a:t>CFT AREA / THEME</a:t>
                      </a:r>
                      <a:endParaRPr sz="1200" b="1">
                        <a:solidFill>
                          <a:srgbClr val="FFFFFF"/>
                        </a:solidFill>
                        <a:latin typeface="Verdana" panose="020B0604030504040204" pitchFamily="34" charset="0"/>
                        <a:ea typeface="Verdana" panose="020B0604030504040204" pitchFamily="34" charset="0"/>
                      </a:endParaRPr>
                    </a:p>
                  </a:txBody>
                  <a:tcPr marL="54864" marR="36576" marT="27432" marB="27432" anchor="ctr">
                    <a:solidFill>
                      <a:srgbClr val="3B3B3B"/>
                    </a:solidFill>
                  </a:tcPr>
                </a:tc>
                <a:tc>
                  <a:txBody>
                    <a:bodyPr/>
                    <a:lstStyle/>
                    <a:p>
                      <a:pPr algn="ctr"/>
                      <a:r>
                        <a:rPr lang="en-US" sz="1200" b="1">
                          <a:solidFill>
                            <a:srgbClr val="FFFFFF"/>
                          </a:solidFill>
                          <a:latin typeface="Verdana" panose="020B0604030504040204" pitchFamily="34" charset="0"/>
                          <a:ea typeface="Verdana" panose="020B0604030504040204" pitchFamily="34" charset="0"/>
                        </a:rPr>
                        <a:t>VALUE DELIVERY</a:t>
                      </a:r>
                    </a:p>
                  </a:txBody>
                  <a:tcPr marL="54864" marR="36576" marT="27432" marB="27432" anchor="ctr">
                    <a:solidFill>
                      <a:schemeClr val="tx2"/>
                    </a:solidFill>
                  </a:tcPr>
                </a:tc>
                <a:extLst>
                  <a:ext uri="{0D108BD9-81ED-4DB2-BD59-A6C34878D82A}">
                    <a16:rowId xmlns:a16="http://schemas.microsoft.com/office/drawing/2014/main" val="10000"/>
                  </a:ext>
                </a:extLst>
              </a:tr>
              <a:tr h="828776">
                <a:tc>
                  <a:txBody>
                    <a:bodyPr/>
                    <a:lstStyle/>
                    <a:p>
                      <a:pPr algn="ctr"/>
                      <a:r>
                        <a:rPr sz="1200" b="1">
                          <a:solidFill>
                            <a:srgbClr val="C8102E"/>
                          </a:solidFill>
                          <a:latin typeface="Calibri"/>
                        </a:rPr>
                        <a:t>6</a:t>
                      </a:r>
                    </a:p>
                  </a:txBody>
                  <a:tcPr marL="27432" marR="27432" marT="18288" marB="18288"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tc>
                  <a:txBody>
                    <a:bodyPr/>
                    <a:lstStyle/>
                    <a:p>
                      <a:pPr algn="l">
                        <a:lnSpc>
                          <a:spcPts val="1000"/>
                        </a:lnSpc>
                        <a:spcBef>
                          <a:spcPts val="0"/>
                        </a:spcBef>
                        <a:spcAft>
                          <a:spcPts val="0"/>
                        </a:spcAft>
                      </a:pPr>
                      <a:r>
                        <a:rPr lang="en-US" sz="1000" b="1">
                          <a:solidFill>
                            <a:srgbClr val="333333"/>
                          </a:solidFill>
                          <a:latin typeface="Verdana" panose="020B0604030504040204" pitchFamily="34" charset="0"/>
                          <a:ea typeface="Verdana" panose="020B0604030504040204" pitchFamily="34" charset="0"/>
                        </a:rPr>
                        <a:t>Credit Policy Changes &amp; Portfolio Assessment; RAK Business Loans</a:t>
                      </a:r>
                    </a:p>
                    <a:p>
                      <a:pPr algn="l">
                        <a:lnSpc>
                          <a:spcPts val="1000"/>
                        </a:lnSpc>
                        <a:spcBef>
                          <a:spcPts val="0"/>
                        </a:spcBef>
                        <a:spcAft>
                          <a:spcPts val="0"/>
                        </a:spcAft>
                      </a:pPr>
                      <a:endParaRPr sz="1000" b="1">
                        <a:solidFill>
                          <a:srgbClr val="333333"/>
                        </a:solidFill>
                        <a:latin typeface="Verdana" panose="020B0604030504040204" pitchFamily="34" charset="0"/>
                        <a:ea typeface="Verdana" panose="020B0604030504040204" pitchFamily="34" charset="0"/>
                      </a:endParaRPr>
                    </a:p>
                  </a:txBody>
                  <a:tcPr marL="54864" marR="36576" marT="18288" marB="182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tc>
                  <a:txBody>
                    <a:bodyPr/>
                    <a:lstStyle/>
                    <a:p>
                      <a:pPr algn="just">
                        <a:lnSpc>
                          <a:spcPts val="1000"/>
                        </a:lnSpc>
                        <a:spcBef>
                          <a:spcPts val="0"/>
                        </a:spcBef>
                        <a:spcAft>
                          <a:spcPts val="0"/>
                        </a:spcAft>
                      </a:pPr>
                      <a:r>
                        <a:rPr lang="en-US" sz="950" b="0">
                          <a:solidFill>
                            <a:schemeClr val="tx1">
                              <a:lumMod val="75000"/>
                              <a:lumOff val="25000"/>
                            </a:schemeClr>
                          </a:solidFill>
                          <a:latin typeface="Verdana" panose="020B0604030504040204" pitchFamily="34" charset="0"/>
                          <a:ea typeface="Verdana" panose="020B0604030504040204" pitchFamily="34" charset="0"/>
                        </a:rPr>
                        <a:t>Assessment of the portfolio‑level impact of market disruptions on RAK Business Loans, with validation that revised credit policy amendments are being implemented consistently, both manually and system‑based, across affected WBG and BBG portfolios.</a:t>
                      </a:r>
                      <a:endParaRPr sz="950" b="0">
                        <a:solidFill>
                          <a:srgbClr val="666666"/>
                        </a:solidFill>
                        <a:latin typeface="Calibri"/>
                      </a:endParaRPr>
                    </a:p>
                  </a:txBody>
                  <a:tcPr marL="54864" marR="36576" marT="18288" marB="18288"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6"/>
                  </a:ext>
                </a:extLst>
              </a:tr>
              <a:tr h="828776">
                <a:tc>
                  <a:txBody>
                    <a:bodyPr/>
                    <a:lstStyle/>
                    <a:p>
                      <a:pPr algn="ctr"/>
                      <a:r>
                        <a:rPr sz="1200" b="1">
                          <a:solidFill>
                            <a:srgbClr val="C8102E"/>
                          </a:solidFill>
                          <a:latin typeface="Calibri"/>
                        </a:rPr>
                        <a:t>7</a:t>
                      </a:r>
                    </a:p>
                  </a:txBody>
                  <a:tcPr marL="27432" marR="27432" marT="18288" marB="18288"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lnSpc>
                          <a:spcPts val="1000"/>
                        </a:lnSpc>
                        <a:spcBef>
                          <a:spcPts val="0"/>
                        </a:spcBef>
                        <a:spcAft>
                          <a:spcPts val="0"/>
                        </a:spcAft>
                      </a:pPr>
                      <a:r>
                        <a:rPr lang="en-US" sz="1000" b="1">
                          <a:solidFill>
                            <a:srgbClr val="333333"/>
                          </a:solidFill>
                          <a:latin typeface="Verdana" panose="020B0604030504040204" pitchFamily="34" charset="0"/>
                          <a:ea typeface="Verdana" panose="020B0604030504040204" pitchFamily="34" charset="0"/>
                        </a:rPr>
                        <a:t>Credit Risk Governance &amp; Exposure Stability; Credit Cards</a:t>
                      </a:r>
                    </a:p>
                  </a:txBody>
                  <a:tcPr marL="54864" marR="36576" marT="18288" marB="182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lnSpc>
                          <a:spcPts val="1000"/>
                        </a:lnSpc>
                        <a:spcBef>
                          <a:spcPts val="0"/>
                        </a:spcBef>
                        <a:spcAft>
                          <a:spcPts val="0"/>
                        </a:spcAft>
                      </a:pPr>
                      <a:r>
                        <a:rPr lang="en-US" sz="950" b="0">
                          <a:solidFill>
                            <a:schemeClr val="tx1">
                              <a:lumMod val="75000"/>
                              <a:lumOff val="25000"/>
                            </a:schemeClr>
                          </a:solidFill>
                          <a:latin typeface="Verdana" panose="020B0604030504040204" pitchFamily="34" charset="0"/>
                          <a:ea typeface="Verdana" panose="020B0604030504040204" pitchFamily="34" charset="0"/>
                        </a:rPr>
                        <a:t>Validation that credit risk discipline was consistently maintained, credit limit decisions remained risk‑driven and appropriately governed, and credit exposure was not inadvertently expanded due to control weaknesses, system issues, or crisis‑driven interventions.</a:t>
                      </a:r>
                      <a:endParaRPr sz="950" b="0">
                        <a:solidFill>
                          <a:schemeClr val="tx1">
                            <a:lumMod val="75000"/>
                            <a:lumOff val="25000"/>
                          </a:schemeClr>
                        </a:solidFill>
                        <a:latin typeface="Verdana" panose="020B0604030504040204" pitchFamily="34" charset="0"/>
                        <a:ea typeface="Verdana" panose="020B0604030504040204" pitchFamily="34" charset="0"/>
                      </a:endParaRPr>
                    </a:p>
                  </a:txBody>
                  <a:tcPr marL="54864" marR="36576" marT="18288" marB="18288"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7"/>
                  </a:ext>
                </a:extLst>
              </a:tr>
              <a:tr h="828776">
                <a:tc>
                  <a:txBody>
                    <a:bodyPr/>
                    <a:lstStyle/>
                    <a:p>
                      <a:pPr algn="ctr"/>
                      <a:r>
                        <a:rPr sz="1200" b="1">
                          <a:solidFill>
                            <a:srgbClr val="C8102E"/>
                          </a:solidFill>
                          <a:latin typeface="Calibri"/>
                        </a:rPr>
                        <a:t>8</a:t>
                      </a:r>
                    </a:p>
                  </a:txBody>
                  <a:tcPr marL="27432" marR="27432" marT="18288" marB="18288"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lnSpc>
                          <a:spcPts val="1000"/>
                        </a:lnSpc>
                        <a:spcBef>
                          <a:spcPts val="0"/>
                        </a:spcBef>
                        <a:spcAft>
                          <a:spcPts val="0"/>
                        </a:spcAft>
                      </a:pPr>
                      <a:endParaRPr lang="en-US" sz="1000" b="1">
                        <a:solidFill>
                          <a:srgbClr val="333333"/>
                        </a:solidFill>
                        <a:latin typeface="Verdana" panose="020B0604030504040204" pitchFamily="34" charset="0"/>
                        <a:ea typeface="Verdana" panose="020B0604030504040204" pitchFamily="34" charset="0"/>
                      </a:endParaRPr>
                    </a:p>
                    <a:p>
                      <a:pPr algn="l">
                        <a:lnSpc>
                          <a:spcPts val="1000"/>
                        </a:lnSpc>
                        <a:spcBef>
                          <a:spcPts val="0"/>
                        </a:spcBef>
                        <a:spcAft>
                          <a:spcPts val="0"/>
                        </a:spcAft>
                      </a:pPr>
                      <a:r>
                        <a:rPr lang="en-US" sz="1000" b="1">
                          <a:solidFill>
                            <a:srgbClr val="333333"/>
                          </a:solidFill>
                          <a:latin typeface="Verdana" panose="020B0604030504040204" pitchFamily="34" charset="0"/>
                          <a:ea typeface="Verdana" panose="020B0604030504040204" pitchFamily="34" charset="0"/>
                        </a:rPr>
                        <a:t>Liquidity Risk Information, Completeness &amp; Quality</a:t>
                      </a:r>
                      <a:endParaRPr sz="1000" b="1">
                        <a:solidFill>
                          <a:srgbClr val="333333"/>
                        </a:solidFill>
                        <a:latin typeface="Verdana" panose="020B0604030504040204" pitchFamily="34" charset="0"/>
                        <a:ea typeface="Verdana" panose="020B0604030504040204" pitchFamily="34" charset="0"/>
                      </a:endParaRPr>
                    </a:p>
                  </a:txBody>
                  <a:tcPr marL="54864" marR="36576" marT="18288" marB="182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lnSpc>
                          <a:spcPts val="1000"/>
                        </a:lnSpc>
                        <a:spcBef>
                          <a:spcPts val="0"/>
                        </a:spcBef>
                        <a:spcAft>
                          <a:spcPts val="0"/>
                        </a:spcAft>
                      </a:pPr>
                      <a:r>
                        <a:rPr lang="en-US" sz="950" b="0">
                          <a:solidFill>
                            <a:schemeClr val="tx1">
                              <a:lumMod val="75000"/>
                              <a:lumOff val="25000"/>
                            </a:schemeClr>
                          </a:solidFill>
                          <a:latin typeface="Verdana" panose="020B0604030504040204" pitchFamily="34" charset="0"/>
                          <a:ea typeface="Verdana" panose="020B0604030504040204" pitchFamily="34" charset="0"/>
                        </a:rPr>
                        <a:t>Provide assurance that crisis decisions are based on reliable and transparent risk information.</a:t>
                      </a:r>
                      <a:endParaRPr sz="950" b="0">
                        <a:solidFill>
                          <a:srgbClr val="666666"/>
                        </a:solidFill>
                        <a:latin typeface="Calibri"/>
                      </a:endParaRPr>
                    </a:p>
                  </a:txBody>
                  <a:tcPr marL="54864" marR="36576" marT="18288" marB="18288"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8"/>
                  </a:ext>
                </a:extLst>
              </a:tr>
              <a:tr h="828776">
                <a:tc>
                  <a:txBody>
                    <a:bodyPr/>
                    <a:lstStyle/>
                    <a:p>
                      <a:pPr algn="ctr"/>
                      <a:r>
                        <a:rPr sz="1200" b="1">
                          <a:solidFill>
                            <a:srgbClr val="C8102E"/>
                          </a:solidFill>
                          <a:latin typeface="Calibri"/>
                        </a:rPr>
                        <a:t>9</a:t>
                      </a:r>
                    </a:p>
                  </a:txBody>
                  <a:tcPr marL="27432" marR="27432" marT="18288" marB="18288"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000" b="1">
                          <a:solidFill>
                            <a:schemeClr val="bg2"/>
                          </a:solidFill>
                          <a:latin typeface="Verdana" panose="020B0604030504040204" pitchFamily="34" charset="0"/>
                          <a:ea typeface="Verdana" panose="020B0604030504040204" pitchFamily="34" charset="0"/>
                        </a:rPr>
                        <a:t>Regulatory Compliance and Regulatory Returns</a:t>
                      </a:r>
                    </a:p>
                  </a:txBody>
                  <a:tcPr marL="54864" marR="36576" marT="18288" marB="182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lnSpc>
                          <a:spcPts val="1000"/>
                        </a:lnSpc>
                        <a:spcBef>
                          <a:spcPts val="0"/>
                        </a:spcBef>
                        <a:spcAft>
                          <a:spcPts val="0"/>
                        </a:spcAft>
                      </a:pPr>
                      <a:r>
                        <a:rPr lang="en-US" sz="950" b="0">
                          <a:solidFill>
                            <a:schemeClr val="tx1">
                              <a:lumMod val="75000"/>
                              <a:lumOff val="25000"/>
                            </a:schemeClr>
                          </a:solidFill>
                          <a:latin typeface="Verdana" panose="020B0604030504040204" pitchFamily="34" charset="0"/>
                          <a:ea typeface="Verdana" panose="020B0604030504040204" pitchFamily="34" charset="0"/>
                        </a:rPr>
                        <a:t>Provide assurance that regulatory engagement and reporting during the crisis is transparent, accurate, and well-governed.</a:t>
                      </a:r>
                      <a:endParaRPr sz="950" b="0">
                        <a:solidFill>
                          <a:srgbClr val="666666"/>
                        </a:solidFill>
                        <a:latin typeface="Calibri"/>
                      </a:endParaRPr>
                    </a:p>
                  </a:txBody>
                  <a:tcPr marL="54864" marR="36576" marT="18288" marB="18288"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9"/>
                  </a:ext>
                </a:extLst>
              </a:tr>
              <a:tr h="828787">
                <a:tc>
                  <a:txBody>
                    <a:bodyPr/>
                    <a:lstStyle/>
                    <a:p>
                      <a:pPr algn="ctr"/>
                      <a:r>
                        <a:rPr sz="1200" b="1">
                          <a:solidFill>
                            <a:srgbClr val="C8102E"/>
                          </a:solidFill>
                          <a:latin typeface="Calibri"/>
                        </a:rPr>
                        <a:t>10</a:t>
                      </a:r>
                    </a:p>
                  </a:txBody>
                  <a:tcPr marL="27432" marR="27432" marT="18288" marB="18288"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noFill/>
                  </a:tcPr>
                </a:tc>
                <a:tc>
                  <a:txBody>
                    <a:bodyPr/>
                    <a:lstStyle/>
                    <a:p>
                      <a:pPr algn="l">
                        <a:lnSpc>
                          <a:spcPts val="1000"/>
                        </a:lnSpc>
                        <a:spcBef>
                          <a:spcPts val="0"/>
                        </a:spcBef>
                        <a:spcAft>
                          <a:spcPts val="0"/>
                        </a:spcAft>
                      </a:pPr>
                      <a:r>
                        <a:rPr lang="en-US" sz="1000" b="1">
                          <a:solidFill>
                            <a:srgbClr val="333333"/>
                          </a:solidFill>
                          <a:latin typeface="Verdana" panose="020B0604030504040204" pitchFamily="34" charset="0"/>
                          <a:ea typeface="Verdana" panose="020B0604030504040204" pitchFamily="34" charset="0"/>
                        </a:rPr>
                        <a:t>BCM Adequacy &amp; Crisis Response Governance</a:t>
                      </a:r>
                      <a:endParaRPr sz="1000" b="1">
                        <a:solidFill>
                          <a:srgbClr val="333333"/>
                        </a:solidFill>
                        <a:latin typeface="Verdana" panose="020B0604030504040204" pitchFamily="34" charset="0"/>
                        <a:ea typeface="Verdana" panose="020B0604030504040204" pitchFamily="34" charset="0"/>
                      </a:endParaRPr>
                    </a:p>
                  </a:txBody>
                  <a:tcPr marL="54864" marR="36576" marT="18288" marB="182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noFill/>
                  </a:tcPr>
                </a:tc>
                <a:tc>
                  <a:txBody>
                    <a:bodyPr/>
                    <a:lstStyle/>
                    <a:p>
                      <a:pPr algn="just">
                        <a:lnSpc>
                          <a:spcPts val="1000"/>
                        </a:lnSpc>
                        <a:spcBef>
                          <a:spcPts val="0"/>
                        </a:spcBef>
                        <a:spcAft>
                          <a:spcPts val="0"/>
                        </a:spcAft>
                      </a:pPr>
                      <a:r>
                        <a:rPr lang="en-US" sz="950" b="0">
                          <a:solidFill>
                            <a:schemeClr val="tx1">
                              <a:lumMod val="75000"/>
                              <a:lumOff val="25000"/>
                            </a:schemeClr>
                          </a:solidFill>
                          <a:latin typeface="Verdana" panose="020B0604030504040204" pitchFamily="34" charset="0"/>
                          <a:ea typeface="Verdana" panose="020B0604030504040204" pitchFamily="34" charset="0"/>
                        </a:rPr>
                        <a:t>Independent assurance over the effectiveness of BCM and crisis response, alignment of BIAs, RTOs and recovery strategies to current operations, preparedness for regional and geopolitical risks, and effective governance of crisis decisions and escalations.</a:t>
                      </a:r>
                      <a:endParaRPr sz="950" b="0">
                        <a:solidFill>
                          <a:schemeClr val="tx1">
                            <a:lumMod val="75000"/>
                            <a:lumOff val="25000"/>
                          </a:schemeClr>
                        </a:solidFill>
                        <a:latin typeface="Verdana" panose="020B0604030504040204" pitchFamily="34" charset="0"/>
                        <a:ea typeface="Verdana" panose="020B0604030504040204" pitchFamily="34" charset="0"/>
                      </a:endParaRPr>
                    </a:p>
                  </a:txBody>
                  <a:tcPr marL="54864" marR="36576" marT="18288" marB="18288"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10010"/>
                  </a:ext>
                </a:extLst>
              </a:tr>
            </a:tbl>
          </a:graphicData>
        </a:graphic>
      </p:graphicFrame>
      <p:sp>
        <p:nvSpPr>
          <p:cNvPr id="13" name="Rectangle 12">
            <a:extLst>
              <a:ext uri="{FF2B5EF4-FFF2-40B4-BE49-F238E27FC236}">
                <a16:creationId xmlns:a16="http://schemas.microsoft.com/office/drawing/2014/main" id="{010E39E1-2792-D733-5C57-E34F102EF893}"/>
              </a:ext>
            </a:extLst>
          </p:cNvPr>
          <p:cNvSpPr/>
          <p:nvPr/>
        </p:nvSpPr>
        <p:spPr>
          <a:xfrm>
            <a:off x="0" y="6516550"/>
            <a:ext cx="12191695" cy="1828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itle 1">
            <a:extLst>
              <a:ext uri="{FF2B5EF4-FFF2-40B4-BE49-F238E27FC236}">
                <a16:creationId xmlns:a16="http://schemas.microsoft.com/office/drawing/2014/main" id="{92050352-B035-1985-89F5-AB5B8698B993}"/>
              </a:ext>
            </a:extLst>
          </p:cNvPr>
          <p:cNvSpPr txBox="1">
            <a:spLocks/>
          </p:cNvSpPr>
          <p:nvPr/>
        </p:nvSpPr>
        <p:spPr>
          <a:xfrm>
            <a:off x="162962" y="135289"/>
            <a:ext cx="12192000" cy="609826"/>
          </a:xfrm>
          <a:prstGeom prst="rect">
            <a:avLst/>
          </a:prstGeom>
        </p:spPr>
        <p:txBody>
          <a:bodyPr anchor="ctr">
            <a:normAutofit fontScale="92500" lnSpcReduction="20000"/>
          </a:bodyPr>
          <a:lstStyle>
            <a:lvl1pPr algn="l" rtl="0" eaLnBrk="1" fontAlgn="base" hangingPunct="1">
              <a:spcBef>
                <a:spcPct val="0"/>
              </a:spcBef>
              <a:spcAft>
                <a:spcPct val="0"/>
              </a:spcAft>
              <a:defRPr sz="1200" b="0">
                <a:solidFill>
                  <a:schemeClr val="bg1"/>
                </a:solidFill>
                <a:latin typeface="+mj-lt"/>
                <a:ea typeface="+mj-ea"/>
                <a:cs typeface="+mj-cs"/>
              </a:defRPr>
            </a:lvl1pPr>
            <a:lvl2pPr algn="ctr" rtl="0" eaLnBrk="1" fontAlgn="base" hangingPunct="1">
              <a:spcBef>
                <a:spcPct val="0"/>
              </a:spcBef>
              <a:spcAft>
                <a:spcPct val="0"/>
              </a:spcAft>
              <a:defRPr sz="2400" b="1">
                <a:solidFill>
                  <a:schemeClr val="bg1"/>
                </a:solidFill>
                <a:latin typeface="Verdana" pitchFamily="34" charset="0"/>
                <a:cs typeface="Times New Roman" pitchFamily="18" charset="0"/>
              </a:defRPr>
            </a:lvl2pPr>
            <a:lvl3pPr algn="ctr" rtl="0" eaLnBrk="1" fontAlgn="base" hangingPunct="1">
              <a:spcBef>
                <a:spcPct val="0"/>
              </a:spcBef>
              <a:spcAft>
                <a:spcPct val="0"/>
              </a:spcAft>
              <a:defRPr sz="2400" b="1">
                <a:solidFill>
                  <a:schemeClr val="bg1"/>
                </a:solidFill>
                <a:latin typeface="Verdana" pitchFamily="34" charset="0"/>
                <a:cs typeface="Times New Roman" pitchFamily="18" charset="0"/>
              </a:defRPr>
            </a:lvl3pPr>
            <a:lvl4pPr algn="ctr" rtl="0" eaLnBrk="1" fontAlgn="base" hangingPunct="1">
              <a:spcBef>
                <a:spcPct val="0"/>
              </a:spcBef>
              <a:spcAft>
                <a:spcPct val="0"/>
              </a:spcAft>
              <a:defRPr sz="2400" b="1">
                <a:solidFill>
                  <a:schemeClr val="bg1"/>
                </a:solidFill>
                <a:latin typeface="Verdana" pitchFamily="34" charset="0"/>
                <a:cs typeface="Times New Roman" pitchFamily="18" charset="0"/>
              </a:defRPr>
            </a:lvl4pPr>
            <a:lvl5pPr algn="ctr" rtl="0" eaLnBrk="1" fontAlgn="base" hangingPunct="1">
              <a:spcBef>
                <a:spcPct val="0"/>
              </a:spcBef>
              <a:spcAft>
                <a:spcPct val="0"/>
              </a:spcAft>
              <a:defRPr sz="2400" b="1">
                <a:solidFill>
                  <a:schemeClr val="bg1"/>
                </a:solidFill>
                <a:latin typeface="Verdana" pitchFamily="34" charset="0"/>
                <a:cs typeface="Times New Roman" pitchFamily="18" charset="0"/>
              </a:defRPr>
            </a:lvl5pPr>
            <a:lvl6pPr marL="342909" algn="ctr" rtl="0" eaLnBrk="1" fontAlgn="base" hangingPunct="1">
              <a:spcBef>
                <a:spcPct val="0"/>
              </a:spcBef>
              <a:spcAft>
                <a:spcPct val="0"/>
              </a:spcAft>
              <a:defRPr sz="2400" b="1">
                <a:solidFill>
                  <a:schemeClr val="bg1"/>
                </a:solidFill>
                <a:latin typeface="Verdana" pitchFamily="34" charset="0"/>
                <a:cs typeface="Times New Roman" pitchFamily="18" charset="0"/>
              </a:defRPr>
            </a:lvl6pPr>
            <a:lvl7pPr marL="685817" algn="ctr" rtl="0" eaLnBrk="1" fontAlgn="base" hangingPunct="1">
              <a:spcBef>
                <a:spcPct val="0"/>
              </a:spcBef>
              <a:spcAft>
                <a:spcPct val="0"/>
              </a:spcAft>
              <a:defRPr sz="2400" b="1">
                <a:solidFill>
                  <a:schemeClr val="bg1"/>
                </a:solidFill>
                <a:latin typeface="Verdana" pitchFamily="34" charset="0"/>
                <a:cs typeface="Times New Roman" pitchFamily="18" charset="0"/>
              </a:defRPr>
            </a:lvl7pPr>
            <a:lvl8pPr marL="1028726" algn="ctr" rtl="0" eaLnBrk="1" fontAlgn="base" hangingPunct="1">
              <a:spcBef>
                <a:spcPct val="0"/>
              </a:spcBef>
              <a:spcAft>
                <a:spcPct val="0"/>
              </a:spcAft>
              <a:defRPr sz="2400" b="1">
                <a:solidFill>
                  <a:schemeClr val="bg1"/>
                </a:solidFill>
                <a:latin typeface="Verdana" pitchFamily="34" charset="0"/>
                <a:cs typeface="Times New Roman" pitchFamily="18" charset="0"/>
              </a:defRPr>
            </a:lvl8pPr>
            <a:lvl9pPr marL="1371635" algn="ctr" rtl="0" eaLnBrk="1" fontAlgn="base" hangingPunct="1">
              <a:spcBef>
                <a:spcPct val="0"/>
              </a:spcBef>
              <a:spcAft>
                <a:spcPct val="0"/>
              </a:spcAft>
              <a:defRPr sz="2400" b="1">
                <a:solidFill>
                  <a:schemeClr val="bg1"/>
                </a:solidFill>
                <a:latin typeface="Verdana" pitchFamily="34" charset="0"/>
                <a:cs typeface="Times New Roman" pitchFamily="18" charset="0"/>
              </a:defRPr>
            </a:lvl9pPr>
          </a:lstStyle>
          <a:p>
            <a:r>
              <a:rPr lang="en-US" sz="2000" kern="0">
                <a:latin typeface="Verdana" panose="020B0604030504040204" pitchFamily="34" charset="0"/>
                <a:ea typeface="Verdana" panose="020B0604030504040204" pitchFamily="34" charset="0"/>
                <a:cs typeface="Verdana" panose="020B0604030504040204" pitchFamily="34" charset="0"/>
              </a:rPr>
              <a:t>GIA CFT Assignments – Coverage &amp; Value Delivery</a:t>
            </a:r>
          </a:p>
          <a:p>
            <a:r>
              <a:rPr lang="en-US" sz="2000" kern="0">
                <a:latin typeface="Verdana" panose="020B0604030504040204" pitchFamily="34" charset="0"/>
                <a:ea typeface="Verdana" panose="020B0604030504040204" pitchFamily="34" charset="0"/>
                <a:cs typeface="Verdana" panose="020B0604030504040204" pitchFamily="34" charset="0"/>
              </a:rPr>
              <a:t> 	</a:t>
            </a:r>
            <a:endParaRPr lang="en-GB" sz="2000" kern="0">
              <a:latin typeface="Verdana" panose="020B0604030504040204" pitchFamily="34" charset="0"/>
              <a:ea typeface="Verdana" panose="020B0604030504040204" pitchFamily="34" charset="0"/>
              <a:cs typeface="Verdana" panose="020B0604030504040204" pitchFamily="34" charset="0"/>
            </a:endParaRPr>
          </a:p>
        </p:txBody>
      </p:sp>
      <p:sp>
        <p:nvSpPr>
          <p:cNvPr id="2" name="Slide Number Placeholder 1">
            <a:extLst>
              <a:ext uri="{FF2B5EF4-FFF2-40B4-BE49-F238E27FC236}">
                <a16:creationId xmlns:a16="http://schemas.microsoft.com/office/drawing/2014/main" id="{3BB0AB72-5446-E40A-7B4F-C4EBF0FCC62E}"/>
              </a:ext>
            </a:extLst>
          </p:cNvPr>
          <p:cNvSpPr txBox="1">
            <a:spLocks/>
          </p:cNvSpPr>
          <p:nvPr/>
        </p:nvSpPr>
        <p:spPr>
          <a:xfrm>
            <a:off x="11582400" y="6620636"/>
            <a:ext cx="914400" cy="233749"/>
          </a:xfrm>
          <a:prstGeom prst="rect">
            <a:avLst/>
          </a:prstGeom>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fld id="{6516E9BE-843C-4425-80E4-36155279AD5E}" type="slidenum">
              <a:rPr kumimoji="0" lang="en-US" sz="900" b="1" i="0" u="none" strike="noStrike" kern="1200" cap="none" spc="0" normalizeH="0" baseline="0" noProof="0" smtClean="0">
                <a:ln>
                  <a:noFill/>
                </a:ln>
                <a:solidFill>
                  <a:srgbClr val="2D2926"/>
                </a:solidFill>
                <a:effectLst/>
                <a:uLnTx/>
                <a:uFillTx/>
                <a:latin typeface="Verdana" panose="020B0604030504040204" pitchFamily="34" charset="0"/>
                <a:ea typeface="Verdana" panose="020B0604030504040204" pitchFamily="34" charset="0"/>
                <a:cs typeface="Arial" charset="0"/>
              </a:rPr>
              <a:pPr marL="0" marR="0" lvl="0" indent="0" algn="ctr" defTabSz="914400" rtl="0" eaLnBrk="1" fontAlgn="base" latinLnBrk="0" hangingPunct="1">
                <a:lnSpc>
                  <a:spcPct val="100000"/>
                </a:lnSpc>
                <a:spcBef>
                  <a:spcPct val="0"/>
                </a:spcBef>
                <a:spcAft>
                  <a:spcPct val="0"/>
                </a:spcAft>
                <a:buClrTx/>
                <a:buSzTx/>
                <a:buFontTx/>
                <a:buNone/>
                <a:tabLst/>
                <a:defRPr/>
              </a:pPr>
              <a:t>6</a:t>
            </a:fld>
            <a:endParaRPr kumimoji="0" lang="en-US" sz="900" b="1" i="0" u="none" strike="noStrike" kern="1200" cap="none" spc="0" normalizeH="0" baseline="0" noProof="0">
              <a:ln>
                <a:noFill/>
              </a:ln>
              <a:solidFill>
                <a:srgbClr val="2D2926"/>
              </a:solidFill>
              <a:effectLst/>
              <a:uLnTx/>
              <a:uFillTx/>
              <a:latin typeface="Verdana" panose="020B0604030504040204" pitchFamily="34" charset="0"/>
              <a:ea typeface="Verdana" panose="020B0604030504040204" pitchFamily="34" charset="0"/>
              <a:cs typeface="Arial" charset="0"/>
            </a:endParaRPr>
          </a:p>
        </p:txBody>
      </p:sp>
    </p:spTree>
    <p:extLst>
      <p:ext uri="{BB962C8B-B14F-4D97-AF65-F5344CB8AC3E}">
        <p14:creationId xmlns:p14="http://schemas.microsoft.com/office/powerpoint/2010/main" val="35184021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EDD1DB-4243-DCE6-4A9B-AE81CDE49E6A}"/>
            </a:ext>
          </a:extLst>
        </p:cNvPr>
        <p:cNvGrpSpPr/>
        <p:nvPr/>
      </p:nvGrpSpPr>
      <p:grpSpPr>
        <a:xfrm>
          <a:off x="0" y="0"/>
          <a:ext cx="0" cy="0"/>
          <a:chOff x="0" y="0"/>
          <a:chExt cx="0" cy="0"/>
        </a:xfrm>
      </p:grpSpPr>
      <p:sp>
        <p:nvSpPr>
          <p:cNvPr id="4" name="Text 2">
            <a:extLst>
              <a:ext uri="{FF2B5EF4-FFF2-40B4-BE49-F238E27FC236}">
                <a16:creationId xmlns:a16="http://schemas.microsoft.com/office/drawing/2014/main" id="{77525A85-075A-7C24-3211-69EC5D0F188C}"/>
              </a:ext>
            </a:extLst>
          </p:cNvPr>
          <p:cNvSpPr/>
          <p:nvPr/>
        </p:nvSpPr>
        <p:spPr>
          <a:xfrm>
            <a:off x="0" y="0"/>
            <a:ext cx="11765280" cy="999744"/>
          </a:xfrm>
          <a:prstGeom prst="rect">
            <a:avLst/>
          </a:prstGeom>
          <a:noFill/>
          <a:ln/>
        </p:spPr>
        <p:txBody>
          <a:bodyPr wrap="square" lIns="0" tIns="0" rIns="0" bIns="0" rtlCol="0" anchor="ctr"/>
          <a:lstStyle/>
          <a:p>
            <a:pPr algn="r"/>
            <a:endParaRPr lang="en-US" sz="1133"/>
          </a:p>
        </p:txBody>
      </p:sp>
      <p:sp>
        <p:nvSpPr>
          <p:cNvPr id="6" name="Shape 4">
            <a:extLst>
              <a:ext uri="{FF2B5EF4-FFF2-40B4-BE49-F238E27FC236}">
                <a16:creationId xmlns:a16="http://schemas.microsoft.com/office/drawing/2014/main" id="{3735F948-00B0-5E03-2E74-6A6191EEBABE}"/>
              </a:ext>
            </a:extLst>
          </p:cNvPr>
          <p:cNvSpPr/>
          <p:nvPr/>
        </p:nvSpPr>
        <p:spPr>
          <a:xfrm>
            <a:off x="182880" y="1356464"/>
            <a:ext cx="3048000" cy="365760"/>
          </a:xfrm>
          <a:prstGeom prst="rect">
            <a:avLst/>
          </a:prstGeom>
          <a:solidFill>
            <a:srgbClr val="1A1A2E"/>
          </a:solidFill>
          <a:ln w="12700">
            <a:solidFill>
              <a:srgbClr val="1A1A2E"/>
            </a:solidFill>
            <a:prstDash val="solid"/>
          </a:ln>
        </p:spPr>
        <p:txBody>
          <a:bodyPr/>
          <a:lstStyle/>
          <a:p>
            <a:endParaRPr lang="en-AE">
              <a:latin typeface="Verdana" panose="020B0604030504040204" pitchFamily="34" charset="0"/>
              <a:ea typeface="Verdana" panose="020B0604030504040204" pitchFamily="34" charset="0"/>
            </a:endParaRPr>
          </a:p>
        </p:txBody>
      </p:sp>
      <p:sp>
        <p:nvSpPr>
          <p:cNvPr id="7" name="Text 5">
            <a:extLst>
              <a:ext uri="{FF2B5EF4-FFF2-40B4-BE49-F238E27FC236}">
                <a16:creationId xmlns:a16="http://schemas.microsoft.com/office/drawing/2014/main" id="{52679B05-AF1C-A469-1205-E2341993B738}"/>
              </a:ext>
            </a:extLst>
          </p:cNvPr>
          <p:cNvSpPr/>
          <p:nvPr/>
        </p:nvSpPr>
        <p:spPr>
          <a:xfrm>
            <a:off x="231648" y="1356464"/>
            <a:ext cx="2974848" cy="365760"/>
          </a:xfrm>
          <a:prstGeom prst="rect">
            <a:avLst/>
          </a:prstGeom>
          <a:noFill/>
          <a:ln/>
        </p:spPr>
        <p:txBody>
          <a:bodyPr wrap="square" lIns="0" tIns="0" rIns="0" bIns="0" rtlCol="0" anchor="ctr"/>
          <a:lstStyle/>
          <a:p>
            <a:pPr algn="ctr"/>
            <a:r>
              <a:rPr lang="en-US" sz="1040" b="1">
                <a:solidFill>
                  <a:srgbClr val="FFFFFF"/>
                </a:solidFill>
                <a:latin typeface="Verdana" panose="020B0604030504040204" pitchFamily="34" charset="0"/>
                <a:ea typeface="Verdana" panose="020B0604030504040204" pitchFamily="34" charset="0"/>
              </a:rPr>
              <a:t>CFT Area / Theme</a:t>
            </a:r>
            <a:endParaRPr lang="en-US" sz="1040">
              <a:latin typeface="Verdana" panose="020B0604030504040204" pitchFamily="34" charset="0"/>
              <a:ea typeface="Verdana" panose="020B0604030504040204" pitchFamily="34" charset="0"/>
            </a:endParaRPr>
          </a:p>
        </p:txBody>
      </p:sp>
      <p:sp>
        <p:nvSpPr>
          <p:cNvPr id="8" name="Shape 6">
            <a:extLst>
              <a:ext uri="{FF2B5EF4-FFF2-40B4-BE49-F238E27FC236}">
                <a16:creationId xmlns:a16="http://schemas.microsoft.com/office/drawing/2014/main" id="{0FCD200A-3901-4495-66BB-3D71BE0C155B}"/>
              </a:ext>
            </a:extLst>
          </p:cNvPr>
          <p:cNvSpPr/>
          <p:nvPr/>
        </p:nvSpPr>
        <p:spPr>
          <a:xfrm>
            <a:off x="3267456" y="1356464"/>
            <a:ext cx="1950720" cy="365760"/>
          </a:xfrm>
          <a:prstGeom prst="rect">
            <a:avLst/>
          </a:prstGeom>
          <a:solidFill>
            <a:srgbClr val="1E3A5F"/>
          </a:solidFill>
          <a:ln w="12700">
            <a:solidFill>
              <a:srgbClr val="1E3A5F"/>
            </a:solidFill>
            <a:prstDash val="solid"/>
          </a:ln>
        </p:spPr>
        <p:txBody>
          <a:bodyPr/>
          <a:lstStyle/>
          <a:p>
            <a:endParaRPr lang="en-AE">
              <a:latin typeface="Verdana" panose="020B0604030504040204" pitchFamily="34" charset="0"/>
              <a:ea typeface="Verdana" panose="020B0604030504040204" pitchFamily="34" charset="0"/>
            </a:endParaRPr>
          </a:p>
        </p:txBody>
      </p:sp>
      <p:sp>
        <p:nvSpPr>
          <p:cNvPr id="9" name="Text 7">
            <a:extLst>
              <a:ext uri="{FF2B5EF4-FFF2-40B4-BE49-F238E27FC236}">
                <a16:creationId xmlns:a16="http://schemas.microsoft.com/office/drawing/2014/main" id="{222F2801-83A3-62E9-B4C8-89D38BD66EF7}"/>
              </a:ext>
            </a:extLst>
          </p:cNvPr>
          <p:cNvSpPr/>
          <p:nvPr/>
        </p:nvSpPr>
        <p:spPr>
          <a:xfrm>
            <a:off x="3316224" y="1356464"/>
            <a:ext cx="1877568" cy="365760"/>
          </a:xfrm>
          <a:prstGeom prst="rect">
            <a:avLst/>
          </a:prstGeom>
          <a:noFill/>
          <a:ln/>
        </p:spPr>
        <p:txBody>
          <a:bodyPr wrap="square" lIns="0" tIns="0" rIns="0" bIns="0" rtlCol="0" anchor="ctr"/>
          <a:lstStyle/>
          <a:p>
            <a:pPr algn="ctr"/>
            <a:r>
              <a:rPr lang="en-US" sz="1040" b="1">
                <a:solidFill>
                  <a:srgbClr val="FFFFFF"/>
                </a:solidFill>
                <a:latin typeface="Verdana" panose="020B0604030504040204" pitchFamily="34" charset="0"/>
                <a:ea typeface="Verdana" panose="020B0604030504040204" pitchFamily="34" charset="0"/>
              </a:rPr>
              <a:t>Management Key Risk</a:t>
            </a:r>
            <a:endParaRPr lang="en-US" sz="1040">
              <a:latin typeface="Verdana" panose="020B0604030504040204" pitchFamily="34" charset="0"/>
              <a:ea typeface="Verdana" panose="020B0604030504040204" pitchFamily="34" charset="0"/>
            </a:endParaRPr>
          </a:p>
        </p:txBody>
      </p:sp>
      <p:sp>
        <p:nvSpPr>
          <p:cNvPr id="10" name="Shape 8">
            <a:extLst>
              <a:ext uri="{FF2B5EF4-FFF2-40B4-BE49-F238E27FC236}">
                <a16:creationId xmlns:a16="http://schemas.microsoft.com/office/drawing/2014/main" id="{09A0D361-75ED-75B4-1EBE-C7B26D847529}"/>
              </a:ext>
            </a:extLst>
          </p:cNvPr>
          <p:cNvSpPr/>
          <p:nvPr/>
        </p:nvSpPr>
        <p:spPr>
          <a:xfrm>
            <a:off x="5254752" y="1356464"/>
            <a:ext cx="877824" cy="365760"/>
          </a:xfrm>
          <a:prstGeom prst="rect">
            <a:avLst/>
          </a:prstGeom>
          <a:solidFill>
            <a:srgbClr val="1A1A2E"/>
          </a:solidFill>
          <a:ln w="12700">
            <a:solidFill>
              <a:srgbClr val="1A1A2E"/>
            </a:solidFill>
            <a:prstDash val="solid"/>
          </a:ln>
        </p:spPr>
        <p:txBody>
          <a:bodyPr/>
          <a:lstStyle/>
          <a:p>
            <a:endParaRPr lang="en-AE">
              <a:latin typeface="Verdana" panose="020B0604030504040204" pitchFamily="34" charset="0"/>
              <a:ea typeface="Verdana" panose="020B0604030504040204" pitchFamily="34" charset="0"/>
            </a:endParaRPr>
          </a:p>
        </p:txBody>
      </p:sp>
      <p:sp>
        <p:nvSpPr>
          <p:cNvPr id="11" name="Text 9">
            <a:extLst>
              <a:ext uri="{FF2B5EF4-FFF2-40B4-BE49-F238E27FC236}">
                <a16:creationId xmlns:a16="http://schemas.microsoft.com/office/drawing/2014/main" id="{B3579385-6E23-EF8E-B909-FD03F321ADB2}"/>
              </a:ext>
            </a:extLst>
          </p:cNvPr>
          <p:cNvSpPr/>
          <p:nvPr/>
        </p:nvSpPr>
        <p:spPr>
          <a:xfrm>
            <a:off x="5303520" y="1356464"/>
            <a:ext cx="804672" cy="365760"/>
          </a:xfrm>
          <a:prstGeom prst="rect">
            <a:avLst/>
          </a:prstGeom>
          <a:noFill/>
          <a:ln/>
        </p:spPr>
        <p:txBody>
          <a:bodyPr wrap="square" lIns="0" tIns="0" rIns="0" bIns="0" rtlCol="0" anchor="ctr"/>
          <a:lstStyle/>
          <a:p>
            <a:pPr algn="ctr"/>
            <a:r>
              <a:rPr lang="en-US" sz="1040" b="1">
                <a:solidFill>
                  <a:srgbClr val="FFFFFF"/>
                </a:solidFill>
                <a:latin typeface="Verdana" panose="020B0604030504040204" pitchFamily="34" charset="0"/>
                <a:ea typeface="Verdana" panose="020B0604030504040204" pitchFamily="34" charset="0"/>
              </a:rPr>
              <a:t>Report Issued</a:t>
            </a:r>
            <a:endParaRPr lang="en-US" sz="1040">
              <a:latin typeface="Verdana" panose="020B0604030504040204" pitchFamily="34" charset="0"/>
              <a:ea typeface="Verdana" panose="020B0604030504040204" pitchFamily="34" charset="0"/>
            </a:endParaRPr>
          </a:p>
        </p:txBody>
      </p:sp>
      <p:sp>
        <p:nvSpPr>
          <p:cNvPr id="12" name="Shape 10">
            <a:extLst>
              <a:ext uri="{FF2B5EF4-FFF2-40B4-BE49-F238E27FC236}">
                <a16:creationId xmlns:a16="http://schemas.microsoft.com/office/drawing/2014/main" id="{3C09F7DB-A7F8-8CC0-904C-0F1E2B63DBBE}"/>
              </a:ext>
            </a:extLst>
          </p:cNvPr>
          <p:cNvSpPr/>
          <p:nvPr/>
        </p:nvSpPr>
        <p:spPr>
          <a:xfrm>
            <a:off x="6169152" y="1356464"/>
            <a:ext cx="5839968" cy="365760"/>
          </a:xfrm>
          <a:prstGeom prst="rect">
            <a:avLst/>
          </a:prstGeom>
          <a:solidFill>
            <a:srgbClr val="C8102E"/>
          </a:solidFill>
          <a:ln w="12700">
            <a:solidFill>
              <a:srgbClr val="C8102E"/>
            </a:solidFill>
            <a:prstDash val="solid"/>
          </a:ln>
        </p:spPr>
        <p:txBody>
          <a:bodyPr/>
          <a:lstStyle/>
          <a:p>
            <a:endParaRPr lang="en-AE">
              <a:latin typeface="Verdana" panose="020B0604030504040204" pitchFamily="34" charset="0"/>
              <a:ea typeface="Verdana" panose="020B0604030504040204" pitchFamily="34" charset="0"/>
            </a:endParaRPr>
          </a:p>
        </p:txBody>
      </p:sp>
      <p:sp>
        <p:nvSpPr>
          <p:cNvPr id="13" name="Text 11">
            <a:extLst>
              <a:ext uri="{FF2B5EF4-FFF2-40B4-BE49-F238E27FC236}">
                <a16:creationId xmlns:a16="http://schemas.microsoft.com/office/drawing/2014/main" id="{8BE45C11-2424-215E-11E3-1E7926D51517}"/>
              </a:ext>
            </a:extLst>
          </p:cNvPr>
          <p:cNvSpPr/>
          <p:nvPr/>
        </p:nvSpPr>
        <p:spPr>
          <a:xfrm>
            <a:off x="6217920" y="1356464"/>
            <a:ext cx="5766816" cy="365760"/>
          </a:xfrm>
          <a:prstGeom prst="rect">
            <a:avLst/>
          </a:prstGeom>
          <a:noFill/>
          <a:ln/>
        </p:spPr>
        <p:txBody>
          <a:bodyPr wrap="square" lIns="0" tIns="0" rIns="0" bIns="0" rtlCol="0" anchor="ctr"/>
          <a:lstStyle/>
          <a:p>
            <a:pPr algn="ctr"/>
            <a:r>
              <a:rPr lang="en-US" sz="1040" b="1">
                <a:solidFill>
                  <a:srgbClr val="FFFFFF"/>
                </a:solidFill>
                <a:latin typeface="Verdana" panose="020B0604030504040204" pitchFamily="34" charset="0"/>
                <a:ea typeface="Verdana" panose="020B0604030504040204" pitchFamily="34" charset="0"/>
              </a:rPr>
              <a:t>Report Summary</a:t>
            </a:r>
            <a:endParaRPr lang="en-US" sz="1040">
              <a:latin typeface="Verdana" panose="020B0604030504040204" pitchFamily="34" charset="0"/>
              <a:ea typeface="Verdana" panose="020B0604030504040204" pitchFamily="34" charset="0"/>
            </a:endParaRPr>
          </a:p>
        </p:txBody>
      </p:sp>
      <p:sp>
        <p:nvSpPr>
          <p:cNvPr id="14" name="Shape 12">
            <a:extLst>
              <a:ext uri="{FF2B5EF4-FFF2-40B4-BE49-F238E27FC236}">
                <a16:creationId xmlns:a16="http://schemas.microsoft.com/office/drawing/2014/main" id="{B3B623C2-A8B8-3EFB-078E-6F4D323E4F40}"/>
              </a:ext>
            </a:extLst>
          </p:cNvPr>
          <p:cNvSpPr/>
          <p:nvPr/>
        </p:nvSpPr>
        <p:spPr>
          <a:xfrm>
            <a:off x="260953" y="1807568"/>
            <a:ext cx="11748167" cy="919277"/>
          </a:xfrm>
          <a:prstGeom prst="rect">
            <a:avLst/>
          </a:prstGeom>
          <a:solidFill>
            <a:srgbClr val="FFFFFF"/>
          </a:solidFill>
          <a:ln w="12700">
            <a:solidFill>
              <a:srgbClr val="DDDDDD"/>
            </a:solidFill>
            <a:prstDash val="solid"/>
          </a:ln>
        </p:spPr>
        <p:txBody>
          <a:bodyPr/>
          <a:lstStyle/>
          <a:p>
            <a:endParaRPr lang="en-AE"/>
          </a:p>
        </p:txBody>
      </p:sp>
      <p:sp>
        <p:nvSpPr>
          <p:cNvPr id="15" name="Shape 13">
            <a:extLst>
              <a:ext uri="{FF2B5EF4-FFF2-40B4-BE49-F238E27FC236}">
                <a16:creationId xmlns:a16="http://schemas.microsoft.com/office/drawing/2014/main" id="{DEC91BD3-E571-A87D-B4BF-43C295A82480}"/>
              </a:ext>
            </a:extLst>
          </p:cNvPr>
          <p:cNvSpPr/>
          <p:nvPr/>
        </p:nvSpPr>
        <p:spPr>
          <a:xfrm>
            <a:off x="182880" y="1758800"/>
            <a:ext cx="73152" cy="919277"/>
          </a:xfrm>
          <a:prstGeom prst="rect">
            <a:avLst/>
          </a:prstGeom>
          <a:solidFill>
            <a:srgbClr val="C00000"/>
          </a:solidFill>
          <a:ln w="12700">
            <a:solidFill>
              <a:srgbClr val="B45309"/>
            </a:solidFill>
            <a:prstDash val="solid"/>
          </a:ln>
        </p:spPr>
        <p:txBody>
          <a:bodyPr/>
          <a:lstStyle/>
          <a:p>
            <a:endParaRPr lang="en-AE">
              <a:latin typeface="Verdana" panose="020B0604030504040204" pitchFamily="34" charset="0"/>
              <a:ea typeface="Verdana" panose="020B0604030504040204" pitchFamily="34" charset="0"/>
            </a:endParaRPr>
          </a:p>
        </p:txBody>
      </p:sp>
      <p:sp>
        <p:nvSpPr>
          <p:cNvPr id="16" name="Text 14">
            <a:extLst>
              <a:ext uri="{FF2B5EF4-FFF2-40B4-BE49-F238E27FC236}">
                <a16:creationId xmlns:a16="http://schemas.microsoft.com/office/drawing/2014/main" id="{66844CF2-3C19-F2EA-2FD0-64EFB812B209}"/>
              </a:ext>
            </a:extLst>
          </p:cNvPr>
          <p:cNvSpPr/>
          <p:nvPr/>
        </p:nvSpPr>
        <p:spPr>
          <a:xfrm>
            <a:off x="304800" y="1807568"/>
            <a:ext cx="2877312" cy="821741"/>
          </a:xfrm>
          <a:prstGeom prst="rect">
            <a:avLst/>
          </a:prstGeom>
          <a:noFill/>
          <a:ln/>
        </p:spPr>
        <p:txBody>
          <a:bodyPr wrap="square" lIns="0" tIns="0" rIns="0" bIns="0" rtlCol="0" anchor="ctr"/>
          <a:lstStyle/>
          <a:p>
            <a:r>
              <a:rPr lang="en-US" sz="1000" b="1" dirty="0">
                <a:solidFill>
                  <a:schemeClr val="bg2"/>
                </a:solidFill>
                <a:latin typeface="Verdana" panose="020B0604030504040204" pitchFamily="34" charset="0"/>
                <a:ea typeface="Verdana" panose="020B0604030504040204" pitchFamily="34" charset="0"/>
              </a:rPr>
              <a:t>Credit Policy Changes (RAK Business Loans)</a:t>
            </a:r>
          </a:p>
          <a:p>
            <a:r>
              <a:rPr lang="en-US" sz="800" dirty="0">
                <a:solidFill>
                  <a:schemeClr val="bg2"/>
                </a:solidFill>
                <a:latin typeface="Verdana" panose="020B0604030504040204" pitchFamily="34" charset="0"/>
                <a:ea typeface="Verdana" panose="020B0604030504040204" pitchFamily="34" charset="0"/>
              </a:rPr>
              <a:t>Refer Annexure 8.15</a:t>
            </a:r>
            <a:endParaRPr lang="en-US" sz="800" b="1" dirty="0">
              <a:solidFill>
                <a:schemeClr val="bg2"/>
              </a:solidFill>
              <a:latin typeface="Verdana" panose="020B0604030504040204" pitchFamily="34" charset="0"/>
              <a:ea typeface="Verdana" panose="020B0604030504040204" pitchFamily="34" charset="0"/>
            </a:endParaRPr>
          </a:p>
        </p:txBody>
      </p:sp>
      <p:sp>
        <p:nvSpPr>
          <p:cNvPr id="17" name="Text 15">
            <a:extLst>
              <a:ext uri="{FF2B5EF4-FFF2-40B4-BE49-F238E27FC236}">
                <a16:creationId xmlns:a16="http://schemas.microsoft.com/office/drawing/2014/main" id="{57367110-AD34-E3F3-7581-E1620CF7EB87}"/>
              </a:ext>
            </a:extLst>
          </p:cNvPr>
          <p:cNvSpPr/>
          <p:nvPr/>
        </p:nvSpPr>
        <p:spPr>
          <a:xfrm>
            <a:off x="3316224" y="1807568"/>
            <a:ext cx="1877568" cy="821741"/>
          </a:xfrm>
          <a:prstGeom prst="rect">
            <a:avLst/>
          </a:prstGeom>
          <a:noFill/>
          <a:ln/>
        </p:spPr>
        <p:txBody>
          <a:bodyPr wrap="square" lIns="0" tIns="0" rIns="0" bIns="0" rtlCol="0" anchor="ctr"/>
          <a:lstStyle/>
          <a:p>
            <a:r>
              <a:rPr lang="en-US" sz="930" b="1" dirty="0">
                <a:solidFill>
                  <a:schemeClr val="bg2"/>
                </a:solidFill>
                <a:latin typeface="Verdana" panose="020B0604030504040204" pitchFamily="34" charset="0"/>
                <a:ea typeface="Verdana" panose="020B0604030504040204" pitchFamily="34" charset="0"/>
              </a:rPr>
              <a:t>Credit Quality Stress in Affected Sectors</a:t>
            </a:r>
          </a:p>
          <a:p>
            <a:endParaRPr lang="en-US" sz="933" b="1" dirty="0">
              <a:solidFill>
                <a:srgbClr val="0F766E"/>
              </a:solidFill>
              <a:latin typeface="Verdana" panose="020B0604030504040204" pitchFamily="34" charset="0"/>
              <a:ea typeface="Verdana" panose="020B0604030504040204" pitchFamily="34" charset="0"/>
            </a:endParaRPr>
          </a:p>
        </p:txBody>
      </p:sp>
      <p:sp>
        <p:nvSpPr>
          <p:cNvPr id="18" name="Shape 16">
            <a:extLst>
              <a:ext uri="{FF2B5EF4-FFF2-40B4-BE49-F238E27FC236}">
                <a16:creationId xmlns:a16="http://schemas.microsoft.com/office/drawing/2014/main" id="{04CFF44C-354E-2595-D756-37B1B5537BF6}"/>
              </a:ext>
            </a:extLst>
          </p:cNvPr>
          <p:cNvSpPr/>
          <p:nvPr/>
        </p:nvSpPr>
        <p:spPr>
          <a:xfrm>
            <a:off x="5327904" y="2072135"/>
            <a:ext cx="755904" cy="292608"/>
          </a:xfrm>
          <a:prstGeom prst="rect">
            <a:avLst/>
          </a:prstGeom>
          <a:solidFill>
            <a:srgbClr val="F3F4F6"/>
          </a:solidFill>
          <a:ln w="12700">
            <a:solidFill>
              <a:srgbClr val="166534"/>
            </a:solidFill>
            <a:prstDash val="solid"/>
          </a:ln>
        </p:spPr>
        <p:txBody>
          <a:bodyPr/>
          <a:lstStyle/>
          <a:p>
            <a:endParaRPr lang="en-AE">
              <a:latin typeface="Verdana" panose="020B0604030504040204" pitchFamily="34" charset="0"/>
              <a:ea typeface="Verdana" panose="020B0604030504040204" pitchFamily="34" charset="0"/>
            </a:endParaRPr>
          </a:p>
        </p:txBody>
      </p:sp>
      <p:sp>
        <p:nvSpPr>
          <p:cNvPr id="19" name="Text 17">
            <a:extLst>
              <a:ext uri="{FF2B5EF4-FFF2-40B4-BE49-F238E27FC236}">
                <a16:creationId xmlns:a16="http://schemas.microsoft.com/office/drawing/2014/main" id="{95F5C851-433D-3540-12C0-A5D7C3D7C970}"/>
              </a:ext>
            </a:extLst>
          </p:cNvPr>
          <p:cNvSpPr/>
          <p:nvPr/>
        </p:nvSpPr>
        <p:spPr>
          <a:xfrm>
            <a:off x="5327904" y="2072135"/>
            <a:ext cx="755904" cy="292608"/>
          </a:xfrm>
          <a:prstGeom prst="rect">
            <a:avLst/>
          </a:prstGeom>
          <a:noFill/>
          <a:ln/>
        </p:spPr>
        <p:txBody>
          <a:bodyPr wrap="square" lIns="0" tIns="0" rIns="0" bIns="0" rtlCol="0" anchor="ctr"/>
          <a:lstStyle/>
          <a:p>
            <a:pPr algn="ctr"/>
            <a:r>
              <a:rPr lang="en-US" sz="867" b="1">
                <a:solidFill>
                  <a:srgbClr val="374151"/>
                </a:solidFill>
                <a:latin typeface="Verdana" panose="020B0604030504040204" pitchFamily="34" charset="0"/>
                <a:ea typeface="Verdana" panose="020B0604030504040204" pitchFamily="34" charset="0"/>
              </a:rPr>
              <a:t>10-Apr-26</a:t>
            </a:r>
            <a:endParaRPr lang="en-US" sz="867">
              <a:solidFill>
                <a:srgbClr val="374151"/>
              </a:solidFill>
              <a:latin typeface="Verdana" panose="020B0604030504040204" pitchFamily="34" charset="0"/>
              <a:ea typeface="Verdana" panose="020B0604030504040204" pitchFamily="34" charset="0"/>
            </a:endParaRPr>
          </a:p>
        </p:txBody>
      </p:sp>
      <p:sp>
        <p:nvSpPr>
          <p:cNvPr id="20" name="Text 18">
            <a:extLst>
              <a:ext uri="{FF2B5EF4-FFF2-40B4-BE49-F238E27FC236}">
                <a16:creationId xmlns:a16="http://schemas.microsoft.com/office/drawing/2014/main" id="{1F7EC072-BD2B-4F3F-63D6-F09AD1CFB4C2}"/>
              </a:ext>
            </a:extLst>
          </p:cNvPr>
          <p:cNvSpPr/>
          <p:nvPr/>
        </p:nvSpPr>
        <p:spPr>
          <a:xfrm>
            <a:off x="6217920" y="1864131"/>
            <a:ext cx="5742432" cy="586838"/>
          </a:xfrm>
          <a:prstGeom prst="rect">
            <a:avLst/>
          </a:prstGeom>
          <a:noFill/>
          <a:ln/>
        </p:spPr>
        <p:txBody>
          <a:bodyPr wrap="square" lIns="0" tIns="0" rIns="0" bIns="0" rtlCol="0" anchor="ctr"/>
          <a:lstStyle/>
          <a:p>
            <a:r>
              <a:rPr lang="en-US" sz="1000" i="1" dirty="0">
                <a:latin typeface="Verdana" panose="020B0604030504040204" pitchFamily="34" charset="0"/>
                <a:ea typeface="Verdana" panose="020B0604030504040204" pitchFamily="34" charset="0"/>
              </a:rPr>
              <a:t>In response to the crisis, Credit Risk, working with Product and Credit, instituted temporary, targeted policy measures for identified vulnerable sectors. Relevant system parameterization has been implemented to support consistent application.</a:t>
            </a:r>
          </a:p>
        </p:txBody>
      </p:sp>
      <p:sp>
        <p:nvSpPr>
          <p:cNvPr id="21" name="Shape 19">
            <a:extLst>
              <a:ext uri="{FF2B5EF4-FFF2-40B4-BE49-F238E27FC236}">
                <a16:creationId xmlns:a16="http://schemas.microsoft.com/office/drawing/2014/main" id="{C8E9A829-EF60-0B3B-CCD6-118F07F4FA9B}"/>
              </a:ext>
            </a:extLst>
          </p:cNvPr>
          <p:cNvSpPr/>
          <p:nvPr/>
        </p:nvSpPr>
        <p:spPr>
          <a:xfrm>
            <a:off x="182880" y="2678078"/>
            <a:ext cx="11826240" cy="919277"/>
          </a:xfrm>
          <a:prstGeom prst="rect">
            <a:avLst/>
          </a:prstGeom>
          <a:solidFill>
            <a:srgbClr val="F5F5F5"/>
          </a:solidFill>
          <a:ln w="12700">
            <a:solidFill>
              <a:srgbClr val="DDDDDD"/>
            </a:solidFill>
            <a:prstDash val="solid"/>
          </a:ln>
        </p:spPr>
        <p:txBody>
          <a:bodyPr lIns="91440" tIns="45720" rIns="91440" bIns="45720" anchor="t"/>
          <a:lstStyle/>
          <a:p>
            <a:endParaRPr lang="en-AE">
              <a:latin typeface="Arial"/>
              <a:cs typeface="Arial"/>
            </a:endParaRPr>
          </a:p>
        </p:txBody>
      </p:sp>
      <p:sp>
        <p:nvSpPr>
          <p:cNvPr id="22" name="Shape 20">
            <a:extLst>
              <a:ext uri="{FF2B5EF4-FFF2-40B4-BE49-F238E27FC236}">
                <a16:creationId xmlns:a16="http://schemas.microsoft.com/office/drawing/2014/main" id="{03EEBA94-8A93-5F7A-0124-366CA00F13B6}"/>
              </a:ext>
            </a:extLst>
          </p:cNvPr>
          <p:cNvSpPr/>
          <p:nvPr/>
        </p:nvSpPr>
        <p:spPr>
          <a:xfrm>
            <a:off x="182880" y="2678078"/>
            <a:ext cx="73152" cy="919277"/>
          </a:xfrm>
          <a:prstGeom prst="rect">
            <a:avLst/>
          </a:prstGeom>
          <a:solidFill>
            <a:srgbClr val="C00000"/>
          </a:solidFill>
          <a:ln w="12700">
            <a:solidFill>
              <a:srgbClr val="0369A1"/>
            </a:solidFill>
            <a:prstDash val="solid"/>
          </a:ln>
        </p:spPr>
        <p:txBody>
          <a:bodyPr/>
          <a:lstStyle/>
          <a:p>
            <a:endParaRPr lang="en-AE">
              <a:latin typeface="Verdana" panose="020B0604030504040204" pitchFamily="34" charset="0"/>
              <a:ea typeface="Verdana" panose="020B0604030504040204" pitchFamily="34" charset="0"/>
            </a:endParaRPr>
          </a:p>
        </p:txBody>
      </p:sp>
      <p:sp>
        <p:nvSpPr>
          <p:cNvPr id="24" name="Text 22">
            <a:extLst>
              <a:ext uri="{FF2B5EF4-FFF2-40B4-BE49-F238E27FC236}">
                <a16:creationId xmlns:a16="http://schemas.microsoft.com/office/drawing/2014/main" id="{981C0F1B-B7DB-228D-021A-13825FC8DA51}"/>
              </a:ext>
            </a:extLst>
          </p:cNvPr>
          <p:cNvSpPr/>
          <p:nvPr/>
        </p:nvSpPr>
        <p:spPr>
          <a:xfrm>
            <a:off x="3316224" y="2726846"/>
            <a:ext cx="1877568" cy="821741"/>
          </a:xfrm>
          <a:prstGeom prst="rect">
            <a:avLst/>
          </a:prstGeom>
          <a:noFill/>
          <a:ln/>
        </p:spPr>
        <p:txBody>
          <a:bodyPr wrap="square" lIns="0" tIns="0" rIns="0" bIns="0" rtlCol="0" anchor="ctr"/>
          <a:lstStyle/>
          <a:p>
            <a:r>
              <a:rPr lang="en-US" sz="933" b="1" dirty="0">
                <a:solidFill>
                  <a:schemeClr val="bg2"/>
                </a:solidFill>
                <a:latin typeface="Verdana" panose="020B0604030504040204" pitchFamily="34" charset="0"/>
                <a:ea typeface="Verdana" panose="020B0604030504040204" pitchFamily="34" charset="0"/>
              </a:rPr>
              <a:t>Technology Concentration Risk</a:t>
            </a:r>
            <a:endParaRPr lang="en-US" sz="933" dirty="0">
              <a:solidFill>
                <a:schemeClr val="bg2"/>
              </a:solidFill>
              <a:latin typeface="Verdana" panose="020B0604030504040204" pitchFamily="34" charset="0"/>
              <a:ea typeface="Verdana" panose="020B0604030504040204" pitchFamily="34" charset="0"/>
            </a:endParaRPr>
          </a:p>
        </p:txBody>
      </p:sp>
      <p:sp>
        <p:nvSpPr>
          <p:cNvPr id="25" name="Shape 23">
            <a:extLst>
              <a:ext uri="{FF2B5EF4-FFF2-40B4-BE49-F238E27FC236}">
                <a16:creationId xmlns:a16="http://schemas.microsoft.com/office/drawing/2014/main" id="{70BD3A75-9221-97EF-7064-7029AB141054}"/>
              </a:ext>
            </a:extLst>
          </p:cNvPr>
          <p:cNvSpPr/>
          <p:nvPr/>
        </p:nvSpPr>
        <p:spPr>
          <a:xfrm>
            <a:off x="5327904" y="2991411"/>
            <a:ext cx="755904" cy="292608"/>
          </a:xfrm>
          <a:prstGeom prst="rect">
            <a:avLst/>
          </a:prstGeom>
          <a:solidFill>
            <a:srgbClr val="F3F4F6"/>
          </a:solidFill>
          <a:ln w="12700">
            <a:solidFill>
              <a:srgbClr val="166534"/>
            </a:solidFill>
            <a:prstDash val="solid"/>
          </a:ln>
        </p:spPr>
        <p:txBody>
          <a:bodyPr/>
          <a:lstStyle/>
          <a:p>
            <a:endParaRPr lang="en-AE">
              <a:latin typeface="Verdana" panose="020B0604030504040204" pitchFamily="34" charset="0"/>
              <a:ea typeface="Verdana" panose="020B0604030504040204" pitchFamily="34" charset="0"/>
            </a:endParaRPr>
          </a:p>
        </p:txBody>
      </p:sp>
      <p:sp>
        <p:nvSpPr>
          <p:cNvPr id="26" name="Text 24">
            <a:extLst>
              <a:ext uri="{FF2B5EF4-FFF2-40B4-BE49-F238E27FC236}">
                <a16:creationId xmlns:a16="http://schemas.microsoft.com/office/drawing/2014/main" id="{A6367660-943C-2454-FAEF-CFAE5F3AF15D}"/>
              </a:ext>
            </a:extLst>
          </p:cNvPr>
          <p:cNvSpPr/>
          <p:nvPr/>
        </p:nvSpPr>
        <p:spPr>
          <a:xfrm>
            <a:off x="5327904" y="2991411"/>
            <a:ext cx="755904" cy="292608"/>
          </a:xfrm>
          <a:prstGeom prst="rect">
            <a:avLst/>
          </a:prstGeom>
          <a:noFill/>
          <a:ln/>
        </p:spPr>
        <p:txBody>
          <a:bodyPr wrap="square" lIns="0" tIns="0" rIns="0" bIns="0" rtlCol="0" anchor="ctr"/>
          <a:lstStyle/>
          <a:p>
            <a:pPr algn="ctr"/>
            <a:r>
              <a:rPr lang="en-US" sz="867" b="1">
                <a:solidFill>
                  <a:srgbClr val="374151"/>
                </a:solidFill>
                <a:latin typeface="Verdana" panose="020B0604030504040204" pitchFamily="34" charset="0"/>
                <a:ea typeface="Verdana" panose="020B0604030504040204" pitchFamily="34" charset="0"/>
              </a:rPr>
              <a:t>13-Apr-26</a:t>
            </a:r>
            <a:endParaRPr lang="en-US" sz="867">
              <a:solidFill>
                <a:srgbClr val="374151"/>
              </a:solidFill>
              <a:latin typeface="Verdana" panose="020B0604030504040204" pitchFamily="34" charset="0"/>
              <a:ea typeface="Verdana" panose="020B0604030504040204" pitchFamily="34" charset="0"/>
            </a:endParaRPr>
          </a:p>
        </p:txBody>
      </p:sp>
      <p:sp>
        <p:nvSpPr>
          <p:cNvPr id="27" name="Text 25">
            <a:extLst>
              <a:ext uri="{FF2B5EF4-FFF2-40B4-BE49-F238E27FC236}">
                <a16:creationId xmlns:a16="http://schemas.microsoft.com/office/drawing/2014/main" id="{46AC0EBE-24E7-30D7-AA2F-6D3EBBBCECB5}"/>
              </a:ext>
            </a:extLst>
          </p:cNvPr>
          <p:cNvSpPr/>
          <p:nvPr/>
        </p:nvSpPr>
        <p:spPr>
          <a:xfrm>
            <a:off x="6217920" y="2776813"/>
            <a:ext cx="5742432" cy="821741"/>
          </a:xfrm>
          <a:prstGeom prst="rect">
            <a:avLst/>
          </a:prstGeom>
          <a:noFill/>
          <a:ln/>
        </p:spPr>
        <p:txBody>
          <a:bodyPr wrap="square" lIns="0" tIns="0" rIns="0" bIns="0" rtlCol="0" anchor="ctr"/>
          <a:lstStyle/>
          <a:p>
            <a:r>
              <a:rPr lang="en-US" sz="1000" i="1" dirty="0">
                <a:latin typeface="Verdana" panose="020B0604030504040204" pitchFamily="34" charset="0"/>
                <a:ea typeface="Verdana" panose="020B0604030504040204" pitchFamily="34" charset="0"/>
              </a:rPr>
              <a:t>In response to the crisis, the impacted AWS UAE cloud services were rapidly re‑established in the AWS Ireland region. The accelerated execution highlighted opportunities to strengthen control maturity in select areas. Enhancing patching, DR testing, privileged access management, asset visibility, and emergency change governance will improve long‑term resilience and auditability.</a:t>
            </a:r>
          </a:p>
          <a:p>
            <a:endParaRPr lang="en-US" sz="1000" i="1" dirty="0">
              <a:solidFill>
                <a:srgbClr val="AAAAAA"/>
              </a:solidFill>
            </a:endParaRPr>
          </a:p>
        </p:txBody>
      </p:sp>
      <p:sp>
        <p:nvSpPr>
          <p:cNvPr id="28" name="Shape 26">
            <a:extLst>
              <a:ext uri="{FF2B5EF4-FFF2-40B4-BE49-F238E27FC236}">
                <a16:creationId xmlns:a16="http://schemas.microsoft.com/office/drawing/2014/main" id="{A50A0413-0BD6-AE16-53F4-1634FA99B435}"/>
              </a:ext>
            </a:extLst>
          </p:cNvPr>
          <p:cNvSpPr/>
          <p:nvPr/>
        </p:nvSpPr>
        <p:spPr>
          <a:xfrm>
            <a:off x="182880" y="3597354"/>
            <a:ext cx="11826240" cy="919277"/>
          </a:xfrm>
          <a:prstGeom prst="rect">
            <a:avLst/>
          </a:prstGeom>
          <a:solidFill>
            <a:srgbClr val="FFFFFF"/>
          </a:solidFill>
          <a:ln w="12700">
            <a:solidFill>
              <a:srgbClr val="DDDDDD"/>
            </a:solidFill>
            <a:prstDash val="solid"/>
          </a:ln>
        </p:spPr>
        <p:txBody>
          <a:bodyPr lIns="91440" tIns="45720" rIns="91440" bIns="45720" anchor="t"/>
          <a:lstStyle/>
          <a:p>
            <a:endParaRPr lang="en-US">
              <a:latin typeface="Arial"/>
              <a:cs typeface="Arial"/>
            </a:endParaRPr>
          </a:p>
        </p:txBody>
      </p:sp>
      <p:sp>
        <p:nvSpPr>
          <p:cNvPr id="29" name="Shape 27">
            <a:extLst>
              <a:ext uri="{FF2B5EF4-FFF2-40B4-BE49-F238E27FC236}">
                <a16:creationId xmlns:a16="http://schemas.microsoft.com/office/drawing/2014/main" id="{F1610475-D5EF-3B45-F941-B5E2C7AE4687}"/>
              </a:ext>
            </a:extLst>
          </p:cNvPr>
          <p:cNvSpPr/>
          <p:nvPr/>
        </p:nvSpPr>
        <p:spPr>
          <a:xfrm>
            <a:off x="182880" y="3597354"/>
            <a:ext cx="73152" cy="919277"/>
          </a:xfrm>
          <a:prstGeom prst="rect">
            <a:avLst/>
          </a:prstGeom>
          <a:solidFill>
            <a:srgbClr val="C00000"/>
          </a:solidFill>
          <a:ln w="12700">
            <a:solidFill>
              <a:srgbClr val="0F766E"/>
            </a:solidFill>
            <a:prstDash val="solid"/>
          </a:ln>
        </p:spPr>
        <p:txBody>
          <a:bodyPr/>
          <a:lstStyle/>
          <a:p>
            <a:endParaRPr lang="en-AE">
              <a:latin typeface="Verdana" panose="020B0604030504040204" pitchFamily="34" charset="0"/>
              <a:ea typeface="Verdana" panose="020B0604030504040204" pitchFamily="34" charset="0"/>
            </a:endParaRPr>
          </a:p>
        </p:txBody>
      </p:sp>
      <p:sp>
        <p:nvSpPr>
          <p:cNvPr id="30" name="Text 28">
            <a:extLst>
              <a:ext uri="{FF2B5EF4-FFF2-40B4-BE49-F238E27FC236}">
                <a16:creationId xmlns:a16="http://schemas.microsoft.com/office/drawing/2014/main" id="{E0A345C5-7350-00FD-4E78-0265AAC86890}"/>
              </a:ext>
            </a:extLst>
          </p:cNvPr>
          <p:cNvSpPr/>
          <p:nvPr/>
        </p:nvSpPr>
        <p:spPr>
          <a:xfrm>
            <a:off x="304800" y="3646122"/>
            <a:ext cx="2877312" cy="821741"/>
          </a:xfrm>
          <a:prstGeom prst="rect">
            <a:avLst/>
          </a:prstGeom>
          <a:noFill/>
          <a:ln/>
        </p:spPr>
        <p:txBody>
          <a:bodyPr wrap="square" lIns="0" tIns="0" rIns="0" bIns="0" rtlCol="0" anchor="ctr"/>
          <a:lstStyle/>
          <a:p>
            <a:r>
              <a:rPr lang="en-US" sz="1000" b="1">
                <a:solidFill>
                  <a:schemeClr val="bg2"/>
                </a:solidFill>
                <a:latin typeface="Verdana" panose="020B0604030504040204" pitchFamily="34" charset="0"/>
                <a:ea typeface="Verdana" panose="020B0604030504040204" pitchFamily="34" charset="0"/>
              </a:rPr>
              <a:t>Regulatory Compliance and Regulatory Returns</a:t>
            </a:r>
          </a:p>
          <a:p>
            <a:r>
              <a:rPr lang="en-US" sz="800">
                <a:solidFill>
                  <a:schemeClr val="bg2"/>
                </a:solidFill>
                <a:latin typeface="Verdana" panose="020B0604030504040204" pitchFamily="34" charset="0"/>
                <a:ea typeface="Verdana" panose="020B0604030504040204" pitchFamily="34" charset="0"/>
              </a:rPr>
              <a:t>Refer Annexure 8.17</a:t>
            </a:r>
          </a:p>
          <a:p>
            <a:endParaRPr lang="en-US" sz="1000">
              <a:solidFill>
                <a:schemeClr val="bg2"/>
              </a:solidFill>
              <a:latin typeface="Verdana" panose="020B0604030504040204" pitchFamily="34" charset="0"/>
              <a:ea typeface="Verdana" panose="020B0604030504040204" pitchFamily="34" charset="0"/>
            </a:endParaRPr>
          </a:p>
        </p:txBody>
      </p:sp>
      <p:sp>
        <p:nvSpPr>
          <p:cNvPr id="31" name="Text 29">
            <a:extLst>
              <a:ext uri="{FF2B5EF4-FFF2-40B4-BE49-F238E27FC236}">
                <a16:creationId xmlns:a16="http://schemas.microsoft.com/office/drawing/2014/main" id="{A4665936-9EE7-F008-13A9-C45F32893D06}"/>
              </a:ext>
            </a:extLst>
          </p:cNvPr>
          <p:cNvSpPr/>
          <p:nvPr/>
        </p:nvSpPr>
        <p:spPr>
          <a:xfrm>
            <a:off x="3316224" y="3646122"/>
            <a:ext cx="1877568" cy="821741"/>
          </a:xfrm>
          <a:prstGeom prst="rect">
            <a:avLst/>
          </a:prstGeom>
          <a:noFill/>
          <a:ln/>
        </p:spPr>
        <p:txBody>
          <a:bodyPr wrap="square" lIns="0" tIns="0" rIns="0" bIns="0" rtlCol="0" anchor="ctr"/>
          <a:lstStyle/>
          <a:p>
            <a:r>
              <a:rPr lang="en-US" sz="930" b="1" dirty="0">
                <a:solidFill>
                  <a:schemeClr val="bg2"/>
                </a:solidFill>
                <a:latin typeface="Verdana" panose="020B0604030504040204" pitchFamily="34" charset="0"/>
                <a:ea typeface="Verdana" panose="020B0604030504040204" pitchFamily="34" charset="0"/>
              </a:rPr>
              <a:t>Regulatory &amp; Financial Crime Exposure</a:t>
            </a:r>
          </a:p>
        </p:txBody>
      </p:sp>
      <p:sp>
        <p:nvSpPr>
          <p:cNvPr id="32" name="Shape 30">
            <a:extLst>
              <a:ext uri="{FF2B5EF4-FFF2-40B4-BE49-F238E27FC236}">
                <a16:creationId xmlns:a16="http://schemas.microsoft.com/office/drawing/2014/main" id="{36F8B078-60D6-2DC6-85E5-E2A5B9F9BB1A}"/>
              </a:ext>
            </a:extLst>
          </p:cNvPr>
          <p:cNvSpPr/>
          <p:nvPr/>
        </p:nvSpPr>
        <p:spPr>
          <a:xfrm>
            <a:off x="5327904" y="3910688"/>
            <a:ext cx="755904" cy="292608"/>
          </a:xfrm>
          <a:prstGeom prst="rect">
            <a:avLst/>
          </a:prstGeom>
          <a:solidFill>
            <a:srgbClr val="D1FAE5"/>
          </a:solidFill>
          <a:ln w="12700">
            <a:solidFill>
              <a:srgbClr val="166534"/>
            </a:solidFill>
            <a:prstDash val="solid"/>
          </a:ln>
        </p:spPr>
        <p:txBody>
          <a:bodyPr/>
          <a:lstStyle/>
          <a:p>
            <a:endParaRPr lang="en-AE">
              <a:latin typeface="Verdana" panose="020B0604030504040204" pitchFamily="34" charset="0"/>
              <a:ea typeface="Verdana" panose="020B0604030504040204" pitchFamily="34" charset="0"/>
            </a:endParaRPr>
          </a:p>
        </p:txBody>
      </p:sp>
      <p:sp>
        <p:nvSpPr>
          <p:cNvPr id="33" name="Text 31">
            <a:extLst>
              <a:ext uri="{FF2B5EF4-FFF2-40B4-BE49-F238E27FC236}">
                <a16:creationId xmlns:a16="http://schemas.microsoft.com/office/drawing/2014/main" id="{82166047-E3F6-2748-0354-C7A8FCFEA0EF}"/>
              </a:ext>
            </a:extLst>
          </p:cNvPr>
          <p:cNvSpPr/>
          <p:nvPr/>
        </p:nvSpPr>
        <p:spPr>
          <a:xfrm>
            <a:off x="5327904" y="3910688"/>
            <a:ext cx="755904" cy="292608"/>
          </a:xfrm>
          <a:prstGeom prst="rect">
            <a:avLst/>
          </a:prstGeom>
          <a:noFill/>
          <a:ln/>
        </p:spPr>
        <p:txBody>
          <a:bodyPr wrap="square" lIns="0" tIns="0" rIns="0" bIns="0" rtlCol="0" anchor="ctr"/>
          <a:lstStyle/>
          <a:p>
            <a:pPr algn="ctr"/>
            <a:r>
              <a:rPr lang="en-US" sz="867" b="1">
                <a:solidFill>
                  <a:srgbClr val="166534"/>
                </a:solidFill>
                <a:latin typeface="Verdana" panose="020B0604030504040204" pitchFamily="34" charset="0"/>
                <a:ea typeface="Verdana" panose="020B0604030504040204" pitchFamily="34" charset="0"/>
              </a:rPr>
              <a:t>Report Issued</a:t>
            </a:r>
            <a:endParaRPr lang="en-US" sz="867">
              <a:latin typeface="Verdana" panose="020B0604030504040204" pitchFamily="34" charset="0"/>
              <a:ea typeface="Verdana" panose="020B0604030504040204" pitchFamily="34" charset="0"/>
            </a:endParaRPr>
          </a:p>
        </p:txBody>
      </p:sp>
      <p:sp>
        <p:nvSpPr>
          <p:cNvPr id="34" name="Text 32">
            <a:extLst>
              <a:ext uri="{FF2B5EF4-FFF2-40B4-BE49-F238E27FC236}">
                <a16:creationId xmlns:a16="http://schemas.microsoft.com/office/drawing/2014/main" id="{2FC90553-A21D-A15F-6678-C6EBE14A4005}"/>
              </a:ext>
            </a:extLst>
          </p:cNvPr>
          <p:cNvSpPr/>
          <p:nvPr/>
        </p:nvSpPr>
        <p:spPr>
          <a:xfrm>
            <a:off x="6217920" y="3646122"/>
            <a:ext cx="5742432" cy="821741"/>
          </a:xfrm>
          <a:prstGeom prst="rect">
            <a:avLst/>
          </a:prstGeom>
          <a:noFill/>
          <a:ln/>
        </p:spPr>
        <p:txBody>
          <a:bodyPr wrap="square" lIns="0" tIns="0" rIns="0" bIns="0" rtlCol="0" anchor="ctr"/>
          <a:lstStyle/>
          <a:p>
            <a:r>
              <a:rPr lang="en-US" sz="1000" i="1" dirty="0">
                <a:latin typeface="Verdana" panose="020B0604030504040204" pitchFamily="34" charset="0"/>
                <a:ea typeface="Verdana" panose="020B0604030504040204" pitchFamily="34" charset="0"/>
              </a:rPr>
              <a:t>The CFT concluded that controls are generally effective, and regulatory returns are properly prepared, with few required actions and enhancement areas identified. Improvements relate to deposit movement definitions, disclosure of remaining deposit balances, and basic documentation of regulatory reporting processes. Regulatory approvals for offshore data migration were confirmed.</a:t>
            </a:r>
          </a:p>
        </p:txBody>
      </p:sp>
      <p:sp>
        <p:nvSpPr>
          <p:cNvPr id="49" name="Shape 47">
            <a:extLst>
              <a:ext uri="{FF2B5EF4-FFF2-40B4-BE49-F238E27FC236}">
                <a16:creationId xmlns:a16="http://schemas.microsoft.com/office/drawing/2014/main" id="{F9E413A3-A085-651C-4E94-97362B04AFA7}"/>
              </a:ext>
            </a:extLst>
          </p:cNvPr>
          <p:cNvSpPr/>
          <p:nvPr/>
        </p:nvSpPr>
        <p:spPr>
          <a:xfrm>
            <a:off x="182880" y="6379568"/>
            <a:ext cx="11826240" cy="158496"/>
          </a:xfrm>
          <a:prstGeom prst="rect">
            <a:avLst/>
          </a:prstGeom>
          <a:solidFill>
            <a:srgbClr val="F1F5F9"/>
          </a:solidFill>
          <a:ln w="12700">
            <a:solidFill>
              <a:srgbClr val="DDDDDD"/>
            </a:solidFill>
            <a:prstDash val="solid"/>
          </a:ln>
        </p:spPr>
        <p:txBody>
          <a:bodyPr/>
          <a:lstStyle/>
          <a:p>
            <a:endParaRPr lang="en-AE"/>
          </a:p>
        </p:txBody>
      </p:sp>
      <p:sp>
        <p:nvSpPr>
          <p:cNvPr id="52" name="Text 50">
            <a:extLst>
              <a:ext uri="{FF2B5EF4-FFF2-40B4-BE49-F238E27FC236}">
                <a16:creationId xmlns:a16="http://schemas.microsoft.com/office/drawing/2014/main" id="{5E91EB72-57AB-584E-C26B-FF2E35B65E90}"/>
              </a:ext>
            </a:extLst>
          </p:cNvPr>
          <p:cNvSpPr/>
          <p:nvPr/>
        </p:nvSpPr>
        <p:spPr>
          <a:xfrm>
            <a:off x="0" y="6669024"/>
            <a:ext cx="12192000" cy="188976"/>
          </a:xfrm>
          <a:prstGeom prst="rect">
            <a:avLst/>
          </a:prstGeom>
          <a:noFill/>
          <a:ln/>
        </p:spPr>
        <p:txBody>
          <a:bodyPr wrap="square" lIns="0" tIns="0" rIns="0" bIns="0" rtlCol="0" anchor="ctr"/>
          <a:lstStyle/>
          <a:p>
            <a:pPr algn="ctr"/>
            <a:r>
              <a:rPr lang="en-US" sz="933">
                <a:solidFill>
                  <a:srgbClr val="FFFFFF"/>
                </a:solidFill>
              </a:rPr>
              <a:t>RAKBANK  |  CONFIDENTIAL  |  GIA – GCAO Update</a:t>
            </a:r>
            <a:endParaRPr lang="en-US" sz="933"/>
          </a:p>
        </p:txBody>
      </p:sp>
      <p:sp>
        <p:nvSpPr>
          <p:cNvPr id="53" name="Title 1">
            <a:extLst>
              <a:ext uri="{FF2B5EF4-FFF2-40B4-BE49-F238E27FC236}">
                <a16:creationId xmlns:a16="http://schemas.microsoft.com/office/drawing/2014/main" id="{EFB46A54-380F-92EE-6E15-A05B2C5FA84E}"/>
              </a:ext>
            </a:extLst>
          </p:cNvPr>
          <p:cNvSpPr txBox="1">
            <a:spLocks/>
          </p:cNvSpPr>
          <p:nvPr/>
        </p:nvSpPr>
        <p:spPr>
          <a:xfrm>
            <a:off x="0" y="2"/>
            <a:ext cx="12192000" cy="609826"/>
          </a:xfrm>
          <a:prstGeom prst="rect">
            <a:avLst/>
          </a:prstGeom>
        </p:spPr>
        <p:txBody>
          <a:bodyPr anchor="ctr">
            <a:normAutofit/>
          </a:bodyPr>
          <a:lstStyle>
            <a:lvl1pPr algn="l" rtl="0" eaLnBrk="1" fontAlgn="base" hangingPunct="1">
              <a:spcBef>
                <a:spcPct val="0"/>
              </a:spcBef>
              <a:spcAft>
                <a:spcPct val="0"/>
              </a:spcAft>
              <a:defRPr sz="1200" b="0">
                <a:solidFill>
                  <a:schemeClr val="bg1"/>
                </a:solidFill>
                <a:latin typeface="+mj-lt"/>
                <a:ea typeface="+mj-ea"/>
                <a:cs typeface="+mj-cs"/>
              </a:defRPr>
            </a:lvl1pPr>
            <a:lvl2pPr algn="ctr" rtl="0" eaLnBrk="1" fontAlgn="base" hangingPunct="1">
              <a:spcBef>
                <a:spcPct val="0"/>
              </a:spcBef>
              <a:spcAft>
                <a:spcPct val="0"/>
              </a:spcAft>
              <a:defRPr sz="2400" b="1">
                <a:solidFill>
                  <a:schemeClr val="bg1"/>
                </a:solidFill>
                <a:latin typeface="Verdana" pitchFamily="34" charset="0"/>
                <a:cs typeface="Times New Roman" pitchFamily="18" charset="0"/>
              </a:defRPr>
            </a:lvl2pPr>
            <a:lvl3pPr algn="ctr" rtl="0" eaLnBrk="1" fontAlgn="base" hangingPunct="1">
              <a:spcBef>
                <a:spcPct val="0"/>
              </a:spcBef>
              <a:spcAft>
                <a:spcPct val="0"/>
              </a:spcAft>
              <a:defRPr sz="2400" b="1">
                <a:solidFill>
                  <a:schemeClr val="bg1"/>
                </a:solidFill>
                <a:latin typeface="Verdana" pitchFamily="34" charset="0"/>
                <a:cs typeface="Times New Roman" pitchFamily="18" charset="0"/>
              </a:defRPr>
            </a:lvl3pPr>
            <a:lvl4pPr algn="ctr" rtl="0" eaLnBrk="1" fontAlgn="base" hangingPunct="1">
              <a:spcBef>
                <a:spcPct val="0"/>
              </a:spcBef>
              <a:spcAft>
                <a:spcPct val="0"/>
              </a:spcAft>
              <a:defRPr sz="2400" b="1">
                <a:solidFill>
                  <a:schemeClr val="bg1"/>
                </a:solidFill>
                <a:latin typeface="Verdana" pitchFamily="34" charset="0"/>
                <a:cs typeface="Times New Roman" pitchFamily="18" charset="0"/>
              </a:defRPr>
            </a:lvl4pPr>
            <a:lvl5pPr algn="ctr" rtl="0" eaLnBrk="1" fontAlgn="base" hangingPunct="1">
              <a:spcBef>
                <a:spcPct val="0"/>
              </a:spcBef>
              <a:spcAft>
                <a:spcPct val="0"/>
              </a:spcAft>
              <a:defRPr sz="2400" b="1">
                <a:solidFill>
                  <a:schemeClr val="bg1"/>
                </a:solidFill>
                <a:latin typeface="Verdana" pitchFamily="34" charset="0"/>
                <a:cs typeface="Times New Roman" pitchFamily="18" charset="0"/>
              </a:defRPr>
            </a:lvl5pPr>
            <a:lvl6pPr marL="342909" algn="ctr" rtl="0" eaLnBrk="1" fontAlgn="base" hangingPunct="1">
              <a:spcBef>
                <a:spcPct val="0"/>
              </a:spcBef>
              <a:spcAft>
                <a:spcPct val="0"/>
              </a:spcAft>
              <a:defRPr sz="2400" b="1">
                <a:solidFill>
                  <a:schemeClr val="bg1"/>
                </a:solidFill>
                <a:latin typeface="Verdana" pitchFamily="34" charset="0"/>
                <a:cs typeface="Times New Roman" pitchFamily="18" charset="0"/>
              </a:defRPr>
            </a:lvl6pPr>
            <a:lvl7pPr marL="685817" algn="ctr" rtl="0" eaLnBrk="1" fontAlgn="base" hangingPunct="1">
              <a:spcBef>
                <a:spcPct val="0"/>
              </a:spcBef>
              <a:spcAft>
                <a:spcPct val="0"/>
              </a:spcAft>
              <a:defRPr sz="2400" b="1">
                <a:solidFill>
                  <a:schemeClr val="bg1"/>
                </a:solidFill>
                <a:latin typeface="Verdana" pitchFamily="34" charset="0"/>
                <a:cs typeface="Times New Roman" pitchFamily="18" charset="0"/>
              </a:defRPr>
            </a:lvl7pPr>
            <a:lvl8pPr marL="1028726" algn="ctr" rtl="0" eaLnBrk="1" fontAlgn="base" hangingPunct="1">
              <a:spcBef>
                <a:spcPct val="0"/>
              </a:spcBef>
              <a:spcAft>
                <a:spcPct val="0"/>
              </a:spcAft>
              <a:defRPr sz="2400" b="1">
                <a:solidFill>
                  <a:schemeClr val="bg1"/>
                </a:solidFill>
                <a:latin typeface="Verdana" pitchFamily="34" charset="0"/>
                <a:cs typeface="Times New Roman" pitchFamily="18" charset="0"/>
              </a:defRPr>
            </a:lvl8pPr>
            <a:lvl9pPr marL="1371635" algn="ctr" rtl="0" eaLnBrk="1" fontAlgn="base" hangingPunct="1">
              <a:spcBef>
                <a:spcPct val="0"/>
              </a:spcBef>
              <a:spcAft>
                <a:spcPct val="0"/>
              </a:spcAft>
              <a:defRPr sz="2400" b="1">
                <a:solidFill>
                  <a:schemeClr val="bg1"/>
                </a:solidFill>
                <a:latin typeface="Verdana" pitchFamily="34" charset="0"/>
                <a:cs typeface="Times New Roman" pitchFamily="18" charset="0"/>
              </a:defRPr>
            </a:lvl9pPr>
          </a:lstStyle>
          <a:p>
            <a:r>
              <a:rPr lang="en-US" sz="2000" kern="0">
                <a:latin typeface="Verdana" panose="020B0604030504040204" pitchFamily="34" charset="0"/>
                <a:ea typeface="Verdana" panose="020B0604030504040204" pitchFamily="34" charset="0"/>
                <a:cs typeface="Verdana" panose="020B0604030504040204" pitchFamily="34" charset="0"/>
              </a:rPr>
              <a:t>    CFT Summary – Status &amp; Report Summary as at 20 April 2026 (1/2) 	</a:t>
            </a:r>
            <a:endParaRPr lang="en-GB" sz="2000" kern="0">
              <a:latin typeface="Verdana" panose="020B0604030504040204" pitchFamily="34" charset="0"/>
              <a:ea typeface="Verdana" panose="020B0604030504040204" pitchFamily="34" charset="0"/>
              <a:cs typeface="Verdana" panose="020B0604030504040204" pitchFamily="34" charset="0"/>
            </a:endParaRPr>
          </a:p>
        </p:txBody>
      </p:sp>
      <p:sp>
        <p:nvSpPr>
          <p:cNvPr id="56" name="Shape 3">
            <a:extLst>
              <a:ext uri="{FF2B5EF4-FFF2-40B4-BE49-F238E27FC236}">
                <a16:creationId xmlns:a16="http://schemas.microsoft.com/office/drawing/2014/main" id="{91DA3EA7-3F36-C2C8-EB2F-0E1BD86073B2}"/>
              </a:ext>
            </a:extLst>
          </p:cNvPr>
          <p:cNvSpPr/>
          <p:nvPr/>
        </p:nvSpPr>
        <p:spPr>
          <a:xfrm>
            <a:off x="0" y="670975"/>
            <a:ext cx="12192000" cy="585216"/>
          </a:xfrm>
          <a:prstGeom prst="rect">
            <a:avLst/>
          </a:prstGeom>
          <a:solidFill>
            <a:srgbClr val="1B4F8A"/>
          </a:solidFill>
          <a:ln w="12700">
            <a:solidFill>
              <a:srgbClr val="FFF0F2"/>
            </a:solidFill>
            <a:prstDash val="solid"/>
          </a:ln>
        </p:spPr>
        <p:txBody>
          <a:bodyPr/>
          <a:lstStyle/>
          <a:p>
            <a:endParaRPr lang="en-AE"/>
          </a:p>
        </p:txBody>
      </p:sp>
      <p:sp>
        <p:nvSpPr>
          <p:cNvPr id="57" name="Text 3">
            <a:extLst>
              <a:ext uri="{FF2B5EF4-FFF2-40B4-BE49-F238E27FC236}">
                <a16:creationId xmlns:a16="http://schemas.microsoft.com/office/drawing/2014/main" id="{580F6794-2071-B4C4-F5CF-950A02C8A4B5}"/>
              </a:ext>
            </a:extLst>
          </p:cNvPr>
          <p:cNvSpPr/>
          <p:nvPr/>
        </p:nvSpPr>
        <p:spPr>
          <a:xfrm>
            <a:off x="341376" y="790255"/>
            <a:ext cx="11582400" cy="365760"/>
          </a:xfrm>
          <a:prstGeom prst="rect">
            <a:avLst/>
          </a:prstGeom>
          <a:noFill/>
          <a:ln/>
        </p:spPr>
        <p:txBody>
          <a:bodyPr wrap="square" lIns="0" tIns="0" rIns="0" bIns="0" rtlCol="0" anchor="ctr"/>
          <a:lstStyle/>
          <a:p>
            <a:r>
              <a:rPr lang="en-US" sz="1270" i="1" dirty="0">
                <a:solidFill>
                  <a:schemeClr val="bg1"/>
                </a:solidFill>
                <a:latin typeface="Verdana" panose="020B0604030504040204" pitchFamily="34" charset="0"/>
                <a:ea typeface="Verdana" panose="020B0604030504040204" pitchFamily="34" charset="0"/>
              </a:rPr>
              <a:t>The following </a:t>
            </a:r>
            <a:r>
              <a:rPr lang="en-US" sz="1270" i="1" dirty="0" err="1">
                <a:solidFill>
                  <a:schemeClr val="bg1"/>
                </a:solidFill>
                <a:latin typeface="Verdana" panose="020B0604030504040204" pitchFamily="34" charset="0"/>
                <a:ea typeface="Verdana" panose="020B0604030504040204" pitchFamily="34" charset="0"/>
              </a:rPr>
              <a:t>summarises</a:t>
            </a:r>
            <a:r>
              <a:rPr lang="en-US" sz="1270" i="1" dirty="0">
                <a:solidFill>
                  <a:schemeClr val="bg1"/>
                </a:solidFill>
                <a:latin typeface="Verdana" panose="020B0604030504040204" pitchFamily="34" charset="0"/>
                <a:ea typeface="Verdana" panose="020B0604030504040204" pitchFamily="34" charset="0"/>
              </a:rPr>
              <a:t> the status and key findings of CFT reviews as at the date of this BAC meeting. Reports of completed CFT’s are included in the BAC Reading Deck (Annexure 8.15-8.17).</a:t>
            </a:r>
          </a:p>
        </p:txBody>
      </p:sp>
      <p:sp>
        <p:nvSpPr>
          <p:cNvPr id="60" name="Text 39">
            <a:extLst>
              <a:ext uri="{FF2B5EF4-FFF2-40B4-BE49-F238E27FC236}">
                <a16:creationId xmlns:a16="http://schemas.microsoft.com/office/drawing/2014/main" id="{0DE6E7E8-5535-0480-5E41-B42EAD45F7FE}"/>
              </a:ext>
            </a:extLst>
          </p:cNvPr>
          <p:cNvSpPr/>
          <p:nvPr/>
        </p:nvSpPr>
        <p:spPr>
          <a:xfrm>
            <a:off x="5327904" y="3910688"/>
            <a:ext cx="755904" cy="292608"/>
          </a:xfrm>
          <a:prstGeom prst="rect">
            <a:avLst/>
          </a:prstGeom>
          <a:solidFill>
            <a:srgbClr val="F3F4F6"/>
          </a:solidFill>
          <a:ln>
            <a:solidFill>
              <a:schemeClr val="bg2"/>
            </a:solidFill>
          </a:ln>
        </p:spPr>
        <p:txBody>
          <a:bodyPr wrap="square" lIns="0" tIns="0" rIns="0" bIns="0" rtlCol="0" anchor="ctr"/>
          <a:lstStyle/>
          <a:p>
            <a:pPr algn="ctr"/>
            <a:r>
              <a:rPr lang="en-US" sz="867" b="1">
                <a:solidFill>
                  <a:srgbClr val="374151"/>
                </a:solidFill>
                <a:latin typeface="Verdana" panose="020B0604030504040204" pitchFamily="34" charset="0"/>
                <a:ea typeface="Verdana" panose="020B0604030504040204" pitchFamily="34" charset="0"/>
              </a:rPr>
              <a:t>13-Apr-26</a:t>
            </a:r>
            <a:endParaRPr lang="en-US" sz="867">
              <a:latin typeface="Verdana" panose="020B0604030504040204" pitchFamily="34" charset="0"/>
              <a:ea typeface="Verdana" panose="020B0604030504040204" pitchFamily="34" charset="0"/>
            </a:endParaRPr>
          </a:p>
        </p:txBody>
      </p:sp>
      <p:sp>
        <p:nvSpPr>
          <p:cNvPr id="2" name="Slide Number Placeholder 1">
            <a:extLst>
              <a:ext uri="{FF2B5EF4-FFF2-40B4-BE49-F238E27FC236}">
                <a16:creationId xmlns:a16="http://schemas.microsoft.com/office/drawing/2014/main" id="{815ABAAF-C5F6-D597-6448-CA4A8FB02262}"/>
              </a:ext>
            </a:extLst>
          </p:cNvPr>
          <p:cNvSpPr txBox="1">
            <a:spLocks/>
          </p:cNvSpPr>
          <p:nvPr/>
        </p:nvSpPr>
        <p:spPr>
          <a:xfrm>
            <a:off x="11582400" y="6620636"/>
            <a:ext cx="914400" cy="233749"/>
          </a:xfrm>
          <a:prstGeom prst="rect">
            <a:avLst/>
          </a:prstGeom>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fld id="{6516E9BE-843C-4425-80E4-36155279AD5E}" type="slidenum">
              <a:rPr kumimoji="0" lang="en-US" sz="900" b="1" i="0" u="none" strike="noStrike" kern="1200" cap="none" spc="0" normalizeH="0" baseline="0" noProof="0" smtClean="0">
                <a:ln>
                  <a:noFill/>
                </a:ln>
                <a:solidFill>
                  <a:srgbClr val="2D2926"/>
                </a:solidFill>
                <a:effectLst/>
                <a:uLnTx/>
                <a:uFillTx/>
                <a:latin typeface="Verdana" panose="020B0604030504040204" pitchFamily="34" charset="0"/>
                <a:ea typeface="Verdana" panose="020B0604030504040204" pitchFamily="34" charset="0"/>
                <a:cs typeface="Arial" charset="0"/>
              </a:rPr>
              <a:pPr marL="0" marR="0" lvl="0" indent="0" algn="ctr" defTabSz="914400" rtl="0" eaLnBrk="1" fontAlgn="base" latinLnBrk="0" hangingPunct="1">
                <a:lnSpc>
                  <a:spcPct val="100000"/>
                </a:lnSpc>
                <a:spcBef>
                  <a:spcPct val="0"/>
                </a:spcBef>
                <a:spcAft>
                  <a:spcPct val="0"/>
                </a:spcAft>
                <a:buClrTx/>
                <a:buSzTx/>
                <a:buFontTx/>
                <a:buNone/>
                <a:tabLst/>
                <a:defRPr/>
              </a:pPr>
              <a:t>7</a:t>
            </a:fld>
            <a:endParaRPr kumimoji="0" lang="en-US" sz="900" b="1" i="0" u="none" strike="noStrike" kern="1200" cap="none" spc="0" normalizeH="0" baseline="0" noProof="0">
              <a:ln>
                <a:noFill/>
              </a:ln>
              <a:solidFill>
                <a:srgbClr val="2D2926"/>
              </a:solidFill>
              <a:effectLst/>
              <a:uLnTx/>
              <a:uFillTx/>
              <a:latin typeface="Verdana" panose="020B0604030504040204" pitchFamily="34" charset="0"/>
              <a:ea typeface="Verdana" panose="020B0604030504040204" pitchFamily="34" charset="0"/>
              <a:cs typeface="Arial" charset="0"/>
            </a:endParaRPr>
          </a:p>
        </p:txBody>
      </p:sp>
      <p:sp>
        <p:nvSpPr>
          <p:cNvPr id="3" name="Text 49">
            <a:extLst>
              <a:ext uri="{FF2B5EF4-FFF2-40B4-BE49-F238E27FC236}">
                <a16:creationId xmlns:a16="http://schemas.microsoft.com/office/drawing/2014/main" id="{8FE455E7-6766-864B-FB4F-9500173ABC22}"/>
              </a:ext>
            </a:extLst>
          </p:cNvPr>
          <p:cNvSpPr/>
          <p:nvPr/>
        </p:nvSpPr>
        <p:spPr>
          <a:xfrm>
            <a:off x="151892" y="6265224"/>
            <a:ext cx="12009120" cy="391100"/>
          </a:xfrm>
          <a:prstGeom prst="rect">
            <a:avLst/>
          </a:prstGeom>
          <a:noFill/>
          <a:ln/>
        </p:spPr>
        <p:txBody>
          <a:bodyPr wrap="square" lIns="0" tIns="0" rIns="0" bIns="0" rtlCol="0" anchor="ctr"/>
          <a:lstStyle/>
          <a:p>
            <a:r>
              <a:rPr lang="en-US" sz="933" b="1">
                <a:solidFill>
                  <a:srgbClr val="166534"/>
                </a:solidFill>
              </a:rPr>
              <a:t>  ● </a:t>
            </a:r>
            <a:r>
              <a:rPr lang="en-US" sz="933" b="1">
                <a:solidFill>
                  <a:schemeClr val="bg2"/>
                </a:solidFill>
              </a:rPr>
              <a:t>Reports Issued  3</a:t>
            </a:r>
            <a:r>
              <a:rPr lang="en-US" sz="933">
                <a:solidFill>
                  <a:schemeClr val="bg2"/>
                </a:solidFill>
              </a:rPr>
              <a:t> </a:t>
            </a:r>
            <a:r>
              <a:rPr lang="en-US" sz="933">
                <a:solidFill>
                  <a:srgbClr val="4A4A6A"/>
                </a:solidFill>
              </a:rPr>
              <a:t>reviews completed                                                                                                                                                 .                                                             </a:t>
            </a:r>
            <a:endParaRPr lang="en-US" sz="933"/>
          </a:p>
        </p:txBody>
      </p:sp>
      <p:sp>
        <p:nvSpPr>
          <p:cNvPr id="5" name="Text 14">
            <a:extLst>
              <a:ext uri="{FF2B5EF4-FFF2-40B4-BE49-F238E27FC236}">
                <a16:creationId xmlns:a16="http://schemas.microsoft.com/office/drawing/2014/main" id="{F32B5DF6-28E6-C5E7-96A3-87F435BD1674}"/>
              </a:ext>
            </a:extLst>
          </p:cNvPr>
          <p:cNvSpPr/>
          <p:nvPr/>
        </p:nvSpPr>
        <p:spPr>
          <a:xfrm>
            <a:off x="329783" y="2675748"/>
            <a:ext cx="2877312" cy="821741"/>
          </a:xfrm>
          <a:prstGeom prst="rect">
            <a:avLst/>
          </a:prstGeom>
          <a:noFill/>
          <a:ln/>
        </p:spPr>
        <p:txBody>
          <a:bodyPr wrap="square" lIns="0" tIns="0" rIns="0" bIns="0" rtlCol="0" anchor="ctr"/>
          <a:lstStyle/>
          <a:p>
            <a:r>
              <a:rPr lang="en-US" sz="1000" b="1" dirty="0">
                <a:solidFill>
                  <a:schemeClr val="bg2"/>
                </a:solidFill>
                <a:latin typeface="Verdana" panose="020B0604030504040204" pitchFamily="34" charset="0"/>
                <a:ea typeface="Verdana" panose="020B0604030504040204" pitchFamily="34" charset="0"/>
              </a:rPr>
              <a:t>Cloud Operations, Resilience, and Crisis Controls</a:t>
            </a:r>
          </a:p>
          <a:p>
            <a:r>
              <a:rPr lang="en-US" sz="800" dirty="0">
                <a:solidFill>
                  <a:schemeClr val="bg2"/>
                </a:solidFill>
                <a:latin typeface="Verdana"/>
                <a:ea typeface="Verdana"/>
                <a:cs typeface="Arial"/>
              </a:rPr>
              <a:t>Refer Annexure 8.16</a:t>
            </a:r>
            <a:endParaRPr lang="en-US" sz="800" b="1" dirty="0">
              <a:solidFill>
                <a:schemeClr val="bg2"/>
              </a:solidFill>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15310491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Shape 33">
            <a:extLst>
              <a:ext uri="{FF2B5EF4-FFF2-40B4-BE49-F238E27FC236}">
                <a16:creationId xmlns:a16="http://schemas.microsoft.com/office/drawing/2014/main" id="{3D72932B-CFD7-D056-9954-715C18B023FE}"/>
              </a:ext>
            </a:extLst>
          </p:cNvPr>
          <p:cNvSpPr/>
          <p:nvPr/>
        </p:nvSpPr>
        <p:spPr>
          <a:xfrm>
            <a:off x="6223450" y="3429000"/>
            <a:ext cx="5949696" cy="919277"/>
          </a:xfrm>
          <a:prstGeom prst="rect">
            <a:avLst/>
          </a:prstGeom>
          <a:solidFill>
            <a:srgbClr val="F5F5F5"/>
          </a:solidFill>
          <a:ln w="12700">
            <a:solidFill>
              <a:srgbClr val="DDDDDD"/>
            </a:solidFill>
            <a:prstDash val="solid"/>
          </a:ln>
        </p:spPr>
        <p:txBody>
          <a:bodyPr/>
          <a:lstStyle/>
          <a:p>
            <a:endParaRPr lang="en-AE"/>
          </a:p>
        </p:txBody>
      </p:sp>
      <p:sp>
        <p:nvSpPr>
          <p:cNvPr id="4" name="Text 2"/>
          <p:cNvSpPr/>
          <p:nvPr/>
        </p:nvSpPr>
        <p:spPr>
          <a:xfrm>
            <a:off x="0" y="0"/>
            <a:ext cx="11765280" cy="999744"/>
          </a:xfrm>
          <a:prstGeom prst="rect">
            <a:avLst/>
          </a:prstGeom>
          <a:noFill/>
          <a:ln/>
        </p:spPr>
        <p:txBody>
          <a:bodyPr wrap="square" lIns="0" tIns="0" rIns="0" bIns="0" rtlCol="0" anchor="ctr"/>
          <a:lstStyle/>
          <a:p>
            <a:pPr algn="r"/>
            <a:endParaRPr lang="en-US" sz="1133"/>
          </a:p>
        </p:txBody>
      </p:sp>
      <p:sp>
        <p:nvSpPr>
          <p:cNvPr id="6" name="Shape 4"/>
          <p:cNvSpPr/>
          <p:nvPr/>
        </p:nvSpPr>
        <p:spPr>
          <a:xfrm>
            <a:off x="182880" y="1222902"/>
            <a:ext cx="3048000" cy="365760"/>
          </a:xfrm>
          <a:prstGeom prst="rect">
            <a:avLst/>
          </a:prstGeom>
          <a:solidFill>
            <a:srgbClr val="1A1A2E"/>
          </a:solidFill>
          <a:ln w="12700">
            <a:solidFill>
              <a:srgbClr val="1A1A2E"/>
            </a:solidFill>
            <a:prstDash val="solid"/>
          </a:ln>
        </p:spPr>
        <p:txBody>
          <a:bodyPr/>
          <a:lstStyle/>
          <a:p>
            <a:endParaRPr lang="en-AE">
              <a:latin typeface="Verdana" panose="020B0604030504040204" pitchFamily="34" charset="0"/>
              <a:ea typeface="Verdana" panose="020B0604030504040204" pitchFamily="34" charset="0"/>
            </a:endParaRPr>
          </a:p>
        </p:txBody>
      </p:sp>
      <p:sp>
        <p:nvSpPr>
          <p:cNvPr id="7" name="Text 5"/>
          <p:cNvSpPr/>
          <p:nvPr/>
        </p:nvSpPr>
        <p:spPr>
          <a:xfrm>
            <a:off x="231648" y="1222902"/>
            <a:ext cx="2974848" cy="365760"/>
          </a:xfrm>
          <a:prstGeom prst="rect">
            <a:avLst/>
          </a:prstGeom>
          <a:noFill/>
          <a:ln/>
        </p:spPr>
        <p:txBody>
          <a:bodyPr wrap="square" lIns="0" tIns="0" rIns="0" bIns="0" rtlCol="0" anchor="ctr"/>
          <a:lstStyle/>
          <a:p>
            <a:pPr algn="ctr"/>
            <a:r>
              <a:rPr lang="en-US" sz="1040" b="1">
                <a:solidFill>
                  <a:srgbClr val="FFFFFF"/>
                </a:solidFill>
                <a:latin typeface="Verdana" panose="020B0604030504040204" pitchFamily="34" charset="0"/>
                <a:ea typeface="Verdana" panose="020B0604030504040204" pitchFamily="34" charset="0"/>
              </a:rPr>
              <a:t>CFT Area / Theme</a:t>
            </a:r>
            <a:endParaRPr lang="en-US" sz="1040">
              <a:latin typeface="Verdana" panose="020B0604030504040204" pitchFamily="34" charset="0"/>
              <a:ea typeface="Verdana" panose="020B0604030504040204" pitchFamily="34" charset="0"/>
            </a:endParaRPr>
          </a:p>
        </p:txBody>
      </p:sp>
      <p:sp>
        <p:nvSpPr>
          <p:cNvPr id="8" name="Shape 6"/>
          <p:cNvSpPr/>
          <p:nvPr/>
        </p:nvSpPr>
        <p:spPr>
          <a:xfrm>
            <a:off x="3267456" y="1222902"/>
            <a:ext cx="1950720" cy="365760"/>
          </a:xfrm>
          <a:prstGeom prst="rect">
            <a:avLst/>
          </a:prstGeom>
          <a:solidFill>
            <a:srgbClr val="1E3A5F"/>
          </a:solidFill>
          <a:ln w="12700">
            <a:solidFill>
              <a:srgbClr val="1E3A5F"/>
            </a:solidFill>
            <a:prstDash val="solid"/>
          </a:ln>
        </p:spPr>
        <p:txBody>
          <a:bodyPr/>
          <a:lstStyle/>
          <a:p>
            <a:endParaRPr lang="en-AE">
              <a:latin typeface="Verdana" panose="020B0604030504040204" pitchFamily="34" charset="0"/>
              <a:ea typeface="Verdana" panose="020B0604030504040204" pitchFamily="34" charset="0"/>
            </a:endParaRPr>
          </a:p>
        </p:txBody>
      </p:sp>
      <p:sp>
        <p:nvSpPr>
          <p:cNvPr id="9" name="Text 7"/>
          <p:cNvSpPr/>
          <p:nvPr/>
        </p:nvSpPr>
        <p:spPr>
          <a:xfrm>
            <a:off x="3316224" y="1222902"/>
            <a:ext cx="1877568" cy="365760"/>
          </a:xfrm>
          <a:prstGeom prst="rect">
            <a:avLst/>
          </a:prstGeom>
          <a:noFill/>
          <a:ln/>
        </p:spPr>
        <p:txBody>
          <a:bodyPr wrap="square" lIns="0" tIns="0" rIns="0" bIns="0" rtlCol="0" anchor="ctr"/>
          <a:lstStyle/>
          <a:p>
            <a:pPr algn="ctr"/>
            <a:r>
              <a:rPr lang="en-US" sz="1040" b="1">
                <a:solidFill>
                  <a:srgbClr val="FFFFFF"/>
                </a:solidFill>
                <a:latin typeface="Verdana" panose="020B0604030504040204" pitchFamily="34" charset="0"/>
                <a:ea typeface="Verdana" panose="020B0604030504040204" pitchFamily="34" charset="0"/>
              </a:rPr>
              <a:t>Management Key Risk</a:t>
            </a:r>
            <a:endParaRPr lang="en-US" sz="1040">
              <a:latin typeface="Verdana" panose="020B0604030504040204" pitchFamily="34" charset="0"/>
              <a:ea typeface="Verdana" panose="020B0604030504040204" pitchFamily="34" charset="0"/>
            </a:endParaRPr>
          </a:p>
        </p:txBody>
      </p:sp>
      <p:sp>
        <p:nvSpPr>
          <p:cNvPr id="10" name="Shape 8"/>
          <p:cNvSpPr/>
          <p:nvPr/>
        </p:nvSpPr>
        <p:spPr>
          <a:xfrm>
            <a:off x="5254752" y="1222902"/>
            <a:ext cx="877824" cy="365760"/>
          </a:xfrm>
          <a:prstGeom prst="rect">
            <a:avLst/>
          </a:prstGeom>
          <a:solidFill>
            <a:srgbClr val="1A1A2E"/>
          </a:solidFill>
          <a:ln w="12700">
            <a:solidFill>
              <a:srgbClr val="1A1A2E"/>
            </a:solidFill>
            <a:prstDash val="solid"/>
          </a:ln>
        </p:spPr>
        <p:txBody>
          <a:bodyPr/>
          <a:lstStyle/>
          <a:p>
            <a:endParaRPr lang="en-AE">
              <a:latin typeface="Verdana" panose="020B0604030504040204" pitchFamily="34" charset="0"/>
              <a:ea typeface="Verdana" panose="020B0604030504040204" pitchFamily="34" charset="0"/>
            </a:endParaRPr>
          </a:p>
        </p:txBody>
      </p:sp>
      <p:sp>
        <p:nvSpPr>
          <p:cNvPr id="11" name="Text 9"/>
          <p:cNvSpPr/>
          <p:nvPr/>
        </p:nvSpPr>
        <p:spPr>
          <a:xfrm>
            <a:off x="5303520" y="1222902"/>
            <a:ext cx="804672" cy="365760"/>
          </a:xfrm>
          <a:prstGeom prst="rect">
            <a:avLst/>
          </a:prstGeom>
          <a:noFill/>
          <a:ln/>
        </p:spPr>
        <p:txBody>
          <a:bodyPr wrap="square" lIns="0" tIns="0" rIns="0" bIns="0" rtlCol="0" anchor="ctr"/>
          <a:lstStyle/>
          <a:p>
            <a:pPr algn="ctr"/>
            <a:r>
              <a:rPr lang="en-US" sz="1040" b="1">
                <a:solidFill>
                  <a:srgbClr val="FFFFFF"/>
                </a:solidFill>
                <a:latin typeface="Verdana" panose="020B0604030504040204" pitchFamily="34" charset="0"/>
                <a:ea typeface="Verdana" panose="020B0604030504040204" pitchFamily="34" charset="0"/>
              </a:rPr>
              <a:t>Status</a:t>
            </a:r>
            <a:endParaRPr lang="en-US" sz="1040">
              <a:latin typeface="Verdana" panose="020B0604030504040204" pitchFamily="34" charset="0"/>
              <a:ea typeface="Verdana" panose="020B0604030504040204" pitchFamily="34" charset="0"/>
            </a:endParaRPr>
          </a:p>
        </p:txBody>
      </p:sp>
      <p:sp>
        <p:nvSpPr>
          <p:cNvPr id="13" name="Text 11"/>
          <p:cNvSpPr/>
          <p:nvPr/>
        </p:nvSpPr>
        <p:spPr>
          <a:xfrm>
            <a:off x="6189345" y="1222804"/>
            <a:ext cx="5766816" cy="365760"/>
          </a:xfrm>
          <a:prstGeom prst="rect">
            <a:avLst/>
          </a:prstGeom>
          <a:noFill/>
          <a:ln/>
        </p:spPr>
        <p:txBody>
          <a:bodyPr wrap="square" lIns="0" tIns="0" rIns="0" bIns="0" rtlCol="0" anchor="ctr"/>
          <a:lstStyle/>
          <a:p>
            <a:pPr algn="ctr"/>
            <a:r>
              <a:rPr lang="en-US" sz="1040" b="1">
                <a:solidFill>
                  <a:srgbClr val="FFFFFF"/>
                </a:solidFill>
                <a:latin typeface="Verdana" panose="020B0604030504040204" pitchFamily="34" charset="0"/>
                <a:ea typeface="Verdana" panose="020B0604030504040204" pitchFamily="34" charset="0"/>
              </a:rPr>
              <a:t>Report Summary</a:t>
            </a:r>
            <a:endParaRPr lang="en-US" sz="1040">
              <a:latin typeface="Verdana" panose="020B0604030504040204" pitchFamily="34" charset="0"/>
              <a:ea typeface="Verdana" panose="020B0604030504040204" pitchFamily="34" charset="0"/>
            </a:endParaRPr>
          </a:p>
        </p:txBody>
      </p:sp>
      <p:sp>
        <p:nvSpPr>
          <p:cNvPr id="14" name="Shape 12"/>
          <p:cNvSpPr/>
          <p:nvPr/>
        </p:nvSpPr>
        <p:spPr>
          <a:xfrm>
            <a:off x="182880" y="1625238"/>
            <a:ext cx="11826240" cy="919277"/>
          </a:xfrm>
          <a:prstGeom prst="rect">
            <a:avLst/>
          </a:prstGeom>
          <a:solidFill>
            <a:srgbClr val="FFFFFF"/>
          </a:solidFill>
          <a:ln w="12700">
            <a:solidFill>
              <a:srgbClr val="DDDDDD"/>
            </a:solidFill>
            <a:prstDash val="solid"/>
          </a:ln>
        </p:spPr>
        <p:txBody>
          <a:bodyPr/>
          <a:lstStyle/>
          <a:p>
            <a:endParaRPr lang="en-AE"/>
          </a:p>
        </p:txBody>
      </p:sp>
      <p:sp>
        <p:nvSpPr>
          <p:cNvPr id="21" name="Shape 19"/>
          <p:cNvSpPr/>
          <p:nvPr/>
        </p:nvSpPr>
        <p:spPr>
          <a:xfrm>
            <a:off x="182880" y="2544516"/>
            <a:ext cx="11826240" cy="919277"/>
          </a:xfrm>
          <a:prstGeom prst="rect">
            <a:avLst/>
          </a:prstGeom>
          <a:solidFill>
            <a:srgbClr val="F5F5F5"/>
          </a:solidFill>
          <a:ln w="12700">
            <a:solidFill>
              <a:srgbClr val="DDDDDD"/>
            </a:solidFill>
            <a:prstDash val="solid"/>
          </a:ln>
        </p:spPr>
        <p:txBody>
          <a:bodyPr/>
          <a:lstStyle/>
          <a:p>
            <a:endParaRPr lang="en-AE"/>
          </a:p>
        </p:txBody>
      </p:sp>
      <p:sp>
        <p:nvSpPr>
          <p:cNvPr id="22" name="Shape 20"/>
          <p:cNvSpPr/>
          <p:nvPr/>
        </p:nvSpPr>
        <p:spPr>
          <a:xfrm>
            <a:off x="182880" y="1611263"/>
            <a:ext cx="73152" cy="919277"/>
          </a:xfrm>
          <a:prstGeom prst="rect">
            <a:avLst/>
          </a:prstGeom>
          <a:solidFill>
            <a:srgbClr val="C00000"/>
          </a:solidFill>
          <a:ln w="12700">
            <a:solidFill>
              <a:srgbClr val="0F766E"/>
            </a:solidFill>
            <a:prstDash val="solid"/>
          </a:ln>
        </p:spPr>
        <p:txBody>
          <a:bodyPr/>
          <a:lstStyle/>
          <a:p>
            <a:endParaRPr lang="en-AE">
              <a:latin typeface="Verdana" panose="020B0604030504040204" pitchFamily="34" charset="0"/>
              <a:ea typeface="Verdana" panose="020B0604030504040204" pitchFamily="34" charset="0"/>
            </a:endParaRPr>
          </a:p>
        </p:txBody>
      </p:sp>
      <p:sp>
        <p:nvSpPr>
          <p:cNvPr id="23" name="Text 21"/>
          <p:cNvSpPr/>
          <p:nvPr/>
        </p:nvSpPr>
        <p:spPr>
          <a:xfrm>
            <a:off x="304800" y="1660031"/>
            <a:ext cx="2877312" cy="821741"/>
          </a:xfrm>
          <a:prstGeom prst="rect">
            <a:avLst/>
          </a:prstGeom>
          <a:noFill/>
          <a:ln/>
        </p:spPr>
        <p:txBody>
          <a:bodyPr wrap="square" lIns="0" tIns="0" rIns="0" bIns="0" rtlCol="0" anchor="ctr"/>
          <a:lstStyle/>
          <a:p>
            <a:r>
              <a:rPr lang="en-US" sz="1000" b="1">
                <a:solidFill>
                  <a:schemeClr val="bg2"/>
                </a:solidFill>
                <a:latin typeface="Verdana" panose="020B0604030504040204" pitchFamily="34" charset="0"/>
                <a:ea typeface="Verdana" panose="020B0604030504040204" pitchFamily="34" charset="0"/>
              </a:rPr>
              <a:t>Customer Protection &amp; Conduct — Credit Cards Lifecycle</a:t>
            </a:r>
          </a:p>
        </p:txBody>
      </p:sp>
      <p:sp>
        <p:nvSpPr>
          <p:cNvPr id="24" name="Text 22"/>
          <p:cNvSpPr/>
          <p:nvPr/>
        </p:nvSpPr>
        <p:spPr>
          <a:xfrm>
            <a:off x="3316224" y="1660031"/>
            <a:ext cx="1877568" cy="821741"/>
          </a:xfrm>
          <a:prstGeom prst="rect">
            <a:avLst/>
          </a:prstGeom>
          <a:noFill/>
          <a:ln/>
        </p:spPr>
        <p:txBody>
          <a:bodyPr wrap="square" lIns="0" tIns="0" rIns="0" bIns="0" rtlCol="0" anchor="ctr"/>
          <a:lstStyle/>
          <a:p>
            <a:r>
              <a:rPr lang="en-US" sz="933" b="1" dirty="0">
                <a:solidFill>
                  <a:schemeClr val="bg2"/>
                </a:solidFill>
                <a:latin typeface="Verdana" panose="020B0604030504040204" pitchFamily="34" charset="0"/>
                <a:ea typeface="Verdana" panose="020B0604030504040204" pitchFamily="34" charset="0"/>
              </a:rPr>
              <a:t>Customer Confidence Risk</a:t>
            </a:r>
          </a:p>
        </p:txBody>
      </p:sp>
      <p:sp>
        <p:nvSpPr>
          <p:cNvPr id="28" name="Shape 26"/>
          <p:cNvSpPr/>
          <p:nvPr/>
        </p:nvSpPr>
        <p:spPr>
          <a:xfrm>
            <a:off x="182880" y="3463792"/>
            <a:ext cx="5949696" cy="919277"/>
          </a:xfrm>
          <a:prstGeom prst="rect">
            <a:avLst/>
          </a:prstGeom>
          <a:solidFill>
            <a:srgbClr val="FFFFFF"/>
          </a:solidFill>
          <a:ln w="12700">
            <a:solidFill>
              <a:srgbClr val="DDDDDD"/>
            </a:solidFill>
            <a:prstDash val="solid"/>
          </a:ln>
        </p:spPr>
        <p:txBody>
          <a:bodyPr/>
          <a:lstStyle/>
          <a:p>
            <a:endParaRPr lang="en-AE"/>
          </a:p>
        </p:txBody>
      </p:sp>
      <p:sp>
        <p:nvSpPr>
          <p:cNvPr id="29" name="Shape 27"/>
          <p:cNvSpPr/>
          <p:nvPr/>
        </p:nvSpPr>
        <p:spPr>
          <a:xfrm>
            <a:off x="182880" y="2530539"/>
            <a:ext cx="73152" cy="919277"/>
          </a:xfrm>
          <a:prstGeom prst="rect">
            <a:avLst/>
          </a:prstGeom>
          <a:solidFill>
            <a:srgbClr val="C00000"/>
          </a:solidFill>
          <a:ln w="12700">
            <a:solidFill>
              <a:srgbClr val="0369A1"/>
            </a:solidFill>
            <a:prstDash val="solid"/>
          </a:ln>
        </p:spPr>
        <p:txBody>
          <a:bodyPr/>
          <a:lstStyle/>
          <a:p>
            <a:endParaRPr lang="en-AE">
              <a:latin typeface="Verdana" panose="020B0604030504040204" pitchFamily="34" charset="0"/>
              <a:ea typeface="Verdana" panose="020B0604030504040204" pitchFamily="34" charset="0"/>
            </a:endParaRPr>
          </a:p>
        </p:txBody>
      </p:sp>
      <p:sp>
        <p:nvSpPr>
          <p:cNvPr id="30" name="Text 28"/>
          <p:cNvSpPr/>
          <p:nvPr/>
        </p:nvSpPr>
        <p:spPr>
          <a:xfrm>
            <a:off x="304800" y="2579307"/>
            <a:ext cx="2877312" cy="821741"/>
          </a:xfrm>
          <a:prstGeom prst="rect">
            <a:avLst/>
          </a:prstGeom>
          <a:noFill/>
          <a:ln/>
        </p:spPr>
        <p:txBody>
          <a:bodyPr wrap="square" lIns="0" tIns="0" rIns="0" bIns="0" rtlCol="0" anchor="ctr"/>
          <a:lstStyle/>
          <a:p>
            <a:r>
              <a:rPr lang="en-US" sz="1000" b="1">
                <a:solidFill>
                  <a:schemeClr val="bg2"/>
                </a:solidFill>
                <a:latin typeface="Verdana" panose="020B0604030504040204" pitchFamily="34" charset="0"/>
                <a:ea typeface="Verdana" panose="020B0604030504040204" pitchFamily="34" charset="0"/>
              </a:rPr>
              <a:t>BCM Adequacy &amp; Crisis Response Governance</a:t>
            </a:r>
            <a:endParaRPr lang="en-US" sz="1000">
              <a:solidFill>
                <a:schemeClr val="bg2"/>
              </a:solidFill>
              <a:latin typeface="Verdana" panose="020B0604030504040204" pitchFamily="34" charset="0"/>
              <a:ea typeface="Verdana" panose="020B0604030504040204" pitchFamily="34" charset="0"/>
            </a:endParaRPr>
          </a:p>
        </p:txBody>
      </p:sp>
      <p:sp>
        <p:nvSpPr>
          <p:cNvPr id="31" name="Text 29"/>
          <p:cNvSpPr/>
          <p:nvPr/>
        </p:nvSpPr>
        <p:spPr>
          <a:xfrm>
            <a:off x="3316224" y="2579307"/>
            <a:ext cx="1877568" cy="821741"/>
          </a:xfrm>
          <a:prstGeom prst="rect">
            <a:avLst/>
          </a:prstGeom>
          <a:noFill/>
          <a:ln/>
        </p:spPr>
        <p:txBody>
          <a:bodyPr wrap="square" lIns="0" tIns="0" rIns="0" bIns="0" rtlCol="0" anchor="ctr"/>
          <a:lstStyle/>
          <a:p>
            <a:r>
              <a:rPr lang="en-US" sz="933" b="1" dirty="0">
                <a:solidFill>
                  <a:schemeClr val="bg2"/>
                </a:solidFill>
                <a:latin typeface="Verdana" panose="020B0604030504040204" pitchFamily="34" charset="0"/>
                <a:ea typeface="Verdana" panose="020B0604030504040204" pitchFamily="34" charset="0"/>
              </a:rPr>
              <a:t>BCM / Operational Resilience</a:t>
            </a:r>
            <a:endParaRPr lang="en-US" sz="933" dirty="0">
              <a:solidFill>
                <a:schemeClr val="bg2"/>
              </a:solidFill>
              <a:latin typeface="Verdana" panose="020B0604030504040204" pitchFamily="34" charset="0"/>
              <a:ea typeface="Verdana" panose="020B0604030504040204" pitchFamily="34" charset="0"/>
            </a:endParaRPr>
          </a:p>
        </p:txBody>
      </p:sp>
      <p:sp>
        <p:nvSpPr>
          <p:cNvPr id="33" name="Text 31"/>
          <p:cNvSpPr/>
          <p:nvPr/>
        </p:nvSpPr>
        <p:spPr>
          <a:xfrm>
            <a:off x="5327904" y="2843873"/>
            <a:ext cx="755904" cy="292608"/>
          </a:xfrm>
          <a:prstGeom prst="rect">
            <a:avLst/>
          </a:prstGeom>
          <a:noFill/>
          <a:ln/>
        </p:spPr>
        <p:txBody>
          <a:bodyPr wrap="square" lIns="0" tIns="0" rIns="0" bIns="0" rtlCol="0" anchor="ctr"/>
          <a:lstStyle/>
          <a:p>
            <a:pPr algn="ctr"/>
            <a:endParaRPr lang="en-US" sz="867">
              <a:solidFill>
                <a:schemeClr val="bg2"/>
              </a:solidFill>
              <a:latin typeface="Verdana" panose="020B0604030504040204" pitchFamily="34" charset="0"/>
              <a:ea typeface="Verdana" panose="020B0604030504040204" pitchFamily="34" charset="0"/>
            </a:endParaRPr>
          </a:p>
        </p:txBody>
      </p:sp>
      <p:sp>
        <p:nvSpPr>
          <p:cNvPr id="35" name="Shape 33"/>
          <p:cNvSpPr/>
          <p:nvPr/>
        </p:nvSpPr>
        <p:spPr>
          <a:xfrm>
            <a:off x="182880" y="4383069"/>
            <a:ext cx="5948704" cy="919277"/>
          </a:xfrm>
          <a:prstGeom prst="rect">
            <a:avLst/>
          </a:prstGeom>
          <a:solidFill>
            <a:srgbClr val="F8F8F8"/>
          </a:solidFill>
          <a:ln w="12700">
            <a:solidFill>
              <a:srgbClr val="DDDDDD"/>
            </a:solidFill>
            <a:prstDash val="solid"/>
          </a:ln>
        </p:spPr>
        <p:txBody>
          <a:bodyPr/>
          <a:lstStyle/>
          <a:p>
            <a:endParaRPr lang="en-AE"/>
          </a:p>
        </p:txBody>
      </p:sp>
      <p:sp>
        <p:nvSpPr>
          <p:cNvPr id="36" name="Shape 34"/>
          <p:cNvSpPr/>
          <p:nvPr/>
        </p:nvSpPr>
        <p:spPr>
          <a:xfrm>
            <a:off x="182880" y="3449816"/>
            <a:ext cx="73152" cy="919277"/>
          </a:xfrm>
          <a:prstGeom prst="rect">
            <a:avLst/>
          </a:prstGeom>
          <a:solidFill>
            <a:srgbClr val="C00000"/>
          </a:solidFill>
          <a:ln w="12700">
            <a:solidFill>
              <a:srgbClr val="0F766E"/>
            </a:solidFill>
            <a:prstDash val="solid"/>
          </a:ln>
        </p:spPr>
        <p:txBody>
          <a:bodyPr/>
          <a:lstStyle/>
          <a:p>
            <a:endParaRPr lang="en-AE">
              <a:latin typeface="Verdana" panose="020B0604030504040204" pitchFamily="34" charset="0"/>
              <a:ea typeface="Verdana" panose="020B0604030504040204" pitchFamily="34" charset="0"/>
            </a:endParaRPr>
          </a:p>
        </p:txBody>
      </p:sp>
      <p:sp>
        <p:nvSpPr>
          <p:cNvPr id="38" name="Text 36"/>
          <p:cNvSpPr/>
          <p:nvPr/>
        </p:nvSpPr>
        <p:spPr>
          <a:xfrm>
            <a:off x="304800" y="3498584"/>
            <a:ext cx="2877312" cy="821741"/>
          </a:xfrm>
          <a:prstGeom prst="rect">
            <a:avLst/>
          </a:prstGeom>
          <a:noFill/>
          <a:ln/>
        </p:spPr>
        <p:txBody>
          <a:bodyPr wrap="square" lIns="0" tIns="0" rIns="0" bIns="0" rtlCol="0" anchor="ctr"/>
          <a:lstStyle/>
          <a:p>
            <a:r>
              <a:rPr lang="en-US" sz="1000" b="1">
                <a:solidFill>
                  <a:schemeClr val="bg2"/>
                </a:solidFill>
                <a:latin typeface="Verdana" panose="020B0604030504040204" pitchFamily="34" charset="0"/>
                <a:ea typeface="Verdana" panose="020B0604030504040204" pitchFamily="34" charset="0"/>
              </a:rPr>
              <a:t>Digital Banking Temporary Workarounds (RAK Token &amp; Limit Enhancements)</a:t>
            </a:r>
            <a:endParaRPr lang="en-US" sz="1000">
              <a:solidFill>
                <a:schemeClr val="bg2"/>
              </a:solidFill>
              <a:latin typeface="Verdana" panose="020B0604030504040204" pitchFamily="34" charset="0"/>
              <a:ea typeface="Verdana" panose="020B0604030504040204" pitchFamily="34" charset="0"/>
            </a:endParaRPr>
          </a:p>
        </p:txBody>
      </p:sp>
      <p:sp>
        <p:nvSpPr>
          <p:cNvPr id="39" name="Text 37"/>
          <p:cNvSpPr/>
          <p:nvPr/>
        </p:nvSpPr>
        <p:spPr>
          <a:xfrm>
            <a:off x="3316224" y="3498584"/>
            <a:ext cx="1877568" cy="821741"/>
          </a:xfrm>
          <a:prstGeom prst="rect">
            <a:avLst/>
          </a:prstGeom>
          <a:noFill/>
          <a:ln/>
        </p:spPr>
        <p:txBody>
          <a:bodyPr wrap="square" lIns="0" tIns="0" rIns="0" bIns="0" rtlCol="0" anchor="ctr"/>
          <a:lstStyle/>
          <a:p>
            <a:r>
              <a:rPr lang="en-US" sz="933" b="1" dirty="0">
                <a:solidFill>
                  <a:schemeClr val="bg2"/>
                </a:solidFill>
                <a:latin typeface="Verdana" panose="020B0604030504040204" pitchFamily="34" charset="0"/>
                <a:ea typeface="Verdana" panose="020B0604030504040204" pitchFamily="34" charset="0"/>
              </a:rPr>
              <a:t>Customer Confidence Risk</a:t>
            </a:r>
            <a:endParaRPr lang="en-US" sz="933" dirty="0">
              <a:solidFill>
                <a:schemeClr val="bg2"/>
              </a:solidFill>
              <a:latin typeface="Verdana" panose="020B0604030504040204" pitchFamily="34" charset="0"/>
              <a:ea typeface="Verdana" panose="020B0604030504040204" pitchFamily="34" charset="0"/>
            </a:endParaRPr>
          </a:p>
        </p:txBody>
      </p:sp>
      <p:sp>
        <p:nvSpPr>
          <p:cNvPr id="40" name="Shape 38"/>
          <p:cNvSpPr/>
          <p:nvPr/>
        </p:nvSpPr>
        <p:spPr>
          <a:xfrm>
            <a:off x="5327904" y="3763150"/>
            <a:ext cx="755904" cy="292608"/>
          </a:xfrm>
          <a:prstGeom prst="rect">
            <a:avLst/>
          </a:prstGeom>
          <a:solidFill>
            <a:srgbClr val="F3F4F6"/>
          </a:solidFill>
          <a:ln w="12700">
            <a:solidFill>
              <a:srgbClr val="374151"/>
            </a:solidFill>
            <a:prstDash val="solid"/>
          </a:ln>
        </p:spPr>
        <p:txBody>
          <a:bodyPr/>
          <a:lstStyle/>
          <a:p>
            <a:endParaRPr lang="en-AE">
              <a:latin typeface="Verdana" panose="020B0604030504040204" pitchFamily="34" charset="0"/>
              <a:ea typeface="Verdana" panose="020B0604030504040204" pitchFamily="34" charset="0"/>
            </a:endParaRPr>
          </a:p>
        </p:txBody>
      </p:sp>
      <p:sp>
        <p:nvSpPr>
          <p:cNvPr id="41" name="Text 39"/>
          <p:cNvSpPr/>
          <p:nvPr/>
        </p:nvSpPr>
        <p:spPr>
          <a:xfrm>
            <a:off x="5327904" y="3763150"/>
            <a:ext cx="755904" cy="292608"/>
          </a:xfrm>
          <a:prstGeom prst="rect">
            <a:avLst/>
          </a:prstGeom>
          <a:noFill/>
          <a:ln/>
        </p:spPr>
        <p:txBody>
          <a:bodyPr wrap="square" lIns="0" tIns="0" rIns="0" bIns="0" rtlCol="0" anchor="ctr"/>
          <a:lstStyle/>
          <a:p>
            <a:pPr algn="ctr"/>
            <a:r>
              <a:rPr lang="en-US" sz="867" b="1">
                <a:solidFill>
                  <a:srgbClr val="374151"/>
                </a:solidFill>
                <a:latin typeface="Verdana" panose="020B0604030504040204" pitchFamily="34" charset="0"/>
                <a:ea typeface="Verdana" panose="020B0604030504040204" pitchFamily="34" charset="0"/>
              </a:rPr>
              <a:t>Scheduled April end</a:t>
            </a:r>
            <a:endParaRPr lang="en-US" sz="867">
              <a:latin typeface="Verdana" panose="020B0604030504040204" pitchFamily="34" charset="0"/>
              <a:ea typeface="Verdana" panose="020B0604030504040204" pitchFamily="34" charset="0"/>
            </a:endParaRPr>
          </a:p>
        </p:txBody>
      </p:sp>
      <p:sp>
        <p:nvSpPr>
          <p:cNvPr id="44" name="Shape 42"/>
          <p:cNvSpPr/>
          <p:nvPr/>
        </p:nvSpPr>
        <p:spPr>
          <a:xfrm>
            <a:off x="182880" y="4369092"/>
            <a:ext cx="73152" cy="919277"/>
          </a:xfrm>
          <a:prstGeom prst="rect">
            <a:avLst/>
          </a:prstGeom>
          <a:solidFill>
            <a:srgbClr val="C00000"/>
          </a:solidFill>
          <a:ln w="12700">
            <a:solidFill>
              <a:srgbClr val="6D28D9"/>
            </a:solidFill>
            <a:prstDash val="solid"/>
          </a:ln>
        </p:spPr>
        <p:txBody>
          <a:bodyPr/>
          <a:lstStyle/>
          <a:p>
            <a:endParaRPr lang="en-AE"/>
          </a:p>
        </p:txBody>
      </p:sp>
      <p:sp>
        <p:nvSpPr>
          <p:cNvPr id="45" name="Text 43"/>
          <p:cNvSpPr/>
          <p:nvPr/>
        </p:nvSpPr>
        <p:spPr>
          <a:xfrm>
            <a:off x="304800" y="4417860"/>
            <a:ext cx="2877312" cy="821741"/>
          </a:xfrm>
          <a:prstGeom prst="rect">
            <a:avLst/>
          </a:prstGeom>
          <a:noFill/>
          <a:ln/>
        </p:spPr>
        <p:txBody>
          <a:bodyPr wrap="square" lIns="0" tIns="0" rIns="0" bIns="0" rtlCol="0" anchor="ctr"/>
          <a:lstStyle/>
          <a:p>
            <a:r>
              <a:rPr lang="en-US" sz="1000" b="1">
                <a:solidFill>
                  <a:schemeClr val="bg2"/>
                </a:solidFill>
                <a:latin typeface="Verdana" panose="020B0604030504040204" pitchFamily="34" charset="0"/>
                <a:ea typeface="Verdana" panose="020B0604030504040204" pitchFamily="34" charset="0"/>
              </a:rPr>
              <a:t>Liquidity Risk Information — Completeness &amp; Quality</a:t>
            </a:r>
            <a:endParaRPr lang="en-US" sz="1000">
              <a:solidFill>
                <a:schemeClr val="bg2"/>
              </a:solidFill>
              <a:latin typeface="Verdana" panose="020B0604030504040204" pitchFamily="34" charset="0"/>
              <a:ea typeface="Verdana" panose="020B0604030504040204" pitchFamily="34" charset="0"/>
            </a:endParaRPr>
          </a:p>
          <a:p>
            <a:endParaRPr lang="en-US" sz="1000">
              <a:solidFill>
                <a:schemeClr val="bg2"/>
              </a:solidFill>
              <a:latin typeface="Verdana" panose="020B0604030504040204" pitchFamily="34" charset="0"/>
              <a:ea typeface="Verdana" panose="020B0604030504040204" pitchFamily="34" charset="0"/>
            </a:endParaRPr>
          </a:p>
        </p:txBody>
      </p:sp>
      <p:sp>
        <p:nvSpPr>
          <p:cNvPr id="46" name="Text 44"/>
          <p:cNvSpPr/>
          <p:nvPr/>
        </p:nvSpPr>
        <p:spPr>
          <a:xfrm>
            <a:off x="3316224" y="4417860"/>
            <a:ext cx="1877568" cy="821741"/>
          </a:xfrm>
          <a:prstGeom prst="rect">
            <a:avLst/>
          </a:prstGeom>
          <a:noFill/>
          <a:ln/>
        </p:spPr>
        <p:txBody>
          <a:bodyPr wrap="square" lIns="0" tIns="0" rIns="0" bIns="0" rtlCol="0" anchor="ctr"/>
          <a:lstStyle/>
          <a:p>
            <a:r>
              <a:rPr lang="en-US" sz="900" b="1" dirty="0">
                <a:solidFill>
                  <a:schemeClr val="bg2"/>
                </a:solidFill>
                <a:latin typeface="Verdana" panose="020B0604030504040204" pitchFamily="34" charset="0"/>
                <a:ea typeface="Verdana" panose="020B0604030504040204" pitchFamily="34" charset="0"/>
              </a:rPr>
              <a:t>Liquidity / Market Volatility</a:t>
            </a:r>
            <a:endParaRPr lang="en-US" sz="900" dirty="0">
              <a:solidFill>
                <a:schemeClr val="bg2"/>
              </a:solidFill>
              <a:latin typeface="Verdana" panose="020B0604030504040204" pitchFamily="34" charset="0"/>
              <a:ea typeface="Verdana" panose="020B0604030504040204" pitchFamily="34" charset="0"/>
            </a:endParaRPr>
          </a:p>
          <a:p>
            <a:endParaRPr lang="en-US" sz="907" b="1" dirty="0">
              <a:solidFill>
                <a:srgbClr val="B45309"/>
              </a:solidFill>
              <a:latin typeface="Verdana" panose="020B0604030504040204" pitchFamily="34" charset="0"/>
              <a:ea typeface="Verdana" panose="020B0604030504040204" pitchFamily="34" charset="0"/>
            </a:endParaRPr>
          </a:p>
        </p:txBody>
      </p:sp>
      <p:sp>
        <p:nvSpPr>
          <p:cNvPr id="47" name="Shape 45"/>
          <p:cNvSpPr/>
          <p:nvPr/>
        </p:nvSpPr>
        <p:spPr>
          <a:xfrm>
            <a:off x="5327904" y="4682426"/>
            <a:ext cx="755904" cy="292608"/>
          </a:xfrm>
          <a:prstGeom prst="rect">
            <a:avLst/>
          </a:prstGeom>
          <a:solidFill>
            <a:srgbClr val="F3F4F6"/>
          </a:solidFill>
          <a:ln w="12700">
            <a:solidFill>
              <a:srgbClr val="374151"/>
            </a:solidFill>
            <a:prstDash val="solid"/>
          </a:ln>
        </p:spPr>
        <p:txBody>
          <a:bodyPr/>
          <a:lstStyle/>
          <a:p>
            <a:endParaRPr lang="en-AE">
              <a:latin typeface="Verdana" panose="020B0604030504040204" pitchFamily="34" charset="0"/>
              <a:ea typeface="Verdana" panose="020B0604030504040204" pitchFamily="34" charset="0"/>
            </a:endParaRPr>
          </a:p>
        </p:txBody>
      </p:sp>
      <p:sp>
        <p:nvSpPr>
          <p:cNvPr id="48" name="Text 46"/>
          <p:cNvSpPr/>
          <p:nvPr/>
        </p:nvSpPr>
        <p:spPr>
          <a:xfrm>
            <a:off x="5327904" y="4682426"/>
            <a:ext cx="755904" cy="292608"/>
          </a:xfrm>
          <a:prstGeom prst="rect">
            <a:avLst/>
          </a:prstGeom>
          <a:noFill/>
          <a:ln/>
        </p:spPr>
        <p:txBody>
          <a:bodyPr wrap="square" lIns="0" tIns="0" rIns="0" bIns="0" rtlCol="0" anchor="ctr"/>
          <a:lstStyle/>
          <a:p>
            <a:pPr algn="ctr"/>
            <a:r>
              <a:rPr lang="en-US" sz="867" b="1">
                <a:solidFill>
                  <a:srgbClr val="374151"/>
                </a:solidFill>
                <a:latin typeface="Verdana" panose="020B0604030504040204" pitchFamily="34" charset="0"/>
                <a:ea typeface="Verdana" panose="020B0604030504040204" pitchFamily="34" charset="0"/>
              </a:rPr>
              <a:t>Scheduled April end</a:t>
            </a:r>
            <a:endParaRPr lang="en-US" sz="867">
              <a:latin typeface="Verdana" panose="020B0604030504040204" pitchFamily="34" charset="0"/>
              <a:ea typeface="Verdana" panose="020B0604030504040204" pitchFamily="34" charset="0"/>
            </a:endParaRPr>
          </a:p>
        </p:txBody>
      </p:sp>
      <p:sp>
        <p:nvSpPr>
          <p:cNvPr id="50" name="Shape 48"/>
          <p:cNvSpPr/>
          <p:nvPr/>
        </p:nvSpPr>
        <p:spPr>
          <a:xfrm>
            <a:off x="182880" y="6246006"/>
            <a:ext cx="11826240" cy="158496"/>
          </a:xfrm>
          <a:prstGeom prst="rect">
            <a:avLst/>
          </a:prstGeom>
          <a:solidFill>
            <a:srgbClr val="F1F5F9"/>
          </a:solidFill>
          <a:ln w="12700">
            <a:solidFill>
              <a:srgbClr val="DDDDDD"/>
            </a:solidFill>
            <a:prstDash val="solid"/>
          </a:ln>
        </p:spPr>
        <p:txBody>
          <a:bodyPr/>
          <a:lstStyle/>
          <a:p>
            <a:endParaRPr lang="en-AE"/>
          </a:p>
        </p:txBody>
      </p:sp>
      <p:sp>
        <p:nvSpPr>
          <p:cNvPr id="51" name="Text 49"/>
          <p:cNvSpPr/>
          <p:nvPr/>
        </p:nvSpPr>
        <p:spPr>
          <a:xfrm>
            <a:off x="182880" y="6122718"/>
            <a:ext cx="12009120" cy="391100"/>
          </a:xfrm>
          <a:prstGeom prst="rect">
            <a:avLst/>
          </a:prstGeom>
          <a:noFill/>
          <a:ln/>
        </p:spPr>
        <p:txBody>
          <a:bodyPr wrap="square" lIns="0" tIns="0" rIns="0" bIns="0" rtlCol="0" anchor="ctr"/>
          <a:lstStyle/>
          <a:p>
            <a:r>
              <a:rPr lang="en-US" sz="933" b="1" dirty="0">
                <a:solidFill>
                  <a:srgbClr val="166534"/>
                </a:solidFill>
              </a:rPr>
              <a:t>  </a:t>
            </a:r>
            <a:r>
              <a:rPr lang="en-US" sz="933" b="1" dirty="0">
                <a:solidFill>
                  <a:srgbClr val="374151"/>
                </a:solidFill>
              </a:rPr>
              <a:t>● </a:t>
            </a:r>
            <a:r>
              <a:rPr lang="en-US" sz="933" b="1" dirty="0">
                <a:solidFill>
                  <a:srgbClr val="166534"/>
                </a:solidFill>
              </a:rPr>
              <a:t>3 Ongoing </a:t>
            </a:r>
            <a:r>
              <a:rPr lang="en-US" sz="933" dirty="0">
                <a:solidFill>
                  <a:srgbClr val="4A4A6A"/>
                </a:solidFill>
              </a:rPr>
              <a:t>reviews to be reported at next scheduled BAC meeting. </a:t>
            </a:r>
            <a:r>
              <a:rPr lang="en-US" sz="933" b="1" dirty="0">
                <a:solidFill>
                  <a:srgbClr val="4A4A6A"/>
                </a:solidFill>
              </a:rPr>
              <a:t>4 reviews scheduled to commence end of April. </a:t>
            </a:r>
            <a:r>
              <a:rPr lang="en-US" sz="933" dirty="0">
                <a:solidFill>
                  <a:srgbClr val="4A4A6A"/>
                </a:solidFill>
              </a:rPr>
              <a:t>                                                              </a:t>
            </a:r>
            <a:endParaRPr lang="en-US" sz="933" dirty="0"/>
          </a:p>
        </p:txBody>
      </p:sp>
      <p:sp>
        <p:nvSpPr>
          <p:cNvPr id="54" name="Title 1">
            <a:extLst>
              <a:ext uri="{FF2B5EF4-FFF2-40B4-BE49-F238E27FC236}">
                <a16:creationId xmlns:a16="http://schemas.microsoft.com/office/drawing/2014/main" id="{C38D0FA6-F3B7-285A-5A12-284E24C5AE21}"/>
              </a:ext>
            </a:extLst>
          </p:cNvPr>
          <p:cNvSpPr txBox="1">
            <a:spLocks/>
          </p:cNvSpPr>
          <p:nvPr/>
        </p:nvSpPr>
        <p:spPr>
          <a:xfrm>
            <a:off x="0" y="2"/>
            <a:ext cx="12192000" cy="609826"/>
          </a:xfrm>
          <a:prstGeom prst="rect">
            <a:avLst/>
          </a:prstGeom>
        </p:spPr>
        <p:txBody>
          <a:bodyPr anchor="ctr">
            <a:normAutofit/>
          </a:bodyPr>
          <a:lstStyle>
            <a:lvl1pPr algn="l" rtl="0" eaLnBrk="1" fontAlgn="base" hangingPunct="1">
              <a:spcBef>
                <a:spcPct val="0"/>
              </a:spcBef>
              <a:spcAft>
                <a:spcPct val="0"/>
              </a:spcAft>
              <a:defRPr sz="1200" b="0">
                <a:solidFill>
                  <a:schemeClr val="bg1"/>
                </a:solidFill>
                <a:latin typeface="+mj-lt"/>
                <a:ea typeface="+mj-ea"/>
                <a:cs typeface="+mj-cs"/>
              </a:defRPr>
            </a:lvl1pPr>
            <a:lvl2pPr algn="ctr" rtl="0" eaLnBrk="1" fontAlgn="base" hangingPunct="1">
              <a:spcBef>
                <a:spcPct val="0"/>
              </a:spcBef>
              <a:spcAft>
                <a:spcPct val="0"/>
              </a:spcAft>
              <a:defRPr sz="2400" b="1">
                <a:solidFill>
                  <a:schemeClr val="bg1"/>
                </a:solidFill>
                <a:latin typeface="Verdana" pitchFamily="34" charset="0"/>
                <a:cs typeface="Times New Roman" pitchFamily="18" charset="0"/>
              </a:defRPr>
            </a:lvl2pPr>
            <a:lvl3pPr algn="ctr" rtl="0" eaLnBrk="1" fontAlgn="base" hangingPunct="1">
              <a:spcBef>
                <a:spcPct val="0"/>
              </a:spcBef>
              <a:spcAft>
                <a:spcPct val="0"/>
              </a:spcAft>
              <a:defRPr sz="2400" b="1">
                <a:solidFill>
                  <a:schemeClr val="bg1"/>
                </a:solidFill>
                <a:latin typeface="Verdana" pitchFamily="34" charset="0"/>
                <a:cs typeface="Times New Roman" pitchFamily="18" charset="0"/>
              </a:defRPr>
            </a:lvl3pPr>
            <a:lvl4pPr algn="ctr" rtl="0" eaLnBrk="1" fontAlgn="base" hangingPunct="1">
              <a:spcBef>
                <a:spcPct val="0"/>
              </a:spcBef>
              <a:spcAft>
                <a:spcPct val="0"/>
              </a:spcAft>
              <a:defRPr sz="2400" b="1">
                <a:solidFill>
                  <a:schemeClr val="bg1"/>
                </a:solidFill>
                <a:latin typeface="Verdana" pitchFamily="34" charset="0"/>
                <a:cs typeface="Times New Roman" pitchFamily="18" charset="0"/>
              </a:defRPr>
            </a:lvl4pPr>
            <a:lvl5pPr algn="ctr" rtl="0" eaLnBrk="1" fontAlgn="base" hangingPunct="1">
              <a:spcBef>
                <a:spcPct val="0"/>
              </a:spcBef>
              <a:spcAft>
                <a:spcPct val="0"/>
              </a:spcAft>
              <a:defRPr sz="2400" b="1">
                <a:solidFill>
                  <a:schemeClr val="bg1"/>
                </a:solidFill>
                <a:latin typeface="Verdana" pitchFamily="34" charset="0"/>
                <a:cs typeface="Times New Roman" pitchFamily="18" charset="0"/>
              </a:defRPr>
            </a:lvl5pPr>
            <a:lvl6pPr marL="342909" algn="ctr" rtl="0" eaLnBrk="1" fontAlgn="base" hangingPunct="1">
              <a:spcBef>
                <a:spcPct val="0"/>
              </a:spcBef>
              <a:spcAft>
                <a:spcPct val="0"/>
              </a:spcAft>
              <a:defRPr sz="2400" b="1">
                <a:solidFill>
                  <a:schemeClr val="bg1"/>
                </a:solidFill>
                <a:latin typeface="Verdana" pitchFamily="34" charset="0"/>
                <a:cs typeface="Times New Roman" pitchFamily="18" charset="0"/>
              </a:defRPr>
            </a:lvl6pPr>
            <a:lvl7pPr marL="685817" algn="ctr" rtl="0" eaLnBrk="1" fontAlgn="base" hangingPunct="1">
              <a:spcBef>
                <a:spcPct val="0"/>
              </a:spcBef>
              <a:spcAft>
                <a:spcPct val="0"/>
              </a:spcAft>
              <a:defRPr sz="2400" b="1">
                <a:solidFill>
                  <a:schemeClr val="bg1"/>
                </a:solidFill>
                <a:latin typeface="Verdana" pitchFamily="34" charset="0"/>
                <a:cs typeface="Times New Roman" pitchFamily="18" charset="0"/>
              </a:defRPr>
            </a:lvl7pPr>
            <a:lvl8pPr marL="1028726" algn="ctr" rtl="0" eaLnBrk="1" fontAlgn="base" hangingPunct="1">
              <a:spcBef>
                <a:spcPct val="0"/>
              </a:spcBef>
              <a:spcAft>
                <a:spcPct val="0"/>
              </a:spcAft>
              <a:defRPr sz="2400" b="1">
                <a:solidFill>
                  <a:schemeClr val="bg1"/>
                </a:solidFill>
                <a:latin typeface="Verdana" pitchFamily="34" charset="0"/>
                <a:cs typeface="Times New Roman" pitchFamily="18" charset="0"/>
              </a:defRPr>
            </a:lvl8pPr>
            <a:lvl9pPr marL="1371635" algn="ctr" rtl="0" eaLnBrk="1" fontAlgn="base" hangingPunct="1">
              <a:spcBef>
                <a:spcPct val="0"/>
              </a:spcBef>
              <a:spcAft>
                <a:spcPct val="0"/>
              </a:spcAft>
              <a:defRPr sz="2400" b="1">
                <a:solidFill>
                  <a:schemeClr val="bg1"/>
                </a:solidFill>
                <a:latin typeface="Verdana" pitchFamily="34" charset="0"/>
                <a:cs typeface="Times New Roman" pitchFamily="18" charset="0"/>
              </a:defRPr>
            </a:lvl9pPr>
          </a:lstStyle>
          <a:p>
            <a:r>
              <a:rPr lang="en-US" sz="2000" kern="0">
                <a:latin typeface="Verdana" panose="020B0604030504040204" pitchFamily="34" charset="0"/>
                <a:ea typeface="Verdana" panose="020B0604030504040204" pitchFamily="34" charset="0"/>
                <a:cs typeface="Verdana" panose="020B0604030504040204" pitchFamily="34" charset="0"/>
              </a:rPr>
              <a:t>    CFT Summary – Status &amp; Report Summary as at 20 April 2026 (2/2) 	</a:t>
            </a:r>
            <a:endParaRPr lang="en-GB" sz="2000" kern="0">
              <a:latin typeface="Verdana" panose="020B0604030504040204" pitchFamily="34" charset="0"/>
              <a:ea typeface="Verdana" panose="020B0604030504040204" pitchFamily="34" charset="0"/>
              <a:cs typeface="Verdana" panose="020B0604030504040204" pitchFamily="34" charset="0"/>
            </a:endParaRPr>
          </a:p>
        </p:txBody>
      </p:sp>
      <p:sp>
        <p:nvSpPr>
          <p:cNvPr id="55" name="Shape 3">
            <a:extLst>
              <a:ext uri="{FF2B5EF4-FFF2-40B4-BE49-F238E27FC236}">
                <a16:creationId xmlns:a16="http://schemas.microsoft.com/office/drawing/2014/main" id="{0D89A432-1D96-3812-DB51-69E2143EB19C}"/>
              </a:ext>
            </a:extLst>
          </p:cNvPr>
          <p:cNvSpPr/>
          <p:nvPr/>
        </p:nvSpPr>
        <p:spPr>
          <a:xfrm>
            <a:off x="0" y="670975"/>
            <a:ext cx="12192000" cy="393386"/>
          </a:xfrm>
          <a:prstGeom prst="rect">
            <a:avLst/>
          </a:prstGeom>
          <a:solidFill>
            <a:srgbClr val="1B4F8A"/>
          </a:solidFill>
          <a:ln w="12700">
            <a:solidFill>
              <a:srgbClr val="FFF0F2"/>
            </a:solidFill>
            <a:prstDash val="solid"/>
          </a:ln>
        </p:spPr>
        <p:txBody>
          <a:bodyPr/>
          <a:lstStyle/>
          <a:p>
            <a:endParaRPr lang="en-AE"/>
          </a:p>
        </p:txBody>
      </p:sp>
      <p:sp>
        <p:nvSpPr>
          <p:cNvPr id="56" name="Text 3">
            <a:extLst>
              <a:ext uri="{FF2B5EF4-FFF2-40B4-BE49-F238E27FC236}">
                <a16:creationId xmlns:a16="http://schemas.microsoft.com/office/drawing/2014/main" id="{CE00C8D8-1A06-3BEF-061C-5E332DAD1D46}"/>
              </a:ext>
            </a:extLst>
          </p:cNvPr>
          <p:cNvSpPr/>
          <p:nvPr/>
        </p:nvSpPr>
        <p:spPr>
          <a:xfrm>
            <a:off x="359664" y="904691"/>
            <a:ext cx="11582400" cy="365760"/>
          </a:xfrm>
          <a:prstGeom prst="rect">
            <a:avLst/>
          </a:prstGeom>
          <a:noFill/>
          <a:ln/>
        </p:spPr>
        <p:txBody>
          <a:bodyPr wrap="square" lIns="0" tIns="0" rIns="0" bIns="0" rtlCol="0" anchor="ctr"/>
          <a:lstStyle/>
          <a:p>
            <a:r>
              <a:rPr lang="en-US" sz="1270" i="1" dirty="0">
                <a:solidFill>
                  <a:schemeClr val="bg1"/>
                </a:solidFill>
                <a:latin typeface="Verdana" panose="020B0604030504040204" pitchFamily="34" charset="0"/>
                <a:ea typeface="Verdana" panose="020B0604030504040204" pitchFamily="34" charset="0"/>
              </a:rPr>
              <a:t>Continued from previous slide. 3 reviews are ongoing and 4 additional reviews will commence by the end of April.</a:t>
            </a:r>
          </a:p>
          <a:p>
            <a:endParaRPr lang="en-US" sz="1270" i="1" dirty="0">
              <a:solidFill>
                <a:schemeClr val="bg2"/>
              </a:solidFill>
            </a:endParaRPr>
          </a:p>
          <a:p>
            <a:r>
              <a:rPr lang="en-US" sz="1270" i="1" dirty="0">
                <a:solidFill>
                  <a:schemeClr val="bg2"/>
                </a:solidFill>
              </a:rPr>
              <a:t>.</a:t>
            </a:r>
          </a:p>
        </p:txBody>
      </p:sp>
      <p:sp>
        <p:nvSpPr>
          <p:cNvPr id="64" name="Text 39">
            <a:extLst>
              <a:ext uri="{FF2B5EF4-FFF2-40B4-BE49-F238E27FC236}">
                <a16:creationId xmlns:a16="http://schemas.microsoft.com/office/drawing/2014/main" id="{53900DCA-AE96-6E7C-AC13-73B461558197}"/>
              </a:ext>
            </a:extLst>
          </p:cNvPr>
          <p:cNvSpPr/>
          <p:nvPr/>
        </p:nvSpPr>
        <p:spPr>
          <a:xfrm>
            <a:off x="5324856" y="1924596"/>
            <a:ext cx="755904" cy="292608"/>
          </a:xfrm>
          <a:prstGeom prst="rect">
            <a:avLst/>
          </a:prstGeom>
          <a:solidFill>
            <a:srgbClr val="F3F4F6"/>
          </a:solidFill>
          <a:ln>
            <a:solidFill>
              <a:schemeClr val="bg2"/>
            </a:solidFill>
          </a:ln>
        </p:spPr>
        <p:txBody>
          <a:bodyPr wrap="square" lIns="0" tIns="0" rIns="0" bIns="0" rtlCol="0" anchor="ctr"/>
          <a:lstStyle/>
          <a:p>
            <a:pPr algn="ctr"/>
            <a:r>
              <a:rPr lang="en-US" sz="867" b="1">
                <a:solidFill>
                  <a:srgbClr val="374151"/>
                </a:solidFill>
                <a:latin typeface="Verdana" panose="020B0604030504040204" pitchFamily="34" charset="0"/>
                <a:ea typeface="Verdana" panose="020B0604030504040204" pitchFamily="34" charset="0"/>
              </a:rPr>
              <a:t>Scheduled April end</a:t>
            </a:r>
            <a:endParaRPr lang="en-US" sz="867">
              <a:latin typeface="Verdana" panose="020B0604030504040204" pitchFamily="34" charset="0"/>
              <a:ea typeface="Verdana" panose="020B0604030504040204" pitchFamily="34" charset="0"/>
            </a:endParaRPr>
          </a:p>
        </p:txBody>
      </p:sp>
      <p:sp>
        <p:nvSpPr>
          <p:cNvPr id="65" name="Text 39">
            <a:extLst>
              <a:ext uri="{FF2B5EF4-FFF2-40B4-BE49-F238E27FC236}">
                <a16:creationId xmlns:a16="http://schemas.microsoft.com/office/drawing/2014/main" id="{7101008A-BA0B-857A-38A8-059A5F8B2853}"/>
              </a:ext>
            </a:extLst>
          </p:cNvPr>
          <p:cNvSpPr/>
          <p:nvPr/>
        </p:nvSpPr>
        <p:spPr>
          <a:xfrm>
            <a:off x="5324856" y="2813393"/>
            <a:ext cx="755904" cy="292608"/>
          </a:xfrm>
          <a:prstGeom prst="rect">
            <a:avLst/>
          </a:prstGeom>
          <a:solidFill>
            <a:srgbClr val="F3F4F6"/>
          </a:solidFill>
          <a:ln>
            <a:solidFill>
              <a:schemeClr val="bg2"/>
            </a:solidFill>
          </a:ln>
        </p:spPr>
        <p:txBody>
          <a:bodyPr wrap="square" lIns="0" tIns="0" rIns="0" bIns="0" rtlCol="0" anchor="ctr"/>
          <a:lstStyle/>
          <a:p>
            <a:pPr algn="ctr"/>
            <a:r>
              <a:rPr lang="en-US" sz="867" b="1">
                <a:solidFill>
                  <a:srgbClr val="374151"/>
                </a:solidFill>
                <a:latin typeface="Verdana" panose="020B0604030504040204" pitchFamily="34" charset="0"/>
                <a:ea typeface="Verdana" panose="020B0604030504040204" pitchFamily="34" charset="0"/>
              </a:rPr>
              <a:t>Scheduled April end</a:t>
            </a:r>
            <a:endParaRPr lang="en-US" sz="867">
              <a:latin typeface="Verdana" panose="020B0604030504040204" pitchFamily="34" charset="0"/>
              <a:ea typeface="Verdana" panose="020B0604030504040204" pitchFamily="34" charset="0"/>
            </a:endParaRPr>
          </a:p>
        </p:txBody>
      </p:sp>
      <p:sp>
        <p:nvSpPr>
          <p:cNvPr id="2" name="Slide Number Placeholder 1">
            <a:extLst>
              <a:ext uri="{FF2B5EF4-FFF2-40B4-BE49-F238E27FC236}">
                <a16:creationId xmlns:a16="http://schemas.microsoft.com/office/drawing/2014/main" id="{8D3699D8-B0AC-5F0D-93F7-C85FA1B6707B}"/>
              </a:ext>
            </a:extLst>
          </p:cNvPr>
          <p:cNvSpPr txBox="1">
            <a:spLocks/>
          </p:cNvSpPr>
          <p:nvPr/>
        </p:nvSpPr>
        <p:spPr>
          <a:xfrm>
            <a:off x="11582400" y="6620636"/>
            <a:ext cx="914400" cy="233749"/>
          </a:xfrm>
          <a:prstGeom prst="rect">
            <a:avLst/>
          </a:prstGeom>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fld id="{6516E9BE-843C-4425-80E4-36155279AD5E}" type="slidenum">
              <a:rPr kumimoji="0" lang="en-US" sz="900" b="1" i="0" u="none" strike="noStrike" kern="1200" cap="none" spc="0" normalizeH="0" baseline="0" noProof="0" smtClean="0">
                <a:ln>
                  <a:noFill/>
                </a:ln>
                <a:solidFill>
                  <a:srgbClr val="2D2926"/>
                </a:solidFill>
                <a:effectLst/>
                <a:uLnTx/>
                <a:uFillTx/>
                <a:latin typeface="Verdana" panose="020B0604030504040204" pitchFamily="34" charset="0"/>
                <a:ea typeface="Verdana" panose="020B0604030504040204" pitchFamily="34" charset="0"/>
                <a:cs typeface="Arial" charset="0"/>
              </a:rPr>
              <a:pPr marL="0" marR="0" lvl="0" indent="0" algn="ctr" defTabSz="914400" rtl="0" eaLnBrk="1" fontAlgn="base" latinLnBrk="0" hangingPunct="1">
                <a:lnSpc>
                  <a:spcPct val="100000"/>
                </a:lnSpc>
                <a:spcBef>
                  <a:spcPct val="0"/>
                </a:spcBef>
                <a:spcAft>
                  <a:spcPct val="0"/>
                </a:spcAft>
                <a:buClrTx/>
                <a:buSzTx/>
                <a:buFontTx/>
                <a:buNone/>
                <a:tabLst/>
                <a:defRPr/>
              </a:pPr>
              <a:t>8</a:t>
            </a:fld>
            <a:endParaRPr kumimoji="0" lang="en-US" sz="900" b="1" i="0" u="none" strike="noStrike" kern="1200" cap="none" spc="0" normalizeH="0" baseline="0" noProof="0">
              <a:ln>
                <a:noFill/>
              </a:ln>
              <a:solidFill>
                <a:srgbClr val="2D2926"/>
              </a:solidFill>
              <a:effectLst/>
              <a:uLnTx/>
              <a:uFillTx/>
              <a:latin typeface="Verdana" panose="020B0604030504040204" pitchFamily="34" charset="0"/>
              <a:ea typeface="Verdana" panose="020B0604030504040204" pitchFamily="34" charset="0"/>
              <a:cs typeface="Arial" charset="0"/>
            </a:endParaRPr>
          </a:p>
        </p:txBody>
      </p:sp>
      <p:sp>
        <p:nvSpPr>
          <p:cNvPr id="59" name="Shape 33">
            <a:extLst>
              <a:ext uri="{FF2B5EF4-FFF2-40B4-BE49-F238E27FC236}">
                <a16:creationId xmlns:a16="http://schemas.microsoft.com/office/drawing/2014/main" id="{05075429-D2C8-7A50-A4C2-388D201487A1}"/>
              </a:ext>
            </a:extLst>
          </p:cNvPr>
          <p:cNvSpPr/>
          <p:nvPr/>
        </p:nvSpPr>
        <p:spPr>
          <a:xfrm>
            <a:off x="6144768" y="1637432"/>
            <a:ext cx="6047232" cy="919277"/>
          </a:xfrm>
          <a:prstGeom prst="rect">
            <a:avLst/>
          </a:prstGeom>
          <a:solidFill>
            <a:srgbClr val="F5F5F5"/>
          </a:solidFill>
          <a:ln w="12700">
            <a:solidFill>
              <a:srgbClr val="DDDDDD"/>
            </a:solidFill>
            <a:prstDash val="solid"/>
          </a:ln>
        </p:spPr>
        <p:txBody>
          <a:bodyPr/>
          <a:lstStyle/>
          <a:p>
            <a:endParaRPr lang="en-AE"/>
          </a:p>
        </p:txBody>
      </p:sp>
      <p:sp>
        <p:nvSpPr>
          <p:cNvPr id="60" name="Shape 34">
            <a:extLst>
              <a:ext uri="{FF2B5EF4-FFF2-40B4-BE49-F238E27FC236}">
                <a16:creationId xmlns:a16="http://schemas.microsoft.com/office/drawing/2014/main" id="{BBF84146-DA48-0044-7203-359B8F7210C2}"/>
              </a:ext>
            </a:extLst>
          </p:cNvPr>
          <p:cNvSpPr/>
          <p:nvPr/>
        </p:nvSpPr>
        <p:spPr>
          <a:xfrm>
            <a:off x="6144768" y="1637432"/>
            <a:ext cx="73152" cy="919277"/>
          </a:xfrm>
          <a:prstGeom prst="rect">
            <a:avLst/>
          </a:prstGeom>
          <a:solidFill>
            <a:srgbClr val="D1FAE5"/>
          </a:solidFill>
          <a:ln w="12700">
            <a:solidFill>
              <a:srgbClr val="166534"/>
            </a:solidFill>
            <a:prstDash val="solid"/>
          </a:ln>
        </p:spPr>
        <p:txBody>
          <a:bodyPr/>
          <a:lstStyle/>
          <a:p>
            <a:endParaRPr lang="en-AE">
              <a:latin typeface="Verdana" panose="020B0604030504040204" pitchFamily="34" charset="0"/>
              <a:ea typeface="Verdana" panose="020B0604030504040204" pitchFamily="34" charset="0"/>
            </a:endParaRPr>
          </a:p>
        </p:txBody>
      </p:sp>
      <p:sp>
        <p:nvSpPr>
          <p:cNvPr id="66" name="Text 35">
            <a:extLst>
              <a:ext uri="{FF2B5EF4-FFF2-40B4-BE49-F238E27FC236}">
                <a16:creationId xmlns:a16="http://schemas.microsoft.com/office/drawing/2014/main" id="{7AEEC42A-8350-453A-C40E-1C9E6A2E8C38}"/>
              </a:ext>
            </a:extLst>
          </p:cNvPr>
          <p:cNvSpPr/>
          <p:nvPr/>
        </p:nvSpPr>
        <p:spPr>
          <a:xfrm>
            <a:off x="6266688" y="1686200"/>
            <a:ext cx="2877312" cy="821741"/>
          </a:xfrm>
          <a:prstGeom prst="rect">
            <a:avLst/>
          </a:prstGeom>
          <a:noFill/>
          <a:ln/>
        </p:spPr>
        <p:txBody>
          <a:bodyPr wrap="square" lIns="0" tIns="0" rIns="0" bIns="0" rtlCol="0" anchor="ctr"/>
          <a:lstStyle/>
          <a:p>
            <a:r>
              <a:rPr lang="en-US" sz="1000" b="1">
                <a:solidFill>
                  <a:schemeClr val="bg2"/>
                </a:solidFill>
                <a:latin typeface="Verdana" panose="020B0604030504040204" pitchFamily="34" charset="0"/>
                <a:ea typeface="Verdana" panose="020B0604030504040204" pitchFamily="34" charset="0"/>
              </a:rPr>
              <a:t>Customer Fulfilment — BCP, Workarounds &amp; Customer Impact</a:t>
            </a:r>
            <a:endParaRPr lang="en-US" sz="1000">
              <a:solidFill>
                <a:schemeClr val="bg2"/>
              </a:solidFill>
              <a:latin typeface="Verdana" panose="020B0604030504040204" pitchFamily="34" charset="0"/>
              <a:ea typeface="Verdana" panose="020B0604030504040204" pitchFamily="34" charset="0"/>
            </a:endParaRPr>
          </a:p>
        </p:txBody>
      </p:sp>
      <p:sp>
        <p:nvSpPr>
          <p:cNvPr id="67" name="Text 36">
            <a:extLst>
              <a:ext uri="{FF2B5EF4-FFF2-40B4-BE49-F238E27FC236}">
                <a16:creationId xmlns:a16="http://schemas.microsoft.com/office/drawing/2014/main" id="{D72AA301-0A36-6758-240C-D43877162E20}"/>
              </a:ext>
            </a:extLst>
          </p:cNvPr>
          <p:cNvSpPr/>
          <p:nvPr/>
        </p:nvSpPr>
        <p:spPr>
          <a:xfrm>
            <a:off x="9278112" y="1686200"/>
            <a:ext cx="1877568" cy="821741"/>
          </a:xfrm>
          <a:prstGeom prst="rect">
            <a:avLst/>
          </a:prstGeom>
          <a:noFill/>
          <a:ln/>
        </p:spPr>
        <p:txBody>
          <a:bodyPr wrap="square" lIns="0" tIns="0" rIns="0" bIns="0" rtlCol="0" anchor="ctr"/>
          <a:lstStyle/>
          <a:p>
            <a:r>
              <a:rPr lang="en-US" sz="930" b="1" dirty="0">
                <a:solidFill>
                  <a:schemeClr val="bg2"/>
                </a:solidFill>
                <a:latin typeface="Verdana" panose="020B0604030504040204" pitchFamily="34" charset="0"/>
                <a:ea typeface="Verdana" panose="020B0604030504040204" pitchFamily="34" charset="0"/>
              </a:rPr>
              <a:t>Customer Confidence Risk</a:t>
            </a:r>
          </a:p>
          <a:p>
            <a:endParaRPr lang="en-US" sz="930" dirty="0">
              <a:solidFill>
                <a:schemeClr val="bg2"/>
              </a:solidFill>
              <a:latin typeface="Verdana" panose="020B0604030504040204" pitchFamily="34" charset="0"/>
              <a:ea typeface="Verdana" panose="020B0604030504040204" pitchFamily="34" charset="0"/>
            </a:endParaRPr>
          </a:p>
        </p:txBody>
      </p:sp>
      <p:sp>
        <p:nvSpPr>
          <p:cNvPr id="68" name="Shape 37">
            <a:extLst>
              <a:ext uri="{FF2B5EF4-FFF2-40B4-BE49-F238E27FC236}">
                <a16:creationId xmlns:a16="http://schemas.microsoft.com/office/drawing/2014/main" id="{A736E257-1F37-F89E-AA48-3BD4F3CA5D44}"/>
              </a:ext>
            </a:extLst>
          </p:cNvPr>
          <p:cNvSpPr/>
          <p:nvPr/>
        </p:nvSpPr>
        <p:spPr>
          <a:xfrm>
            <a:off x="11289792" y="1950766"/>
            <a:ext cx="755904" cy="292608"/>
          </a:xfrm>
          <a:prstGeom prst="rect">
            <a:avLst/>
          </a:prstGeom>
          <a:solidFill>
            <a:srgbClr val="D1FAE5"/>
          </a:solidFill>
          <a:ln w="12700">
            <a:solidFill>
              <a:srgbClr val="166534"/>
            </a:solidFill>
            <a:prstDash val="solid"/>
          </a:ln>
        </p:spPr>
        <p:txBody>
          <a:bodyPr/>
          <a:lstStyle/>
          <a:p>
            <a:endParaRPr lang="en-AE">
              <a:latin typeface="Verdana" panose="020B0604030504040204" pitchFamily="34" charset="0"/>
              <a:ea typeface="Verdana" panose="020B0604030504040204" pitchFamily="34" charset="0"/>
            </a:endParaRPr>
          </a:p>
        </p:txBody>
      </p:sp>
      <p:sp>
        <p:nvSpPr>
          <p:cNvPr id="69" name="Text 38">
            <a:extLst>
              <a:ext uri="{FF2B5EF4-FFF2-40B4-BE49-F238E27FC236}">
                <a16:creationId xmlns:a16="http://schemas.microsoft.com/office/drawing/2014/main" id="{36314D2D-20C2-0D31-C90A-4940DA23F370}"/>
              </a:ext>
            </a:extLst>
          </p:cNvPr>
          <p:cNvSpPr/>
          <p:nvPr/>
        </p:nvSpPr>
        <p:spPr>
          <a:xfrm>
            <a:off x="11289792" y="1950766"/>
            <a:ext cx="755904" cy="292608"/>
          </a:xfrm>
          <a:prstGeom prst="rect">
            <a:avLst/>
          </a:prstGeom>
          <a:noFill/>
          <a:ln/>
        </p:spPr>
        <p:txBody>
          <a:bodyPr wrap="square" lIns="0" tIns="0" rIns="0" bIns="0" rtlCol="0" anchor="ctr"/>
          <a:lstStyle/>
          <a:p>
            <a:pPr algn="ctr"/>
            <a:r>
              <a:rPr lang="en-US" sz="867" b="1">
                <a:solidFill>
                  <a:srgbClr val="166534"/>
                </a:solidFill>
                <a:latin typeface="Verdana" panose="020B0604030504040204" pitchFamily="34" charset="0"/>
                <a:ea typeface="Verdana" panose="020B0604030504040204" pitchFamily="34" charset="0"/>
              </a:rPr>
              <a:t>Report Issued</a:t>
            </a:r>
            <a:endParaRPr lang="en-US" sz="867">
              <a:latin typeface="Verdana" panose="020B0604030504040204" pitchFamily="34" charset="0"/>
              <a:ea typeface="Verdana" panose="020B0604030504040204" pitchFamily="34" charset="0"/>
            </a:endParaRPr>
          </a:p>
        </p:txBody>
      </p:sp>
      <p:sp>
        <p:nvSpPr>
          <p:cNvPr id="71" name="Shape 40">
            <a:extLst>
              <a:ext uri="{FF2B5EF4-FFF2-40B4-BE49-F238E27FC236}">
                <a16:creationId xmlns:a16="http://schemas.microsoft.com/office/drawing/2014/main" id="{39A9ADA9-CE0D-6479-090E-A548F5AA661B}"/>
              </a:ext>
            </a:extLst>
          </p:cNvPr>
          <p:cNvSpPr/>
          <p:nvPr/>
        </p:nvSpPr>
        <p:spPr>
          <a:xfrm>
            <a:off x="6144768" y="2556708"/>
            <a:ext cx="6047232" cy="919277"/>
          </a:xfrm>
          <a:prstGeom prst="rect">
            <a:avLst/>
          </a:prstGeom>
          <a:solidFill>
            <a:srgbClr val="FFFFFF"/>
          </a:solidFill>
          <a:ln w="12700">
            <a:solidFill>
              <a:srgbClr val="DDDDDD"/>
            </a:solidFill>
            <a:prstDash val="solid"/>
          </a:ln>
        </p:spPr>
        <p:txBody>
          <a:bodyPr/>
          <a:lstStyle/>
          <a:p>
            <a:endParaRPr lang="en-AE"/>
          </a:p>
        </p:txBody>
      </p:sp>
      <p:sp>
        <p:nvSpPr>
          <p:cNvPr id="72" name="Shape 41">
            <a:extLst>
              <a:ext uri="{FF2B5EF4-FFF2-40B4-BE49-F238E27FC236}">
                <a16:creationId xmlns:a16="http://schemas.microsoft.com/office/drawing/2014/main" id="{2E32EEEC-507A-6AC6-72B9-6C9866E9644C}"/>
              </a:ext>
            </a:extLst>
          </p:cNvPr>
          <p:cNvSpPr/>
          <p:nvPr/>
        </p:nvSpPr>
        <p:spPr>
          <a:xfrm>
            <a:off x="6144768" y="2547281"/>
            <a:ext cx="73152" cy="919277"/>
          </a:xfrm>
          <a:prstGeom prst="rect">
            <a:avLst/>
          </a:prstGeom>
          <a:solidFill>
            <a:srgbClr val="D1FAE5"/>
          </a:solidFill>
          <a:ln w="12700">
            <a:solidFill>
              <a:srgbClr val="166534"/>
            </a:solidFill>
            <a:prstDash val="solid"/>
          </a:ln>
        </p:spPr>
        <p:txBody>
          <a:bodyPr/>
          <a:lstStyle/>
          <a:p>
            <a:endParaRPr lang="en-AE">
              <a:latin typeface="Verdana" panose="020B0604030504040204" pitchFamily="34" charset="0"/>
              <a:ea typeface="Verdana" panose="020B0604030504040204" pitchFamily="34" charset="0"/>
            </a:endParaRPr>
          </a:p>
        </p:txBody>
      </p:sp>
      <p:sp>
        <p:nvSpPr>
          <p:cNvPr id="73" name="Text 42">
            <a:extLst>
              <a:ext uri="{FF2B5EF4-FFF2-40B4-BE49-F238E27FC236}">
                <a16:creationId xmlns:a16="http://schemas.microsoft.com/office/drawing/2014/main" id="{F4FB2627-6508-5FD8-A262-CA413DCE0DBD}"/>
              </a:ext>
            </a:extLst>
          </p:cNvPr>
          <p:cNvSpPr/>
          <p:nvPr/>
        </p:nvSpPr>
        <p:spPr>
          <a:xfrm>
            <a:off x="6266688" y="2605476"/>
            <a:ext cx="2877312" cy="821741"/>
          </a:xfrm>
          <a:prstGeom prst="rect">
            <a:avLst/>
          </a:prstGeom>
          <a:noFill/>
          <a:ln/>
        </p:spPr>
        <p:txBody>
          <a:bodyPr wrap="square" lIns="0" tIns="0" rIns="0" bIns="0" rtlCol="0" anchor="ctr"/>
          <a:lstStyle/>
          <a:p>
            <a:r>
              <a:rPr lang="en-US" sz="1000" b="1">
                <a:solidFill>
                  <a:schemeClr val="bg2"/>
                </a:solidFill>
                <a:latin typeface="Verdana" panose="020B0604030504040204" pitchFamily="34" charset="0"/>
                <a:ea typeface="Verdana" panose="020B0604030504040204" pitchFamily="34" charset="0"/>
              </a:rPr>
              <a:t>Credit Risk Governance &amp; Exposure Stability — Credit Cards Portfolio</a:t>
            </a:r>
            <a:endParaRPr lang="en-US" sz="1000">
              <a:solidFill>
                <a:schemeClr val="bg2"/>
              </a:solidFill>
              <a:latin typeface="Verdana" panose="020B0604030504040204" pitchFamily="34" charset="0"/>
              <a:ea typeface="Verdana" panose="020B0604030504040204" pitchFamily="34" charset="0"/>
            </a:endParaRPr>
          </a:p>
        </p:txBody>
      </p:sp>
      <p:sp>
        <p:nvSpPr>
          <p:cNvPr id="74" name="Text 43">
            <a:extLst>
              <a:ext uri="{FF2B5EF4-FFF2-40B4-BE49-F238E27FC236}">
                <a16:creationId xmlns:a16="http://schemas.microsoft.com/office/drawing/2014/main" id="{3870B463-5C5F-DA47-C757-9D8021104A29}"/>
              </a:ext>
            </a:extLst>
          </p:cNvPr>
          <p:cNvSpPr/>
          <p:nvPr/>
        </p:nvSpPr>
        <p:spPr>
          <a:xfrm>
            <a:off x="9278112" y="2605476"/>
            <a:ext cx="1877568" cy="821741"/>
          </a:xfrm>
          <a:prstGeom prst="rect">
            <a:avLst/>
          </a:prstGeom>
          <a:noFill/>
          <a:ln/>
        </p:spPr>
        <p:txBody>
          <a:bodyPr wrap="square" lIns="0" tIns="0" rIns="0" bIns="0" rtlCol="0" anchor="ctr"/>
          <a:lstStyle/>
          <a:p>
            <a:r>
              <a:rPr lang="en-US" sz="1000" b="1" dirty="0">
                <a:solidFill>
                  <a:schemeClr val="bg2"/>
                </a:solidFill>
                <a:latin typeface="Verdana" panose="020B0604030504040204" pitchFamily="34" charset="0"/>
                <a:ea typeface="Verdana" panose="020B0604030504040204" pitchFamily="34" charset="0"/>
              </a:rPr>
              <a:t>Credit Quality Stress in Affected Sectors</a:t>
            </a:r>
            <a:endParaRPr lang="en-US" sz="933" dirty="0">
              <a:solidFill>
                <a:schemeClr val="bg2"/>
              </a:solidFill>
              <a:latin typeface="Verdana" panose="020B0604030504040204" pitchFamily="34" charset="0"/>
              <a:ea typeface="Verdana" panose="020B0604030504040204" pitchFamily="34" charset="0"/>
            </a:endParaRPr>
          </a:p>
        </p:txBody>
      </p:sp>
      <p:sp>
        <p:nvSpPr>
          <p:cNvPr id="75" name="Shape 44">
            <a:extLst>
              <a:ext uri="{FF2B5EF4-FFF2-40B4-BE49-F238E27FC236}">
                <a16:creationId xmlns:a16="http://schemas.microsoft.com/office/drawing/2014/main" id="{8E5E4900-74FB-2B45-1D0E-B2569E66062D}"/>
              </a:ext>
            </a:extLst>
          </p:cNvPr>
          <p:cNvSpPr/>
          <p:nvPr/>
        </p:nvSpPr>
        <p:spPr>
          <a:xfrm>
            <a:off x="11289792" y="2870042"/>
            <a:ext cx="755904" cy="292608"/>
          </a:xfrm>
          <a:prstGeom prst="rect">
            <a:avLst/>
          </a:prstGeom>
          <a:solidFill>
            <a:srgbClr val="D1FAE5"/>
          </a:solidFill>
          <a:ln w="12700">
            <a:solidFill>
              <a:srgbClr val="166534"/>
            </a:solidFill>
            <a:prstDash val="solid"/>
          </a:ln>
        </p:spPr>
        <p:txBody>
          <a:bodyPr/>
          <a:lstStyle/>
          <a:p>
            <a:endParaRPr lang="en-AE">
              <a:latin typeface="Verdana" panose="020B0604030504040204" pitchFamily="34" charset="0"/>
              <a:ea typeface="Verdana" panose="020B0604030504040204" pitchFamily="34" charset="0"/>
            </a:endParaRPr>
          </a:p>
        </p:txBody>
      </p:sp>
      <p:sp>
        <p:nvSpPr>
          <p:cNvPr id="76" name="Text 45">
            <a:extLst>
              <a:ext uri="{FF2B5EF4-FFF2-40B4-BE49-F238E27FC236}">
                <a16:creationId xmlns:a16="http://schemas.microsoft.com/office/drawing/2014/main" id="{56EBD800-DDCB-CD70-FE22-45B6FE5B2E11}"/>
              </a:ext>
            </a:extLst>
          </p:cNvPr>
          <p:cNvSpPr/>
          <p:nvPr/>
        </p:nvSpPr>
        <p:spPr>
          <a:xfrm>
            <a:off x="11289792" y="2870042"/>
            <a:ext cx="755904" cy="292608"/>
          </a:xfrm>
          <a:prstGeom prst="rect">
            <a:avLst/>
          </a:prstGeom>
          <a:noFill/>
          <a:ln/>
        </p:spPr>
        <p:txBody>
          <a:bodyPr wrap="square" lIns="0" tIns="0" rIns="0" bIns="0" rtlCol="0" anchor="ctr"/>
          <a:lstStyle/>
          <a:p>
            <a:pPr algn="ctr"/>
            <a:r>
              <a:rPr lang="en-US" sz="867" b="1">
                <a:solidFill>
                  <a:srgbClr val="166534"/>
                </a:solidFill>
                <a:latin typeface="Verdana" panose="020B0604030504040204" pitchFamily="34" charset="0"/>
                <a:ea typeface="Verdana" panose="020B0604030504040204" pitchFamily="34" charset="0"/>
              </a:rPr>
              <a:t>Report Issued</a:t>
            </a:r>
            <a:endParaRPr lang="en-US" sz="867">
              <a:latin typeface="Verdana" panose="020B0604030504040204" pitchFamily="34" charset="0"/>
              <a:ea typeface="Verdana" panose="020B0604030504040204" pitchFamily="34" charset="0"/>
            </a:endParaRPr>
          </a:p>
        </p:txBody>
      </p:sp>
      <p:sp>
        <p:nvSpPr>
          <p:cNvPr id="78" name="Text 39">
            <a:extLst>
              <a:ext uri="{FF2B5EF4-FFF2-40B4-BE49-F238E27FC236}">
                <a16:creationId xmlns:a16="http://schemas.microsoft.com/office/drawing/2014/main" id="{508DF267-D109-07DE-FD19-FDF65892D347}"/>
              </a:ext>
            </a:extLst>
          </p:cNvPr>
          <p:cNvSpPr/>
          <p:nvPr/>
        </p:nvSpPr>
        <p:spPr>
          <a:xfrm>
            <a:off x="11289792" y="1951559"/>
            <a:ext cx="755904" cy="292608"/>
          </a:xfrm>
          <a:prstGeom prst="rect">
            <a:avLst/>
          </a:prstGeom>
          <a:solidFill>
            <a:srgbClr val="D1FAE5"/>
          </a:solidFill>
          <a:ln w="12700">
            <a:solidFill>
              <a:srgbClr val="166534"/>
            </a:solidFill>
            <a:prstDash val="solid"/>
          </a:ln>
        </p:spPr>
        <p:txBody>
          <a:bodyPr anchor="ctr"/>
          <a:lstStyle/>
          <a:p>
            <a:pPr algn="ctr"/>
            <a:r>
              <a:rPr lang="en-US" sz="867" b="1">
                <a:solidFill>
                  <a:srgbClr val="166534"/>
                </a:solidFill>
                <a:latin typeface="Verdana" panose="020B0604030504040204" pitchFamily="34" charset="0"/>
                <a:ea typeface="Verdana" panose="020B0604030504040204" pitchFamily="34" charset="0"/>
              </a:rPr>
              <a:t>Ongoing</a:t>
            </a:r>
          </a:p>
        </p:txBody>
      </p:sp>
      <p:sp>
        <p:nvSpPr>
          <p:cNvPr id="79" name="Text 39">
            <a:extLst>
              <a:ext uri="{FF2B5EF4-FFF2-40B4-BE49-F238E27FC236}">
                <a16:creationId xmlns:a16="http://schemas.microsoft.com/office/drawing/2014/main" id="{D8A09AFA-5AAC-5B24-A76E-8F6C2923C9BC}"/>
              </a:ext>
            </a:extLst>
          </p:cNvPr>
          <p:cNvSpPr/>
          <p:nvPr/>
        </p:nvSpPr>
        <p:spPr>
          <a:xfrm>
            <a:off x="11289792" y="2870041"/>
            <a:ext cx="755904" cy="292608"/>
          </a:xfrm>
          <a:prstGeom prst="rect">
            <a:avLst/>
          </a:prstGeom>
          <a:solidFill>
            <a:srgbClr val="D1FAE5"/>
          </a:solidFill>
          <a:ln>
            <a:solidFill>
              <a:schemeClr val="bg2"/>
            </a:solidFill>
          </a:ln>
        </p:spPr>
        <p:txBody>
          <a:bodyPr wrap="square" lIns="0" tIns="0" rIns="0" bIns="0" rtlCol="0" anchor="ctr"/>
          <a:lstStyle/>
          <a:p>
            <a:pPr algn="ctr"/>
            <a:r>
              <a:rPr lang="en-US" sz="867" b="1">
                <a:solidFill>
                  <a:srgbClr val="166534"/>
                </a:solidFill>
                <a:latin typeface="Verdana" panose="020B0604030504040204" pitchFamily="34" charset="0"/>
                <a:ea typeface="Verdana" panose="020B0604030504040204" pitchFamily="34" charset="0"/>
              </a:rPr>
              <a:t>Ongoing</a:t>
            </a:r>
            <a:endParaRPr lang="en-US" sz="867">
              <a:solidFill>
                <a:srgbClr val="166534"/>
              </a:solidFill>
              <a:latin typeface="Verdana" panose="020B0604030504040204" pitchFamily="34" charset="0"/>
              <a:ea typeface="Verdana" panose="020B0604030504040204" pitchFamily="34" charset="0"/>
            </a:endParaRPr>
          </a:p>
        </p:txBody>
      </p:sp>
      <p:sp>
        <p:nvSpPr>
          <p:cNvPr id="83" name="Shape 4">
            <a:extLst>
              <a:ext uri="{FF2B5EF4-FFF2-40B4-BE49-F238E27FC236}">
                <a16:creationId xmlns:a16="http://schemas.microsoft.com/office/drawing/2014/main" id="{4A6C88D6-6433-702C-19E6-2A69117DB875}"/>
              </a:ext>
            </a:extLst>
          </p:cNvPr>
          <p:cNvSpPr/>
          <p:nvPr/>
        </p:nvSpPr>
        <p:spPr>
          <a:xfrm>
            <a:off x="6155968" y="1230064"/>
            <a:ext cx="3048000" cy="365760"/>
          </a:xfrm>
          <a:prstGeom prst="rect">
            <a:avLst/>
          </a:prstGeom>
          <a:solidFill>
            <a:srgbClr val="1A1A2E"/>
          </a:solidFill>
          <a:ln w="12700">
            <a:solidFill>
              <a:srgbClr val="1A1A2E"/>
            </a:solidFill>
            <a:prstDash val="solid"/>
          </a:ln>
        </p:spPr>
        <p:txBody>
          <a:bodyPr/>
          <a:lstStyle/>
          <a:p>
            <a:endParaRPr lang="en-AE">
              <a:latin typeface="Verdana" panose="020B0604030504040204" pitchFamily="34" charset="0"/>
              <a:ea typeface="Verdana" panose="020B0604030504040204" pitchFamily="34" charset="0"/>
            </a:endParaRPr>
          </a:p>
        </p:txBody>
      </p:sp>
      <p:sp>
        <p:nvSpPr>
          <p:cNvPr id="84" name="Text 5">
            <a:extLst>
              <a:ext uri="{FF2B5EF4-FFF2-40B4-BE49-F238E27FC236}">
                <a16:creationId xmlns:a16="http://schemas.microsoft.com/office/drawing/2014/main" id="{F51396D5-84F9-9F1E-7EE9-21B7C3B17F18}"/>
              </a:ext>
            </a:extLst>
          </p:cNvPr>
          <p:cNvSpPr/>
          <p:nvPr/>
        </p:nvSpPr>
        <p:spPr>
          <a:xfrm>
            <a:off x="6204736" y="1230064"/>
            <a:ext cx="2974848" cy="365760"/>
          </a:xfrm>
          <a:prstGeom prst="rect">
            <a:avLst/>
          </a:prstGeom>
          <a:noFill/>
          <a:ln/>
        </p:spPr>
        <p:txBody>
          <a:bodyPr wrap="square" lIns="0" tIns="0" rIns="0" bIns="0" rtlCol="0" anchor="ctr"/>
          <a:lstStyle/>
          <a:p>
            <a:pPr algn="ctr"/>
            <a:r>
              <a:rPr lang="en-US" sz="1040" b="1">
                <a:solidFill>
                  <a:srgbClr val="FFFFFF"/>
                </a:solidFill>
                <a:latin typeface="Verdana" panose="020B0604030504040204" pitchFamily="34" charset="0"/>
                <a:ea typeface="Verdana" panose="020B0604030504040204" pitchFamily="34" charset="0"/>
              </a:rPr>
              <a:t>CFT Area / Theme</a:t>
            </a:r>
            <a:endParaRPr lang="en-US" sz="1040">
              <a:latin typeface="Verdana" panose="020B0604030504040204" pitchFamily="34" charset="0"/>
              <a:ea typeface="Verdana" panose="020B0604030504040204" pitchFamily="34" charset="0"/>
            </a:endParaRPr>
          </a:p>
        </p:txBody>
      </p:sp>
      <p:sp>
        <p:nvSpPr>
          <p:cNvPr id="85" name="Shape 6">
            <a:extLst>
              <a:ext uri="{FF2B5EF4-FFF2-40B4-BE49-F238E27FC236}">
                <a16:creationId xmlns:a16="http://schemas.microsoft.com/office/drawing/2014/main" id="{BFE7C400-3042-1A01-30A0-FA70E34CCDB4}"/>
              </a:ext>
            </a:extLst>
          </p:cNvPr>
          <p:cNvSpPr/>
          <p:nvPr/>
        </p:nvSpPr>
        <p:spPr>
          <a:xfrm>
            <a:off x="9240544" y="1230064"/>
            <a:ext cx="1950720" cy="365760"/>
          </a:xfrm>
          <a:prstGeom prst="rect">
            <a:avLst/>
          </a:prstGeom>
          <a:solidFill>
            <a:srgbClr val="1E3A5F"/>
          </a:solidFill>
          <a:ln w="12700">
            <a:solidFill>
              <a:srgbClr val="1E3A5F"/>
            </a:solidFill>
            <a:prstDash val="solid"/>
          </a:ln>
        </p:spPr>
        <p:txBody>
          <a:bodyPr/>
          <a:lstStyle/>
          <a:p>
            <a:endParaRPr lang="en-AE">
              <a:latin typeface="Verdana" panose="020B0604030504040204" pitchFamily="34" charset="0"/>
              <a:ea typeface="Verdana" panose="020B0604030504040204" pitchFamily="34" charset="0"/>
            </a:endParaRPr>
          </a:p>
        </p:txBody>
      </p:sp>
      <p:sp>
        <p:nvSpPr>
          <p:cNvPr id="86" name="Text 7">
            <a:extLst>
              <a:ext uri="{FF2B5EF4-FFF2-40B4-BE49-F238E27FC236}">
                <a16:creationId xmlns:a16="http://schemas.microsoft.com/office/drawing/2014/main" id="{5A94FEDC-95B4-C18D-0380-FECB1812E779}"/>
              </a:ext>
            </a:extLst>
          </p:cNvPr>
          <p:cNvSpPr/>
          <p:nvPr/>
        </p:nvSpPr>
        <p:spPr>
          <a:xfrm>
            <a:off x="9289312" y="1230064"/>
            <a:ext cx="1877568" cy="365760"/>
          </a:xfrm>
          <a:prstGeom prst="rect">
            <a:avLst/>
          </a:prstGeom>
          <a:noFill/>
          <a:ln/>
        </p:spPr>
        <p:txBody>
          <a:bodyPr wrap="square" lIns="0" tIns="0" rIns="0" bIns="0" rtlCol="0" anchor="ctr"/>
          <a:lstStyle/>
          <a:p>
            <a:pPr algn="ctr"/>
            <a:r>
              <a:rPr lang="en-US" sz="1040" b="1">
                <a:solidFill>
                  <a:srgbClr val="FFFFFF"/>
                </a:solidFill>
                <a:latin typeface="Verdana" panose="020B0604030504040204" pitchFamily="34" charset="0"/>
                <a:ea typeface="Verdana" panose="020B0604030504040204" pitchFamily="34" charset="0"/>
              </a:rPr>
              <a:t>Management Key Risk</a:t>
            </a:r>
            <a:endParaRPr lang="en-US" sz="1040">
              <a:latin typeface="Verdana" panose="020B0604030504040204" pitchFamily="34" charset="0"/>
              <a:ea typeface="Verdana" panose="020B0604030504040204" pitchFamily="34" charset="0"/>
            </a:endParaRPr>
          </a:p>
        </p:txBody>
      </p:sp>
      <p:sp>
        <p:nvSpPr>
          <p:cNvPr id="87" name="Shape 8">
            <a:extLst>
              <a:ext uri="{FF2B5EF4-FFF2-40B4-BE49-F238E27FC236}">
                <a16:creationId xmlns:a16="http://schemas.microsoft.com/office/drawing/2014/main" id="{E7C50B3A-E6C8-31D2-935E-3D15BB5C3330}"/>
              </a:ext>
            </a:extLst>
          </p:cNvPr>
          <p:cNvSpPr/>
          <p:nvPr/>
        </p:nvSpPr>
        <p:spPr>
          <a:xfrm>
            <a:off x="11227840" y="1230064"/>
            <a:ext cx="877824" cy="365760"/>
          </a:xfrm>
          <a:prstGeom prst="rect">
            <a:avLst/>
          </a:prstGeom>
          <a:solidFill>
            <a:srgbClr val="1A1A2E"/>
          </a:solidFill>
          <a:ln w="12700">
            <a:solidFill>
              <a:srgbClr val="1A1A2E"/>
            </a:solidFill>
            <a:prstDash val="solid"/>
          </a:ln>
        </p:spPr>
        <p:txBody>
          <a:bodyPr/>
          <a:lstStyle/>
          <a:p>
            <a:endParaRPr lang="en-AE">
              <a:latin typeface="Verdana" panose="020B0604030504040204" pitchFamily="34" charset="0"/>
              <a:ea typeface="Verdana" panose="020B0604030504040204" pitchFamily="34" charset="0"/>
            </a:endParaRPr>
          </a:p>
        </p:txBody>
      </p:sp>
      <p:sp>
        <p:nvSpPr>
          <p:cNvPr id="88" name="Text 9">
            <a:extLst>
              <a:ext uri="{FF2B5EF4-FFF2-40B4-BE49-F238E27FC236}">
                <a16:creationId xmlns:a16="http://schemas.microsoft.com/office/drawing/2014/main" id="{913A719C-1C8F-E85D-4697-49F661136E17}"/>
              </a:ext>
            </a:extLst>
          </p:cNvPr>
          <p:cNvSpPr/>
          <p:nvPr/>
        </p:nvSpPr>
        <p:spPr>
          <a:xfrm>
            <a:off x="11276608" y="1230064"/>
            <a:ext cx="804672" cy="365760"/>
          </a:xfrm>
          <a:prstGeom prst="rect">
            <a:avLst/>
          </a:prstGeom>
          <a:noFill/>
          <a:ln/>
        </p:spPr>
        <p:txBody>
          <a:bodyPr wrap="square" lIns="0" tIns="0" rIns="0" bIns="0" rtlCol="0" anchor="ctr"/>
          <a:lstStyle/>
          <a:p>
            <a:pPr algn="ctr"/>
            <a:r>
              <a:rPr lang="en-US" sz="1040" b="1">
                <a:solidFill>
                  <a:srgbClr val="FFFFFF"/>
                </a:solidFill>
                <a:latin typeface="Verdana" panose="020B0604030504040204" pitchFamily="34" charset="0"/>
                <a:ea typeface="Verdana" panose="020B0604030504040204" pitchFamily="34" charset="0"/>
              </a:rPr>
              <a:t>Status</a:t>
            </a:r>
            <a:endParaRPr lang="en-US" sz="1040">
              <a:latin typeface="Verdana" panose="020B0604030504040204" pitchFamily="34" charset="0"/>
              <a:ea typeface="Verdana" panose="020B0604030504040204" pitchFamily="34" charset="0"/>
            </a:endParaRPr>
          </a:p>
        </p:txBody>
      </p:sp>
      <p:sp>
        <p:nvSpPr>
          <p:cNvPr id="90" name="Text 14"/>
          <p:cNvSpPr/>
          <p:nvPr/>
        </p:nvSpPr>
        <p:spPr>
          <a:xfrm>
            <a:off x="304800" y="1674006"/>
            <a:ext cx="2877312" cy="821741"/>
          </a:xfrm>
          <a:prstGeom prst="rect">
            <a:avLst/>
          </a:prstGeom>
          <a:noFill/>
          <a:ln/>
        </p:spPr>
        <p:txBody>
          <a:bodyPr wrap="square" lIns="0" tIns="0" rIns="0" bIns="0" rtlCol="0" anchor="ctr"/>
          <a:lstStyle/>
          <a:p>
            <a:endParaRPr lang="en-US" sz="1000">
              <a:solidFill>
                <a:schemeClr val="bg2"/>
              </a:solidFill>
              <a:latin typeface="Verdana" panose="020B0604030504040204" pitchFamily="34" charset="0"/>
              <a:ea typeface="Verdana" panose="020B0604030504040204" pitchFamily="34" charset="0"/>
            </a:endParaRPr>
          </a:p>
        </p:txBody>
      </p:sp>
      <p:sp>
        <p:nvSpPr>
          <p:cNvPr id="91" name="Text 15"/>
          <p:cNvSpPr/>
          <p:nvPr/>
        </p:nvSpPr>
        <p:spPr>
          <a:xfrm>
            <a:off x="3316224" y="1674006"/>
            <a:ext cx="1877568" cy="821741"/>
          </a:xfrm>
          <a:prstGeom prst="rect">
            <a:avLst/>
          </a:prstGeom>
          <a:noFill/>
          <a:ln/>
        </p:spPr>
        <p:txBody>
          <a:bodyPr wrap="square" lIns="0" tIns="0" rIns="0" bIns="0" rtlCol="0" anchor="ctr"/>
          <a:lstStyle/>
          <a:p>
            <a:endParaRPr lang="en-US" sz="933" b="1">
              <a:solidFill>
                <a:srgbClr val="6D28D9"/>
              </a:solidFill>
              <a:latin typeface="Verdana" panose="020B0604030504040204" pitchFamily="34" charset="0"/>
              <a:ea typeface="Verdana" panose="020B0604030504040204" pitchFamily="34" charset="0"/>
            </a:endParaRPr>
          </a:p>
        </p:txBody>
      </p:sp>
      <p:sp>
        <p:nvSpPr>
          <p:cNvPr id="93" name="Shape 34">
            <a:extLst>
              <a:ext uri="{FF2B5EF4-FFF2-40B4-BE49-F238E27FC236}">
                <a16:creationId xmlns:a16="http://schemas.microsoft.com/office/drawing/2014/main" id="{AB3BCD2E-7732-0616-9283-093C863C6D43}"/>
              </a:ext>
            </a:extLst>
          </p:cNvPr>
          <p:cNvSpPr/>
          <p:nvPr/>
        </p:nvSpPr>
        <p:spPr>
          <a:xfrm>
            <a:off x="6144768" y="3409474"/>
            <a:ext cx="73152" cy="919277"/>
          </a:xfrm>
          <a:prstGeom prst="rect">
            <a:avLst/>
          </a:prstGeom>
          <a:solidFill>
            <a:srgbClr val="D1FAE5"/>
          </a:solidFill>
          <a:ln w="12700">
            <a:solidFill>
              <a:srgbClr val="166534"/>
            </a:solidFill>
            <a:prstDash val="solid"/>
          </a:ln>
        </p:spPr>
        <p:txBody>
          <a:bodyPr/>
          <a:lstStyle/>
          <a:p>
            <a:endParaRPr lang="en-AE">
              <a:latin typeface="Verdana" panose="020B0604030504040204" pitchFamily="34" charset="0"/>
              <a:ea typeface="Verdana" panose="020B0604030504040204" pitchFamily="34" charset="0"/>
            </a:endParaRPr>
          </a:p>
        </p:txBody>
      </p:sp>
      <p:sp>
        <p:nvSpPr>
          <p:cNvPr id="94" name="Text 35">
            <a:extLst>
              <a:ext uri="{FF2B5EF4-FFF2-40B4-BE49-F238E27FC236}">
                <a16:creationId xmlns:a16="http://schemas.microsoft.com/office/drawing/2014/main" id="{BDEE60FA-8075-3D1C-1CCF-5F126835FC74}"/>
              </a:ext>
            </a:extLst>
          </p:cNvPr>
          <p:cNvSpPr/>
          <p:nvPr/>
        </p:nvSpPr>
        <p:spPr>
          <a:xfrm>
            <a:off x="6266688" y="3467669"/>
            <a:ext cx="2877312" cy="821741"/>
          </a:xfrm>
          <a:prstGeom prst="rect">
            <a:avLst/>
          </a:prstGeom>
          <a:solidFill>
            <a:srgbClr val="F5F5F5"/>
          </a:solidFill>
          <a:ln/>
        </p:spPr>
        <p:txBody>
          <a:bodyPr wrap="square" lIns="0" tIns="0" rIns="0" bIns="0" rtlCol="0" anchor="ctr"/>
          <a:lstStyle/>
          <a:p>
            <a:r>
              <a:rPr lang="en-US" sz="1000" b="1">
                <a:solidFill>
                  <a:schemeClr val="bg2"/>
                </a:solidFill>
                <a:latin typeface="Verdana" panose="020B0604030504040204" pitchFamily="34" charset="0"/>
                <a:ea typeface="Verdana" panose="020B0604030504040204" pitchFamily="34" charset="0"/>
              </a:rPr>
              <a:t>Cybersecurity Incident Monitoring, Threat Response &amp; SOC Operations</a:t>
            </a:r>
            <a:endParaRPr lang="en-US" sz="1000">
              <a:solidFill>
                <a:schemeClr val="bg2"/>
              </a:solidFill>
              <a:latin typeface="Verdana" panose="020B0604030504040204" pitchFamily="34" charset="0"/>
              <a:ea typeface="Verdana" panose="020B0604030504040204" pitchFamily="34" charset="0"/>
            </a:endParaRPr>
          </a:p>
        </p:txBody>
      </p:sp>
      <p:sp>
        <p:nvSpPr>
          <p:cNvPr id="95" name="Text 36">
            <a:extLst>
              <a:ext uri="{FF2B5EF4-FFF2-40B4-BE49-F238E27FC236}">
                <a16:creationId xmlns:a16="http://schemas.microsoft.com/office/drawing/2014/main" id="{30F24DF0-F2F5-40A2-20E9-39C143192E68}"/>
              </a:ext>
            </a:extLst>
          </p:cNvPr>
          <p:cNvSpPr/>
          <p:nvPr/>
        </p:nvSpPr>
        <p:spPr>
          <a:xfrm>
            <a:off x="9278112" y="3467669"/>
            <a:ext cx="1877568" cy="821741"/>
          </a:xfrm>
          <a:prstGeom prst="rect">
            <a:avLst/>
          </a:prstGeom>
          <a:solidFill>
            <a:srgbClr val="F5F5F5"/>
          </a:solidFill>
          <a:ln/>
        </p:spPr>
        <p:txBody>
          <a:bodyPr wrap="square" lIns="0" tIns="0" rIns="0" bIns="0" rtlCol="0" anchor="ctr"/>
          <a:lstStyle/>
          <a:p>
            <a:r>
              <a:rPr lang="en-US" sz="900" b="1" dirty="0">
                <a:solidFill>
                  <a:schemeClr val="bg2"/>
                </a:solidFill>
                <a:latin typeface="Verdana" panose="020B0604030504040204" pitchFamily="34" charset="0"/>
                <a:ea typeface="Verdana" panose="020B0604030504040204" pitchFamily="34" charset="0"/>
              </a:rPr>
              <a:t>Third-party Exposure &amp; Cyber Threats</a:t>
            </a:r>
          </a:p>
          <a:p>
            <a:endParaRPr lang="en-US" sz="930" dirty="0">
              <a:solidFill>
                <a:schemeClr val="bg2"/>
              </a:solidFill>
              <a:latin typeface="Verdana" panose="020B0604030504040204" pitchFamily="34" charset="0"/>
              <a:ea typeface="Verdana" panose="020B0604030504040204" pitchFamily="34" charset="0"/>
            </a:endParaRPr>
          </a:p>
        </p:txBody>
      </p:sp>
      <p:sp>
        <p:nvSpPr>
          <p:cNvPr id="96" name="Shape 37">
            <a:extLst>
              <a:ext uri="{FF2B5EF4-FFF2-40B4-BE49-F238E27FC236}">
                <a16:creationId xmlns:a16="http://schemas.microsoft.com/office/drawing/2014/main" id="{706A73EF-736E-94B0-05F8-5DE5587E2EDE}"/>
              </a:ext>
            </a:extLst>
          </p:cNvPr>
          <p:cNvSpPr/>
          <p:nvPr/>
        </p:nvSpPr>
        <p:spPr>
          <a:xfrm>
            <a:off x="11289792" y="3732235"/>
            <a:ext cx="755904" cy="292608"/>
          </a:xfrm>
          <a:prstGeom prst="rect">
            <a:avLst/>
          </a:prstGeom>
          <a:solidFill>
            <a:srgbClr val="D1FAE5"/>
          </a:solidFill>
          <a:ln w="12700">
            <a:solidFill>
              <a:srgbClr val="166534"/>
            </a:solidFill>
            <a:prstDash val="solid"/>
          </a:ln>
        </p:spPr>
        <p:txBody>
          <a:bodyPr/>
          <a:lstStyle/>
          <a:p>
            <a:endParaRPr lang="en-AE">
              <a:latin typeface="Verdana" panose="020B0604030504040204" pitchFamily="34" charset="0"/>
              <a:ea typeface="Verdana" panose="020B0604030504040204" pitchFamily="34" charset="0"/>
            </a:endParaRPr>
          </a:p>
        </p:txBody>
      </p:sp>
      <p:sp>
        <p:nvSpPr>
          <p:cNvPr id="97" name="Text 38">
            <a:extLst>
              <a:ext uri="{FF2B5EF4-FFF2-40B4-BE49-F238E27FC236}">
                <a16:creationId xmlns:a16="http://schemas.microsoft.com/office/drawing/2014/main" id="{BED986ED-40E7-134E-8C2F-82F4EC242BFA}"/>
              </a:ext>
            </a:extLst>
          </p:cNvPr>
          <p:cNvSpPr/>
          <p:nvPr/>
        </p:nvSpPr>
        <p:spPr>
          <a:xfrm>
            <a:off x="11289792" y="3732235"/>
            <a:ext cx="755904" cy="292608"/>
          </a:xfrm>
          <a:prstGeom prst="rect">
            <a:avLst/>
          </a:prstGeom>
          <a:noFill/>
          <a:ln/>
        </p:spPr>
        <p:txBody>
          <a:bodyPr wrap="square" lIns="0" tIns="0" rIns="0" bIns="0" rtlCol="0" anchor="ctr"/>
          <a:lstStyle/>
          <a:p>
            <a:pPr algn="ctr"/>
            <a:r>
              <a:rPr lang="en-US" sz="867" b="1">
                <a:solidFill>
                  <a:srgbClr val="166534"/>
                </a:solidFill>
                <a:latin typeface="Verdana" panose="020B0604030504040204" pitchFamily="34" charset="0"/>
                <a:ea typeface="Verdana" panose="020B0604030504040204" pitchFamily="34" charset="0"/>
              </a:rPr>
              <a:t>Report Issued</a:t>
            </a:r>
            <a:endParaRPr lang="en-US" sz="867">
              <a:latin typeface="Verdana" panose="020B0604030504040204" pitchFamily="34" charset="0"/>
              <a:ea typeface="Verdana" panose="020B0604030504040204" pitchFamily="34" charset="0"/>
            </a:endParaRPr>
          </a:p>
        </p:txBody>
      </p:sp>
      <p:sp>
        <p:nvSpPr>
          <p:cNvPr id="98" name="Text 39">
            <a:extLst>
              <a:ext uri="{FF2B5EF4-FFF2-40B4-BE49-F238E27FC236}">
                <a16:creationId xmlns:a16="http://schemas.microsoft.com/office/drawing/2014/main" id="{48360C92-424F-AA67-638B-0684A2CB09DF}"/>
              </a:ext>
            </a:extLst>
          </p:cNvPr>
          <p:cNvSpPr/>
          <p:nvPr/>
        </p:nvSpPr>
        <p:spPr>
          <a:xfrm>
            <a:off x="11289792" y="3733028"/>
            <a:ext cx="755904" cy="292608"/>
          </a:xfrm>
          <a:prstGeom prst="rect">
            <a:avLst/>
          </a:prstGeom>
          <a:solidFill>
            <a:srgbClr val="D1FAE5"/>
          </a:solidFill>
          <a:ln w="12700">
            <a:solidFill>
              <a:srgbClr val="166534"/>
            </a:solidFill>
            <a:prstDash val="solid"/>
          </a:ln>
        </p:spPr>
        <p:txBody>
          <a:bodyPr anchor="ctr"/>
          <a:lstStyle/>
          <a:p>
            <a:pPr algn="ctr"/>
            <a:r>
              <a:rPr lang="en-US" sz="867" b="1">
                <a:solidFill>
                  <a:srgbClr val="166534"/>
                </a:solidFill>
                <a:latin typeface="Verdana" panose="020B0604030504040204" pitchFamily="34" charset="0"/>
                <a:ea typeface="Verdana" panose="020B0604030504040204" pitchFamily="34" charset="0"/>
              </a:rPr>
              <a:t>Ongoing</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4145B6-BD49-9C90-B64E-2762E0773A13}"/>
            </a:ext>
          </a:extLst>
        </p:cNvPr>
        <p:cNvGrpSpPr/>
        <p:nvPr/>
      </p:nvGrpSpPr>
      <p:grpSpPr>
        <a:xfrm>
          <a:off x="0" y="0"/>
          <a:ext cx="0" cy="0"/>
          <a:chOff x="0" y="0"/>
          <a:chExt cx="0" cy="0"/>
        </a:xfrm>
      </p:grpSpPr>
      <p:sp>
        <p:nvSpPr>
          <p:cNvPr id="79" name="Title 1">
            <a:extLst>
              <a:ext uri="{FF2B5EF4-FFF2-40B4-BE49-F238E27FC236}">
                <a16:creationId xmlns:a16="http://schemas.microsoft.com/office/drawing/2014/main" id="{DE1D7D73-571D-A705-1575-B9C1227AB8F2}"/>
              </a:ext>
            </a:extLst>
          </p:cNvPr>
          <p:cNvSpPr txBox="1">
            <a:spLocks/>
          </p:cNvSpPr>
          <p:nvPr/>
        </p:nvSpPr>
        <p:spPr>
          <a:xfrm>
            <a:off x="-62151" y="0"/>
            <a:ext cx="12192000" cy="631031"/>
          </a:xfrm>
          <a:prstGeom prst="rect">
            <a:avLst/>
          </a:prstGeom>
        </p:spPr>
        <p:txBody>
          <a:bodyPr anchor="ctr"/>
          <a:lstStyle>
            <a:lvl1pPr algn="l" rtl="0" eaLnBrk="1" fontAlgn="base" hangingPunct="1">
              <a:spcBef>
                <a:spcPct val="0"/>
              </a:spcBef>
              <a:spcAft>
                <a:spcPct val="0"/>
              </a:spcAft>
              <a:defRPr sz="1200" b="0">
                <a:solidFill>
                  <a:schemeClr val="bg1"/>
                </a:solidFill>
                <a:latin typeface="+mj-lt"/>
                <a:ea typeface="+mj-ea"/>
                <a:cs typeface="+mj-cs"/>
              </a:defRPr>
            </a:lvl1pPr>
            <a:lvl2pPr algn="ctr" rtl="0" eaLnBrk="1" fontAlgn="base" hangingPunct="1">
              <a:spcBef>
                <a:spcPct val="0"/>
              </a:spcBef>
              <a:spcAft>
                <a:spcPct val="0"/>
              </a:spcAft>
              <a:defRPr sz="2400" b="1">
                <a:solidFill>
                  <a:schemeClr val="bg1"/>
                </a:solidFill>
                <a:latin typeface="Verdana" pitchFamily="34" charset="0"/>
                <a:cs typeface="Times New Roman" pitchFamily="18" charset="0"/>
              </a:defRPr>
            </a:lvl2pPr>
            <a:lvl3pPr algn="ctr" rtl="0" eaLnBrk="1" fontAlgn="base" hangingPunct="1">
              <a:spcBef>
                <a:spcPct val="0"/>
              </a:spcBef>
              <a:spcAft>
                <a:spcPct val="0"/>
              </a:spcAft>
              <a:defRPr sz="2400" b="1">
                <a:solidFill>
                  <a:schemeClr val="bg1"/>
                </a:solidFill>
                <a:latin typeface="Verdana" pitchFamily="34" charset="0"/>
                <a:cs typeface="Times New Roman" pitchFamily="18" charset="0"/>
              </a:defRPr>
            </a:lvl3pPr>
            <a:lvl4pPr algn="ctr" rtl="0" eaLnBrk="1" fontAlgn="base" hangingPunct="1">
              <a:spcBef>
                <a:spcPct val="0"/>
              </a:spcBef>
              <a:spcAft>
                <a:spcPct val="0"/>
              </a:spcAft>
              <a:defRPr sz="2400" b="1">
                <a:solidFill>
                  <a:schemeClr val="bg1"/>
                </a:solidFill>
                <a:latin typeface="Verdana" pitchFamily="34" charset="0"/>
                <a:cs typeface="Times New Roman" pitchFamily="18" charset="0"/>
              </a:defRPr>
            </a:lvl4pPr>
            <a:lvl5pPr algn="ctr" rtl="0" eaLnBrk="1" fontAlgn="base" hangingPunct="1">
              <a:spcBef>
                <a:spcPct val="0"/>
              </a:spcBef>
              <a:spcAft>
                <a:spcPct val="0"/>
              </a:spcAft>
              <a:defRPr sz="2400" b="1">
                <a:solidFill>
                  <a:schemeClr val="bg1"/>
                </a:solidFill>
                <a:latin typeface="Verdana" pitchFamily="34" charset="0"/>
                <a:cs typeface="Times New Roman" pitchFamily="18" charset="0"/>
              </a:defRPr>
            </a:lvl5pPr>
            <a:lvl6pPr marL="342909" algn="ctr" rtl="0" eaLnBrk="1" fontAlgn="base" hangingPunct="1">
              <a:spcBef>
                <a:spcPct val="0"/>
              </a:spcBef>
              <a:spcAft>
                <a:spcPct val="0"/>
              </a:spcAft>
              <a:defRPr sz="2400" b="1">
                <a:solidFill>
                  <a:schemeClr val="bg1"/>
                </a:solidFill>
                <a:latin typeface="Verdana" pitchFamily="34" charset="0"/>
                <a:cs typeface="Times New Roman" pitchFamily="18" charset="0"/>
              </a:defRPr>
            </a:lvl6pPr>
            <a:lvl7pPr marL="685817" algn="ctr" rtl="0" eaLnBrk="1" fontAlgn="base" hangingPunct="1">
              <a:spcBef>
                <a:spcPct val="0"/>
              </a:spcBef>
              <a:spcAft>
                <a:spcPct val="0"/>
              </a:spcAft>
              <a:defRPr sz="2400" b="1">
                <a:solidFill>
                  <a:schemeClr val="bg1"/>
                </a:solidFill>
                <a:latin typeface="Verdana" pitchFamily="34" charset="0"/>
                <a:cs typeface="Times New Roman" pitchFamily="18" charset="0"/>
              </a:defRPr>
            </a:lvl7pPr>
            <a:lvl8pPr marL="1028726" algn="ctr" rtl="0" eaLnBrk="1" fontAlgn="base" hangingPunct="1">
              <a:spcBef>
                <a:spcPct val="0"/>
              </a:spcBef>
              <a:spcAft>
                <a:spcPct val="0"/>
              </a:spcAft>
              <a:defRPr sz="2400" b="1">
                <a:solidFill>
                  <a:schemeClr val="bg1"/>
                </a:solidFill>
                <a:latin typeface="Verdana" pitchFamily="34" charset="0"/>
                <a:cs typeface="Times New Roman" pitchFamily="18" charset="0"/>
              </a:defRPr>
            </a:lvl8pPr>
            <a:lvl9pPr marL="1371635" algn="ctr" rtl="0" eaLnBrk="1" fontAlgn="base" hangingPunct="1">
              <a:spcBef>
                <a:spcPct val="0"/>
              </a:spcBef>
              <a:spcAft>
                <a:spcPct val="0"/>
              </a:spcAft>
              <a:defRPr sz="2400" b="1">
                <a:solidFill>
                  <a:schemeClr val="bg1"/>
                </a:solidFill>
                <a:latin typeface="Verdana" pitchFamily="34" charset="0"/>
                <a:cs typeface="Times New Roman" pitchFamily="18" charset="0"/>
              </a:defRPr>
            </a:lvl9pPr>
          </a:lstStyle>
          <a:p>
            <a:r>
              <a:rPr lang="en-US" sz="2000" kern="0">
                <a:latin typeface="Verdana" panose="020B0604030504040204" pitchFamily="34" charset="0"/>
                <a:ea typeface="Verdana" panose="020B0604030504040204" pitchFamily="34" charset="0"/>
                <a:cs typeface="Verdana" panose="020B0604030504040204" pitchFamily="34" charset="0"/>
              </a:rPr>
              <a:t>    GIA Audit Plan Status FY 2026	               </a:t>
            </a:r>
            <a:endParaRPr lang="en-GB" sz="2000" kern="0">
              <a:latin typeface="Verdana" panose="020B0604030504040204" pitchFamily="34" charset="0"/>
              <a:ea typeface="Verdana" panose="020B0604030504040204" pitchFamily="34" charset="0"/>
              <a:cs typeface="Verdana" panose="020B0604030504040204" pitchFamily="34" charset="0"/>
            </a:endParaRPr>
          </a:p>
        </p:txBody>
      </p:sp>
      <p:sp>
        <p:nvSpPr>
          <p:cNvPr id="80" name="Rectangle 79">
            <a:extLst>
              <a:ext uri="{FF2B5EF4-FFF2-40B4-BE49-F238E27FC236}">
                <a16:creationId xmlns:a16="http://schemas.microsoft.com/office/drawing/2014/main" id="{778482BD-CCA0-DA8C-A704-6FF012D852FF}"/>
              </a:ext>
            </a:extLst>
          </p:cNvPr>
          <p:cNvSpPr/>
          <p:nvPr/>
        </p:nvSpPr>
        <p:spPr>
          <a:xfrm>
            <a:off x="0" y="6517767"/>
            <a:ext cx="12191695" cy="1828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Shape 4"/>
          <p:cNvSpPr/>
          <p:nvPr/>
        </p:nvSpPr>
        <p:spPr>
          <a:xfrm>
            <a:off x="400050" y="705231"/>
            <a:ext cx="11274552" cy="0"/>
          </a:xfrm>
          <a:prstGeom prst="line">
            <a:avLst/>
          </a:prstGeom>
          <a:noFill/>
          <a:ln w="12700">
            <a:solidFill>
              <a:srgbClr val="DDE1EA"/>
            </a:solidFill>
            <a:prstDash val="solid"/>
          </a:ln>
        </p:spPr>
        <p:txBody>
          <a:bodyPr/>
          <a:lstStyle/>
          <a:p>
            <a:endParaRPr lang="en-US"/>
          </a:p>
        </p:txBody>
      </p:sp>
      <p:sp>
        <p:nvSpPr>
          <p:cNvPr id="7" name="Shape 5"/>
          <p:cNvSpPr/>
          <p:nvPr/>
        </p:nvSpPr>
        <p:spPr>
          <a:xfrm>
            <a:off x="400050" y="753999"/>
            <a:ext cx="36576" cy="713232"/>
          </a:xfrm>
          <a:prstGeom prst="rect">
            <a:avLst/>
          </a:prstGeom>
          <a:solidFill>
            <a:srgbClr val="1B2A4A"/>
          </a:solidFill>
          <a:ln w="12700">
            <a:solidFill>
              <a:srgbClr val="1B2A4A"/>
            </a:solidFill>
            <a:prstDash val="solid"/>
          </a:ln>
        </p:spPr>
        <p:txBody>
          <a:bodyPr/>
          <a:lstStyle/>
          <a:p>
            <a:endParaRPr lang="en-US"/>
          </a:p>
        </p:txBody>
      </p:sp>
      <p:sp>
        <p:nvSpPr>
          <p:cNvPr id="8" name="Text 6"/>
          <p:cNvSpPr/>
          <p:nvPr/>
        </p:nvSpPr>
        <p:spPr>
          <a:xfrm>
            <a:off x="509778" y="717423"/>
            <a:ext cx="777240" cy="640080"/>
          </a:xfrm>
          <a:prstGeom prst="rect">
            <a:avLst/>
          </a:prstGeom>
          <a:noFill/>
          <a:ln/>
        </p:spPr>
        <p:txBody>
          <a:bodyPr wrap="square" lIns="0" tIns="0" rIns="0" bIns="0" rtlCol="0" anchor="ctr"/>
          <a:lstStyle/>
          <a:p>
            <a:pPr marL="0" indent="0" algn="ctr">
              <a:buNone/>
            </a:pPr>
            <a:r>
              <a:rPr lang="en-US" sz="4000" b="1">
                <a:solidFill>
                  <a:srgbClr val="1B2A4A"/>
                </a:solidFill>
                <a:latin typeface="Verdana" pitchFamily="34" charset="0"/>
                <a:ea typeface="Verdana" pitchFamily="34" charset="-122"/>
                <a:cs typeface="Verdana" pitchFamily="34" charset="-120"/>
              </a:rPr>
              <a:t>36</a:t>
            </a:r>
            <a:endParaRPr lang="en-US" sz="4000"/>
          </a:p>
        </p:txBody>
      </p:sp>
      <p:sp>
        <p:nvSpPr>
          <p:cNvPr id="9" name="Text 7"/>
          <p:cNvSpPr/>
          <p:nvPr/>
        </p:nvSpPr>
        <p:spPr>
          <a:xfrm>
            <a:off x="1314450" y="827151"/>
            <a:ext cx="1709928" cy="566928"/>
          </a:xfrm>
          <a:prstGeom prst="rect">
            <a:avLst/>
          </a:prstGeom>
          <a:noFill/>
          <a:ln/>
        </p:spPr>
        <p:txBody>
          <a:bodyPr wrap="square" lIns="0" tIns="0" rIns="0" bIns="0" rtlCol="0" anchor="ctr"/>
          <a:lstStyle/>
          <a:p>
            <a:pPr marL="0" indent="0">
              <a:buNone/>
            </a:pPr>
            <a:r>
              <a:rPr lang="en-US" sz="950" b="1">
                <a:solidFill>
                  <a:srgbClr val="1B2A4A"/>
                </a:solidFill>
                <a:latin typeface="Verdana" pitchFamily="34" charset="0"/>
                <a:ea typeface="Verdana" pitchFamily="34" charset="-122"/>
                <a:cs typeface="Verdana" pitchFamily="34" charset="-120"/>
              </a:rPr>
              <a:t>Total in</a:t>
            </a:r>
            <a:endParaRPr lang="en-US" sz="950"/>
          </a:p>
          <a:p>
            <a:pPr marL="0" indent="0">
              <a:buNone/>
            </a:pPr>
            <a:r>
              <a:rPr lang="en-US" sz="950" b="1">
                <a:solidFill>
                  <a:srgbClr val="1B2A4A"/>
                </a:solidFill>
                <a:latin typeface="Verdana" pitchFamily="34" charset="0"/>
                <a:ea typeface="Verdana" pitchFamily="34" charset="-122"/>
                <a:cs typeface="Verdana" pitchFamily="34" charset="-120"/>
              </a:rPr>
              <a:t>FY2026 Plan</a:t>
            </a:r>
            <a:endParaRPr lang="en-US" sz="950"/>
          </a:p>
        </p:txBody>
      </p:sp>
      <p:sp>
        <p:nvSpPr>
          <p:cNvPr id="10" name="Shape 8"/>
          <p:cNvSpPr/>
          <p:nvPr/>
        </p:nvSpPr>
        <p:spPr>
          <a:xfrm>
            <a:off x="3152394" y="808863"/>
            <a:ext cx="0" cy="603504"/>
          </a:xfrm>
          <a:prstGeom prst="line">
            <a:avLst/>
          </a:prstGeom>
          <a:noFill/>
          <a:ln w="12700">
            <a:solidFill>
              <a:srgbClr val="DDE1EA"/>
            </a:solidFill>
            <a:prstDash val="solid"/>
          </a:ln>
        </p:spPr>
        <p:txBody>
          <a:bodyPr/>
          <a:lstStyle/>
          <a:p>
            <a:endParaRPr lang="en-US"/>
          </a:p>
        </p:txBody>
      </p:sp>
      <p:sp>
        <p:nvSpPr>
          <p:cNvPr id="11" name="Shape 9"/>
          <p:cNvSpPr/>
          <p:nvPr/>
        </p:nvSpPr>
        <p:spPr>
          <a:xfrm>
            <a:off x="3207258" y="753999"/>
            <a:ext cx="36576" cy="713232"/>
          </a:xfrm>
          <a:prstGeom prst="rect">
            <a:avLst/>
          </a:prstGeom>
          <a:solidFill>
            <a:srgbClr val="1E7A3A"/>
          </a:solidFill>
          <a:ln w="12700">
            <a:solidFill>
              <a:srgbClr val="1E7A3A"/>
            </a:solidFill>
            <a:prstDash val="solid"/>
          </a:ln>
        </p:spPr>
        <p:txBody>
          <a:bodyPr/>
          <a:lstStyle/>
          <a:p>
            <a:endParaRPr lang="en-US"/>
          </a:p>
        </p:txBody>
      </p:sp>
      <p:sp>
        <p:nvSpPr>
          <p:cNvPr id="12" name="Text 10"/>
          <p:cNvSpPr/>
          <p:nvPr/>
        </p:nvSpPr>
        <p:spPr>
          <a:xfrm>
            <a:off x="3316986" y="717423"/>
            <a:ext cx="777240" cy="640080"/>
          </a:xfrm>
          <a:prstGeom prst="rect">
            <a:avLst/>
          </a:prstGeom>
          <a:noFill/>
          <a:ln/>
        </p:spPr>
        <p:txBody>
          <a:bodyPr wrap="square" lIns="0" tIns="0" rIns="0" bIns="0" rtlCol="0" anchor="ctr"/>
          <a:lstStyle/>
          <a:p>
            <a:pPr marL="0" indent="0" algn="ctr">
              <a:buNone/>
            </a:pPr>
            <a:r>
              <a:rPr lang="en-US" sz="4000" b="1">
                <a:solidFill>
                  <a:srgbClr val="1E7A3A"/>
                </a:solidFill>
                <a:latin typeface="Verdana" pitchFamily="34" charset="0"/>
                <a:ea typeface="Verdana" pitchFamily="34" charset="-122"/>
                <a:cs typeface="Verdana" pitchFamily="34" charset="-120"/>
              </a:rPr>
              <a:t>6</a:t>
            </a:r>
            <a:endParaRPr lang="en-US" sz="4000"/>
          </a:p>
        </p:txBody>
      </p:sp>
      <p:sp>
        <p:nvSpPr>
          <p:cNvPr id="13" name="Text 11"/>
          <p:cNvSpPr/>
          <p:nvPr/>
        </p:nvSpPr>
        <p:spPr>
          <a:xfrm>
            <a:off x="4121658" y="827151"/>
            <a:ext cx="1709928" cy="566928"/>
          </a:xfrm>
          <a:prstGeom prst="rect">
            <a:avLst/>
          </a:prstGeom>
          <a:noFill/>
          <a:ln/>
        </p:spPr>
        <p:txBody>
          <a:bodyPr wrap="square" lIns="0" tIns="0" rIns="0" bIns="0" rtlCol="0" anchor="ctr"/>
          <a:lstStyle/>
          <a:p>
            <a:pPr marL="0" indent="0">
              <a:buNone/>
            </a:pPr>
            <a:r>
              <a:rPr lang="en-US" sz="950" b="1">
                <a:solidFill>
                  <a:srgbClr val="1E7A3A"/>
                </a:solidFill>
                <a:latin typeface="Verdana" pitchFamily="34" charset="0"/>
                <a:ea typeface="Verdana" pitchFamily="34" charset="-122"/>
                <a:cs typeface="Verdana" pitchFamily="34" charset="-120"/>
              </a:rPr>
              <a:t>Completed</a:t>
            </a:r>
            <a:endParaRPr lang="en-US" sz="950"/>
          </a:p>
          <a:p>
            <a:pPr marL="0" indent="0">
              <a:buNone/>
            </a:pPr>
            <a:r>
              <a:rPr lang="en-US" sz="950" b="1">
                <a:solidFill>
                  <a:srgbClr val="1E7A3A"/>
                </a:solidFill>
                <a:latin typeface="Verdana" pitchFamily="34" charset="0"/>
                <a:ea typeface="Verdana" pitchFamily="34" charset="-122"/>
                <a:cs typeface="Verdana" pitchFamily="34" charset="-120"/>
              </a:rPr>
              <a:t>17%</a:t>
            </a:r>
            <a:endParaRPr lang="en-US" sz="950"/>
          </a:p>
        </p:txBody>
      </p:sp>
      <p:sp>
        <p:nvSpPr>
          <p:cNvPr id="14" name="Shape 12"/>
          <p:cNvSpPr/>
          <p:nvPr/>
        </p:nvSpPr>
        <p:spPr>
          <a:xfrm>
            <a:off x="5959602" y="808863"/>
            <a:ext cx="0" cy="603504"/>
          </a:xfrm>
          <a:prstGeom prst="line">
            <a:avLst/>
          </a:prstGeom>
          <a:noFill/>
          <a:ln w="12700">
            <a:solidFill>
              <a:srgbClr val="DDE1EA"/>
            </a:solidFill>
            <a:prstDash val="solid"/>
          </a:ln>
        </p:spPr>
        <p:txBody>
          <a:bodyPr/>
          <a:lstStyle/>
          <a:p>
            <a:endParaRPr lang="en-US"/>
          </a:p>
        </p:txBody>
      </p:sp>
      <p:sp>
        <p:nvSpPr>
          <p:cNvPr id="15" name="Shape 13"/>
          <p:cNvSpPr/>
          <p:nvPr/>
        </p:nvSpPr>
        <p:spPr>
          <a:xfrm>
            <a:off x="6014466" y="753999"/>
            <a:ext cx="36576" cy="713232"/>
          </a:xfrm>
          <a:prstGeom prst="rect">
            <a:avLst/>
          </a:prstGeom>
          <a:solidFill>
            <a:srgbClr val="1B4F8A"/>
          </a:solidFill>
          <a:ln w="12700">
            <a:solidFill>
              <a:srgbClr val="1B4F8A"/>
            </a:solidFill>
            <a:prstDash val="solid"/>
          </a:ln>
        </p:spPr>
        <p:txBody>
          <a:bodyPr/>
          <a:lstStyle/>
          <a:p>
            <a:endParaRPr lang="en-US"/>
          </a:p>
        </p:txBody>
      </p:sp>
      <p:sp>
        <p:nvSpPr>
          <p:cNvPr id="16" name="Text 14"/>
          <p:cNvSpPr/>
          <p:nvPr/>
        </p:nvSpPr>
        <p:spPr>
          <a:xfrm>
            <a:off x="6124194" y="717423"/>
            <a:ext cx="777240" cy="640080"/>
          </a:xfrm>
          <a:prstGeom prst="rect">
            <a:avLst/>
          </a:prstGeom>
          <a:noFill/>
          <a:ln/>
        </p:spPr>
        <p:txBody>
          <a:bodyPr wrap="square" lIns="0" tIns="0" rIns="0" bIns="0" rtlCol="0" anchor="ctr"/>
          <a:lstStyle/>
          <a:p>
            <a:pPr marL="0" indent="0" algn="ctr">
              <a:buNone/>
            </a:pPr>
            <a:r>
              <a:rPr lang="en-US" sz="4000" b="1">
                <a:solidFill>
                  <a:srgbClr val="1B4F8A"/>
                </a:solidFill>
                <a:latin typeface="Verdana" pitchFamily="34" charset="0"/>
                <a:ea typeface="Verdana" pitchFamily="34" charset="-122"/>
                <a:cs typeface="Verdana" pitchFamily="34" charset="-120"/>
              </a:rPr>
              <a:t>6</a:t>
            </a:r>
            <a:endParaRPr lang="en-US" sz="4000"/>
          </a:p>
        </p:txBody>
      </p:sp>
      <p:sp>
        <p:nvSpPr>
          <p:cNvPr id="17" name="Text 15"/>
          <p:cNvSpPr/>
          <p:nvPr/>
        </p:nvSpPr>
        <p:spPr>
          <a:xfrm>
            <a:off x="6928866" y="827151"/>
            <a:ext cx="1709928" cy="566928"/>
          </a:xfrm>
          <a:prstGeom prst="rect">
            <a:avLst/>
          </a:prstGeom>
          <a:noFill/>
          <a:ln/>
        </p:spPr>
        <p:txBody>
          <a:bodyPr wrap="square" lIns="0" tIns="0" rIns="0" bIns="0" rtlCol="0" anchor="ctr"/>
          <a:lstStyle/>
          <a:p>
            <a:pPr marL="0" indent="0">
              <a:buNone/>
            </a:pPr>
            <a:r>
              <a:rPr lang="en-US" sz="950" b="1">
                <a:solidFill>
                  <a:srgbClr val="1B4F8A"/>
                </a:solidFill>
                <a:latin typeface="Verdana" pitchFamily="34" charset="0"/>
                <a:ea typeface="Verdana" pitchFamily="34" charset="-122"/>
                <a:cs typeface="Verdana" pitchFamily="34" charset="-120"/>
              </a:rPr>
              <a:t>In Progress</a:t>
            </a:r>
            <a:endParaRPr lang="en-US" sz="950"/>
          </a:p>
          <a:p>
            <a:pPr marL="0" indent="0">
              <a:buNone/>
            </a:pPr>
            <a:r>
              <a:rPr lang="en-US" sz="950" b="1">
                <a:solidFill>
                  <a:srgbClr val="1B4F8A"/>
                </a:solidFill>
                <a:latin typeface="Verdana" pitchFamily="34" charset="0"/>
                <a:ea typeface="Verdana" pitchFamily="34" charset="-122"/>
                <a:cs typeface="Verdana" pitchFamily="34" charset="-120"/>
              </a:rPr>
              <a:t>17%</a:t>
            </a:r>
            <a:endParaRPr lang="en-US" sz="950"/>
          </a:p>
        </p:txBody>
      </p:sp>
      <p:sp>
        <p:nvSpPr>
          <p:cNvPr id="18" name="Shape 16"/>
          <p:cNvSpPr/>
          <p:nvPr/>
        </p:nvSpPr>
        <p:spPr>
          <a:xfrm>
            <a:off x="8766810" y="808863"/>
            <a:ext cx="0" cy="603504"/>
          </a:xfrm>
          <a:prstGeom prst="line">
            <a:avLst/>
          </a:prstGeom>
          <a:noFill/>
          <a:ln w="12700">
            <a:solidFill>
              <a:srgbClr val="DDE1EA"/>
            </a:solidFill>
            <a:prstDash val="solid"/>
          </a:ln>
        </p:spPr>
        <p:txBody>
          <a:bodyPr/>
          <a:lstStyle/>
          <a:p>
            <a:endParaRPr lang="en-US"/>
          </a:p>
        </p:txBody>
      </p:sp>
      <p:sp>
        <p:nvSpPr>
          <p:cNvPr id="19" name="Shape 17"/>
          <p:cNvSpPr/>
          <p:nvPr/>
        </p:nvSpPr>
        <p:spPr>
          <a:xfrm>
            <a:off x="8821674" y="753999"/>
            <a:ext cx="36576" cy="713232"/>
          </a:xfrm>
          <a:prstGeom prst="rect">
            <a:avLst/>
          </a:prstGeom>
          <a:solidFill>
            <a:srgbClr val="2563A8"/>
          </a:solidFill>
          <a:ln w="12700">
            <a:solidFill>
              <a:srgbClr val="2563A8"/>
            </a:solidFill>
            <a:prstDash val="solid"/>
          </a:ln>
        </p:spPr>
        <p:txBody>
          <a:bodyPr/>
          <a:lstStyle/>
          <a:p>
            <a:endParaRPr lang="en-US"/>
          </a:p>
        </p:txBody>
      </p:sp>
      <p:sp>
        <p:nvSpPr>
          <p:cNvPr id="20" name="Text 18"/>
          <p:cNvSpPr/>
          <p:nvPr/>
        </p:nvSpPr>
        <p:spPr>
          <a:xfrm>
            <a:off x="8931402" y="717423"/>
            <a:ext cx="777240" cy="640080"/>
          </a:xfrm>
          <a:prstGeom prst="rect">
            <a:avLst/>
          </a:prstGeom>
          <a:noFill/>
          <a:ln/>
        </p:spPr>
        <p:txBody>
          <a:bodyPr wrap="square" lIns="0" tIns="0" rIns="0" bIns="0" rtlCol="0" anchor="ctr"/>
          <a:lstStyle/>
          <a:p>
            <a:pPr marL="0" indent="0" algn="ctr">
              <a:buNone/>
            </a:pPr>
            <a:r>
              <a:rPr lang="en-US" sz="4000" b="1">
                <a:solidFill>
                  <a:srgbClr val="2563A8"/>
                </a:solidFill>
                <a:latin typeface="Verdana" pitchFamily="34" charset="0"/>
                <a:ea typeface="Verdana" pitchFamily="34" charset="-122"/>
                <a:cs typeface="Verdana" pitchFamily="34" charset="-120"/>
              </a:rPr>
              <a:t>24</a:t>
            </a:r>
            <a:endParaRPr lang="en-US" sz="4000"/>
          </a:p>
        </p:txBody>
      </p:sp>
      <p:sp>
        <p:nvSpPr>
          <p:cNvPr id="21" name="Text 19"/>
          <p:cNvSpPr/>
          <p:nvPr/>
        </p:nvSpPr>
        <p:spPr>
          <a:xfrm>
            <a:off x="9736074" y="827151"/>
            <a:ext cx="1709928" cy="566928"/>
          </a:xfrm>
          <a:prstGeom prst="rect">
            <a:avLst/>
          </a:prstGeom>
          <a:noFill/>
          <a:ln/>
        </p:spPr>
        <p:txBody>
          <a:bodyPr wrap="square" lIns="0" tIns="0" rIns="0" bIns="0" rtlCol="0" anchor="ctr"/>
          <a:lstStyle/>
          <a:p>
            <a:pPr marL="0" indent="0">
              <a:buNone/>
            </a:pPr>
            <a:r>
              <a:rPr lang="en-US" sz="950" b="1">
                <a:solidFill>
                  <a:srgbClr val="2563A8"/>
                </a:solidFill>
                <a:latin typeface="Verdana" pitchFamily="34" charset="0"/>
                <a:ea typeface="Verdana" pitchFamily="34" charset="-122"/>
                <a:cs typeface="Verdana" pitchFamily="34" charset="-120"/>
              </a:rPr>
              <a:t>Upcoming</a:t>
            </a:r>
            <a:endParaRPr lang="en-US" sz="950"/>
          </a:p>
          <a:p>
            <a:pPr marL="0" indent="0">
              <a:buNone/>
            </a:pPr>
            <a:r>
              <a:rPr lang="en-US" sz="950" b="1">
                <a:solidFill>
                  <a:srgbClr val="2563A8"/>
                </a:solidFill>
                <a:latin typeface="Verdana" pitchFamily="34" charset="0"/>
                <a:ea typeface="Verdana" pitchFamily="34" charset="-122"/>
                <a:cs typeface="Verdana" pitchFamily="34" charset="-120"/>
              </a:rPr>
              <a:t>66%</a:t>
            </a:r>
            <a:endParaRPr lang="en-US" sz="950"/>
          </a:p>
        </p:txBody>
      </p:sp>
      <p:sp>
        <p:nvSpPr>
          <p:cNvPr id="22" name="Shape 20"/>
          <p:cNvSpPr/>
          <p:nvPr/>
        </p:nvSpPr>
        <p:spPr>
          <a:xfrm>
            <a:off x="400050" y="1540383"/>
            <a:ext cx="1879092" cy="118872"/>
          </a:xfrm>
          <a:prstGeom prst="rect">
            <a:avLst/>
          </a:prstGeom>
          <a:solidFill>
            <a:srgbClr val="1E7A3A"/>
          </a:solidFill>
          <a:ln w="12700">
            <a:solidFill>
              <a:srgbClr val="1E7A3A"/>
            </a:solidFill>
            <a:prstDash val="solid"/>
          </a:ln>
        </p:spPr>
        <p:txBody>
          <a:bodyPr/>
          <a:lstStyle/>
          <a:p>
            <a:endParaRPr lang="en-US"/>
          </a:p>
        </p:txBody>
      </p:sp>
      <p:sp>
        <p:nvSpPr>
          <p:cNvPr id="23" name="Shape 21"/>
          <p:cNvSpPr/>
          <p:nvPr/>
        </p:nvSpPr>
        <p:spPr>
          <a:xfrm>
            <a:off x="2279142" y="1540383"/>
            <a:ext cx="1879092" cy="118872"/>
          </a:xfrm>
          <a:prstGeom prst="rect">
            <a:avLst/>
          </a:prstGeom>
          <a:solidFill>
            <a:srgbClr val="1B4F8A"/>
          </a:solidFill>
          <a:ln w="12700">
            <a:solidFill>
              <a:srgbClr val="1B4F8A"/>
            </a:solidFill>
            <a:prstDash val="solid"/>
          </a:ln>
        </p:spPr>
        <p:txBody>
          <a:bodyPr/>
          <a:lstStyle/>
          <a:p>
            <a:endParaRPr lang="en-US"/>
          </a:p>
        </p:txBody>
      </p:sp>
      <p:sp>
        <p:nvSpPr>
          <p:cNvPr id="24" name="Shape 22"/>
          <p:cNvSpPr/>
          <p:nvPr/>
        </p:nvSpPr>
        <p:spPr>
          <a:xfrm>
            <a:off x="4158234" y="1540383"/>
            <a:ext cx="7516368" cy="118872"/>
          </a:xfrm>
          <a:prstGeom prst="rect">
            <a:avLst/>
          </a:prstGeom>
          <a:solidFill>
            <a:srgbClr val="7C9ABC"/>
          </a:solidFill>
          <a:ln w="12700">
            <a:solidFill>
              <a:srgbClr val="2563A8"/>
            </a:solidFill>
            <a:prstDash val="solid"/>
          </a:ln>
        </p:spPr>
        <p:txBody>
          <a:bodyPr/>
          <a:lstStyle/>
          <a:p>
            <a:endParaRPr lang="en-US"/>
          </a:p>
        </p:txBody>
      </p:sp>
      <p:sp>
        <p:nvSpPr>
          <p:cNvPr id="25" name="Text 23"/>
          <p:cNvSpPr/>
          <p:nvPr/>
        </p:nvSpPr>
        <p:spPr>
          <a:xfrm>
            <a:off x="400050" y="1686687"/>
            <a:ext cx="2011680" cy="146304"/>
          </a:xfrm>
          <a:prstGeom prst="rect">
            <a:avLst/>
          </a:prstGeom>
          <a:noFill/>
          <a:ln/>
        </p:spPr>
        <p:txBody>
          <a:bodyPr wrap="square" lIns="0" tIns="0" rIns="0" bIns="0" rtlCol="0" anchor="ctr"/>
          <a:lstStyle/>
          <a:p>
            <a:pPr marL="0" indent="0">
              <a:buNone/>
            </a:pPr>
            <a:r>
              <a:rPr lang="en-US" sz="800" b="1">
                <a:solidFill>
                  <a:srgbClr val="1E7A3A"/>
                </a:solidFill>
                <a:latin typeface="Verdana" pitchFamily="34" charset="0"/>
                <a:ea typeface="Verdana" pitchFamily="34" charset="-122"/>
                <a:cs typeface="Verdana" pitchFamily="34" charset="-120"/>
              </a:rPr>
              <a:t>■  Completed 6</a:t>
            </a:r>
            <a:endParaRPr lang="en-US" sz="800"/>
          </a:p>
        </p:txBody>
      </p:sp>
      <p:sp>
        <p:nvSpPr>
          <p:cNvPr id="26" name="Text 24"/>
          <p:cNvSpPr/>
          <p:nvPr/>
        </p:nvSpPr>
        <p:spPr>
          <a:xfrm>
            <a:off x="2411730" y="1686687"/>
            <a:ext cx="2011680" cy="146304"/>
          </a:xfrm>
          <a:prstGeom prst="rect">
            <a:avLst/>
          </a:prstGeom>
          <a:noFill/>
          <a:ln/>
        </p:spPr>
        <p:txBody>
          <a:bodyPr wrap="square" lIns="0" tIns="0" rIns="0" bIns="0" rtlCol="0" anchor="ctr"/>
          <a:lstStyle/>
          <a:p>
            <a:pPr marL="0" indent="0">
              <a:buNone/>
            </a:pPr>
            <a:r>
              <a:rPr lang="en-US" sz="800" b="1">
                <a:solidFill>
                  <a:srgbClr val="1B4F8A"/>
                </a:solidFill>
                <a:latin typeface="Verdana" pitchFamily="34" charset="0"/>
                <a:ea typeface="Verdana" pitchFamily="34" charset="-122"/>
                <a:cs typeface="Verdana" pitchFamily="34" charset="-120"/>
              </a:rPr>
              <a:t>■  In Progress 6</a:t>
            </a:r>
            <a:endParaRPr lang="en-US" sz="800"/>
          </a:p>
        </p:txBody>
      </p:sp>
      <p:sp>
        <p:nvSpPr>
          <p:cNvPr id="27" name="Text 25"/>
          <p:cNvSpPr/>
          <p:nvPr/>
        </p:nvSpPr>
        <p:spPr>
          <a:xfrm>
            <a:off x="4514850" y="1686687"/>
            <a:ext cx="2011680" cy="146304"/>
          </a:xfrm>
          <a:prstGeom prst="rect">
            <a:avLst/>
          </a:prstGeom>
          <a:noFill/>
          <a:ln/>
        </p:spPr>
        <p:txBody>
          <a:bodyPr wrap="square" lIns="0" tIns="0" rIns="0" bIns="0" rtlCol="0" anchor="ctr"/>
          <a:lstStyle/>
          <a:p>
            <a:pPr marL="0" indent="0">
              <a:buNone/>
            </a:pPr>
            <a:r>
              <a:rPr lang="en-US" sz="800" b="1">
                <a:solidFill>
                  <a:srgbClr val="2563A8"/>
                </a:solidFill>
                <a:latin typeface="Verdana" pitchFamily="34" charset="0"/>
                <a:ea typeface="Verdana" pitchFamily="34" charset="-122"/>
                <a:cs typeface="Verdana" pitchFamily="34" charset="-120"/>
              </a:rPr>
              <a:t>■  Upcoming 24</a:t>
            </a:r>
            <a:endParaRPr lang="en-US" sz="800"/>
          </a:p>
        </p:txBody>
      </p:sp>
      <p:sp>
        <p:nvSpPr>
          <p:cNvPr id="28" name="Shape 26"/>
          <p:cNvSpPr/>
          <p:nvPr/>
        </p:nvSpPr>
        <p:spPr>
          <a:xfrm>
            <a:off x="400050" y="1869567"/>
            <a:ext cx="11274552" cy="0"/>
          </a:xfrm>
          <a:prstGeom prst="line">
            <a:avLst/>
          </a:prstGeom>
          <a:noFill/>
          <a:ln w="12700">
            <a:solidFill>
              <a:srgbClr val="DDE1EA"/>
            </a:solidFill>
            <a:prstDash val="solid"/>
          </a:ln>
        </p:spPr>
        <p:txBody>
          <a:bodyPr/>
          <a:lstStyle/>
          <a:p>
            <a:endParaRPr lang="en-US"/>
          </a:p>
        </p:txBody>
      </p:sp>
      <p:sp>
        <p:nvSpPr>
          <p:cNvPr id="29" name="Shape 27"/>
          <p:cNvSpPr/>
          <p:nvPr/>
        </p:nvSpPr>
        <p:spPr>
          <a:xfrm>
            <a:off x="400050" y="1979295"/>
            <a:ext cx="36576" cy="256032"/>
          </a:xfrm>
          <a:prstGeom prst="rect">
            <a:avLst/>
          </a:prstGeom>
          <a:solidFill>
            <a:srgbClr val="6B3A1F"/>
          </a:solidFill>
          <a:ln w="12700">
            <a:solidFill>
              <a:srgbClr val="6B3A1F"/>
            </a:solidFill>
            <a:prstDash val="solid"/>
          </a:ln>
        </p:spPr>
        <p:txBody>
          <a:bodyPr/>
          <a:lstStyle/>
          <a:p>
            <a:endParaRPr lang="en-US"/>
          </a:p>
        </p:txBody>
      </p:sp>
      <p:sp>
        <p:nvSpPr>
          <p:cNvPr id="30" name="Text 28"/>
          <p:cNvSpPr/>
          <p:nvPr/>
        </p:nvSpPr>
        <p:spPr>
          <a:xfrm>
            <a:off x="509778" y="1961007"/>
            <a:ext cx="7571232" cy="274320"/>
          </a:xfrm>
          <a:prstGeom prst="rect">
            <a:avLst/>
          </a:prstGeom>
          <a:noFill/>
          <a:ln/>
        </p:spPr>
        <p:txBody>
          <a:bodyPr wrap="square" lIns="0" tIns="0" rIns="0" bIns="0" rtlCol="0" anchor="ctr"/>
          <a:lstStyle/>
          <a:p>
            <a:pPr marL="0" indent="0">
              <a:buNone/>
            </a:pPr>
            <a:r>
              <a:rPr lang="en-US" sz="950" b="1">
                <a:solidFill>
                  <a:srgbClr val="1B2A4A"/>
                </a:solidFill>
                <a:latin typeface="Verdana" pitchFamily="34" charset="0"/>
                <a:ea typeface="Verdana" pitchFamily="34" charset="-122"/>
                <a:cs typeface="Verdana" pitchFamily="34" charset="-120"/>
              </a:rPr>
              <a:t>FY2025 REPORTS — ISSUED SINCE LAST BAC</a:t>
            </a:r>
            <a:endParaRPr lang="en-US" sz="950"/>
          </a:p>
        </p:txBody>
      </p:sp>
      <p:sp>
        <p:nvSpPr>
          <p:cNvPr id="31" name="Text 29"/>
          <p:cNvSpPr/>
          <p:nvPr/>
        </p:nvSpPr>
        <p:spPr>
          <a:xfrm>
            <a:off x="509778" y="2235327"/>
            <a:ext cx="7571232" cy="164592"/>
          </a:xfrm>
          <a:prstGeom prst="rect">
            <a:avLst/>
          </a:prstGeom>
          <a:noFill/>
          <a:ln/>
        </p:spPr>
        <p:txBody>
          <a:bodyPr wrap="square" lIns="0" tIns="0" rIns="0" bIns="0" rtlCol="0" anchor="ctr"/>
          <a:lstStyle/>
          <a:p>
            <a:pPr marL="0" indent="0">
              <a:buNone/>
            </a:pPr>
            <a:r>
              <a:rPr lang="en-US" sz="800" b="1" i="1">
                <a:solidFill>
                  <a:srgbClr val="6B7690"/>
                </a:solidFill>
                <a:latin typeface="Verdana" pitchFamily="34" charset="0"/>
                <a:ea typeface="Verdana" pitchFamily="34" charset="-122"/>
                <a:cs typeface="Verdana" pitchFamily="34" charset="-120"/>
              </a:rPr>
              <a:t>3 audits  ·  FY 2025 Audit Plan Completed. </a:t>
            </a:r>
            <a:endParaRPr lang="en-US" sz="800" b="1"/>
          </a:p>
        </p:txBody>
      </p:sp>
      <p:sp>
        <p:nvSpPr>
          <p:cNvPr id="32" name="Shape 30"/>
          <p:cNvSpPr/>
          <p:nvPr/>
        </p:nvSpPr>
        <p:spPr>
          <a:xfrm>
            <a:off x="400050" y="2454783"/>
            <a:ext cx="274320" cy="219456"/>
          </a:xfrm>
          <a:prstGeom prst="rect">
            <a:avLst/>
          </a:prstGeom>
          <a:solidFill>
            <a:srgbClr val="ECEEF2"/>
          </a:solidFill>
          <a:ln w="12700">
            <a:solidFill>
              <a:srgbClr val="DDE1EA"/>
            </a:solidFill>
            <a:prstDash val="solid"/>
          </a:ln>
        </p:spPr>
        <p:txBody>
          <a:bodyPr/>
          <a:lstStyle/>
          <a:p>
            <a:endParaRPr lang="en-US"/>
          </a:p>
        </p:txBody>
      </p:sp>
      <p:sp>
        <p:nvSpPr>
          <p:cNvPr id="33" name="Text 31"/>
          <p:cNvSpPr/>
          <p:nvPr/>
        </p:nvSpPr>
        <p:spPr>
          <a:xfrm>
            <a:off x="436626" y="2454783"/>
            <a:ext cx="219456" cy="219456"/>
          </a:xfrm>
          <a:prstGeom prst="rect">
            <a:avLst/>
          </a:prstGeom>
          <a:noFill/>
          <a:ln/>
        </p:spPr>
        <p:txBody>
          <a:bodyPr wrap="square" lIns="0" tIns="0" rIns="0" bIns="0" rtlCol="0" anchor="ctr"/>
          <a:lstStyle/>
          <a:p>
            <a:pPr marL="0" indent="0" algn="ctr">
              <a:buNone/>
            </a:pPr>
            <a:r>
              <a:rPr lang="en-US" sz="800" b="1">
                <a:solidFill>
                  <a:schemeClr val="bg2"/>
                </a:solidFill>
                <a:latin typeface="Verdana" pitchFamily="34" charset="0"/>
                <a:ea typeface="Verdana" pitchFamily="34" charset="-122"/>
                <a:cs typeface="Verdana" pitchFamily="34" charset="-120"/>
              </a:rPr>
              <a:t>#</a:t>
            </a:r>
            <a:endParaRPr lang="en-US" sz="800">
              <a:solidFill>
                <a:schemeClr val="bg2"/>
              </a:solidFill>
            </a:endParaRPr>
          </a:p>
        </p:txBody>
      </p:sp>
      <p:sp>
        <p:nvSpPr>
          <p:cNvPr id="34" name="Shape 32"/>
          <p:cNvSpPr/>
          <p:nvPr/>
        </p:nvSpPr>
        <p:spPr>
          <a:xfrm>
            <a:off x="674370" y="2454783"/>
            <a:ext cx="4206240" cy="219456"/>
          </a:xfrm>
          <a:prstGeom prst="rect">
            <a:avLst/>
          </a:prstGeom>
          <a:solidFill>
            <a:srgbClr val="ECEEF2"/>
          </a:solidFill>
          <a:ln w="12700">
            <a:solidFill>
              <a:srgbClr val="DDE1EA"/>
            </a:solidFill>
            <a:prstDash val="solid"/>
          </a:ln>
        </p:spPr>
        <p:txBody>
          <a:bodyPr/>
          <a:lstStyle/>
          <a:p>
            <a:endParaRPr lang="en-US"/>
          </a:p>
        </p:txBody>
      </p:sp>
      <p:sp>
        <p:nvSpPr>
          <p:cNvPr id="35" name="Text 33"/>
          <p:cNvSpPr/>
          <p:nvPr/>
        </p:nvSpPr>
        <p:spPr>
          <a:xfrm>
            <a:off x="710946" y="2454783"/>
            <a:ext cx="4151376" cy="219456"/>
          </a:xfrm>
          <a:prstGeom prst="rect">
            <a:avLst/>
          </a:prstGeom>
          <a:noFill/>
          <a:ln/>
        </p:spPr>
        <p:txBody>
          <a:bodyPr wrap="square" lIns="0" tIns="0" rIns="0" bIns="0" rtlCol="0" anchor="ctr"/>
          <a:lstStyle/>
          <a:p>
            <a:pPr marL="0" indent="0" algn="l">
              <a:buNone/>
            </a:pPr>
            <a:r>
              <a:rPr lang="en-US" sz="800" b="1">
                <a:solidFill>
                  <a:schemeClr val="bg2"/>
                </a:solidFill>
                <a:latin typeface="Verdana" pitchFamily="34" charset="0"/>
                <a:ea typeface="Verdana" pitchFamily="34" charset="-122"/>
                <a:cs typeface="Verdana" pitchFamily="34" charset="-120"/>
              </a:rPr>
              <a:t>Audit Report</a:t>
            </a:r>
            <a:endParaRPr lang="en-US" sz="800">
              <a:solidFill>
                <a:schemeClr val="bg2"/>
              </a:solidFill>
            </a:endParaRPr>
          </a:p>
        </p:txBody>
      </p:sp>
      <p:sp>
        <p:nvSpPr>
          <p:cNvPr id="36" name="Shape 34"/>
          <p:cNvSpPr/>
          <p:nvPr/>
        </p:nvSpPr>
        <p:spPr>
          <a:xfrm>
            <a:off x="4880610" y="2454783"/>
            <a:ext cx="1719072" cy="219456"/>
          </a:xfrm>
          <a:prstGeom prst="rect">
            <a:avLst/>
          </a:prstGeom>
          <a:solidFill>
            <a:srgbClr val="ECEEF2"/>
          </a:solidFill>
          <a:ln w="12700">
            <a:solidFill>
              <a:srgbClr val="DDE1EA"/>
            </a:solidFill>
            <a:prstDash val="solid"/>
          </a:ln>
        </p:spPr>
        <p:txBody>
          <a:bodyPr/>
          <a:lstStyle/>
          <a:p>
            <a:endParaRPr lang="en-US"/>
          </a:p>
        </p:txBody>
      </p:sp>
      <p:sp>
        <p:nvSpPr>
          <p:cNvPr id="37" name="Text 35"/>
          <p:cNvSpPr/>
          <p:nvPr/>
        </p:nvSpPr>
        <p:spPr>
          <a:xfrm>
            <a:off x="4917186" y="2454783"/>
            <a:ext cx="1664208" cy="219456"/>
          </a:xfrm>
          <a:prstGeom prst="rect">
            <a:avLst/>
          </a:prstGeom>
          <a:noFill/>
          <a:ln/>
        </p:spPr>
        <p:txBody>
          <a:bodyPr wrap="square" lIns="0" tIns="0" rIns="0" bIns="0" rtlCol="0" anchor="ctr"/>
          <a:lstStyle/>
          <a:p>
            <a:pPr marL="0" indent="0" algn="l">
              <a:buNone/>
            </a:pPr>
            <a:r>
              <a:rPr lang="en-US" sz="800" b="1">
                <a:solidFill>
                  <a:schemeClr val="bg2"/>
                </a:solidFill>
                <a:latin typeface="Verdana" pitchFamily="34" charset="0"/>
                <a:ea typeface="Verdana" pitchFamily="34" charset="-122"/>
                <a:cs typeface="Verdana" pitchFamily="34" charset="-120"/>
              </a:rPr>
              <a:t>Rating</a:t>
            </a:r>
            <a:endParaRPr lang="en-US" sz="800">
              <a:solidFill>
                <a:schemeClr val="bg2"/>
              </a:solidFill>
            </a:endParaRPr>
          </a:p>
        </p:txBody>
      </p:sp>
      <p:sp>
        <p:nvSpPr>
          <p:cNvPr id="38" name="Shape 36"/>
          <p:cNvSpPr/>
          <p:nvPr/>
        </p:nvSpPr>
        <p:spPr>
          <a:xfrm>
            <a:off x="6599682" y="2454783"/>
            <a:ext cx="1499616" cy="219456"/>
          </a:xfrm>
          <a:prstGeom prst="rect">
            <a:avLst/>
          </a:prstGeom>
          <a:solidFill>
            <a:srgbClr val="ECEEF2"/>
          </a:solidFill>
          <a:ln w="12700">
            <a:solidFill>
              <a:srgbClr val="DDE1EA"/>
            </a:solidFill>
            <a:prstDash val="solid"/>
          </a:ln>
        </p:spPr>
        <p:txBody>
          <a:bodyPr/>
          <a:lstStyle/>
          <a:p>
            <a:endParaRPr lang="en-US">
              <a:solidFill>
                <a:schemeClr val="bg2"/>
              </a:solidFill>
            </a:endParaRPr>
          </a:p>
        </p:txBody>
      </p:sp>
      <p:sp>
        <p:nvSpPr>
          <p:cNvPr id="39" name="Text 37"/>
          <p:cNvSpPr/>
          <p:nvPr/>
        </p:nvSpPr>
        <p:spPr>
          <a:xfrm>
            <a:off x="6636258" y="2454783"/>
            <a:ext cx="1444752" cy="219456"/>
          </a:xfrm>
          <a:prstGeom prst="rect">
            <a:avLst/>
          </a:prstGeom>
          <a:noFill/>
          <a:ln/>
        </p:spPr>
        <p:txBody>
          <a:bodyPr wrap="square" lIns="0" tIns="0" rIns="0" bIns="0" rtlCol="0" anchor="ctr"/>
          <a:lstStyle/>
          <a:p>
            <a:pPr marL="0" indent="0" algn="ctr">
              <a:buNone/>
            </a:pPr>
            <a:r>
              <a:rPr lang="en-US" sz="800" b="1">
                <a:solidFill>
                  <a:srgbClr val="1B2A4A"/>
                </a:solidFill>
                <a:latin typeface="Verdana" pitchFamily="34" charset="0"/>
                <a:ea typeface="Verdana" pitchFamily="34" charset="-122"/>
                <a:cs typeface="Verdana" pitchFamily="34" charset="-120"/>
              </a:rPr>
              <a:t>Issued</a:t>
            </a:r>
            <a:endParaRPr lang="en-US" sz="800"/>
          </a:p>
        </p:txBody>
      </p:sp>
      <p:sp>
        <p:nvSpPr>
          <p:cNvPr id="40" name="Shape 38"/>
          <p:cNvSpPr/>
          <p:nvPr/>
        </p:nvSpPr>
        <p:spPr>
          <a:xfrm>
            <a:off x="400050" y="2674239"/>
            <a:ext cx="274320" cy="268605"/>
          </a:xfrm>
          <a:prstGeom prst="rect">
            <a:avLst/>
          </a:prstGeom>
          <a:solidFill>
            <a:srgbClr val="FFFFFF"/>
          </a:solidFill>
          <a:ln w="12700">
            <a:solidFill>
              <a:srgbClr val="DDE1EA"/>
            </a:solidFill>
            <a:prstDash val="solid"/>
          </a:ln>
        </p:spPr>
        <p:txBody>
          <a:bodyPr/>
          <a:lstStyle/>
          <a:p>
            <a:endParaRPr lang="en-US"/>
          </a:p>
        </p:txBody>
      </p:sp>
      <p:sp>
        <p:nvSpPr>
          <p:cNvPr id="41" name="Shape 39"/>
          <p:cNvSpPr/>
          <p:nvPr/>
        </p:nvSpPr>
        <p:spPr>
          <a:xfrm>
            <a:off x="674370" y="2674239"/>
            <a:ext cx="4206240" cy="268605"/>
          </a:xfrm>
          <a:prstGeom prst="rect">
            <a:avLst/>
          </a:prstGeom>
          <a:solidFill>
            <a:srgbClr val="FFFFFF"/>
          </a:solidFill>
          <a:ln w="12700">
            <a:solidFill>
              <a:srgbClr val="DDE1EA"/>
            </a:solidFill>
            <a:prstDash val="solid"/>
          </a:ln>
        </p:spPr>
        <p:txBody>
          <a:bodyPr/>
          <a:lstStyle/>
          <a:p>
            <a:endParaRPr lang="en-US"/>
          </a:p>
        </p:txBody>
      </p:sp>
      <p:sp>
        <p:nvSpPr>
          <p:cNvPr id="42" name="Shape 40"/>
          <p:cNvSpPr/>
          <p:nvPr/>
        </p:nvSpPr>
        <p:spPr>
          <a:xfrm>
            <a:off x="4880610" y="2674239"/>
            <a:ext cx="1719072" cy="268605"/>
          </a:xfrm>
          <a:prstGeom prst="rect">
            <a:avLst/>
          </a:prstGeom>
          <a:solidFill>
            <a:srgbClr val="FFFFFF"/>
          </a:solidFill>
          <a:ln w="12700">
            <a:solidFill>
              <a:srgbClr val="DDE1EA"/>
            </a:solidFill>
            <a:prstDash val="solid"/>
          </a:ln>
        </p:spPr>
        <p:txBody>
          <a:bodyPr/>
          <a:lstStyle/>
          <a:p>
            <a:endParaRPr lang="en-US"/>
          </a:p>
        </p:txBody>
      </p:sp>
      <p:sp>
        <p:nvSpPr>
          <p:cNvPr id="43" name="Shape 41"/>
          <p:cNvSpPr/>
          <p:nvPr/>
        </p:nvSpPr>
        <p:spPr>
          <a:xfrm>
            <a:off x="6599682" y="2674239"/>
            <a:ext cx="1499616" cy="268605"/>
          </a:xfrm>
          <a:prstGeom prst="rect">
            <a:avLst/>
          </a:prstGeom>
          <a:solidFill>
            <a:srgbClr val="FFFFFF"/>
          </a:solidFill>
          <a:ln w="12700">
            <a:solidFill>
              <a:srgbClr val="DDE1EA"/>
            </a:solidFill>
            <a:prstDash val="solid"/>
          </a:ln>
        </p:spPr>
        <p:txBody>
          <a:bodyPr/>
          <a:lstStyle/>
          <a:p>
            <a:endParaRPr lang="en-US"/>
          </a:p>
        </p:txBody>
      </p:sp>
      <p:sp>
        <p:nvSpPr>
          <p:cNvPr id="44" name="Text 42"/>
          <p:cNvSpPr/>
          <p:nvPr/>
        </p:nvSpPr>
        <p:spPr>
          <a:xfrm>
            <a:off x="400050" y="2674239"/>
            <a:ext cx="274320" cy="268605"/>
          </a:xfrm>
          <a:prstGeom prst="rect">
            <a:avLst/>
          </a:prstGeom>
          <a:noFill/>
          <a:ln/>
        </p:spPr>
        <p:txBody>
          <a:bodyPr wrap="square" lIns="0" tIns="0" rIns="0" bIns="0" rtlCol="0" anchor="ctr"/>
          <a:lstStyle/>
          <a:p>
            <a:pPr marL="0" indent="0" algn="ctr">
              <a:buNone/>
            </a:pPr>
            <a:r>
              <a:rPr lang="en-US" sz="850">
                <a:solidFill>
                  <a:srgbClr val="6B7690"/>
                </a:solidFill>
                <a:latin typeface="Verdana" pitchFamily="34" charset="0"/>
                <a:ea typeface="Verdana" pitchFamily="34" charset="-122"/>
                <a:cs typeface="Verdana" pitchFamily="34" charset="-120"/>
              </a:rPr>
              <a:t>1</a:t>
            </a:r>
            <a:endParaRPr lang="en-US" sz="850"/>
          </a:p>
        </p:txBody>
      </p:sp>
      <p:sp>
        <p:nvSpPr>
          <p:cNvPr id="45" name="Text 43"/>
          <p:cNvSpPr/>
          <p:nvPr/>
        </p:nvSpPr>
        <p:spPr>
          <a:xfrm>
            <a:off x="710946" y="2692527"/>
            <a:ext cx="4114800" cy="232029"/>
          </a:xfrm>
          <a:prstGeom prst="rect">
            <a:avLst/>
          </a:prstGeom>
          <a:noFill/>
          <a:ln/>
        </p:spPr>
        <p:txBody>
          <a:bodyPr wrap="square" lIns="0" tIns="0" rIns="0" bIns="0" rtlCol="0" anchor="ctr"/>
          <a:lstStyle/>
          <a:p>
            <a:pPr marL="0" indent="0">
              <a:buNone/>
            </a:pPr>
            <a:r>
              <a:rPr lang="en-US" sz="900">
                <a:solidFill>
                  <a:srgbClr val="2D2D2D"/>
                </a:solidFill>
                <a:latin typeface="Verdana" pitchFamily="34" charset="0"/>
                <a:ea typeface="Verdana" pitchFamily="34" charset="-122"/>
                <a:cs typeface="Verdana" pitchFamily="34" charset="-120"/>
              </a:rPr>
              <a:t>Trading, Investments &amp; Market Risk</a:t>
            </a:r>
            <a:endParaRPr lang="en-US" sz="900"/>
          </a:p>
        </p:txBody>
      </p:sp>
      <p:sp>
        <p:nvSpPr>
          <p:cNvPr id="46" name="Shape 44"/>
          <p:cNvSpPr/>
          <p:nvPr/>
        </p:nvSpPr>
        <p:spPr>
          <a:xfrm>
            <a:off x="4935474" y="2711844"/>
            <a:ext cx="1609344" cy="193396"/>
          </a:xfrm>
          <a:prstGeom prst="rect">
            <a:avLst/>
          </a:prstGeom>
          <a:solidFill>
            <a:srgbClr val="FFF3CD"/>
          </a:solidFill>
          <a:ln w="12700">
            <a:solidFill>
              <a:srgbClr val="7A4F00"/>
            </a:solidFill>
            <a:prstDash val="solid"/>
          </a:ln>
        </p:spPr>
        <p:txBody>
          <a:bodyPr/>
          <a:lstStyle/>
          <a:p>
            <a:endParaRPr lang="en-US"/>
          </a:p>
        </p:txBody>
      </p:sp>
      <p:sp>
        <p:nvSpPr>
          <p:cNvPr id="47" name="Text 45"/>
          <p:cNvSpPr/>
          <p:nvPr/>
        </p:nvSpPr>
        <p:spPr>
          <a:xfrm>
            <a:off x="4935474" y="2711844"/>
            <a:ext cx="1609344" cy="193396"/>
          </a:xfrm>
          <a:prstGeom prst="rect">
            <a:avLst/>
          </a:prstGeom>
          <a:solidFill>
            <a:srgbClr val="FFFF00"/>
          </a:solidFill>
          <a:ln/>
        </p:spPr>
        <p:txBody>
          <a:bodyPr wrap="square" lIns="0" tIns="0" rIns="0" bIns="0" rtlCol="0" anchor="ctr"/>
          <a:lstStyle/>
          <a:p>
            <a:pPr marL="0" indent="0" algn="ctr">
              <a:buNone/>
            </a:pPr>
            <a:r>
              <a:rPr lang="en-US" sz="780" b="1">
                <a:solidFill>
                  <a:schemeClr val="bg2"/>
                </a:solidFill>
                <a:latin typeface="Verdana" pitchFamily="34" charset="0"/>
                <a:ea typeface="Verdana" pitchFamily="34" charset="-122"/>
                <a:cs typeface="Verdana" pitchFamily="34" charset="-120"/>
              </a:rPr>
              <a:t>Needs Improvement</a:t>
            </a:r>
            <a:endParaRPr lang="en-US" sz="780">
              <a:solidFill>
                <a:schemeClr val="bg2"/>
              </a:solidFill>
            </a:endParaRPr>
          </a:p>
        </p:txBody>
      </p:sp>
      <p:sp>
        <p:nvSpPr>
          <p:cNvPr id="48" name="Text 46"/>
          <p:cNvSpPr/>
          <p:nvPr/>
        </p:nvSpPr>
        <p:spPr>
          <a:xfrm>
            <a:off x="6636258" y="2674239"/>
            <a:ext cx="1463040" cy="268605"/>
          </a:xfrm>
          <a:prstGeom prst="rect">
            <a:avLst/>
          </a:prstGeom>
          <a:noFill/>
          <a:ln/>
        </p:spPr>
        <p:txBody>
          <a:bodyPr wrap="square" lIns="0" tIns="0" rIns="0" bIns="0" rtlCol="0" anchor="ctr"/>
          <a:lstStyle/>
          <a:p>
            <a:pPr marL="0" indent="0" algn="ctr">
              <a:buNone/>
            </a:pPr>
            <a:r>
              <a:rPr lang="en-US" sz="850">
                <a:solidFill>
                  <a:srgbClr val="4A5568"/>
                </a:solidFill>
                <a:latin typeface="Verdana" pitchFamily="34" charset="0"/>
                <a:ea typeface="Verdana" pitchFamily="34" charset="-122"/>
                <a:cs typeface="Verdana" pitchFamily="34" charset="-120"/>
              </a:rPr>
              <a:t>06-Mar-26</a:t>
            </a:r>
            <a:endParaRPr lang="en-US" sz="850"/>
          </a:p>
        </p:txBody>
      </p:sp>
      <p:sp>
        <p:nvSpPr>
          <p:cNvPr id="49" name="Shape 47"/>
          <p:cNvSpPr/>
          <p:nvPr/>
        </p:nvSpPr>
        <p:spPr>
          <a:xfrm>
            <a:off x="400050" y="2942844"/>
            <a:ext cx="274320" cy="268605"/>
          </a:xfrm>
          <a:prstGeom prst="rect">
            <a:avLst/>
          </a:prstGeom>
          <a:solidFill>
            <a:srgbClr val="F7F8FA"/>
          </a:solidFill>
          <a:ln w="12700">
            <a:solidFill>
              <a:srgbClr val="DDE1EA"/>
            </a:solidFill>
            <a:prstDash val="solid"/>
          </a:ln>
        </p:spPr>
        <p:txBody>
          <a:bodyPr/>
          <a:lstStyle/>
          <a:p>
            <a:endParaRPr lang="en-US"/>
          </a:p>
        </p:txBody>
      </p:sp>
      <p:sp>
        <p:nvSpPr>
          <p:cNvPr id="50" name="Shape 48"/>
          <p:cNvSpPr/>
          <p:nvPr/>
        </p:nvSpPr>
        <p:spPr>
          <a:xfrm>
            <a:off x="674370" y="2942844"/>
            <a:ext cx="4206240" cy="268605"/>
          </a:xfrm>
          <a:prstGeom prst="rect">
            <a:avLst/>
          </a:prstGeom>
          <a:solidFill>
            <a:srgbClr val="F7F8FA"/>
          </a:solidFill>
          <a:ln w="12700">
            <a:solidFill>
              <a:srgbClr val="DDE1EA"/>
            </a:solidFill>
            <a:prstDash val="solid"/>
          </a:ln>
        </p:spPr>
        <p:txBody>
          <a:bodyPr/>
          <a:lstStyle/>
          <a:p>
            <a:endParaRPr lang="en-US"/>
          </a:p>
        </p:txBody>
      </p:sp>
      <p:sp>
        <p:nvSpPr>
          <p:cNvPr id="51" name="Shape 49"/>
          <p:cNvSpPr/>
          <p:nvPr/>
        </p:nvSpPr>
        <p:spPr>
          <a:xfrm>
            <a:off x="4880610" y="2942844"/>
            <a:ext cx="1719072" cy="268605"/>
          </a:xfrm>
          <a:prstGeom prst="rect">
            <a:avLst/>
          </a:prstGeom>
          <a:solidFill>
            <a:srgbClr val="F7F8FA"/>
          </a:solidFill>
          <a:ln w="12700">
            <a:solidFill>
              <a:srgbClr val="DDE1EA"/>
            </a:solidFill>
            <a:prstDash val="solid"/>
          </a:ln>
        </p:spPr>
        <p:txBody>
          <a:bodyPr/>
          <a:lstStyle/>
          <a:p>
            <a:endParaRPr lang="en-US"/>
          </a:p>
        </p:txBody>
      </p:sp>
      <p:sp>
        <p:nvSpPr>
          <p:cNvPr id="52" name="Shape 50"/>
          <p:cNvSpPr/>
          <p:nvPr/>
        </p:nvSpPr>
        <p:spPr>
          <a:xfrm>
            <a:off x="6599682" y="2942844"/>
            <a:ext cx="1499616" cy="268605"/>
          </a:xfrm>
          <a:prstGeom prst="rect">
            <a:avLst/>
          </a:prstGeom>
          <a:solidFill>
            <a:srgbClr val="F7F8FA"/>
          </a:solidFill>
          <a:ln w="12700">
            <a:solidFill>
              <a:srgbClr val="DDE1EA"/>
            </a:solidFill>
            <a:prstDash val="solid"/>
          </a:ln>
        </p:spPr>
        <p:txBody>
          <a:bodyPr/>
          <a:lstStyle/>
          <a:p>
            <a:endParaRPr lang="en-US"/>
          </a:p>
        </p:txBody>
      </p:sp>
      <p:sp>
        <p:nvSpPr>
          <p:cNvPr id="53" name="Text 51"/>
          <p:cNvSpPr/>
          <p:nvPr/>
        </p:nvSpPr>
        <p:spPr>
          <a:xfrm>
            <a:off x="400050" y="2942844"/>
            <a:ext cx="274320" cy="268605"/>
          </a:xfrm>
          <a:prstGeom prst="rect">
            <a:avLst/>
          </a:prstGeom>
          <a:noFill/>
          <a:ln/>
        </p:spPr>
        <p:txBody>
          <a:bodyPr wrap="square" lIns="0" tIns="0" rIns="0" bIns="0" rtlCol="0" anchor="ctr"/>
          <a:lstStyle/>
          <a:p>
            <a:pPr marL="0" indent="0" algn="ctr">
              <a:buNone/>
            </a:pPr>
            <a:r>
              <a:rPr lang="en-US" sz="850">
                <a:solidFill>
                  <a:srgbClr val="6B7690"/>
                </a:solidFill>
                <a:latin typeface="Verdana" pitchFamily="34" charset="0"/>
                <a:ea typeface="Verdana" pitchFamily="34" charset="-122"/>
                <a:cs typeface="Verdana" pitchFamily="34" charset="-120"/>
              </a:rPr>
              <a:t>2</a:t>
            </a:r>
            <a:endParaRPr lang="en-US" sz="850"/>
          </a:p>
        </p:txBody>
      </p:sp>
      <p:sp>
        <p:nvSpPr>
          <p:cNvPr id="54" name="Text 52"/>
          <p:cNvSpPr/>
          <p:nvPr/>
        </p:nvSpPr>
        <p:spPr>
          <a:xfrm>
            <a:off x="710946" y="2961132"/>
            <a:ext cx="4114800" cy="232029"/>
          </a:xfrm>
          <a:prstGeom prst="rect">
            <a:avLst/>
          </a:prstGeom>
          <a:noFill/>
          <a:ln/>
        </p:spPr>
        <p:txBody>
          <a:bodyPr wrap="square" lIns="0" tIns="0" rIns="0" bIns="0" rtlCol="0" anchor="ctr"/>
          <a:lstStyle/>
          <a:p>
            <a:pPr marL="0" indent="0">
              <a:buNone/>
            </a:pPr>
            <a:r>
              <a:rPr lang="en-US" sz="900">
                <a:solidFill>
                  <a:srgbClr val="2D2D2D"/>
                </a:solidFill>
                <a:latin typeface="Verdana" pitchFamily="34" charset="0"/>
                <a:ea typeface="Verdana" pitchFamily="34" charset="-122"/>
                <a:cs typeface="Verdana" pitchFamily="34" charset="-120"/>
              </a:rPr>
              <a:t>Financial Crime Compliance (IT Controls)</a:t>
            </a:r>
            <a:endParaRPr lang="en-US" sz="900"/>
          </a:p>
        </p:txBody>
      </p:sp>
      <p:sp>
        <p:nvSpPr>
          <p:cNvPr id="55" name="Shape 53"/>
          <p:cNvSpPr/>
          <p:nvPr/>
        </p:nvSpPr>
        <p:spPr>
          <a:xfrm>
            <a:off x="4935474" y="2980449"/>
            <a:ext cx="1609344" cy="193396"/>
          </a:xfrm>
          <a:prstGeom prst="rect">
            <a:avLst/>
          </a:prstGeom>
          <a:solidFill>
            <a:srgbClr val="92D050"/>
          </a:solidFill>
          <a:ln w="12700">
            <a:solidFill>
              <a:srgbClr val="1E7A3A"/>
            </a:solidFill>
            <a:prstDash val="solid"/>
          </a:ln>
        </p:spPr>
        <p:txBody>
          <a:bodyPr/>
          <a:lstStyle/>
          <a:p>
            <a:endParaRPr lang="en-US"/>
          </a:p>
        </p:txBody>
      </p:sp>
      <p:sp>
        <p:nvSpPr>
          <p:cNvPr id="56" name="Text 54"/>
          <p:cNvSpPr/>
          <p:nvPr/>
        </p:nvSpPr>
        <p:spPr>
          <a:xfrm>
            <a:off x="4935474" y="2980449"/>
            <a:ext cx="1609344" cy="193396"/>
          </a:xfrm>
          <a:prstGeom prst="rect">
            <a:avLst/>
          </a:prstGeom>
          <a:noFill/>
          <a:ln/>
        </p:spPr>
        <p:txBody>
          <a:bodyPr wrap="square" lIns="0" tIns="0" rIns="0" bIns="0" rtlCol="0" anchor="ctr"/>
          <a:lstStyle/>
          <a:p>
            <a:pPr marL="0" indent="0" algn="ctr">
              <a:buNone/>
            </a:pPr>
            <a:r>
              <a:rPr lang="en-US" sz="780" b="1">
                <a:solidFill>
                  <a:schemeClr val="bg2"/>
                </a:solidFill>
                <a:latin typeface="Verdana" pitchFamily="34" charset="0"/>
                <a:ea typeface="Verdana" pitchFamily="34" charset="-122"/>
                <a:cs typeface="Verdana" pitchFamily="34" charset="-120"/>
              </a:rPr>
              <a:t>Satisfactory</a:t>
            </a:r>
            <a:endParaRPr lang="en-US" sz="780">
              <a:solidFill>
                <a:schemeClr val="bg2"/>
              </a:solidFill>
            </a:endParaRPr>
          </a:p>
        </p:txBody>
      </p:sp>
      <p:sp>
        <p:nvSpPr>
          <p:cNvPr id="57" name="Text 55"/>
          <p:cNvSpPr/>
          <p:nvPr/>
        </p:nvSpPr>
        <p:spPr>
          <a:xfrm>
            <a:off x="6636258" y="2942844"/>
            <a:ext cx="1463040" cy="268605"/>
          </a:xfrm>
          <a:prstGeom prst="rect">
            <a:avLst/>
          </a:prstGeom>
          <a:noFill/>
          <a:ln/>
        </p:spPr>
        <p:txBody>
          <a:bodyPr wrap="square" lIns="0" tIns="0" rIns="0" bIns="0" rtlCol="0" anchor="ctr"/>
          <a:lstStyle/>
          <a:p>
            <a:pPr marL="0" indent="0" algn="ctr">
              <a:buNone/>
            </a:pPr>
            <a:r>
              <a:rPr lang="en-US" sz="850">
                <a:solidFill>
                  <a:srgbClr val="4A5568"/>
                </a:solidFill>
                <a:latin typeface="Verdana" pitchFamily="34" charset="0"/>
                <a:ea typeface="Verdana" pitchFamily="34" charset="-122"/>
                <a:cs typeface="Verdana" pitchFamily="34" charset="-120"/>
              </a:rPr>
              <a:t>03-Mar-26</a:t>
            </a:r>
            <a:endParaRPr lang="en-US" sz="850"/>
          </a:p>
        </p:txBody>
      </p:sp>
      <p:sp>
        <p:nvSpPr>
          <p:cNvPr id="58" name="Shape 56"/>
          <p:cNvSpPr/>
          <p:nvPr/>
        </p:nvSpPr>
        <p:spPr>
          <a:xfrm>
            <a:off x="400050" y="3211449"/>
            <a:ext cx="274320" cy="268605"/>
          </a:xfrm>
          <a:prstGeom prst="rect">
            <a:avLst/>
          </a:prstGeom>
          <a:solidFill>
            <a:srgbClr val="FFFFFF"/>
          </a:solidFill>
          <a:ln w="12700">
            <a:solidFill>
              <a:srgbClr val="DDE1EA"/>
            </a:solidFill>
            <a:prstDash val="solid"/>
          </a:ln>
        </p:spPr>
        <p:txBody>
          <a:bodyPr/>
          <a:lstStyle/>
          <a:p>
            <a:endParaRPr lang="en-US"/>
          </a:p>
        </p:txBody>
      </p:sp>
      <p:sp>
        <p:nvSpPr>
          <p:cNvPr id="59" name="Shape 57"/>
          <p:cNvSpPr/>
          <p:nvPr/>
        </p:nvSpPr>
        <p:spPr>
          <a:xfrm>
            <a:off x="674370" y="3211449"/>
            <a:ext cx="4206240" cy="268605"/>
          </a:xfrm>
          <a:prstGeom prst="rect">
            <a:avLst/>
          </a:prstGeom>
          <a:solidFill>
            <a:srgbClr val="FFFFFF"/>
          </a:solidFill>
          <a:ln w="12700">
            <a:solidFill>
              <a:srgbClr val="DDE1EA"/>
            </a:solidFill>
            <a:prstDash val="solid"/>
          </a:ln>
        </p:spPr>
        <p:txBody>
          <a:bodyPr/>
          <a:lstStyle/>
          <a:p>
            <a:endParaRPr lang="en-US"/>
          </a:p>
        </p:txBody>
      </p:sp>
      <p:sp>
        <p:nvSpPr>
          <p:cNvPr id="60" name="Shape 58"/>
          <p:cNvSpPr/>
          <p:nvPr/>
        </p:nvSpPr>
        <p:spPr>
          <a:xfrm>
            <a:off x="4880610" y="3211449"/>
            <a:ext cx="1719072" cy="268605"/>
          </a:xfrm>
          <a:prstGeom prst="rect">
            <a:avLst/>
          </a:prstGeom>
          <a:solidFill>
            <a:srgbClr val="FFFFFF"/>
          </a:solidFill>
          <a:ln w="12700">
            <a:solidFill>
              <a:srgbClr val="DDE1EA"/>
            </a:solidFill>
            <a:prstDash val="solid"/>
          </a:ln>
        </p:spPr>
        <p:txBody>
          <a:bodyPr/>
          <a:lstStyle/>
          <a:p>
            <a:endParaRPr lang="en-US"/>
          </a:p>
        </p:txBody>
      </p:sp>
      <p:sp>
        <p:nvSpPr>
          <p:cNvPr id="61" name="Shape 59"/>
          <p:cNvSpPr/>
          <p:nvPr/>
        </p:nvSpPr>
        <p:spPr>
          <a:xfrm>
            <a:off x="6599682" y="3211449"/>
            <a:ext cx="1499616" cy="268605"/>
          </a:xfrm>
          <a:prstGeom prst="rect">
            <a:avLst/>
          </a:prstGeom>
          <a:solidFill>
            <a:srgbClr val="FFFFFF"/>
          </a:solidFill>
          <a:ln w="12700">
            <a:solidFill>
              <a:srgbClr val="DDE1EA"/>
            </a:solidFill>
            <a:prstDash val="solid"/>
          </a:ln>
        </p:spPr>
        <p:txBody>
          <a:bodyPr/>
          <a:lstStyle/>
          <a:p>
            <a:endParaRPr lang="en-US"/>
          </a:p>
        </p:txBody>
      </p:sp>
      <p:sp>
        <p:nvSpPr>
          <p:cNvPr id="62" name="Text 60"/>
          <p:cNvSpPr/>
          <p:nvPr/>
        </p:nvSpPr>
        <p:spPr>
          <a:xfrm>
            <a:off x="400050" y="3211449"/>
            <a:ext cx="274320" cy="268605"/>
          </a:xfrm>
          <a:prstGeom prst="rect">
            <a:avLst/>
          </a:prstGeom>
          <a:noFill/>
          <a:ln/>
        </p:spPr>
        <p:txBody>
          <a:bodyPr wrap="square" lIns="0" tIns="0" rIns="0" bIns="0" rtlCol="0" anchor="ctr"/>
          <a:lstStyle/>
          <a:p>
            <a:pPr marL="0" indent="0" algn="ctr">
              <a:buNone/>
            </a:pPr>
            <a:r>
              <a:rPr lang="en-US" sz="850">
                <a:solidFill>
                  <a:srgbClr val="6B7690"/>
                </a:solidFill>
                <a:latin typeface="Verdana" pitchFamily="34" charset="0"/>
                <a:ea typeface="Verdana" pitchFamily="34" charset="-122"/>
              </a:rPr>
              <a:t>3</a:t>
            </a:r>
            <a:endParaRPr lang="en-US" sz="850"/>
          </a:p>
        </p:txBody>
      </p:sp>
      <p:sp>
        <p:nvSpPr>
          <p:cNvPr id="63" name="Text 61"/>
          <p:cNvSpPr/>
          <p:nvPr/>
        </p:nvSpPr>
        <p:spPr>
          <a:xfrm>
            <a:off x="710946" y="3229737"/>
            <a:ext cx="4114800" cy="139675"/>
          </a:xfrm>
          <a:prstGeom prst="rect">
            <a:avLst/>
          </a:prstGeom>
          <a:noFill/>
          <a:ln/>
        </p:spPr>
        <p:txBody>
          <a:bodyPr wrap="square" lIns="0" tIns="0" rIns="0" bIns="0" rtlCol="0" anchor="ctr"/>
          <a:lstStyle/>
          <a:p>
            <a:pPr marL="0" indent="0">
              <a:buNone/>
            </a:pPr>
            <a:r>
              <a:rPr lang="en-US" sz="900">
                <a:solidFill>
                  <a:srgbClr val="2D2D2D"/>
                </a:solidFill>
                <a:latin typeface="Verdana" pitchFamily="34" charset="0"/>
                <a:ea typeface="Verdana" pitchFamily="34" charset="-122"/>
                <a:cs typeface="Verdana" pitchFamily="34" charset="-120"/>
              </a:rPr>
              <a:t>Financial Crime Compliance</a:t>
            </a:r>
            <a:endParaRPr lang="en-US" sz="900"/>
          </a:p>
        </p:txBody>
      </p:sp>
      <p:sp>
        <p:nvSpPr>
          <p:cNvPr id="64" name="Text 62"/>
          <p:cNvSpPr/>
          <p:nvPr/>
        </p:nvSpPr>
        <p:spPr>
          <a:xfrm>
            <a:off x="710946" y="3351124"/>
            <a:ext cx="4114800" cy="112814"/>
          </a:xfrm>
          <a:prstGeom prst="rect">
            <a:avLst/>
          </a:prstGeom>
          <a:noFill/>
          <a:ln/>
        </p:spPr>
        <p:txBody>
          <a:bodyPr wrap="square" lIns="0" tIns="0" rIns="0" bIns="0" rtlCol="0" anchor="t"/>
          <a:lstStyle/>
          <a:p>
            <a:pPr marL="0" indent="0">
              <a:buNone/>
            </a:pPr>
            <a:r>
              <a:rPr lang="en-US" sz="750" i="1">
                <a:solidFill>
                  <a:srgbClr val="6B7690"/>
                </a:solidFill>
                <a:latin typeface="Verdana" pitchFamily="34" charset="0"/>
                <a:ea typeface="Verdana" pitchFamily="34" charset="-122"/>
                <a:cs typeface="Verdana" pitchFamily="34" charset="-120"/>
              </a:rPr>
              <a:t>FCC split into two reports; FCC and FCC (IT Controls)</a:t>
            </a:r>
            <a:endParaRPr lang="en-US" sz="750"/>
          </a:p>
        </p:txBody>
      </p:sp>
      <p:sp>
        <p:nvSpPr>
          <p:cNvPr id="65" name="Shape 63"/>
          <p:cNvSpPr/>
          <p:nvPr/>
        </p:nvSpPr>
        <p:spPr>
          <a:xfrm>
            <a:off x="4935474" y="3249054"/>
            <a:ext cx="1609344" cy="193396"/>
          </a:xfrm>
          <a:prstGeom prst="rect">
            <a:avLst/>
          </a:prstGeom>
          <a:solidFill>
            <a:srgbClr val="FFF3CD"/>
          </a:solidFill>
          <a:ln w="12700">
            <a:solidFill>
              <a:srgbClr val="7A4F00"/>
            </a:solidFill>
            <a:prstDash val="solid"/>
          </a:ln>
        </p:spPr>
        <p:txBody>
          <a:bodyPr/>
          <a:lstStyle/>
          <a:p>
            <a:endParaRPr lang="en-US"/>
          </a:p>
        </p:txBody>
      </p:sp>
      <p:sp>
        <p:nvSpPr>
          <p:cNvPr id="66" name="Text 64"/>
          <p:cNvSpPr/>
          <p:nvPr/>
        </p:nvSpPr>
        <p:spPr>
          <a:xfrm>
            <a:off x="4935474" y="3249054"/>
            <a:ext cx="1609344" cy="193396"/>
          </a:xfrm>
          <a:prstGeom prst="rect">
            <a:avLst/>
          </a:prstGeom>
          <a:solidFill>
            <a:srgbClr val="FFFF00"/>
          </a:solidFill>
          <a:ln/>
        </p:spPr>
        <p:txBody>
          <a:bodyPr wrap="square" lIns="0" tIns="0" rIns="0" bIns="0" rtlCol="0" anchor="ctr"/>
          <a:lstStyle/>
          <a:p>
            <a:pPr marL="0" indent="0" algn="ctr">
              <a:buNone/>
            </a:pPr>
            <a:r>
              <a:rPr lang="en-US" sz="780" b="1">
                <a:solidFill>
                  <a:schemeClr val="bg2"/>
                </a:solidFill>
                <a:latin typeface="Verdana" pitchFamily="34" charset="0"/>
                <a:ea typeface="Verdana" pitchFamily="34" charset="-122"/>
                <a:cs typeface="Verdana" pitchFamily="34" charset="-120"/>
              </a:rPr>
              <a:t>Needs Improvement</a:t>
            </a:r>
            <a:endParaRPr lang="en-US" sz="780">
              <a:solidFill>
                <a:schemeClr val="bg2"/>
              </a:solidFill>
            </a:endParaRPr>
          </a:p>
        </p:txBody>
      </p:sp>
      <p:sp>
        <p:nvSpPr>
          <p:cNvPr id="67" name="Text 65"/>
          <p:cNvSpPr/>
          <p:nvPr/>
        </p:nvSpPr>
        <p:spPr>
          <a:xfrm>
            <a:off x="6636258" y="3211449"/>
            <a:ext cx="1463040" cy="268605"/>
          </a:xfrm>
          <a:prstGeom prst="rect">
            <a:avLst/>
          </a:prstGeom>
          <a:noFill/>
          <a:ln/>
        </p:spPr>
        <p:txBody>
          <a:bodyPr wrap="square" lIns="0" tIns="0" rIns="0" bIns="0" rtlCol="0" anchor="ctr"/>
          <a:lstStyle/>
          <a:p>
            <a:pPr marL="0" indent="0" algn="ctr">
              <a:buNone/>
            </a:pPr>
            <a:r>
              <a:rPr lang="en-US" sz="850">
                <a:solidFill>
                  <a:srgbClr val="4A5568"/>
                </a:solidFill>
                <a:latin typeface="Verdana" pitchFamily="34" charset="0"/>
                <a:ea typeface="Verdana" pitchFamily="34" charset="-122"/>
                <a:cs typeface="Verdana" pitchFamily="34" charset="-120"/>
              </a:rPr>
              <a:t>04-Mar-26</a:t>
            </a:r>
            <a:endParaRPr lang="en-US" sz="850"/>
          </a:p>
        </p:txBody>
      </p:sp>
      <p:sp>
        <p:nvSpPr>
          <p:cNvPr id="68" name="Shape 66"/>
          <p:cNvSpPr/>
          <p:nvPr/>
        </p:nvSpPr>
        <p:spPr>
          <a:xfrm>
            <a:off x="400050" y="3480054"/>
            <a:ext cx="274320" cy="268605"/>
          </a:xfrm>
          <a:prstGeom prst="rect">
            <a:avLst/>
          </a:prstGeom>
          <a:solidFill>
            <a:srgbClr val="F7F8FA"/>
          </a:solidFill>
          <a:ln w="12700">
            <a:solidFill>
              <a:srgbClr val="DDE1EA"/>
            </a:solidFill>
            <a:prstDash val="solid"/>
          </a:ln>
        </p:spPr>
        <p:txBody>
          <a:bodyPr/>
          <a:lstStyle/>
          <a:p>
            <a:endParaRPr lang="en-US"/>
          </a:p>
        </p:txBody>
      </p:sp>
      <p:sp>
        <p:nvSpPr>
          <p:cNvPr id="69" name="Shape 67"/>
          <p:cNvSpPr/>
          <p:nvPr/>
        </p:nvSpPr>
        <p:spPr>
          <a:xfrm>
            <a:off x="674370" y="3480054"/>
            <a:ext cx="4206240" cy="268605"/>
          </a:xfrm>
          <a:prstGeom prst="rect">
            <a:avLst/>
          </a:prstGeom>
          <a:solidFill>
            <a:srgbClr val="F7F8FA"/>
          </a:solidFill>
          <a:ln w="12700">
            <a:solidFill>
              <a:srgbClr val="DDE1EA"/>
            </a:solidFill>
            <a:prstDash val="solid"/>
          </a:ln>
        </p:spPr>
        <p:txBody>
          <a:bodyPr/>
          <a:lstStyle/>
          <a:p>
            <a:endParaRPr lang="en-US"/>
          </a:p>
        </p:txBody>
      </p:sp>
      <p:sp>
        <p:nvSpPr>
          <p:cNvPr id="70" name="Shape 68"/>
          <p:cNvSpPr/>
          <p:nvPr/>
        </p:nvSpPr>
        <p:spPr>
          <a:xfrm>
            <a:off x="4880610" y="3480054"/>
            <a:ext cx="1719072" cy="268605"/>
          </a:xfrm>
          <a:prstGeom prst="rect">
            <a:avLst/>
          </a:prstGeom>
          <a:solidFill>
            <a:srgbClr val="F7F8FA"/>
          </a:solidFill>
          <a:ln w="12700">
            <a:solidFill>
              <a:srgbClr val="DDE1EA"/>
            </a:solidFill>
            <a:prstDash val="solid"/>
          </a:ln>
        </p:spPr>
        <p:txBody>
          <a:bodyPr/>
          <a:lstStyle/>
          <a:p>
            <a:endParaRPr lang="en-US"/>
          </a:p>
        </p:txBody>
      </p:sp>
      <p:sp>
        <p:nvSpPr>
          <p:cNvPr id="71" name="Shape 69"/>
          <p:cNvSpPr/>
          <p:nvPr/>
        </p:nvSpPr>
        <p:spPr>
          <a:xfrm>
            <a:off x="6599682" y="3480054"/>
            <a:ext cx="1499616" cy="268605"/>
          </a:xfrm>
          <a:prstGeom prst="rect">
            <a:avLst/>
          </a:prstGeom>
          <a:solidFill>
            <a:srgbClr val="F7F8FA"/>
          </a:solidFill>
          <a:ln w="12700">
            <a:solidFill>
              <a:srgbClr val="DDE1EA"/>
            </a:solidFill>
            <a:prstDash val="solid"/>
          </a:ln>
        </p:spPr>
        <p:txBody>
          <a:bodyPr/>
          <a:lstStyle/>
          <a:p>
            <a:endParaRPr lang="en-US"/>
          </a:p>
        </p:txBody>
      </p:sp>
      <p:sp>
        <p:nvSpPr>
          <p:cNvPr id="72" name="Text 70"/>
          <p:cNvSpPr/>
          <p:nvPr/>
        </p:nvSpPr>
        <p:spPr>
          <a:xfrm>
            <a:off x="400050" y="3480054"/>
            <a:ext cx="274320" cy="268605"/>
          </a:xfrm>
          <a:prstGeom prst="rect">
            <a:avLst/>
          </a:prstGeom>
          <a:noFill/>
          <a:ln/>
        </p:spPr>
        <p:txBody>
          <a:bodyPr wrap="square" lIns="0" tIns="0" rIns="0" bIns="0" rtlCol="0" anchor="ctr"/>
          <a:lstStyle/>
          <a:p>
            <a:pPr marL="0" indent="0" algn="ctr">
              <a:buNone/>
            </a:pPr>
            <a:r>
              <a:rPr lang="en-US" sz="850">
                <a:solidFill>
                  <a:srgbClr val="6B7690"/>
                </a:solidFill>
                <a:latin typeface="Verdana" pitchFamily="34" charset="0"/>
                <a:ea typeface="Verdana" pitchFamily="34" charset="-122"/>
              </a:rPr>
              <a:t>4</a:t>
            </a:r>
            <a:endParaRPr lang="en-US" sz="850"/>
          </a:p>
        </p:txBody>
      </p:sp>
      <p:sp>
        <p:nvSpPr>
          <p:cNvPr id="73" name="Text 71"/>
          <p:cNvSpPr/>
          <p:nvPr/>
        </p:nvSpPr>
        <p:spPr>
          <a:xfrm>
            <a:off x="710946" y="3498342"/>
            <a:ext cx="4114800" cy="232029"/>
          </a:xfrm>
          <a:prstGeom prst="rect">
            <a:avLst/>
          </a:prstGeom>
          <a:noFill/>
          <a:ln/>
        </p:spPr>
        <p:txBody>
          <a:bodyPr wrap="square" lIns="0" tIns="0" rIns="0" bIns="0" rtlCol="0" anchor="ctr"/>
          <a:lstStyle/>
          <a:p>
            <a:pPr marL="0" indent="0">
              <a:buNone/>
            </a:pPr>
            <a:r>
              <a:rPr lang="en-US" sz="900">
                <a:solidFill>
                  <a:srgbClr val="2D2D2D"/>
                </a:solidFill>
                <a:latin typeface="Verdana" pitchFamily="34" charset="0"/>
                <a:ea typeface="Verdana" pitchFamily="34" charset="-122"/>
                <a:cs typeface="Verdana" pitchFamily="34" charset="-120"/>
              </a:rPr>
              <a:t>Group Human Resources</a:t>
            </a:r>
            <a:endParaRPr lang="en-US" sz="900"/>
          </a:p>
        </p:txBody>
      </p:sp>
      <p:sp>
        <p:nvSpPr>
          <p:cNvPr id="74" name="Shape 72"/>
          <p:cNvSpPr/>
          <p:nvPr/>
        </p:nvSpPr>
        <p:spPr>
          <a:xfrm>
            <a:off x="4935474" y="3517659"/>
            <a:ext cx="1609344" cy="193396"/>
          </a:xfrm>
          <a:prstGeom prst="rect">
            <a:avLst/>
          </a:prstGeom>
          <a:solidFill>
            <a:srgbClr val="FFF3CD"/>
          </a:solidFill>
          <a:ln w="12700">
            <a:solidFill>
              <a:srgbClr val="7A4F00"/>
            </a:solidFill>
            <a:prstDash val="solid"/>
          </a:ln>
        </p:spPr>
        <p:txBody>
          <a:bodyPr/>
          <a:lstStyle/>
          <a:p>
            <a:endParaRPr lang="en-US"/>
          </a:p>
        </p:txBody>
      </p:sp>
      <p:sp>
        <p:nvSpPr>
          <p:cNvPr id="75" name="Text 73"/>
          <p:cNvSpPr/>
          <p:nvPr/>
        </p:nvSpPr>
        <p:spPr>
          <a:xfrm>
            <a:off x="4935474" y="3517659"/>
            <a:ext cx="1609344" cy="193396"/>
          </a:xfrm>
          <a:prstGeom prst="rect">
            <a:avLst/>
          </a:prstGeom>
          <a:solidFill>
            <a:srgbClr val="FFFF00"/>
          </a:solidFill>
          <a:ln/>
        </p:spPr>
        <p:txBody>
          <a:bodyPr wrap="square" lIns="0" tIns="0" rIns="0" bIns="0" rtlCol="0" anchor="ctr"/>
          <a:lstStyle/>
          <a:p>
            <a:pPr marL="0" indent="0" algn="ctr">
              <a:buNone/>
            </a:pPr>
            <a:r>
              <a:rPr lang="en-US" sz="780" b="1">
                <a:solidFill>
                  <a:schemeClr val="bg2"/>
                </a:solidFill>
                <a:latin typeface="Verdana" pitchFamily="34" charset="0"/>
                <a:ea typeface="Verdana" pitchFamily="34" charset="-122"/>
                <a:cs typeface="Verdana" pitchFamily="34" charset="-120"/>
              </a:rPr>
              <a:t>Needs Improvement</a:t>
            </a:r>
            <a:endParaRPr lang="en-US" sz="780">
              <a:solidFill>
                <a:schemeClr val="bg2"/>
              </a:solidFill>
            </a:endParaRPr>
          </a:p>
        </p:txBody>
      </p:sp>
      <p:sp>
        <p:nvSpPr>
          <p:cNvPr id="76" name="Text 74"/>
          <p:cNvSpPr/>
          <p:nvPr/>
        </p:nvSpPr>
        <p:spPr>
          <a:xfrm>
            <a:off x="6636258" y="3480054"/>
            <a:ext cx="1463040" cy="268605"/>
          </a:xfrm>
          <a:prstGeom prst="rect">
            <a:avLst/>
          </a:prstGeom>
          <a:noFill/>
          <a:ln/>
        </p:spPr>
        <p:txBody>
          <a:bodyPr wrap="square" lIns="0" tIns="0" rIns="0" bIns="0" rtlCol="0" anchor="ctr"/>
          <a:lstStyle/>
          <a:p>
            <a:pPr marL="0" indent="0" algn="ctr">
              <a:buNone/>
            </a:pPr>
            <a:r>
              <a:rPr lang="en-US" sz="850">
                <a:solidFill>
                  <a:srgbClr val="4A5568"/>
                </a:solidFill>
                <a:latin typeface="Verdana" pitchFamily="34" charset="0"/>
                <a:ea typeface="Verdana" pitchFamily="34" charset="-122"/>
                <a:cs typeface="Verdana" pitchFamily="34" charset="-120"/>
              </a:rPr>
              <a:t>06-Mar-26</a:t>
            </a:r>
            <a:endParaRPr lang="en-US" sz="850"/>
          </a:p>
        </p:txBody>
      </p:sp>
      <p:sp>
        <p:nvSpPr>
          <p:cNvPr id="77" name="Shape 75"/>
          <p:cNvSpPr/>
          <p:nvPr/>
        </p:nvSpPr>
        <p:spPr>
          <a:xfrm>
            <a:off x="400050" y="3785235"/>
            <a:ext cx="7699248" cy="0"/>
          </a:xfrm>
          <a:prstGeom prst="line">
            <a:avLst/>
          </a:prstGeom>
          <a:noFill/>
          <a:ln w="12700">
            <a:solidFill>
              <a:srgbClr val="DDE1EA"/>
            </a:solidFill>
            <a:prstDash val="solid"/>
          </a:ln>
        </p:spPr>
        <p:txBody>
          <a:bodyPr/>
          <a:lstStyle/>
          <a:p>
            <a:endParaRPr lang="en-US"/>
          </a:p>
        </p:txBody>
      </p:sp>
      <p:sp>
        <p:nvSpPr>
          <p:cNvPr id="78" name="Shape 76"/>
          <p:cNvSpPr/>
          <p:nvPr/>
        </p:nvSpPr>
        <p:spPr>
          <a:xfrm>
            <a:off x="400050" y="3913251"/>
            <a:ext cx="36576" cy="256032"/>
          </a:xfrm>
          <a:prstGeom prst="rect">
            <a:avLst/>
          </a:prstGeom>
          <a:solidFill>
            <a:srgbClr val="1B2A4A"/>
          </a:solidFill>
          <a:ln w="12700">
            <a:solidFill>
              <a:srgbClr val="1B2A4A"/>
            </a:solidFill>
            <a:prstDash val="solid"/>
          </a:ln>
        </p:spPr>
        <p:txBody>
          <a:bodyPr/>
          <a:lstStyle/>
          <a:p>
            <a:endParaRPr lang="en-US"/>
          </a:p>
        </p:txBody>
      </p:sp>
      <p:sp>
        <p:nvSpPr>
          <p:cNvPr id="2" name="Text 77"/>
          <p:cNvSpPr/>
          <p:nvPr/>
        </p:nvSpPr>
        <p:spPr>
          <a:xfrm>
            <a:off x="509778" y="3894963"/>
            <a:ext cx="7571232" cy="274320"/>
          </a:xfrm>
          <a:prstGeom prst="rect">
            <a:avLst/>
          </a:prstGeom>
          <a:noFill/>
          <a:ln/>
        </p:spPr>
        <p:txBody>
          <a:bodyPr wrap="square" lIns="0" tIns="0" rIns="0" bIns="0" rtlCol="0" anchor="ctr"/>
          <a:lstStyle/>
          <a:p>
            <a:pPr marL="0" indent="0">
              <a:buNone/>
            </a:pPr>
            <a:r>
              <a:rPr lang="en-US" sz="950" b="1">
                <a:solidFill>
                  <a:srgbClr val="1B2A4A"/>
                </a:solidFill>
                <a:latin typeface="Verdana" pitchFamily="34" charset="0"/>
                <a:ea typeface="Verdana" pitchFamily="34" charset="-122"/>
                <a:cs typeface="Verdana" pitchFamily="34" charset="-120"/>
              </a:rPr>
              <a:t>FY2026 REPORTS — ISSUED SINCE LAST BAC</a:t>
            </a:r>
            <a:endParaRPr lang="en-US" sz="950"/>
          </a:p>
        </p:txBody>
      </p:sp>
      <p:sp>
        <p:nvSpPr>
          <p:cNvPr id="3" name="Text 78"/>
          <p:cNvSpPr/>
          <p:nvPr/>
        </p:nvSpPr>
        <p:spPr>
          <a:xfrm>
            <a:off x="509778" y="4169283"/>
            <a:ext cx="7571232" cy="164592"/>
          </a:xfrm>
          <a:prstGeom prst="rect">
            <a:avLst/>
          </a:prstGeom>
          <a:noFill/>
          <a:ln/>
        </p:spPr>
        <p:txBody>
          <a:bodyPr wrap="square" lIns="0" tIns="0" rIns="0" bIns="0" rtlCol="0" anchor="ctr"/>
          <a:lstStyle/>
          <a:p>
            <a:pPr marL="0" indent="0">
              <a:buNone/>
            </a:pPr>
            <a:r>
              <a:rPr lang="en-US" sz="800" b="1" i="1">
                <a:solidFill>
                  <a:srgbClr val="6B7690"/>
                </a:solidFill>
                <a:latin typeface="Verdana" pitchFamily="34" charset="0"/>
                <a:ea typeface="Verdana" pitchFamily="34" charset="-122"/>
                <a:cs typeface="Verdana" pitchFamily="34" charset="-120"/>
              </a:rPr>
              <a:t>6 audits  ·  Issued Feb–Apr 2026</a:t>
            </a:r>
            <a:endParaRPr lang="en-US" sz="800" b="1"/>
          </a:p>
        </p:txBody>
      </p:sp>
      <p:sp>
        <p:nvSpPr>
          <p:cNvPr id="81" name="Shape 79"/>
          <p:cNvSpPr/>
          <p:nvPr/>
        </p:nvSpPr>
        <p:spPr>
          <a:xfrm>
            <a:off x="400050" y="4388739"/>
            <a:ext cx="274320" cy="219456"/>
          </a:xfrm>
          <a:prstGeom prst="rect">
            <a:avLst/>
          </a:prstGeom>
          <a:solidFill>
            <a:srgbClr val="ECEEF2"/>
          </a:solidFill>
          <a:ln w="12700">
            <a:solidFill>
              <a:srgbClr val="DDE1EA"/>
            </a:solidFill>
            <a:prstDash val="solid"/>
          </a:ln>
        </p:spPr>
        <p:txBody>
          <a:bodyPr/>
          <a:lstStyle/>
          <a:p>
            <a:endParaRPr lang="en-US">
              <a:solidFill>
                <a:schemeClr val="bg2"/>
              </a:solidFill>
            </a:endParaRPr>
          </a:p>
        </p:txBody>
      </p:sp>
      <p:sp>
        <p:nvSpPr>
          <p:cNvPr id="82" name="Text 80"/>
          <p:cNvSpPr/>
          <p:nvPr/>
        </p:nvSpPr>
        <p:spPr>
          <a:xfrm>
            <a:off x="436626" y="4388739"/>
            <a:ext cx="219456" cy="219456"/>
          </a:xfrm>
          <a:prstGeom prst="rect">
            <a:avLst/>
          </a:prstGeom>
          <a:noFill/>
          <a:ln/>
        </p:spPr>
        <p:txBody>
          <a:bodyPr wrap="square" lIns="0" tIns="0" rIns="0" bIns="0" rtlCol="0" anchor="ctr"/>
          <a:lstStyle/>
          <a:p>
            <a:pPr marL="0" indent="0" algn="ctr">
              <a:buNone/>
            </a:pPr>
            <a:r>
              <a:rPr lang="en-US" sz="800" b="1">
                <a:solidFill>
                  <a:schemeClr val="bg2"/>
                </a:solidFill>
                <a:latin typeface="Verdana" pitchFamily="34" charset="0"/>
                <a:ea typeface="Verdana" pitchFamily="34" charset="-122"/>
                <a:cs typeface="Verdana" pitchFamily="34" charset="-120"/>
              </a:rPr>
              <a:t>#</a:t>
            </a:r>
            <a:endParaRPr lang="en-US" sz="800">
              <a:solidFill>
                <a:schemeClr val="bg2"/>
              </a:solidFill>
            </a:endParaRPr>
          </a:p>
        </p:txBody>
      </p:sp>
      <p:sp>
        <p:nvSpPr>
          <p:cNvPr id="83" name="Shape 81"/>
          <p:cNvSpPr/>
          <p:nvPr/>
        </p:nvSpPr>
        <p:spPr>
          <a:xfrm>
            <a:off x="674370" y="4388739"/>
            <a:ext cx="4206240" cy="219456"/>
          </a:xfrm>
          <a:prstGeom prst="rect">
            <a:avLst/>
          </a:prstGeom>
          <a:solidFill>
            <a:srgbClr val="ECEEF2"/>
          </a:solidFill>
          <a:ln w="12700">
            <a:solidFill>
              <a:srgbClr val="DDE1EA"/>
            </a:solidFill>
            <a:prstDash val="solid"/>
          </a:ln>
        </p:spPr>
        <p:txBody>
          <a:bodyPr/>
          <a:lstStyle/>
          <a:p>
            <a:endParaRPr lang="en-US">
              <a:solidFill>
                <a:schemeClr val="bg2"/>
              </a:solidFill>
            </a:endParaRPr>
          </a:p>
        </p:txBody>
      </p:sp>
      <p:sp>
        <p:nvSpPr>
          <p:cNvPr id="84" name="Text 82"/>
          <p:cNvSpPr/>
          <p:nvPr/>
        </p:nvSpPr>
        <p:spPr>
          <a:xfrm>
            <a:off x="710946" y="4388739"/>
            <a:ext cx="4151376" cy="219456"/>
          </a:xfrm>
          <a:prstGeom prst="rect">
            <a:avLst/>
          </a:prstGeom>
          <a:noFill/>
          <a:ln/>
        </p:spPr>
        <p:txBody>
          <a:bodyPr wrap="square" lIns="0" tIns="0" rIns="0" bIns="0" rtlCol="0" anchor="ctr"/>
          <a:lstStyle/>
          <a:p>
            <a:pPr marL="0" indent="0" algn="l">
              <a:buNone/>
            </a:pPr>
            <a:r>
              <a:rPr lang="en-US" sz="800" b="1">
                <a:solidFill>
                  <a:schemeClr val="bg2"/>
                </a:solidFill>
                <a:latin typeface="Verdana" pitchFamily="34" charset="0"/>
                <a:ea typeface="Verdana" pitchFamily="34" charset="-122"/>
                <a:cs typeface="Verdana" pitchFamily="34" charset="-120"/>
              </a:rPr>
              <a:t>Audit Report</a:t>
            </a:r>
            <a:endParaRPr lang="en-US" sz="800">
              <a:solidFill>
                <a:schemeClr val="bg2"/>
              </a:solidFill>
            </a:endParaRPr>
          </a:p>
        </p:txBody>
      </p:sp>
      <p:sp>
        <p:nvSpPr>
          <p:cNvPr id="85" name="Shape 83"/>
          <p:cNvSpPr/>
          <p:nvPr/>
        </p:nvSpPr>
        <p:spPr>
          <a:xfrm>
            <a:off x="4880610" y="4388739"/>
            <a:ext cx="1719072" cy="219456"/>
          </a:xfrm>
          <a:prstGeom prst="rect">
            <a:avLst/>
          </a:prstGeom>
          <a:solidFill>
            <a:srgbClr val="ECEEF2"/>
          </a:solidFill>
          <a:ln w="12700">
            <a:solidFill>
              <a:srgbClr val="DDE1EA"/>
            </a:solidFill>
            <a:prstDash val="solid"/>
          </a:ln>
        </p:spPr>
        <p:txBody>
          <a:bodyPr/>
          <a:lstStyle/>
          <a:p>
            <a:endParaRPr lang="en-US">
              <a:solidFill>
                <a:schemeClr val="bg2"/>
              </a:solidFill>
            </a:endParaRPr>
          </a:p>
        </p:txBody>
      </p:sp>
      <p:sp>
        <p:nvSpPr>
          <p:cNvPr id="86" name="Text 84"/>
          <p:cNvSpPr/>
          <p:nvPr/>
        </p:nvSpPr>
        <p:spPr>
          <a:xfrm>
            <a:off x="4917186" y="4388739"/>
            <a:ext cx="1664208" cy="219456"/>
          </a:xfrm>
          <a:prstGeom prst="rect">
            <a:avLst/>
          </a:prstGeom>
          <a:noFill/>
          <a:ln/>
        </p:spPr>
        <p:txBody>
          <a:bodyPr wrap="square" lIns="0" tIns="0" rIns="0" bIns="0" rtlCol="0" anchor="ctr"/>
          <a:lstStyle/>
          <a:p>
            <a:pPr marL="0" indent="0" algn="l">
              <a:buNone/>
            </a:pPr>
            <a:r>
              <a:rPr lang="en-US" sz="800" b="1">
                <a:solidFill>
                  <a:schemeClr val="bg2"/>
                </a:solidFill>
                <a:latin typeface="Verdana" pitchFamily="34" charset="0"/>
                <a:ea typeface="Verdana" pitchFamily="34" charset="-122"/>
                <a:cs typeface="Verdana" pitchFamily="34" charset="-120"/>
              </a:rPr>
              <a:t>Rating</a:t>
            </a:r>
            <a:endParaRPr lang="en-US" sz="800">
              <a:solidFill>
                <a:schemeClr val="bg2"/>
              </a:solidFill>
            </a:endParaRPr>
          </a:p>
        </p:txBody>
      </p:sp>
      <p:sp>
        <p:nvSpPr>
          <p:cNvPr id="87" name="Shape 85"/>
          <p:cNvSpPr/>
          <p:nvPr/>
        </p:nvSpPr>
        <p:spPr>
          <a:xfrm>
            <a:off x="6599682" y="4388739"/>
            <a:ext cx="1499616" cy="219456"/>
          </a:xfrm>
          <a:prstGeom prst="rect">
            <a:avLst/>
          </a:prstGeom>
          <a:solidFill>
            <a:srgbClr val="ECEEF2"/>
          </a:solidFill>
          <a:ln w="12700">
            <a:solidFill>
              <a:srgbClr val="DDE1EA"/>
            </a:solidFill>
            <a:prstDash val="solid"/>
          </a:ln>
        </p:spPr>
        <p:txBody>
          <a:bodyPr/>
          <a:lstStyle/>
          <a:p>
            <a:endParaRPr lang="en-US">
              <a:solidFill>
                <a:schemeClr val="bg2"/>
              </a:solidFill>
            </a:endParaRPr>
          </a:p>
        </p:txBody>
      </p:sp>
      <p:sp>
        <p:nvSpPr>
          <p:cNvPr id="88" name="Text 86"/>
          <p:cNvSpPr/>
          <p:nvPr/>
        </p:nvSpPr>
        <p:spPr>
          <a:xfrm>
            <a:off x="6636258" y="4388739"/>
            <a:ext cx="1444752" cy="219456"/>
          </a:xfrm>
          <a:prstGeom prst="rect">
            <a:avLst/>
          </a:prstGeom>
          <a:noFill/>
          <a:ln/>
        </p:spPr>
        <p:txBody>
          <a:bodyPr wrap="square" lIns="0" tIns="0" rIns="0" bIns="0" rtlCol="0" anchor="ctr"/>
          <a:lstStyle/>
          <a:p>
            <a:pPr marL="0" indent="0" algn="ctr">
              <a:buNone/>
            </a:pPr>
            <a:r>
              <a:rPr lang="en-US" sz="800" b="1">
                <a:solidFill>
                  <a:schemeClr val="bg2"/>
                </a:solidFill>
                <a:latin typeface="Verdana" pitchFamily="34" charset="0"/>
                <a:ea typeface="Verdana" pitchFamily="34" charset="-122"/>
                <a:cs typeface="Verdana" pitchFamily="34" charset="-120"/>
              </a:rPr>
              <a:t>Issued</a:t>
            </a:r>
            <a:endParaRPr lang="en-US" sz="800">
              <a:solidFill>
                <a:schemeClr val="bg2"/>
              </a:solidFill>
            </a:endParaRPr>
          </a:p>
        </p:txBody>
      </p:sp>
      <p:sp>
        <p:nvSpPr>
          <p:cNvPr id="89" name="Shape 87"/>
          <p:cNvSpPr/>
          <p:nvPr/>
        </p:nvSpPr>
        <p:spPr>
          <a:xfrm>
            <a:off x="400050" y="4608195"/>
            <a:ext cx="274320" cy="299466"/>
          </a:xfrm>
          <a:prstGeom prst="rect">
            <a:avLst/>
          </a:prstGeom>
          <a:solidFill>
            <a:srgbClr val="FFFFFF"/>
          </a:solidFill>
          <a:ln w="12700">
            <a:solidFill>
              <a:srgbClr val="DDE1EA"/>
            </a:solidFill>
            <a:prstDash val="solid"/>
          </a:ln>
        </p:spPr>
        <p:txBody>
          <a:bodyPr/>
          <a:lstStyle/>
          <a:p>
            <a:endParaRPr lang="en-US"/>
          </a:p>
        </p:txBody>
      </p:sp>
      <p:sp>
        <p:nvSpPr>
          <p:cNvPr id="90" name="Shape 88"/>
          <p:cNvSpPr/>
          <p:nvPr/>
        </p:nvSpPr>
        <p:spPr>
          <a:xfrm>
            <a:off x="674370" y="4608195"/>
            <a:ext cx="4206240" cy="299466"/>
          </a:xfrm>
          <a:prstGeom prst="rect">
            <a:avLst/>
          </a:prstGeom>
          <a:solidFill>
            <a:srgbClr val="FFFFFF"/>
          </a:solidFill>
          <a:ln w="12700">
            <a:solidFill>
              <a:srgbClr val="DDE1EA"/>
            </a:solidFill>
            <a:prstDash val="solid"/>
          </a:ln>
        </p:spPr>
        <p:txBody>
          <a:bodyPr/>
          <a:lstStyle/>
          <a:p>
            <a:endParaRPr lang="en-US"/>
          </a:p>
        </p:txBody>
      </p:sp>
      <p:sp>
        <p:nvSpPr>
          <p:cNvPr id="91" name="Shape 89"/>
          <p:cNvSpPr/>
          <p:nvPr/>
        </p:nvSpPr>
        <p:spPr>
          <a:xfrm>
            <a:off x="4880610" y="4608195"/>
            <a:ext cx="1719072" cy="299466"/>
          </a:xfrm>
          <a:prstGeom prst="rect">
            <a:avLst/>
          </a:prstGeom>
          <a:solidFill>
            <a:srgbClr val="FFFFFF"/>
          </a:solidFill>
          <a:ln w="12700">
            <a:solidFill>
              <a:srgbClr val="DDE1EA"/>
            </a:solidFill>
            <a:prstDash val="solid"/>
          </a:ln>
        </p:spPr>
        <p:txBody>
          <a:bodyPr/>
          <a:lstStyle/>
          <a:p>
            <a:endParaRPr lang="en-US"/>
          </a:p>
        </p:txBody>
      </p:sp>
      <p:sp>
        <p:nvSpPr>
          <p:cNvPr id="92" name="Shape 90"/>
          <p:cNvSpPr/>
          <p:nvPr/>
        </p:nvSpPr>
        <p:spPr>
          <a:xfrm>
            <a:off x="6599682" y="4608195"/>
            <a:ext cx="1499616" cy="299466"/>
          </a:xfrm>
          <a:prstGeom prst="rect">
            <a:avLst/>
          </a:prstGeom>
          <a:solidFill>
            <a:srgbClr val="FFFFFF"/>
          </a:solidFill>
          <a:ln w="12700">
            <a:solidFill>
              <a:srgbClr val="DDE1EA"/>
            </a:solidFill>
            <a:prstDash val="solid"/>
          </a:ln>
        </p:spPr>
        <p:txBody>
          <a:bodyPr/>
          <a:lstStyle/>
          <a:p>
            <a:endParaRPr lang="en-US"/>
          </a:p>
        </p:txBody>
      </p:sp>
      <p:sp>
        <p:nvSpPr>
          <p:cNvPr id="93" name="Text 91"/>
          <p:cNvSpPr/>
          <p:nvPr/>
        </p:nvSpPr>
        <p:spPr>
          <a:xfrm>
            <a:off x="400050" y="4608195"/>
            <a:ext cx="274320" cy="299466"/>
          </a:xfrm>
          <a:prstGeom prst="rect">
            <a:avLst/>
          </a:prstGeom>
          <a:noFill/>
          <a:ln/>
        </p:spPr>
        <p:txBody>
          <a:bodyPr wrap="square" lIns="0" tIns="0" rIns="0" bIns="0" rtlCol="0" anchor="ctr"/>
          <a:lstStyle/>
          <a:p>
            <a:pPr marL="0" indent="0" algn="ctr">
              <a:buNone/>
            </a:pPr>
            <a:r>
              <a:rPr lang="en-US" sz="850">
                <a:solidFill>
                  <a:srgbClr val="6B7690"/>
                </a:solidFill>
                <a:latin typeface="Verdana" pitchFamily="34" charset="0"/>
                <a:ea typeface="Verdana" pitchFamily="34" charset="-122"/>
                <a:cs typeface="Verdana" pitchFamily="34" charset="-120"/>
              </a:rPr>
              <a:t>1</a:t>
            </a:r>
            <a:endParaRPr lang="en-US" sz="850"/>
          </a:p>
        </p:txBody>
      </p:sp>
      <p:sp>
        <p:nvSpPr>
          <p:cNvPr id="94" name="Text 92"/>
          <p:cNvSpPr/>
          <p:nvPr/>
        </p:nvSpPr>
        <p:spPr>
          <a:xfrm>
            <a:off x="710946" y="4626483"/>
            <a:ext cx="4114800" cy="262890"/>
          </a:xfrm>
          <a:prstGeom prst="rect">
            <a:avLst/>
          </a:prstGeom>
          <a:noFill/>
          <a:ln/>
        </p:spPr>
        <p:txBody>
          <a:bodyPr wrap="square" lIns="0" tIns="0" rIns="0" bIns="0" rtlCol="0" anchor="ctr"/>
          <a:lstStyle/>
          <a:p>
            <a:pPr marL="0" indent="0">
              <a:buNone/>
            </a:pPr>
            <a:r>
              <a:rPr lang="en-US" sz="900">
                <a:solidFill>
                  <a:srgbClr val="2D2D2D"/>
                </a:solidFill>
                <a:latin typeface="Verdana" pitchFamily="34" charset="0"/>
                <a:ea typeface="Verdana" pitchFamily="34" charset="-122"/>
                <a:cs typeface="Verdana" pitchFamily="34" charset="-120"/>
              </a:rPr>
              <a:t>Pillar 3 Disclosures for YE 2025</a:t>
            </a:r>
            <a:endParaRPr lang="en-US" sz="900"/>
          </a:p>
        </p:txBody>
      </p:sp>
      <p:sp>
        <p:nvSpPr>
          <p:cNvPr id="95" name="Shape 93"/>
          <p:cNvSpPr/>
          <p:nvPr/>
        </p:nvSpPr>
        <p:spPr>
          <a:xfrm>
            <a:off x="4935474" y="4650120"/>
            <a:ext cx="1609344" cy="215616"/>
          </a:xfrm>
          <a:prstGeom prst="rect">
            <a:avLst/>
          </a:prstGeom>
          <a:solidFill>
            <a:srgbClr val="92D050"/>
          </a:solidFill>
          <a:ln w="12700">
            <a:solidFill>
              <a:srgbClr val="1E7A3A"/>
            </a:solidFill>
            <a:prstDash val="solid"/>
          </a:ln>
        </p:spPr>
        <p:txBody>
          <a:bodyPr/>
          <a:lstStyle/>
          <a:p>
            <a:endParaRPr lang="en-US"/>
          </a:p>
        </p:txBody>
      </p:sp>
      <p:sp>
        <p:nvSpPr>
          <p:cNvPr id="96" name="Text 94"/>
          <p:cNvSpPr/>
          <p:nvPr/>
        </p:nvSpPr>
        <p:spPr>
          <a:xfrm>
            <a:off x="4935474" y="4650120"/>
            <a:ext cx="1609344" cy="215616"/>
          </a:xfrm>
          <a:prstGeom prst="rect">
            <a:avLst/>
          </a:prstGeom>
          <a:noFill/>
          <a:ln/>
        </p:spPr>
        <p:txBody>
          <a:bodyPr wrap="square" lIns="0" tIns="0" rIns="0" bIns="0" rtlCol="0" anchor="ctr"/>
          <a:lstStyle/>
          <a:p>
            <a:pPr marL="0" indent="0" algn="ctr">
              <a:buNone/>
            </a:pPr>
            <a:r>
              <a:rPr lang="en-US" sz="780" b="1">
                <a:solidFill>
                  <a:schemeClr val="bg2"/>
                </a:solidFill>
                <a:latin typeface="Verdana" pitchFamily="34" charset="0"/>
                <a:ea typeface="Verdana" pitchFamily="34" charset="-122"/>
                <a:cs typeface="Verdana" pitchFamily="34" charset="-120"/>
              </a:rPr>
              <a:t>Satisfactory</a:t>
            </a:r>
            <a:endParaRPr lang="en-US" sz="780">
              <a:solidFill>
                <a:schemeClr val="bg2"/>
              </a:solidFill>
            </a:endParaRPr>
          </a:p>
        </p:txBody>
      </p:sp>
      <p:sp>
        <p:nvSpPr>
          <p:cNvPr id="97" name="Text 95"/>
          <p:cNvSpPr/>
          <p:nvPr/>
        </p:nvSpPr>
        <p:spPr>
          <a:xfrm>
            <a:off x="6636258" y="4608195"/>
            <a:ext cx="1463040" cy="299466"/>
          </a:xfrm>
          <a:prstGeom prst="rect">
            <a:avLst/>
          </a:prstGeom>
          <a:noFill/>
          <a:ln/>
        </p:spPr>
        <p:txBody>
          <a:bodyPr wrap="square" lIns="0" tIns="0" rIns="0" bIns="0" rtlCol="0" anchor="ctr"/>
          <a:lstStyle/>
          <a:p>
            <a:pPr marL="0" indent="0" algn="ctr">
              <a:buNone/>
            </a:pPr>
            <a:r>
              <a:rPr lang="en-US" sz="850">
                <a:solidFill>
                  <a:srgbClr val="4A5568"/>
                </a:solidFill>
                <a:latin typeface="Verdana" pitchFamily="34" charset="0"/>
                <a:ea typeface="Verdana" pitchFamily="34" charset="-122"/>
                <a:cs typeface="Verdana" pitchFamily="34" charset="-120"/>
              </a:rPr>
              <a:t>17-Feb-26</a:t>
            </a:r>
            <a:endParaRPr lang="en-US" sz="850"/>
          </a:p>
        </p:txBody>
      </p:sp>
      <p:sp>
        <p:nvSpPr>
          <p:cNvPr id="98" name="Shape 96"/>
          <p:cNvSpPr/>
          <p:nvPr/>
        </p:nvSpPr>
        <p:spPr>
          <a:xfrm>
            <a:off x="400050" y="4907661"/>
            <a:ext cx="274320" cy="299466"/>
          </a:xfrm>
          <a:prstGeom prst="rect">
            <a:avLst/>
          </a:prstGeom>
          <a:solidFill>
            <a:srgbClr val="F7F8FA"/>
          </a:solidFill>
          <a:ln w="12700">
            <a:solidFill>
              <a:srgbClr val="DDE1EA"/>
            </a:solidFill>
            <a:prstDash val="solid"/>
          </a:ln>
        </p:spPr>
        <p:txBody>
          <a:bodyPr/>
          <a:lstStyle/>
          <a:p>
            <a:endParaRPr lang="en-US"/>
          </a:p>
        </p:txBody>
      </p:sp>
      <p:sp>
        <p:nvSpPr>
          <p:cNvPr id="99" name="Shape 97"/>
          <p:cNvSpPr/>
          <p:nvPr/>
        </p:nvSpPr>
        <p:spPr>
          <a:xfrm>
            <a:off x="674370" y="4907661"/>
            <a:ext cx="4206240" cy="299466"/>
          </a:xfrm>
          <a:prstGeom prst="rect">
            <a:avLst/>
          </a:prstGeom>
          <a:solidFill>
            <a:srgbClr val="F7F8FA"/>
          </a:solidFill>
          <a:ln w="12700">
            <a:solidFill>
              <a:srgbClr val="DDE1EA"/>
            </a:solidFill>
            <a:prstDash val="solid"/>
          </a:ln>
        </p:spPr>
        <p:txBody>
          <a:bodyPr/>
          <a:lstStyle/>
          <a:p>
            <a:endParaRPr lang="en-US"/>
          </a:p>
        </p:txBody>
      </p:sp>
      <p:sp>
        <p:nvSpPr>
          <p:cNvPr id="100" name="Shape 98"/>
          <p:cNvSpPr/>
          <p:nvPr/>
        </p:nvSpPr>
        <p:spPr>
          <a:xfrm>
            <a:off x="4880610" y="4907661"/>
            <a:ext cx="1719072" cy="299466"/>
          </a:xfrm>
          <a:prstGeom prst="rect">
            <a:avLst/>
          </a:prstGeom>
          <a:solidFill>
            <a:srgbClr val="F7F8FA"/>
          </a:solidFill>
          <a:ln w="12700">
            <a:solidFill>
              <a:srgbClr val="DDE1EA"/>
            </a:solidFill>
            <a:prstDash val="solid"/>
          </a:ln>
        </p:spPr>
        <p:txBody>
          <a:bodyPr/>
          <a:lstStyle/>
          <a:p>
            <a:endParaRPr lang="en-US"/>
          </a:p>
        </p:txBody>
      </p:sp>
      <p:sp>
        <p:nvSpPr>
          <p:cNvPr id="101" name="Shape 99"/>
          <p:cNvSpPr/>
          <p:nvPr/>
        </p:nvSpPr>
        <p:spPr>
          <a:xfrm>
            <a:off x="6599682" y="4907661"/>
            <a:ext cx="1499616" cy="299466"/>
          </a:xfrm>
          <a:prstGeom prst="rect">
            <a:avLst/>
          </a:prstGeom>
          <a:solidFill>
            <a:srgbClr val="F7F8FA"/>
          </a:solidFill>
          <a:ln w="12700">
            <a:solidFill>
              <a:srgbClr val="DDE1EA"/>
            </a:solidFill>
            <a:prstDash val="solid"/>
          </a:ln>
        </p:spPr>
        <p:txBody>
          <a:bodyPr/>
          <a:lstStyle/>
          <a:p>
            <a:endParaRPr lang="en-US"/>
          </a:p>
        </p:txBody>
      </p:sp>
      <p:sp>
        <p:nvSpPr>
          <p:cNvPr id="102" name="Text 100"/>
          <p:cNvSpPr/>
          <p:nvPr/>
        </p:nvSpPr>
        <p:spPr>
          <a:xfrm>
            <a:off x="400050" y="4907661"/>
            <a:ext cx="274320" cy="299466"/>
          </a:xfrm>
          <a:prstGeom prst="rect">
            <a:avLst/>
          </a:prstGeom>
          <a:noFill/>
          <a:ln/>
        </p:spPr>
        <p:txBody>
          <a:bodyPr wrap="square" lIns="0" tIns="0" rIns="0" bIns="0" rtlCol="0" anchor="ctr"/>
          <a:lstStyle/>
          <a:p>
            <a:pPr marL="0" indent="0" algn="ctr">
              <a:buNone/>
            </a:pPr>
            <a:r>
              <a:rPr lang="en-US" sz="850">
                <a:solidFill>
                  <a:srgbClr val="6B7690"/>
                </a:solidFill>
                <a:latin typeface="Verdana" pitchFamily="34" charset="0"/>
                <a:ea typeface="Verdana" pitchFamily="34" charset="-122"/>
                <a:cs typeface="Verdana" pitchFamily="34" charset="-120"/>
              </a:rPr>
              <a:t>2</a:t>
            </a:r>
            <a:endParaRPr lang="en-US" sz="850"/>
          </a:p>
        </p:txBody>
      </p:sp>
      <p:sp>
        <p:nvSpPr>
          <p:cNvPr id="103" name="Text 101"/>
          <p:cNvSpPr/>
          <p:nvPr/>
        </p:nvSpPr>
        <p:spPr>
          <a:xfrm>
            <a:off x="710946" y="4925949"/>
            <a:ext cx="4114800" cy="262890"/>
          </a:xfrm>
          <a:prstGeom prst="rect">
            <a:avLst/>
          </a:prstGeom>
          <a:noFill/>
          <a:ln/>
        </p:spPr>
        <p:txBody>
          <a:bodyPr wrap="square" lIns="0" tIns="0" rIns="0" bIns="0" rtlCol="0" anchor="ctr"/>
          <a:lstStyle/>
          <a:p>
            <a:pPr marL="0" indent="0">
              <a:buNone/>
            </a:pPr>
            <a:r>
              <a:rPr lang="en-US" sz="900">
                <a:solidFill>
                  <a:srgbClr val="2D2D2D"/>
                </a:solidFill>
                <a:latin typeface="Verdana" pitchFamily="34" charset="0"/>
                <a:ea typeface="Verdana" pitchFamily="34" charset="-122"/>
                <a:cs typeface="Verdana" pitchFamily="34" charset="-120"/>
              </a:rPr>
              <a:t>Protego (Integrated)</a:t>
            </a:r>
            <a:endParaRPr lang="en-US" sz="900"/>
          </a:p>
        </p:txBody>
      </p:sp>
      <p:sp>
        <p:nvSpPr>
          <p:cNvPr id="104" name="Shape 102"/>
          <p:cNvSpPr/>
          <p:nvPr/>
        </p:nvSpPr>
        <p:spPr>
          <a:xfrm>
            <a:off x="4935474" y="4949586"/>
            <a:ext cx="1609344" cy="215616"/>
          </a:xfrm>
          <a:prstGeom prst="rect">
            <a:avLst/>
          </a:prstGeom>
          <a:solidFill>
            <a:srgbClr val="FFF3CD"/>
          </a:solidFill>
          <a:ln w="12700">
            <a:solidFill>
              <a:srgbClr val="7A4F00"/>
            </a:solidFill>
            <a:prstDash val="solid"/>
          </a:ln>
        </p:spPr>
        <p:txBody>
          <a:bodyPr/>
          <a:lstStyle/>
          <a:p>
            <a:endParaRPr lang="en-US"/>
          </a:p>
        </p:txBody>
      </p:sp>
      <p:sp>
        <p:nvSpPr>
          <p:cNvPr id="105" name="Text 103"/>
          <p:cNvSpPr/>
          <p:nvPr/>
        </p:nvSpPr>
        <p:spPr>
          <a:xfrm>
            <a:off x="4935474" y="4949586"/>
            <a:ext cx="1609344" cy="215616"/>
          </a:xfrm>
          <a:prstGeom prst="rect">
            <a:avLst/>
          </a:prstGeom>
          <a:solidFill>
            <a:srgbClr val="FFFF00"/>
          </a:solidFill>
          <a:ln/>
        </p:spPr>
        <p:txBody>
          <a:bodyPr wrap="square" lIns="0" tIns="0" rIns="0" bIns="0" rtlCol="0" anchor="ctr"/>
          <a:lstStyle/>
          <a:p>
            <a:pPr marL="0" indent="0" algn="ctr">
              <a:buNone/>
            </a:pPr>
            <a:r>
              <a:rPr lang="en-US" sz="780" b="1">
                <a:solidFill>
                  <a:schemeClr val="bg2"/>
                </a:solidFill>
                <a:latin typeface="Verdana" pitchFamily="34" charset="0"/>
                <a:ea typeface="Verdana" pitchFamily="34" charset="-122"/>
                <a:cs typeface="Verdana" pitchFamily="34" charset="-120"/>
              </a:rPr>
              <a:t>Needs Improvement</a:t>
            </a:r>
            <a:endParaRPr lang="en-US" sz="780">
              <a:solidFill>
                <a:schemeClr val="bg2"/>
              </a:solidFill>
            </a:endParaRPr>
          </a:p>
        </p:txBody>
      </p:sp>
      <p:sp>
        <p:nvSpPr>
          <p:cNvPr id="106" name="Text 104"/>
          <p:cNvSpPr/>
          <p:nvPr/>
        </p:nvSpPr>
        <p:spPr>
          <a:xfrm>
            <a:off x="6636258" y="4907661"/>
            <a:ext cx="1463040" cy="299466"/>
          </a:xfrm>
          <a:prstGeom prst="rect">
            <a:avLst/>
          </a:prstGeom>
          <a:noFill/>
          <a:ln/>
        </p:spPr>
        <p:txBody>
          <a:bodyPr wrap="square" lIns="0" tIns="0" rIns="0" bIns="0" rtlCol="0" anchor="ctr"/>
          <a:lstStyle/>
          <a:p>
            <a:pPr marL="0" indent="0" algn="ctr">
              <a:buNone/>
            </a:pPr>
            <a:r>
              <a:rPr lang="en-US" sz="850">
                <a:solidFill>
                  <a:srgbClr val="4A5568"/>
                </a:solidFill>
                <a:latin typeface="Verdana" pitchFamily="34" charset="0"/>
                <a:ea typeface="Verdana" pitchFamily="34" charset="-122"/>
                <a:cs typeface="Verdana" pitchFamily="34" charset="-120"/>
              </a:rPr>
              <a:t>02-Apr-26</a:t>
            </a:r>
            <a:endParaRPr lang="en-US" sz="850"/>
          </a:p>
        </p:txBody>
      </p:sp>
      <p:sp>
        <p:nvSpPr>
          <p:cNvPr id="107" name="Shape 105"/>
          <p:cNvSpPr/>
          <p:nvPr/>
        </p:nvSpPr>
        <p:spPr>
          <a:xfrm>
            <a:off x="400050" y="5207127"/>
            <a:ext cx="274320" cy="299466"/>
          </a:xfrm>
          <a:prstGeom prst="rect">
            <a:avLst/>
          </a:prstGeom>
          <a:solidFill>
            <a:srgbClr val="FFFFFF"/>
          </a:solidFill>
          <a:ln w="12700">
            <a:solidFill>
              <a:srgbClr val="DDE1EA"/>
            </a:solidFill>
            <a:prstDash val="solid"/>
          </a:ln>
        </p:spPr>
        <p:txBody>
          <a:bodyPr/>
          <a:lstStyle/>
          <a:p>
            <a:endParaRPr lang="en-US"/>
          </a:p>
        </p:txBody>
      </p:sp>
      <p:sp>
        <p:nvSpPr>
          <p:cNvPr id="108" name="Shape 106"/>
          <p:cNvSpPr/>
          <p:nvPr/>
        </p:nvSpPr>
        <p:spPr>
          <a:xfrm>
            <a:off x="674370" y="5207127"/>
            <a:ext cx="4206240" cy="299466"/>
          </a:xfrm>
          <a:prstGeom prst="rect">
            <a:avLst/>
          </a:prstGeom>
          <a:solidFill>
            <a:srgbClr val="FFFFFF"/>
          </a:solidFill>
          <a:ln w="12700">
            <a:solidFill>
              <a:srgbClr val="DDE1EA"/>
            </a:solidFill>
            <a:prstDash val="solid"/>
          </a:ln>
        </p:spPr>
        <p:txBody>
          <a:bodyPr/>
          <a:lstStyle/>
          <a:p>
            <a:endParaRPr lang="en-US"/>
          </a:p>
        </p:txBody>
      </p:sp>
      <p:sp>
        <p:nvSpPr>
          <p:cNvPr id="109" name="Shape 107"/>
          <p:cNvSpPr/>
          <p:nvPr/>
        </p:nvSpPr>
        <p:spPr>
          <a:xfrm>
            <a:off x="4880610" y="5207127"/>
            <a:ext cx="1719072" cy="299466"/>
          </a:xfrm>
          <a:prstGeom prst="rect">
            <a:avLst/>
          </a:prstGeom>
          <a:solidFill>
            <a:srgbClr val="FFFFFF"/>
          </a:solidFill>
          <a:ln w="12700">
            <a:solidFill>
              <a:srgbClr val="DDE1EA"/>
            </a:solidFill>
            <a:prstDash val="solid"/>
          </a:ln>
        </p:spPr>
        <p:txBody>
          <a:bodyPr/>
          <a:lstStyle/>
          <a:p>
            <a:endParaRPr lang="en-US"/>
          </a:p>
        </p:txBody>
      </p:sp>
      <p:sp>
        <p:nvSpPr>
          <p:cNvPr id="110" name="Shape 108"/>
          <p:cNvSpPr/>
          <p:nvPr/>
        </p:nvSpPr>
        <p:spPr>
          <a:xfrm>
            <a:off x="6599682" y="5207127"/>
            <a:ext cx="1499616" cy="299466"/>
          </a:xfrm>
          <a:prstGeom prst="rect">
            <a:avLst/>
          </a:prstGeom>
          <a:solidFill>
            <a:srgbClr val="FFFFFF"/>
          </a:solidFill>
          <a:ln w="12700">
            <a:solidFill>
              <a:srgbClr val="DDE1EA"/>
            </a:solidFill>
            <a:prstDash val="solid"/>
          </a:ln>
        </p:spPr>
        <p:txBody>
          <a:bodyPr/>
          <a:lstStyle/>
          <a:p>
            <a:endParaRPr lang="en-US"/>
          </a:p>
        </p:txBody>
      </p:sp>
      <p:sp>
        <p:nvSpPr>
          <p:cNvPr id="111" name="Text 109"/>
          <p:cNvSpPr/>
          <p:nvPr/>
        </p:nvSpPr>
        <p:spPr>
          <a:xfrm>
            <a:off x="400050" y="5207127"/>
            <a:ext cx="274320" cy="299466"/>
          </a:xfrm>
          <a:prstGeom prst="rect">
            <a:avLst/>
          </a:prstGeom>
          <a:noFill/>
          <a:ln/>
        </p:spPr>
        <p:txBody>
          <a:bodyPr wrap="square" lIns="0" tIns="0" rIns="0" bIns="0" rtlCol="0" anchor="ctr"/>
          <a:lstStyle/>
          <a:p>
            <a:pPr marL="0" indent="0" algn="ctr">
              <a:buNone/>
            </a:pPr>
            <a:r>
              <a:rPr lang="en-US" sz="850">
                <a:solidFill>
                  <a:srgbClr val="6B7690"/>
                </a:solidFill>
                <a:latin typeface="Verdana" pitchFamily="34" charset="0"/>
                <a:ea typeface="Verdana" pitchFamily="34" charset="-122"/>
                <a:cs typeface="Verdana" pitchFamily="34" charset="-120"/>
              </a:rPr>
              <a:t>3</a:t>
            </a:r>
            <a:endParaRPr lang="en-US" sz="850"/>
          </a:p>
        </p:txBody>
      </p:sp>
      <p:sp>
        <p:nvSpPr>
          <p:cNvPr id="112" name="Text 110"/>
          <p:cNvSpPr/>
          <p:nvPr/>
        </p:nvSpPr>
        <p:spPr>
          <a:xfrm>
            <a:off x="710946" y="5172075"/>
            <a:ext cx="4114800" cy="262890"/>
          </a:xfrm>
          <a:prstGeom prst="rect">
            <a:avLst/>
          </a:prstGeom>
          <a:noFill/>
          <a:ln/>
        </p:spPr>
        <p:txBody>
          <a:bodyPr wrap="square" lIns="0" tIns="0" rIns="0" bIns="0" rtlCol="0" anchor="ctr"/>
          <a:lstStyle/>
          <a:p>
            <a:pPr marL="0" indent="0">
              <a:buNone/>
            </a:pPr>
            <a:r>
              <a:rPr lang="en-US" sz="900">
                <a:solidFill>
                  <a:srgbClr val="2D2D2D"/>
                </a:solidFill>
                <a:latin typeface="Verdana" pitchFamily="34" charset="0"/>
                <a:ea typeface="Verdana" pitchFamily="34" charset="-122"/>
                <a:cs typeface="Verdana" pitchFamily="34" charset="-120"/>
              </a:rPr>
              <a:t>ICAAP</a:t>
            </a:r>
            <a:endParaRPr lang="en-US" sz="900"/>
          </a:p>
        </p:txBody>
      </p:sp>
      <p:sp>
        <p:nvSpPr>
          <p:cNvPr id="113" name="Shape 111"/>
          <p:cNvSpPr/>
          <p:nvPr/>
        </p:nvSpPr>
        <p:spPr>
          <a:xfrm>
            <a:off x="4935474" y="5249052"/>
            <a:ext cx="1609344" cy="215616"/>
          </a:xfrm>
          <a:prstGeom prst="rect">
            <a:avLst/>
          </a:prstGeom>
          <a:solidFill>
            <a:srgbClr val="92D050"/>
          </a:solidFill>
          <a:ln w="12700">
            <a:solidFill>
              <a:srgbClr val="1E7A3A"/>
            </a:solidFill>
            <a:prstDash val="solid"/>
          </a:ln>
        </p:spPr>
        <p:txBody>
          <a:bodyPr/>
          <a:lstStyle/>
          <a:p>
            <a:endParaRPr lang="en-US"/>
          </a:p>
        </p:txBody>
      </p:sp>
      <p:sp>
        <p:nvSpPr>
          <p:cNvPr id="114" name="Text 112"/>
          <p:cNvSpPr/>
          <p:nvPr/>
        </p:nvSpPr>
        <p:spPr>
          <a:xfrm>
            <a:off x="4935474" y="5249052"/>
            <a:ext cx="1609344" cy="215616"/>
          </a:xfrm>
          <a:prstGeom prst="rect">
            <a:avLst/>
          </a:prstGeom>
          <a:noFill/>
          <a:ln/>
        </p:spPr>
        <p:txBody>
          <a:bodyPr wrap="square" lIns="0" tIns="0" rIns="0" bIns="0" rtlCol="0" anchor="ctr"/>
          <a:lstStyle/>
          <a:p>
            <a:pPr marL="0" indent="0" algn="ctr">
              <a:buNone/>
            </a:pPr>
            <a:r>
              <a:rPr lang="en-US" sz="780" b="1">
                <a:solidFill>
                  <a:schemeClr val="bg2"/>
                </a:solidFill>
                <a:latin typeface="Verdana" pitchFamily="34" charset="0"/>
                <a:ea typeface="Verdana" pitchFamily="34" charset="-122"/>
                <a:cs typeface="Verdana" pitchFamily="34" charset="-120"/>
              </a:rPr>
              <a:t>Satisfactory</a:t>
            </a:r>
            <a:endParaRPr lang="en-US" sz="780">
              <a:solidFill>
                <a:schemeClr val="bg2"/>
              </a:solidFill>
            </a:endParaRPr>
          </a:p>
        </p:txBody>
      </p:sp>
      <p:sp>
        <p:nvSpPr>
          <p:cNvPr id="115" name="Text 113"/>
          <p:cNvSpPr/>
          <p:nvPr/>
        </p:nvSpPr>
        <p:spPr>
          <a:xfrm>
            <a:off x="6636258" y="5207127"/>
            <a:ext cx="1463040" cy="299466"/>
          </a:xfrm>
          <a:prstGeom prst="rect">
            <a:avLst/>
          </a:prstGeom>
          <a:noFill/>
          <a:ln/>
        </p:spPr>
        <p:txBody>
          <a:bodyPr wrap="square" lIns="0" tIns="0" rIns="0" bIns="0" rtlCol="0" anchor="ctr"/>
          <a:lstStyle/>
          <a:p>
            <a:pPr marL="0" indent="0" algn="ctr">
              <a:buNone/>
            </a:pPr>
            <a:r>
              <a:rPr lang="en-US" sz="850">
                <a:solidFill>
                  <a:srgbClr val="4A5568"/>
                </a:solidFill>
                <a:latin typeface="Verdana" pitchFamily="34" charset="0"/>
                <a:ea typeface="Verdana" pitchFamily="34" charset="-122"/>
                <a:cs typeface="Verdana" pitchFamily="34" charset="-120"/>
              </a:rPr>
              <a:t>03-Apr-26</a:t>
            </a:r>
            <a:endParaRPr lang="en-US" sz="850"/>
          </a:p>
        </p:txBody>
      </p:sp>
      <p:sp>
        <p:nvSpPr>
          <p:cNvPr id="116" name="Shape 114"/>
          <p:cNvSpPr/>
          <p:nvPr/>
        </p:nvSpPr>
        <p:spPr>
          <a:xfrm>
            <a:off x="400050" y="5506593"/>
            <a:ext cx="274320" cy="299466"/>
          </a:xfrm>
          <a:prstGeom prst="rect">
            <a:avLst/>
          </a:prstGeom>
          <a:solidFill>
            <a:srgbClr val="F7F8FA"/>
          </a:solidFill>
          <a:ln w="12700">
            <a:solidFill>
              <a:srgbClr val="DDE1EA"/>
            </a:solidFill>
            <a:prstDash val="solid"/>
          </a:ln>
        </p:spPr>
        <p:txBody>
          <a:bodyPr/>
          <a:lstStyle/>
          <a:p>
            <a:endParaRPr lang="en-US"/>
          </a:p>
        </p:txBody>
      </p:sp>
      <p:sp>
        <p:nvSpPr>
          <p:cNvPr id="117" name="Shape 115"/>
          <p:cNvSpPr/>
          <p:nvPr/>
        </p:nvSpPr>
        <p:spPr>
          <a:xfrm>
            <a:off x="674370" y="5506593"/>
            <a:ext cx="4206240" cy="299466"/>
          </a:xfrm>
          <a:prstGeom prst="rect">
            <a:avLst/>
          </a:prstGeom>
          <a:solidFill>
            <a:srgbClr val="F7F8FA"/>
          </a:solidFill>
          <a:ln w="12700">
            <a:solidFill>
              <a:srgbClr val="DDE1EA"/>
            </a:solidFill>
            <a:prstDash val="solid"/>
          </a:ln>
        </p:spPr>
        <p:txBody>
          <a:bodyPr/>
          <a:lstStyle/>
          <a:p>
            <a:endParaRPr lang="en-US"/>
          </a:p>
        </p:txBody>
      </p:sp>
      <p:sp>
        <p:nvSpPr>
          <p:cNvPr id="118" name="Shape 116"/>
          <p:cNvSpPr/>
          <p:nvPr/>
        </p:nvSpPr>
        <p:spPr>
          <a:xfrm>
            <a:off x="4880610" y="5506593"/>
            <a:ext cx="1719072" cy="299466"/>
          </a:xfrm>
          <a:prstGeom prst="rect">
            <a:avLst/>
          </a:prstGeom>
          <a:solidFill>
            <a:srgbClr val="F7F8FA"/>
          </a:solidFill>
          <a:ln w="12700">
            <a:solidFill>
              <a:srgbClr val="DDE1EA"/>
            </a:solidFill>
            <a:prstDash val="solid"/>
          </a:ln>
        </p:spPr>
        <p:txBody>
          <a:bodyPr/>
          <a:lstStyle/>
          <a:p>
            <a:endParaRPr lang="en-US"/>
          </a:p>
        </p:txBody>
      </p:sp>
      <p:sp>
        <p:nvSpPr>
          <p:cNvPr id="119" name="Shape 117"/>
          <p:cNvSpPr/>
          <p:nvPr/>
        </p:nvSpPr>
        <p:spPr>
          <a:xfrm>
            <a:off x="6599682" y="5506593"/>
            <a:ext cx="1499616" cy="299466"/>
          </a:xfrm>
          <a:prstGeom prst="rect">
            <a:avLst/>
          </a:prstGeom>
          <a:solidFill>
            <a:srgbClr val="F7F8FA"/>
          </a:solidFill>
          <a:ln w="12700">
            <a:solidFill>
              <a:srgbClr val="DDE1EA"/>
            </a:solidFill>
            <a:prstDash val="solid"/>
          </a:ln>
        </p:spPr>
        <p:txBody>
          <a:bodyPr/>
          <a:lstStyle/>
          <a:p>
            <a:endParaRPr lang="en-US"/>
          </a:p>
        </p:txBody>
      </p:sp>
      <p:sp>
        <p:nvSpPr>
          <p:cNvPr id="120" name="Text 118"/>
          <p:cNvSpPr/>
          <p:nvPr/>
        </p:nvSpPr>
        <p:spPr>
          <a:xfrm>
            <a:off x="400050" y="5506593"/>
            <a:ext cx="274320" cy="299466"/>
          </a:xfrm>
          <a:prstGeom prst="rect">
            <a:avLst/>
          </a:prstGeom>
          <a:noFill/>
          <a:ln/>
        </p:spPr>
        <p:txBody>
          <a:bodyPr wrap="square" lIns="0" tIns="0" rIns="0" bIns="0" rtlCol="0" anchor="ctr"/>
          <a:lstStyle/>
          <a:p>
            <a:pPr marL="0" indent="0" algn="ctr">
              <a:buNone/>
            </a:pPr>
            <a:r>
              <a:rPr lang="en-US" sz="850">
                <a:solidFill>
                  <a:srgbClr val="6B7690"/>
                </a:solidFill>
                <a:latin typeface="Verdana" pitchFamily="34" charset="0"/>
                <a:ea typeface="Verdana" pitchFamily="34" charset="-122"/>
                <a:cs typeface="Verdana" pitchFamily="34" charset="-120"/>
              </a:rPr>
              <a:t>4</a:t>
            </a:r>
            <a:endParaRPr lang="en-US" sz="850"/>
          </a:p>
        </p:txBody>
      </p:sp>
      <p:sp>
        <p:nvSpPr>
          <p:cNvPr id="121" name="Text 119"/>
          <p:cNvSpPr/>
          <p:nvPr/>
        </p:nvSpPr>
        <p:spPr>
          <a:xfrm>
            <a:off x="710946" y="5524881"/>
            <a:ext cx="4114800" cy="262890"/>
          </a:xfrm>
          <a:prstGeom prst="rect">
            <a:avLst/>
          </a:prstGeom>
          <a:noFill/>
          <a:ln/>
        </p:spPr>
        <p:txBody>
          <a:bodyPr wrap="square" lIns="0" tIns="0" rIns="0" bIns="0" rtlCol="0" anchor="ctr"/>
          <a:lstStyle/>
          <a:p>
            <a:pPr marL="0" indent="0">
              <a:buNone/>
            </a:pPr>
            <a:r>
              <a:rPr lang="en-US" sz="900">
                <a:solidFill>
                  <a:srgbClr val="2D2D2D"/>
                </a:solidFill>
                <a:latin typeface="Verdana" pitchFamily="34" charset="0"/>
                <a:ea typeface="Verdana" pitchFamily="34" charset="-122"/>
                <a:cs typeface="Verdana" pitchFamily="34" charset="-120"/>
              </a:rPr>
              <a:t>Shared Services</a:t>
            </a:r>
            <a:endParaRPr lang="en-US" sz="900"/>
          </a:p>
        </p:txBody>
      </p:sp>
      <p:sp>
        <p:nvSpPr>
          <p:cNvPr id="122" name="Shape 120"/>
          <p:cNvSpPr/>
          <p:nvPr/>
        </p:nvSpPr>
        <p:spPr>
          <a:xfrm>
            <a:off x="4935474" y="5548518"/>
            <a:ext cx="1609344" cy="215616"/>
          </a:xfrm>
          <a:prstGeom prst="rect">
            <a:avLst/>
          </a:prstGeom>
          <a:solidFill>
            <a:srgbClr val="92D050"/>
          </a:solidFill>
          <a:ln w="12700">
            <a:solidFill>
              <a:srgbClr val="1E7A3A"/>
            </a:solidFill>
            <a:prstDash val="solid"/>
          </a:ln>
        </p:spPr>
        <p:txBody>
          <a:bodyPr/>
          <a:lstStyle/>
          <a:p>
            <a:endParaRPr lang="en-US"/>
          </a:p>
        </p:txBody>
      </p:sp>
      <p:sp>
        <p:nvSpPr>
          <p:cNvPr id="123" name="Text 121"/>
          <p:cNvSpPr/>
          <p:nvPr/>
        </p:nvSpPr>
        <p:spPr>
          <a:xfrm>
            <a:off x="4935474" y="5548518"/>
            <a:ext cx="1609344" cy="215616"/>
          </a:xfrm>
          <a:prstGeom prst="rect">
            <a:avLst/>
          </a:prstGeom>
          <a:noFill/>
          <a:ln/>
        </p:spPr>
        <p:txBody>
          <a:bodyPr wrap="square" lIns="0" tIns="0" rIns="0" bIns="0" rtlCol="0" anchor="ctr"/>
          <a:lstStyle/>
          <a:p>
            <a:pPr marL="0" indent="0" algn="ctr">
              <a:buNone/>
            </a:pPr>
            <a:r>
              <a:rPr lang="en-US" sz="780" b="1">
                <a:solidFill>
                  <a:schemeClr val="bg2"/>
                </a:solidFill>
                <a:latin typeface="Verdana" pitchFamily="34" charset="0"/>
                <a:ea typeface="Verdana" pitchFamily="34" charset="-122"/>
                <a:cs typeface="Verdana" pitchFamily="34" charset="-120"/>
              </a:rPr>
              <a:t>Satisfactory</a:t>
            </a:r>
            <a:endParaRPr lang="en-US" sz="780">
              <a:solidFill>
                <a:schemeClr val="bg2"/>
              </a:solidFill>
            </a:endParaRPr>
          </a:p>
        </p:txBody>
      </p:sp>
      <p:sp>
        <p:nvSpPr>
          <p:cNvPr id="124" name="Text 122"/>
          <p:cNvSpPr/>
          <p:nvPr/>
        </p:nvSpPr>
        <p:spPr>
          <a:xfrm>
            <a:off x="6636258" y="5506593"/>
            <a:ext cx="1463040" cy="299466"/>
          </a:xfrm>
          <a:prstGeom prst="rect">
            <a:avLst/>
          </a:prstGeom>
          <a:noFill/>
          <a:ln/>
        </p:spPr>
        <p:txBody>
          <a:bodyPr wrap="square" lIns="0" tIns="0" rIns="0" bIns="0" rtlCol="0" anchor="ctr"/>
          <a:lstStyle/>
          <a:p>
            <a:pPr marL="0" indent="0" algn="ctr">
              <a:buNone/>
            </a:pPr>
            <a:r>
              <a:rPr lang="en-US" sz="850">
                <a:solidFill>
                  <a:srgbClr val="4A5568"/>
                </a:solidFill>
                <a:latin typeface="Verdana" pitchFamily="34" charset="0"/>
                <a:ea typeface="Verdana" pitchFamily="34" charset="-122"/>
                <a:cs typeface="Verdana" pitchFamily="34" charset="-120"/>
              </a:rPr>
              <a:t>09-Apr-26</a:t>
            </a:r>
            <a:endParaRPr lang="en-US" sz="850"/>
          </a:p>
        </p:txBody>
      </p:sp>
      <p:sp>
        <p:nvSpPr>
          <p:cNvPr id="125" name="Shape 123"/>
          <p:cNvSpPr/>
          <p:nvPr/>
        </p:nvSpPr>
        <p:spPr>
          <a:xfrm>
            <a:off x="400050" y="5806059"/>
            <a:ext cx="274320" cy="299466"/>
          </a:xfrm>
          <a:prstGeom prst="rect">
            <a:avLst/>
          </a:prstGeom>
          <a:solidFill>
            <a:srgbClr val="FFFFFF"/>
          </a:solidFill>
          <a:ln w="12700">
            <a:solidFill>
              <a:srgbClr val="DDE1EA"/>
            </a:solidFill>
            <a:prstDash val="solid"/>
          </a:ln>
        </p:spPr>
        <p:txBody>
          <a:bodyPr/>
          <a:lstStyle/>
          <a:p>
            <a:endParaRPr lang="en-US"/>
          </a:p>
        </p:txBody>
      </p:sp>
      <p:sp>
        <p:nvSpPr>
          <p:cNvPr id="126" name="Shape 124"/>
          <p:cNvSpPr/>
          <p:nvPr/>
        </p:nvSpPr>
        <p:spPr>
          <a:xfrm>
            <a:off x="674370" y="5806059"/>
            <a:ext cx="4206240" cy="299466"/>
          </a:xfrm>
          <a:prstGeom prst="rect">
            <a:avLst/>
          </a:prstGeom>
          <a:solidFill>
            <a:srgbClr val="FFFFFF"/>
          </a:solidFill>
          <a:ln w="12700">
            <a:solidFill>
              <a:srgbClr val="DDE1EA"/>
            </a:solidFill>
            <a:prstDash val="solid"/>
          </a:ln>
        </p:spPr>
        <p:txBody>
          <a:bodyPr/>
          <a:lstStyle/>
          <a:p>
            <a:endParaRPr lang="en-US"/>
          </a:p>
        </p:txBody>
      </p:sp>
      <p:sp>
        <p:nvSpPr>
          <p:cNvPr id="127" name="Shape 125"/>
          <p:cNvSpPr/>
          <p:nvPr/>
        </p:nvSpPr>
        <p:spPr>
          <a:xfrm>
            <a:off x="4880610" y="5806059"/>
            <a:ext cx="1719072" cy="299466"/>
          </a:xfrm>
          <a:prstGeom prst="rect">
            <a:avLst/>
          </a:prstGeom>
          <a:solidFill>
            <a:srgbClr val="FFFFFF"/>
          </a:solidFill>
          <a:ln w="12700">
            <a:solidFill>
              <a:srgbClr val="DDE1EA"/>
            </a:solidFill>
            <a:prstDash val="solid"/>
          </a:ln>
        </p:spPr>
        <p:txBody>
          <a:bodyPr/>
          <a:lstStyle/>
          <a:p>
            <a:endParaRPr lang="en-US"/>
          </a:p>
        </p:txBody>
      </p:sp>
      <p:sp>
        <p:nvSpPr>
          <p:cNvPr id="128" name="Shape 126"/>
          <p:cNvSpPr/>
          <p:nvPr/>
        </p:nvSpPr>
        <p:spPr>
          <a:xfrm>
            <a:off x="6599682" y="5806059"/>
            <a:ext cx="1499616" cy="299466"/>
          </a:xfrm>
          <a:prstGeom prst="rect">
            <a:avLst/>
          </a:prstGeom>
          <a:solidFill>
            <a:srgbClr val="FFFFFF"/>
          </a:solidFill>
          <a:ln w="12700">
            <a:solidFill>
              <a:srgbClr val="DDE1EA"/>
            </a:solidFill>
            <a:prstDash val="solid"/>
          </a:ln>
        </p:spPr>
        <p:txBody>
          <a:bodyPr/>
          <a:lstStyle/>
          <a:p>
            <a:endParaRPr lang="en-US"/>
          </a:p>
        </p:txBody>
      </p:sp>
      <p:sp>
        <p:nvSpPr>
          <p:cNvPr id="129" name="Text 127"/>
          <p:cNvSpPr/>
          <p:nvPr/>
        </p:nvSpPr>
        <p:spPr>
          <a:xfrm>
            <a:off x="400050" y="5806059"/>
            <a:ext cx="274320" cy="299466"/>
          </a:xfrm>
          <a:prstGeom prst="rect">
            <a:avLst/>
          </a:prstGeom>
          <a:noFill/>
          <a:ln/>
        </p:spPr>
        <p:txBody>
          <a:bodyPr wrap="square" lIns="0" tIns="0" rIns="0" bIns="0" rtlCol="0" anchor="ctr"/>
          <a:lstStyle/>
          <a:p>
            <a:pPr marL="0" indent="0" algn="ctr">
              <a:buNone/>
            </a:pPr>
            <a:r>
              <a:rPr lang="en-US" sz="850">
                <a:solidFill>
                  <a:srgbClr val="6B7690"/>
                </a:solidFill>
                <a:latin typeface="Verdana" pitchFamily="34" charset="0"/>
                <a:ea typeface="Verdana" pitchFamily="34" charset="-122"/>
                <a:cs typeface="Verdana" pitchFamily="34" charset="-120"/>
              </a:rPr>
              <a:t>5</a:t>
            </a:r>
            <a:endParaRPr lang="en-US" sz="850"/>
          </a:p>
        </p:txBody>
      </p:sp>
      <p:sp>
        <p:nvSpPr>
          <p:cNvPr id="130" name="Text 128"/>
          <p:cNvSpPr/>
          <p:nvPr/>
        </p:nvSpPr>
        <p:spPr>
          <a:xfrm>
            <a:off x="710946" y="5824347"/>
            <a:ext cx="4114800" cy="262890"/>
          </a:xfrm>
          <a:prstGeom prst="rect">
            <a:avLst/>
          </a:prstGeom>
          <a:noFill/>
          <a:ln/>
        </p:spPr>
        <p:txBody>
          <a:bodyPr wrap="square" lIns="0" tIns="0" rIns="0" bIns="0" rtlCol="0" anchor="ctr"/>
          <a:lstStyle/>
          <a:p>
            <a:r>
              <a:rPr lang="en-US" sz="900">
                <a:solidFill>
                  <a:srgbClr val="2D2D2D"/>
                </a:solidFill>
                <a:latin typeface="Verdana" pitchFamily="34" charset="0"/>
                <a:ea typeface="Verdana" pitchFamily="34" charset="-122"/>
                <a:cs typeface="Verdana" pitchFamily="34" charset="-120"/>
              </a:rPr>
              <a:t>Credit Governance &amp; Provisions</a:t>
            </a:r>
            <a:endParaRPr lang="en-US" sz="900"/>
          </a:p>
        </p:txBody>
      </p:sp>
      <p:sp>
        <p:nvSpPr>
          <p:cNvPr id="131" name="Shape 129"/>
          <p:cNvSpPr/>
          <p:nvPr/>
        </p:nvSpPr>
        <p:spPr>
          <a:xfrm>
            <a:off x="4935474" y="5847984"/>
            <a:ext cx="1609344" cy="215616"/>
          </a:xfrm>
          <a:prstGeom prst="rect">
            <a:avLst/>
          </a:prstGeom>
          <a:solidFill>
            <a:srgbClr val="FFFF00"/>
          </a:solidFill>
          <a:ln w="12700">
            <a:solidFill>
              <a:srgbClr val="1E7A3A"/>
            </a:solidFill>
            <a:prstDash val="solid"/>
          </a:ln>
        </p:spPr>
        <p:txBody>
          <a:bodyPr/>
          <a:lstStyle/>
          <a:p>
            <a:endParaRPr lang="en-US"/>
          </a:p>
        </p:txBody>
      </p:sp>
      <p:sp>
        <p:nvSpPr>
          <p:cNvPr id="132" name="Text 130"/>
          <p:cNvSpPr/>
          <p:nvPr/>
        </p:nvSpPr>
        <p:spPr>
          <a:xfrm>
            <a:off x="4935474" y="5847984"/>
            <a:ext cx="1609344" cy="215616"/>
          </a:xfrm>
          <a:prstGeom prst="rect">
            <a:avLst/>
          </a:prstGeom>
          <a:noFill/>
          <a:ln/>
        </p:spPr>
        <p:txBody>
          <a:bodyPr wrap="square" lIns="0" tIns="0" rIns="0" bIns="0" rtlCol="0" anchor="ctr"/>
          <a:lstStyle/>
          <a:p>
            <a:pPr marL="0" indent="0" algn="ctr">
              <a:buNone/>
            </a:pPr>
            <a:r>
              <a:rPr lang="en-US" sz="780" b="1">
                <a:solidFill>
                  <a:schemeClr val="bg2"/>
                </a:solidFill>
                <a:latin typeface="Verdana" pitchFamily="34" charset="0"/>
                <a:ea typeface="Verdana" pitchFamily="34" charset="-122"/>
                <a:cs typeface="Verdana" pitchFamily="34" charset="-120"/>
              </a:rPr>
              <a:t>Needs Improvement</a:t>
            </a:r>
            <a:endParaRPr lang="en-US" sz="780">
              <a:solidFill>
                <a:schemeClr val="bg2"/>
              </a:solidFill>
            </a:endParaRPr>
          </a:p>
        </p:txBody>
      </p:sp>
      <p:sp>
        <p:nvSpPr>
          <p:cNvPr id="133" name="Text 131"/>
          <p:cNvSpPr/>
          <p:nvPr/>
        </p:nvSpPr>
        <p:spPr>
          <a:xfrm>
            <a:off x="6636258" y="5806059"/>
            <a:ext cx="1463040" cy="299466"/>
          </a:xfrm>
          <a:prstGeom prst="rect">
            <a:avLst/>
          </a:prstGeom>
          <a:noFill/>
          <a:ln/>
        </p:spPr>
        <p:txBody>
          <a:bodyPr wrap="square" lIns="0" tIns="0" rIns="0" bIns="0" rtlCol="0" anchor="ctr"/>
          <a:lstStyle/>
          <a:p>
            <a:pPr marL="0" indent="0" algn="ctr">
              <a:buNone/>
            </a:pPr>
            <a:r>
              <a:rPr lang="en-US" sz="850">
                <a:solidFill>
                  <a:srgbClr val="4A5568"/>
                </a:solidFill>
                <a:latin typeface="Verdana" pitchFamily="34" charset="0"/>
                <a:ea typeface="Verdana" pitchFamily="34" charset="-122"/>
                <a:cs typeface="Verdana" pitchFamily="34" charset="-120"/>
              </a:rPr>
              <a:t>13-Apr-26</a:t>
            </a:r>
            <a:endParaRPr lang="en-US" sz="850"/>
          </a:p>
        </p:txBody>
      </p:sp>
      <p:sp>
        <p:nvSpPr>
          <p:cNvPr id="134" name="Shape 132"/>
          <p:cNvSpPr/>
          <p:nvPr/>
        </p:nvSpPr>
        <p:spPr>
          <a:xfrm>
            <a:off x="400050" y="6105525"/>
            <a:ext cx="274320" cy="299466"/>
          </a:xfrm>
          <a:prstGeom prst="rect">
            <a:avLst/>
          </a:prstGeom>
          <a:solidFill>
            <a:srgbClr val="F7F8FA"/>
          </a:solidFill>
          <a:ln w="12700">
            <a:solidFill>
              <a:srgbClr val="DDE1EA"/>
            </a:solidFill>
            <a:prstDash val="solid"/>
          </a:ln>
        </p:spPr>
        <p:txBody>
          <a:bodyPr/>
          <a:lstStyle/>
          <a:p>
            <a:endParaRPr lang="en-US"/>
          </a:p>
        </p:txBody>
      </p:sp>
      <p:sp>
        <p:nvSpPr>
          <p:cNvPr id="135" name="Shape 133"/>
          <p:cNvSpPr/>
          <p:nvPr/>
        </p:nvSpPr>
        <p:spPr>
          <a:xfrm>
            <a:off x="674370" y="6105525"/>
            <a:ext cx="4206240" cy="299466"/>
          </a:xfrm>
          <a:prstGeom prst="rect">
            <a:avLst/>
          </a:prstGeom>
          <a:solidFill>
            <a:srgbClr val="F7F8FA"/>
          </a:solidFill>
          <a:ln w="12700">
            <a:solidFill>
              <a:srgbClr val="DDE1EA"/>
            </a:solidFill>
            <a:prstDash val="solid"/>
          </a:ln>
        </p:spPr>
        <p:txBody>
          <a:bodyPr/>
          <a:lstStyle/>
          <a:p>
            <a:endParaRPr lang="en-US"/>
          </a:p>
        </p:txBody>
      </p:sp>
      <p:sp>
        <p:nvSpPr>
          <p:cNvPr id="136" name="Shape 134"/>
          <p:cNvSpPr/>
          <p:nvPr/>
        </p:nvSpPr>
        <p:spPr>
          <a:xfrm>
            <a:off x="4880610" y="6105525"/>
            <a:ext cx="1719072" cy="299466"/>
          </a:xfrm>
          <a:prstGeom prst="rect">
            <a:avLst/>
          </a:prstGeom>
          <a:solidFill>
            <a:srgbClr val="F7F8FA"/>
          </a:solidFill>
          <a:ln w="12700">
            <a:solidFill>
              <a:srgbClr val="DDE1EA"/>
            </a:solidFill>
            <a:prstDash val="solid"/>
          </a:ln>
        </p:spPr>
        <p:txBody>
          <a:bodyPr/>
          <a:lstStyle/>
          <a:p>
            <a:endParaRPr lang="en-US"/>
          </a:p>
        </p:txBody>
      </p:sp>
      <p:sp>
        <p:nvSpPr>
          <p:cNvPr id="137" name="Shape 135"/>
          <p:cNvSpPr/>
          <p:nvPr/>
        </p:nvSpPr>
        <p:spPr>
          <a:xfrm>
            <a:off x="6599682" y="6105525"/>
            <a:ext cx="1499616" cy="299466"/>
          </a:xfrm>
          <a:prstGeom prst="rect">
            <a:avLst/>
          </a:prstGeom>
          <a:solidFill>
            <a:srgbClr val="F7F8FA"/>
          </a:solidFill>
          <a:ln w="12700">
            <a:solidFill>
              <a:srgbClr val="DDE1EA"/>
            </a:solidFill>
            <a:prstDash val="solid"/>
          </a:ln>
        </p:spPr>
        <p:txBody>
          <a:bodyPr/>
          <a:lstStyle/>
          <a:p>
            <a:endParaRPr lang="en-US"/>
          </a:p>
        </p:txBody>
      </p:sp>
      <p:sp>
        <p:nvSpPr>
          <p:cNvPr id="138" name="Text 136"/>
          <p:cNvSpPr/>
          <p:nvPr/>
        </p:nvSpPr>
        <p:spPr>
          <a:xfrm>
            <a:off x="400050" y="6105525"/>
            <a:ext cx="274320" cy="299466"/>
          </a:xfrm>
          <a:prstGeom prst="rect">
            <a:avLst/>
          </a:prstGeom>
          <a:noFill/>
          <a:ln/>
        </p:spPr>
        <p:txBody>
          <a:bodyPr wrap="square" lIns="0" tIns="0" rIns="0" bIns="0" rtlCol="0" anchor="ctr"/>
          <a:lstStyle/>
          <a:p>
            <a:pPr marL="0" indent="0" algn="ctr">
              <a:buNone/>
            </a:pPr>
            <a:r>
              <a:rPr lang="en-US" sz="850">
                <a:solidFill>
                  <a:srgbClr val="6B7690"/>
                </a:solidFill>
                <a:latin typeface="Verdana" pitchFamily="34" charset="0"/>
                <a:ea typeface="Verdana" pitchFamily="34" charset="-122"/>
                <a:cs typeface="Verdana" pitchFamily="34" charset="-120"/>
              </a:rPr>
              <a:t>6</a:t>
            </a:r>
            <a:endParaRPr lang="en-US" sz="850"/>
          </a:p>
        </p:txBody>
      </p:sp>
      <p:sp>
        <p:nvSpPr>
          <p:cNvPr id="139" name="Text 137"/>
          <p:cNvSpPr/>
          <p:nvPr/>
        </p:nvSpPr>
        <p:spPr>
          <a:xfrm>
            <a:off x="710946" y="6123813"/>
            <a:ext cx="4114800" cy="262890"/>
          </a:xfrm>
          <a:prstGeom prst="rect">
            <a:avLst/>
          </a:prstGeom>
          <a:noFill/>
          <a:ln/>
        </p:spPr>
        <p:txBody>
          <a:bodyPr wrap="square" lIns="0" tIns="0" rIns="0" bIns="0" rtlCol="0" anchor="ctr"/>
          <a:lstStyle/>
          <a:p>
            <a:pPr marL="0" indent="0">
              <a:buNone/>
            </a:pPr>
            <a:r>
              <a:rPr lang="en-US" sz="900">
                <a:solidFill>
                  <a:srgbClr val="2D2D2D"/>
                </a:solidFill>
                <a:latin typeface="Verdana" pitchFamily="34" charset="0"/>
                <a:ea typeface="Verdana" pitchFamily="34" charset="-122"/>
                <a:cs typeface="Verdana" pitchFamily="34" charset="-120"/>
              </a:rPr>
              <a:t>Legal</a:t>
            </a:r>
            <a:endParaRPr lang="en-US" sz="900"/>
          </a:p>
        </p:txBody>
      </p:sp>
      <p:sp>
        <p:nvSpPr>
          <p:cNvPr id="140" name="Shape 138"/>
          <p:cNvSpPr/>
          <p:nvPr/>
        </p:nvSpPr>
        <p:spPr>
          <a:xfrm>
            <a:off x="4935474" y="6147450"/>
            <a:ext cx="1609344" cy="215616"/>
          </a:xfrm>
          <a:prstGeom prst="rect">
            <a:avLst/>
          </a:prstGeom>
          <a:solidFill>
            <a:srgbClr val="FFF3CD"/>
          </a:solidFill>
          <a:ln w="12700">
            <a:solidFill>
              <a:srgbClr val="7A4F00"/>
            </a:solidFill>
            <a:prstDash val="solid"/>
          </a:ln>
        </p:spPr>
        <p:txBody>
          <a:bodyPr/>
          <a:lstStyle/>
          <a:p>
            <a:endParaRPr lang="en-US"/>
          </a:p>
        </p:txBody>
      </p:sp>
      <p:sp>
        <p:nvSpPr>
          <p:cNvPr id="141" name="Text 139"/>
          <p:cNvSpPr/>
          <p:nvPr/>
        </p:nvSpPr>
        <p:spPr>
          <a:xfrm>
            <a:off x="4935474" y="6147450"/>
            <a:ext cx="1609344" cy="215616"/>
          </a:xfrm>
          <a:prstGeom prst="rect">
            <a:avLst/>
          </a:prstGeom>
          <a:solidFill>
            <a:srgbClr val="92D050"/>
          </a:solidFill>
          <a:ln/>
        </p:spPr>
        <p:txBody>
          <a:bodyPr wrap="square" lIns="0" tIns="0" rIns="0" bIns="0" rtlCol="0" anchor="ctr"/>
          <a:lstStyle/>
          <a:p>
            <a:pPr marL="0" indent="0" algn="ctr">
              <a:buNone/>
            </a:pPr>
            <a:r>
              <a:rPr lang="en-US" sz="780" b="1">
                <a:solidFill>
                  <a:schemeClr val="bg2"/>
                </a:solidFill>
                <a:latin typeface="Verdana" pitchFamily="34" charset="0"/>
                <a:ea typeface="Verdana" pitchFamily="34" charset="-122"/>
                <a:cs typeface="Verdana" pitchFamily="34" charset="-120"/>
              </a:rPr>
              <a:t>Satisfactory</a:t>
            </a:r>
            <a:endParaRPr lang="en-US" sz="780">
              <a:solidFill>
                <a:schemeClr val="bg2"/>
              </a:solidFill>
            </a:endParaRPr>
          </a:p>
        </p:txBody>
      </p:sp>
      <p:sp>
        <p:nvSpPr>
          <p:cNvPr id="142" name="Text 140"/>
          <p:cNvSpPr/>
          <p:nvPr/>
        </p:nvSpPr>
        <p:spPr>
          <a:xfrm>
            <a:off x="6636258" y="6105525"/>
            <a:ext cx="1463040" cy="299466"/>
          </a:xfrm>
          <a:prstGeom prst="rect">
            <a:avLst/>
          </a:prstGeom>
          <a:noFill/>
          <a:ln/>
        </p:spPr>
        <p:txBody>
          <a:bodyPr wrap="square" lIns="0" tIns="0" rIns="0" bIns="0" rtlCol="0" anchor="ctr"/>
          <a:lstStyle/>
          <a:p>
            <a:pPr marL="0" indent="0" algn="ctr">
              <a:buNone/>
            </a:pPr>
            <a:r>
              <a:rPr lang="en-US" sz="850">
                <a:solidFill>
                  <a:srgbClr val="4A5568"/>
                </a:solidFill>
                <a:latin typeface="Verdana" pitchFamily="34" charset="0"/>
                <a:ea typeface="Verdana" pitchFamily="34" charset="-122"/>
                <a:cs typeface="Verdana" pitchFamily="34" charset="-120"/>
              </a:rPr>
              <a:t>14-Apr-26</a:t>
            </a:r>
            <a:endParaRPr lang="en-US" sz="850"/>
          </a:p>
        </p:txBody>
      </p:sp>
      <p:sp>
        <p:nvSpPr>
          <p:cNvPr id="143" name="Shape 141"/>
          <p:cNvSpPr/>
          <p:nvPr/>
        </p:nvSpPr>
        <p:spPr>
          <a:xfrm>
            <a:off x="8158734" y="1942719"/>
            <a:ext cx="0" cy="4480560"/>
          </a:xfrm>
          <a:prstGeom prst="line">
            <a:avLst/>
          </a:prstGeom>
          <a:noFill/>
          <a:ln w="12700">
            <a:solidFill>
              <a:srgbClr val="DDE1EA"/>
            </a:solidFill>
            <a:prstDash val="solid"/>
          </a:ln>
        </p:spPr>
        <p:txBody>
          <a:bodyPr/>
          <a:lstStyle/>
          <a:p>
            <a:endParaRPr lang="en-US"/>
          </a:p>
        </p:txBody>
      </p:sp>
      <p:sp>
        <p:nvSpPr>
          <p:cNvPr id="144" name="Shape 142"/>
          <p:cNvSpPr/>
          <p:nvPr/>
        </p:nvSpPr>
        <p:spPr>
          <a:xfrm>
            <a:off x="8227314" y="1979295"/>
            <a:ext cx="36576" cy="256032"/>
          </a:xfrm>
          <a:prstGeom prst="rect">
            <a:avLst/>
          </a:prstGeom>
          <a:solidFill>
            <a:srgbClr val="1B4F8A"/>
          </a:solidFill>
          <a:ln w="12700">
            <a:solidFill>
              <a:srgbClr val="1B4F8A"/>
            </a:solidFill>
            <a:prstDash val="solid"/>
          </a:ln>
        </p:spPr>
        <p:txBody>
          <a:bodyPr/>
          <a:lstStyle/>
          <a:p>
            <a:endParaRPr lang="en-US"/>
          </a:p>
        </p:txBody>
      </p:sp>
      <p:sp>
        <p:nvSpPr>
          <p:cNvPr id="145" name="Text 143"/>
          <p:cNvSpPr/>
          <p:nvPr/>
        </p:nvSpPr>
        <p:spPr>
          <a:xfrm>
            <a:off x="8337042" y="1961007"/>
            <a:ext cx="3447288" cy="274320"/>
          </a:xfrm>
          <a:prstGeom prst="rect">
            <a:avLst/>
          </a:prstGeom>
          <a:noFill/>
          <a:ln/>
        </p:spPr>
        <p:txBody>
          <a:bodyPr wrap="square" lIns="0" tIns="0" rIns="0" bIns="0" rtlCol="0" anchor="ctr"/>
          <a:lstStyle/>
          <a:p>
            <a:pPr marL="0" indent="0">
              <a:buNone/>
            </a:pPr>
            <a:r>
              <a:rPr lang="en-US" sz="950" b="1">
                <a:solidFill>
                  <a:srgbClr val="1B2A4A"/>
                </a:solidFill>
                <a:latin typeface="Verdana" pitchFamily="34" charset="0"/>
                <a:ea typeface="Verdana" pitchFamily="34" charset="-122"/>
                <a:cs typeface="Verdana" pitchFamily="34" charset="-120"/>
              </a:rPr>
              <a:t>IN-PROGRESS AUDITS</a:t>
            </a:r>
            <a:endParaRPr lang="en-US" sz="950"/>
          </a:p>
        </p:txBody>
      </p:sp>
      <p:sp>
        <p:nvSpPr>
          <p:cNvPr id="146" name="Text 144"/>
          <p:cNvSpPr/>
          <p:nvPr/>
        </p:nvSpPr>
        <p:spPr>
          <a:xfrm>
            <a:off x="8337042" y="2235327"/>
            <a:ext cx="3447288" cy="164592"/>
          </a:xfrm>
          <a:prstGeom prst="rect">
            <a:avLst/>
          </a:prstGeom>
          <a:noFill/>
          <a:ln/>
        </p:spPr>
        <p:txBody>
          <a:bodyPr wrap="square" lIns="0" tIns="0" rIns="0" bIns="0" rtlCol="0" anchor="ctr"/>
          <a:lstStyle/>
          <a:p>
            <a:pPr marL="0" indent="0">
              <a:buNone/>
            </a:pPr>
            <a:r>
              <a:rPr lang="en-US" sz="800" i="1">
                <a:solidFill>
                  <a:srgbClr val="6B7690"/>
                </a:solidFill>
                <a:latin typeface="Verdana" pitchFamily="34" charset="0"/>
                <a:ea typeface="Verdana" pitchFamily="34" charset="-122"/>
                <a:cs typeface="Verdana" pitchFamily="34" charset="-120"/>
              </a:rPr>
              <a:t>6 audits in-flight— split by stage</a:t>
            </a:r>
            <a:endParaRPr lang="en-US" sz="800"/>
          </a:p>
        </p:txBody>
      </p:sp>
      <p:sp>
        <p:nvSpPr>
          <p:cNvPr id="147" name="Shape 145"/>
          <p:cNvSpPr/>
          <p:nvPr/>
        </p:nvSpPr>
        <p:spPr>
          <a:xfrm>
            <a:off x="8227314" y="2436495"/>
            <a:ext cx="3564636" cy="182880"/>
          </a:xfrm>
          <a:prstGeom prst="rect">
            <a:avLst/>
          </a:prstGeom>
          <a:solidFill>
            <a:schemeClr val="accent5">
              <a:lumMod val="90000"/>
              <a:lumOff val="10000"/>
            </a:schemeClr>
          </a:solidFill>
          <a:ln w="12700">
            <a:solidFill>
              <a:schemeClr val="bg2"/>
            </a:solidFill>
            <a:prstDash val="solid"/>
          </a:ln>
        </p:spPr>
        <p:txBody>
          <a:bodyPr/>
          <a:lstStyle/>
          <a:p>
            <a:endParaRPr lang="en-US"/>
          </a:p>
        </p:txBody>
      </p:sp>
      <p:sp>
        <p:nvSpPr>
          <p:cNvPr id="148" name="Text 146"/>
          <p:cNvSpPr/>
          <p:nvPr/>
        </p:nvSpPr>
        <p:spPr>
          <a:xfrm>
            <a:off x="8337042" y="2436495"/>
            <a:ext cx="3264408" cy="201168"/>
          </a:xfrm>
          <a:prstGeom prst="rect">
            <a:avLst/>
          </a:prstGeom>
          <a:solidFill>
            <a:schemeClr val="accent5">
              <a:lumMod val="90000"/>
              <a:lumOff val="10000"/>
            </a:schemeClr>
          </a:solidFill>
          <a:ln/>
        </p:spPr>
        <p:txBody>
          <a:bodyPr wrap="square" lIns="0" tIns="0" rIns="0" bIns="0" rtlCol="0" anchor="ctr"/>
          <a:lstStyle/>
          <a:p>
            <a:pPr marL="0" indent="0">
              <a:buNone/>
            </a:pPr>
            <a:r>
              <a:rPr lang="en-US" sz="850" b="1">
                <a:solidFill>
                  <a:schemeClr val="bg1"/>
                </a:solidFill>
                <a:latin typeface="Verdana" pitchFamily="34" charset="0"/>
                <a:ea typeface="Verdana" pitchFamily="34" charset="-122"/>
                <a:cs typeface="Verdana" pitchFamily="34" charset="-120"/>
              </a:rPr>
              <a:t>FIELDWORK</a:t>
            </a:r>
            <a:endParaRPr lang="en-US" sz="850">
              <a:solidFill>
                <a:schemeClr val="bg1"/>
              </a:solidFill>
            </a:endParaRPr>
          </a:p>
        </p:txBody>
      </p:sp>
      <p:sp>
        <p:nvSpPr>
          <p:cNvPr id="149" name="Shape 147"/>
          <p:cNvSpPr/>
          <p:nvPr/>
        </p:nvSpPr>
        <p:spPr>
          <a:xfrm>
            <a:off x="8227314" y="2637663"/>
            <a:ext cx="256032" cy="201168"/>
          </a:xfrm>
          <a:prstGeom prst="rect">
            <a:avLst/>
          </a:prstGeom>
          <a:solidFill>
            <a:srgbClr val="ECEEF2"/>
          </a:solidFill>
          <a:ln w="12700">
            <a:solidFill>
              <a:srgbClr val="DDE1EA"/>
            </a:solidFill>
            <a:prstDash val="solid"/>
          </a:ln>
        </p:spPr>
        <p:txBody>
          <a:bodyPr/>
          <a:lstStyle/>
          <a:p>
            <a:endParaRPr lang="en-US"/>
          </a:p>
        </p:txBody>
      </p:sp>
      <p:sp>
        <p:nvSpPr>
          <p:cNvPr id="150" name="Text 148"/>
          <p:cNvSpPr/>
          <p:nvPr/>
        </p:nvSpPr>
        <p:spPr>
          <a:xfrm>
            <a:off x="8263890" y="2637663"/>
            <a:ext cx="201168" cy="201168"/>
          </a:xfrm>
          <a:prstGeom prst="rect">
            <a:avLst/>
          </a:prstGeom>
          <a:noFill/>
          <a:ln/>
        </p:spPr>
        <p:txBody>
          <a:bodyPr wrap="square" lIns="0" tIns="0" rIns="0" bIns="0" rtlCol="0" anchor="ctr"/>
          <a:lstStyle/>
          <a:p>
            <a:pPr marL="0" indent="0" algn="ctr">
              <a:buNone/>
            </a:pPr>
            <a:r>
              <a:rPr lang="en-US" sz="800" b="1">
                <a:solidFill>
                  <a:srgbClr val="1B2A4A"/>
                </a:solidFill>
                <a:latin typeface="Verdana" pitchFamily="34" charset="0"/>
                <a:ea typeface="Verdana" pitchFamily="34" charset="-122"/>
                <a:cs typeface="Verdana" pitchFamily="34" charset="-120"/>
              </a:rPr>
              <a:t>#</a:t>
            </a:r>
            <a:endParaRPr lang="en-US" sz="800"/>
          </a:p>
        </p:txBody>
      </p:sp>
      <p:sp>
        <p:nvSpPr>
          <p:cNvPr id="151" name="Shape 149"/>
          <p:cNvSpPr/>
          <p:nvPr/>
        </p:nvSpPr>
        <p:spPr>
          <a:xfrm>
            <a:off x="8483346" y="2637663"/>
            <a:ext cx="3308604" cy="201165"/>
          </a:xfrm>
          <a:prstGeom prst="rect">
            <a:avLst/>
          </a:prstGeom>
          <a:solidFill>
            <a:srgbClr val="ECEEF2"/>
          </a:solidFill>
          <a:ln w="12700">
            <a:solidFill>
              <a:srgbClr val="DDE1EA"/>
            </a:solidFill>
            <a:prstDash val="solid"/>
          </a:ln>
        </p:spPr>
        <p:txBody>
          <a:bodyPr/>
          <a:lstStyle/>
          <a:p>
            <a:endParaRPr lang="en-US"/>
          </a:p>
        </p:txBody>
      </p:sp>
      <p:sp>
        <p:nvSpPr>
          <p:cNvPr id="152" name="Text 150"/>
          <p:cNvSpPr/>
          <p:nvPr/>
        </p:nvSpPr>
        <p:spPr>
          <a:xfrm>
            <a:off x="8519922" y="2637663"/>
            <a:ext cx="2596896" cy="201168"/>
          </a:xfrm>
          <a:prstGeom prst="rect">
            <a:avLst/>
          </a:prstGeom>
          <a:noFill/>
          <a:ln/>
        </p:spPr>
        <p:txBody>
          <a:bodyPr wrap="square" lIns="0" tIns="0" rIns="0" bIns="0" rtlCol="0" anchor="ctr"/>
          <a:lstStyle/>
          <a:p>
            <a:pPr marL="0" indent="0" algn="l">
              <a:buNone/>
            </a:pPr>
            <a:r>
              <a:rPr lang="en-US" sz="800" b="1">
                <a:solidFill>
                  <a:srgbClr val="1B2A4A"/>
                </a:solidFill>
                <a:latin typeface="Verdana" pitchFamily="34" charset="0"/>
                <a:ea typeface="Verdana" pitchFamily="34" charset="-122"/>
                <a:cs typeface="Verdana" pitchFamily="34" charset="-120"/>
              </a:rPr>
              <a:t>Audit</a:t>
            </a:r>
            <a:endParaRPr lang="en-US" sz="800"/>
          </a:p>
        </p:txBody>
      </p:sp>
      <p:sp>
        <p:nvSpPr>
          <p:cNvPr id="155" name="Shape 153"/>
          <p:cNvSpPr/>
          <p:nvPr/>
        </p:nvSpPr>
        <p:spPr>
          <a:xfrm>
            <a:off x="8227314" y="2838831"/>
            <a:ext cx="256032" cy="306323"/>
          </a:xfrm>
          <a:prstGeom prst="rect">
            <a:avLst/>
          </a:prstGeom>
          <a:solidFill>
            <a:srgbClr val="FFFFFF"/>
          </a:solidFill>
          <a:ln w="12700">
            <a:solidFill>
              <a:srgbClr val="DDE1EA"/>
            </a:solidFill>
            <a:prstDash val="solid"/>
          </a:ln>
        </p:spPr>
        <p:txBody>
          <a:bodyPr/>
          <a:lstStyle/>
          <a:p>
            <a:endParaRPr lang="en-US"/>
          </a:p>
        </p:txBody>
      </p:sp>
      <p:sp>
        <p:nvSpPr>
          <p:cNvPr id="156" name="Shape 154"/>
          <p:cNvSpPr/>
          <p:nvPr/>
        </p:nvSpPr>
        <p:spPr>
          <a:xfrm>
            <a:off x="8483346" y="2838831"/>
            <a:ext cx="3308604" cy="306323"/>
          </a:xfrm>
          <a:prstGeom prst="rect">
            <a:avLst/>
          </a:prstGeom>
          <a:solidFill>
            <a:srgbClr val="FFFFFF"/>
          </a:solidFill>
          <a:ln w="12700">
            <a:solidFill>
              <a:srgbClr val="DDE1EA"/>
            </a:solidFill>
            <a:prstDash val="solid"/>
          </a:ln>
        </p:spPr>
        <p:txBody>
          <a:bodyPr/>
          <a:lstStyle/>
          <a:p>
            <a:endParaRPr lang="en-US"/>
          </a:p>
        </p:txBody>
      </p:sp>
      <p:sp>
        <p:nvSpPr>
          <p:cNvPr id="158" name="Text 156"/>
          <p:cNvSpPr/>
          <p:nvPr/>
        </p:nvSpPr>
        <p:spPr>
          <a:xfrm>
            <a:off x="8227314" y="2838831"/>
            <a:ext cx="256032" cy="306323"/>
          </a:xfrm>
          <a:prstGeom prst="rect">
            <a:avLst/>
          </a:prstGeom>
          <a:noFill/>
          <a:ln/>
        </p:spPr>
        <p:txBody>
          <a:bodyPr wrap="square" lIns="0" tIns="0" rIns="0" bIns="0" rtlCol="0" anchor="ctr"/>
          <a:lstStyle/>
          <a:p>
            <a:pPr marL="0" indent="0" algn="ctr">
              <a:buNone/>
            </a:pPr>
            <a:r>
              <a:rPr lang="en-US" sz="850">
                <a:solidFill>
                  <a:srgbClr val="6B7690"/>
                </a:solidFill>
                <a:latin typeface="Verdana" pitchFamily="34" charset="0"/>
                <a:ea typeface="Verdana" pitchFamily="34" charset="-122"/>
                <a:cs typeface="Verdana" pitchFamily="34" charset="-120"/>
              </a:rPr>
              <a:t>1</a:t>
            </a:r>
            <a:endParaRPr lang="en-US" sz="850"/>
          </a:p>
        </p:txBody>
      </p:sp>
      <p:sp>
        <p:nvSpPr>
          <p:cNvPr id="159" name="Text 157"/>
          <p:cNvSpPr/>
          <p:nvPr/>
        </p:nvSpPr>
        <p:spPr>
          <a:xfrm>
            <a:off x="8519922" y="2857119"/>
            <a:ext cx="2997708" cy="286560"/>
          </a:xfrm>
          <a:prstGeom prst="rect">
            <a:avLst/>
          </a:prstGeom>
          <a:noFill/>
          <a:ln/>
        </p:spPr>
        <p:txBody>
          <a:bodyPr wrap="square" lIns="0" tIns="0" rIns="0" bIns="0" rtlCol="0" anchor="ctr"/>
          <a:lstStyle/>
          <a:p>
            <a:pPr marL="0" indent="0">
              <a:buNone/>
            </a:pPr>
            <a:r>
              <a:rPr lang="en-US" sz="900">
                <a:solidFill>
                  <a:srgbClr val="2D2D2D"/>
                </a:solidFill>
                <a:latin typeface="Verdana" pitchFamily="34" charset="0"/>
                <a:ea typeface="Verdana" pitchFamily="34" charset="-122"/>
                <a:cs typeface="Verdana" pitchFamily="34" charset="-120"/>
              </a:rPr>
              <a:t>Capital Adequacy Ratio (CAR)</a:t>
            </a:r>
            <a:endParaRPr lang="en-US" sz="900"/>
          </a:p>
        </p:txBody>
      </p:sp>
      <p:sp>
        <p:nvSpPr>
          <p:cNvPr id="160" name="Shape 158"/>
          <p:cNvSpPr/>
          <p:nvPr/>
        </p:nvSpPr>
        <p:spPr>
          <a:xfrm>
            <a:off x="8227314" y="3154299"/>
            <a:ext cx="256032" cy="306323"/>
          </a:xfrm>
          <a:prstGeom prst="rect">
            <a:avLst/>
          </a:prstGeom>
          <a:solidFill>
            <a:srgbClr val="F7F8FA"/>
          </a:solidFill>
          <a:ln w="12700">
            <a:solidFill>
              <a:srgbClr val="DDE1EA"/>
            </a:solidFill>
            <a:prstDash val="solid"/>
          </a:ln>
        </p:spPr>
        <p:txBody>
          <a:bodyPr/>
          <a:lstStyle/>
          <a:p>
            <a:endParaRPr lang="en-US"/>
          </a:p>
        </p:txBody>
      </p:sp>
      <p:sp>
        <p:nvSpPr>
          <p:cNvPr id="161" name="Shape 159"/>
          <p:cNvSpPr/>
          <p:nvPr/>
        </p:nvSpPr>
        <p:spPr>
          <a:xfrm>
            <a:off x="8483346" y="3154299"/>
            <a:ext cx="3308604" cy="306323"/>
          </a:xfrm>
          <a:prstGeom prst="rect">
            <a:avLst/>
          </a:prstGeom>
          <a:solidFill>
            <a:srgbClr val="F7F8FA"/>
          </a:solidFill>
          <a:ln w="12700">
            <a:solidFill>
              <a:srgbClr val="DDE1EA"/>
            </a:solidFill>
            <a:prstDash val="solid"/>
          </a:ln>
        </p:spPr>
        <p:txBody>
          <a:bodyPr/>
          <a:lstStyle/>
          <a:p>
            <a:endParaRPr lang="en-US"/>
          </a:p>
        </p:txBody>
      </p:sp>
      <p:sp>
        <p:nvSpPr>
          <p:cNvPr id="163" name="Text 161"/>
          <p:cNvSpPr/>
          <p:nvPr/>
        </p:nvSpPr>
        <p:spPr>
          <a:xfrm>
            <a:off x="8227314" y="3154299"/>
            <a:ext cx="256032" cy="306323"/>
          </a:xfrm>
          <a:prstGeom prst="rect">
            <a:avLst/>
          </a:prstGeom>
          <a:noFill/>
          <a:ln/>
        </p:spPr>
        <p:txBody>
          <a:bodyPr wrap="square" lIns="0" tIns="0" rIns="0" bIns="0" rtlCol="0" anchor="ctr"/>
          <a:lstStyle/>
          <a:p>
            <a:pPr marL="0" indent="0" algn="ctr">
              <a:buNone/>
            </a:pPr>
            <a:r>
              <a:rPr lang="en-US" sz="850">
                <a:solidFill>
                  <a:srgbClr val="6B7690"/>
                </a:solidFill>
                <a:latin typeface="Verdana" pitchFamily="34" charset="0"/>
                <a:ea typeface="Verdana" pitchFamily="34" charset="-122"/>
                <a:cs typeface="Verdana" pitchFamily="34" charset="-120"/>
              </a:rPr>
              <a:t>2</a:t>
            </a:r>
            <a:endParaRPr lang="en-US" sz="850"/>
          </a:p>
        </p:txBody>
      </p:sp>
      <p:sp>
        <p:nvSpPr>
          <p:cNvPr id="164" name="Text 162"/>
          <p:cNvSpPr/>
          <p:nvPr/>
        </p:nvSpPr>
        <p:spPr>
          <a:xfrm>
            <a:off x="8519922" y="3172587"/>
            <a:ext cx="2578608" cy="286560"/>
          </a:xfrm>
          <a:prstGeom prst="rect">
            <a:avLst/>
          </a:prstGeom>
          <a:noFill/>
          <a:ln/>
        </p:spPr>
        <p:txBody>
          <a:bodyPr wrap="square" lIns="0" tIns="0" rIns="0" bIns="0" rtlCol="0" anchor="ctr"/>
          <a:lstStyle/>
          <a:p>
            <a:pPr marL="0" indent="0">
              <a:buNone/>
            </a:pPr>
            <a:r>
              <a:rPr lang="en-US" sz="900">
                <a:solidFill>
                  <a:srgbClr val="2D2D2D"/>
                </a:solidFill>
                <a:latin typeface="Verdana" pitchFamily="34" charset="0"/>
                <a:ea typeface="Verdana" pitchFamily="34" charset="-122"/>
                <a:cs typeface="Verdana" pitchFamily="34" charset="-120"/>
              </a:rPr>
              <a:t>Information and Cyber Security Operations</a:t>
            </a:r>
            <a:endParaRPr lang="en-US" sz="900"/>
          </a:p>
        </p:txBody>
      </p:sp>
      <p:sp>
        <p:nvSpPr>
          <p:cNvPr id="165" name="Shape 163"/>
          <p:cNvSpPr/>
          <p:nvPr/>
        </p:nvSpPr>
        <p:spPr>
          <a:xfrm>
            <a:off x="8227314" y="3469767"/>
            <a:ext cx="256032" cy="306323"/>
          </a:xfrm>
          <a:prstGeom prst="rect">
            <a:avLst/>
          </a:prstGeom>
          <a:solidFill>
            <a:srgbClr val="FFFFFF"/>
          </a:solidFill>
          <a:ln w="12700">
            <a:solidFill>
              <a:srgbClr val="DDE1EA"/>
            </a:solidFill>
            <a:prstDash val="solid"/>
          </a:ln>
        </p:spPr>
        <p:txBody>
          <a:bodyPr/>
          <a:lstStyle/>
          <a:p>
            <a:endParaRPr lang="en-US"/>
          </a:p>
        </p:txBody>
      </p:sp>
      <p:sp>
        <p:nvSpPr>
          <p:cNvPr id="166" name="Shape 164"/>
          <p:cNvSpPr/>
          <p:nvPr/>
        </p:nvSpPr>
        <p:spPr>
          <a:xfrm>
            <a:off x="8483346" y="3469767"/>
            <a:ext cx="3308604" cy="306323"/>
          </a:xfrm>
          <a:prstGeom prst="rect">
            <a:avLst/>
          </a:prstGeom>
          <a:solidFill>
            <a:srgbClr val="FFFFFF"/>
          </a:solidFill>
          <a:ln w="12700">
            <a:solidFill>
              <a:srgbClr val="DDE1EA"/>
            </a:solidFill>
            <a:prstDash val="solid"/>
          </a:ln>
        </p:spPr>
        <p:txBody>
          <a:bodyPr/>
          <a:lstStyle/>
          <a:p>
            <a:endParaRPr lang="en-US"/>
          </a:p>
        </p:txBody>
      </p:sp>
      <p:sp>
        <p:nvSpPr>
          <p:cNvPr id="168" name="Text 166"/>
          <p:cNvSpPr/>
          <p:nvPr/>
        </p:nvSpPr>
        <p:spPr>
          <a:xfrm>
            <a:off x="8227314" y="3469767"/>
            <a:ext cx="256032" cy="306323"/>
          </a:xfrm>
          <a:prstGeom prst="rect">
            <a:avLst/>
          </a:prstGeom>
          <a:noFill/>
          <a:ln/>
        </p:spPr>
        <p:txBody>
          <a:bodyPr wrap="square" lIns="0" tIns="0" rIns="0" bIns="0" rtlCol="0" anchor="ctr"/>
          <a:lstStyle/>
          <a:p>
            <a:pPr marL="0" indent="0" algn="ctr">
              <a:buNone/>
            </a:pPr>
            <a:r>
              <a:rPr lang="en-US" sz="850">
                <a:solidFill>
                  <a:srgbClr val="6B7690"/>
                </a:solidFill>
                <a:latin typeface="Verdana" pitchFamily="34" charset="0"/>
                <a:ea typeface="Verdana" pitchFamily="34" charset="-122"/>
                <a:cs typeface="Verdana" pitchFamily="34" charset="-120"/>
              </a:rPr>
              <a:t>3</a:t>
            </a:r>
            <a:endParaRPr lang="en-US" sz="850"/>
          </a:p>
        </p:txBody>
      </p:sp>
      <p:sp>
        <p:nvSpPr>
          <p:cNvPr id="169" name="Text 167"/>
          <p:cNvSpPr/>
          <p:nvPr/>
        </p:nvSpPr>
        <p:spPr>
          <a:xfrm>
            <a:off x="8519922" y="3488055"/>
            <a:ext cx="2578608" cy="286560"/>
          </a:xfrm>
          <a:prstGeom prst="rect">
            <a:avLst/>
          </a:prstGeom>
          <a:noFill/>
          <a:ln/>
        </p:spPr>
        <p:txBody>
          <a:bodyPr wrap="square" lIns="0" tIns="0" rIns="0" bIns="0" rtlCol="0" anchor="ctr"/>
          <a:lstStyle/>
          <a:p>
            <a:pPr marL="0" indent="0">
              <a:buNone/>
            </a:pPr>
            <a:r>
              <a:rPr lang="en-US" sz="900">
                <a:solidFill>
                  <a:srgbClr val="2D2D2D"/>
                </a:solidFill>
                <a:latin typeface="Verdana" pitchFamily="34" charset="0"/>
                <a:ea typeface="Verdana" pitchFamily="34" charset="-122"/>
                <a:cs typeface="Verdana" pitchFamily="34" charset="-120"/>
              </a:rPr>
              <a:t>Personal Loans</a:t>
            </a:r>
            <a:endParaRPr lang="en-US" sz="900"/>
          </a:p>
        </p:txBody>
      </p:sp>
      <p:sp>
        <p:nvSpPr>
          <p:cNvPr id="171" name="Shape 169"/>
          <p:cNvSpPr/>
          <p:nvPr/>
        </p:nvSpPr>
        <p:spPr>
          <a:xfrm>
            <a:off x="8227314" y="3923919"/>
            <a:ext cx="3575304" cy="132715"/>
          </a:xfrm>
          <a:prstGeom prst="rect">
            <a:avLst/>
          </a:prstGeom>
          <a:solidFill>
            <a:schemeClr val="bg2">
              <a:lumMod val="75000"/>
              <a:lumOff val="25000"/>
            </a:schemeClr>
          </a:solidFill>
          <a:ln w="12700">
            <a:solidFill>
              <a:schemeClr val="bg2"/>
            </a:solidFill>
            <a:prstDash val="solid"/>
          </a:ln>
        </p:spPr>
        <p:txBody>
          <a:bodyPr/>
          <a:lstStyle/>
          <a:p>
            <a:endParaRPr lang="en-US"/>
          </a:p>
        </p:txBody>
      </p:sp>
      <p:sp>
        <p:nvSpPr>
          <p:cNvPr id="172" name="Text 170"/>
          <p:cNvSpPr/>
          <p:nvPr/>
        </p:nvSpPr>
        <p:spPr>
          <a:xfrm>
            <a:off x="8337042" y="3923919"/>
            <a:ext cx="3264408" cy="132715"/>
          </a:xfrm>
          <a:prstGeom prst="rect">
            <a:avLst/>
          </a:prstGeom>
          <a:noFill/>
          <a:ln/>
        </p:spPr>
        <p:txBody>
          <a:bodyPr wrap="square" lIns="0" tIns="0" rIns="0" bIns="0" rtlCol="0" anchor="ctr"/>
          <a:lstStyle/>
          <a:p>
            <a:pPr marL="0" indent="0">
              <a:buNone/>
            </a:pPr>
            <a:r>
              <a:rPr lang="en-US" sz="850" b="1">
                <a:solidFill>
                  <a:schemeClr val="bg1"/>
                </a:solidFill>
                <a:latin typeface="Verdana" pitchFamily="34" charset="0"/>
                <a:ea typeface="Verdana" pitchFamily="34" charset="-122"/>
                <a:cs typeface="Verdana" pitchFamily="34" charset="-120"/>
              </a:rPr>
              <a:t>PLANNING</a:t>
            </a:r>
            <a:endParaRPr lang="en-US" sz="850">
              <a:solidFill>
                <a:schemeClr val="bg1"/>
              </a:solidFill>
            </a:endParaRPr>
          </a:p>
        </p:txBody>
      </p:sp>
      <p:sp>
        <p:nvSpPr>
          <p:cNvPr id="173" name="Shape 171"/>
          <p:cNvSpPr/>
          <p:nvPr/>
        </p:nvSpPr>
        <p:spPr>
          <a:xfrm>
            <a:off x="8227314" y="4071747"/>
            <a:ext cx="256032" cy="132715"/>
          </a:xfrm>
          <a:prstGeom prst="rect">
            <a:avLst/>
          </a:prstGeom>
          <a:solidFill>
            <a:srgbClr val="ECEEF2"/>
          </a:solidFill>
          <a:ln w="12700">
            <a:solidFill>
              <a:srgbClr val="DDE1EA"/>
            </a:solidFill>
            <a:prstDash val="solid"/>
          </a:ln>
        </p:spPr>
        <p:txBody>
          <a:bodyPr/>
          <a:lstStyle/>
          <a:p>
            <a:endParaRPr lang="en-US"/>
          </a:p>
        </p:txBody>
      </p:sp>
      <p:sp>
        <p:nvSpPr>
          <p:cNvPr id="174" name="Text 172"/>
          <p:cNvSpPr/>
          <p:nvPr/>
        </p:nvSpPr>
        <p:spPr>
          <a:xfrm>
            <a:off x="8263890" y="4071747"/>
            <a:ext cx="201168" cy="132715"/>
          </a:xfrm>
          <a:prstGeom prst="rect">
            <a:avLst/>
          </a:prstGeom>
          <a:noFill/>
          <a:ln/>
        </p:spPr>
        <p:txBody>
          <a:bodyPr wrap="square" lIns="0" tIns="0" rIns="0" bIns="0" rtlCol="0" anchor="ctr"/>
          <a:lstStyle/>
          <a:p>
            <a:pPr marL="0" indent="0" algn="ctr">
              <a:buNone/>
            </a:pPr>
            <a:r>
              <a:rPr lang="en-US" sz="800" b="1">
                <a:solidFill>
                  <a:srgbClr val="1B2A4A"/>
                </a:solidFill>
                <a:latin typeface="Verdana" pitchFamily="34" charset="0"/>
                <a:ea typeface="Verdana" pitchFamily="34" charset="-122"/>
                <a:cs typeface="Verdana" pitchFamily="34" charset="-120"/>
              </a:rPr>
              <a:t>#</a:t>
            </a:r>
            <a:endParaRPr lang="en-US" sz="800"/>
          </a:p>
        </p:txBody>
      </p:sp>
      <p:sp>
        <p:nvSpPr>
          <p:cNvPr id="175" name="Shape 173"/>
          <p:cNvSpPr/>
          <p:nvPr/>
        </p:nvSpPr>
        <p:spPr>
          <a:xfrm>
            <a:off x="8483346" y="4071747"/>
            <a:ext cx="3319272" cy="132715"/>
          </a:xfrm>
          <a:prstGeom prst="rect">
            <a:avLst/>
          </a:prstGeom>
          <a:solidFill>
            <a:srgbClr val="ECEEF2"/>
          </a:solidFill>
          <a:ln w="12700">
            <a:solidFill>
              <a:srgbClr val="DDE1EA"/>
            </a:solidFill>
            <a:prstDash val="solid"/>
          </a:ln>
        </p:spPr>
        <p:txBody>
          <a:bodyPr/>
          <a:lstStyle/>
          <a:p>
            <a:endParaRPr lang="en-US"/>
          </a:p>
        </p:txBody>
      </p:sp>
      <p:sp>
        <p:nvSpPr>
          <p:cNvPr id="176" name="Text 174"/>
          <p:cNvSpPr/>
          <p:nvPr/>
        </p:nvSpPr>
        <p:spPr>
          <a:xfrm>
            <a:off x="8519922" y="4071747"/>
            <a:ext cx="3264408" cy="132715"/>
          </a:xfrm>
          <a:prstGeom prst="rect">
            <a:avLst/>
          </a:prstGeom>
          <a:noFill/>
          <a:ln/>
        </p:spPr>
        <p:txBody>
          <a:bodyPr wrap="square" lIns="0" tIns="0" rIns="0" bIns="0" rtlCol="0" anchor="ctr"/>
          <a:lstStyle/>
          <a:p>
            <a:pPr marL="0" indent="0" algn="l">
              <a:buNone/>
            </a:pPr>
            <a:r>
              <a:rPr lang="en-US" sz="800" b="1">
                <a:solidFill>
                  <a:srgbClr val="1B2A4A"/>
                </a:solidFill>
                <a:latin typeface="Verdana" pitchFamily="34" charset="0"/>
                <a:ea typeface="Verdana" pitchFamily="34" charset="-122"/>
                <a:cs typeface="Verdana" pitchFamily="34" charset="-120"/>
              </a:rPr>
              <a:t>Audit</a:t>
            </a:r>
            <a:endParaRPr lang="en-US" sz="800"/>
          </a:p>
        </p:txBody>
      </p:sp>
      <p:sp>
        <p:nvSpPr>
          <p:cNvPr id="177" name="Shape 175"/>
          <p:cNvSpPr/>
          <p:nvPr/>
        </p:nvSpPr>
        <p:spPr>
          <a:xfrm>
            <a:off x="8227314" y="4211955"/>
            <a:ext cx="256032" cy="313689"/>
          </a:xfrm>
          <a:prstGeom prst="rect">
            <a:avLst/>
          </a:prstGeom>
          <a:solidFill>
            <a:srgbClr val="FFFFFF"/>
          </a:solidFill>
          <a:ln w="12700">
            <a:solidFill>
              <a:srgbClr val="DDE1EA"/>
            </a:solidFill>
            <a:prstDash val="solid"/>
          </a:ln>
        </p:spPr>
        <p:txBody>
          <a:bodyPr/>
          <a:lstStyle/>
          <a:p>
            <a:endParaRPr lang="en-US"/>
          </a:p>
        </p:txBody>
      </p:sp>
      <p:sp>
        <p:nvSpPr>
          <p:cNvPr id="178" name="Shape 176"/>
          <p:cNvSpPr/>
          <p:nvPr/>
        </p:nvSpPr>
        <p:spPr>
          <a:xfrm>
            <a:off x="8483346" y="4211955"/>
            <a:ext cx="3320034" cy="313689"/>
          </a:xfrm>
          <a:prstGeom prst="rect">
            <a:avLst/>
          </a:prstGeom>
          <a:solidFill>
            <a:srgbClr val="FFFFFF"/>
          </a:solidFill>
          <a:ln w="12700">
            <a:solidFill>
              <a:srgbClr val="DDE1EA"/>
            </a:solidFill>
            <a:prstDash val="solid"/>
          </a:ln>
        </p:spPr>
        <p:txBody>
          <a:bodyPr/>
          <a:lstStyle/>
          <a:p>
            <a:endParaRPr lang="en-US"/>
          </a:p>
        </p:txBody>
      </p:sp>
      <p:sp>
        <p:nvSpPr>
          <p:cNvPr id="179" name="Text 177"/>
          <p:cNvSpPr/>
          <p:nvPr/>
        </p:nvSpPr>
        <p:spPr>
          <a:xfrm>
            <a:off x="8227314" y="4211955"/>
            <a:ext cx="256032" cy="313689"/>
          </a:xfrm>
          <a:prstGeom prst="rect">
            <a:avLst/>
          </a:prstGeom>
          <a:noFill/>
          <a:ln/>
        </p:spPr>
        <p:txBody>
          <a:bodyPr wrap="square" lIns="0" tIns="0" rIns="0" bIns="0" rtlCol="0" anchor="ctr"/>
          <a:lstStyle/>
          <a:p>
            <a:pPr marL="0" indent="0" algn="ctr">
              <a:buNone/>
            </a:pPr>
            <a:r>
              <a:rPr lang="en-US" sz="850">
                <a:solidFill>
                  <a:srgbClr val="6B7690"/>
                </a:solidFill>
                <a:latin typeface="Verdana" pitchFamily="34" charset="0"/>
                <a:ea typeface="Verdana" pitchFamily="34" charset="-122"/>
                <a:cs typeface="Verdana" pitchFamily="34" charset="-120"/>
              </a:rPr>
              <a:t>4</a:t>
            </a:r>
            <a:endParaRPr lang="en-US" sz="850"/>
          </a:p>
        </p:txBody>
      </p:sp>
      <p:sp>
        <p:nvSpPr>
          <p:cNvPr id="180" name="Text 178"/>
          <p:cNvSpPr/>
          <p:nvPr/>
        </p:nvSpPr>
        <p:spPr>
          <a:xfrm>
            <a:off x="8519922" y="4230243"/>
            <a:ext cx="3246120" cy="289559"/>
          </a:xfrm>
          <a:prstGeom prst="rect">
            <a:avLst/>
          </a:prstGeom>
          <a:noFill/>
          <a:ln/>
        </p:spPr>
        <p:txBody>
          <a:bodyPr wrap="square" lIns="0" tIns="0" rIns="0" bIns="0" rtlCol="0" anchor="ctr"/>
          <a:lstStyle/>
          <a:p>
            <a:pPr marL="0" indent="0">
              <a:buNone/>
            </a:pPr>
            <a:r>
              <a:rPr lang="en-US" sz="900">
                <a:solidFill>
                  <a:srgbClr val="2D2D2D"/>
                </a:solidFill>
                <a:latin typeface="Verdana" pitchFamily="34" charset="0"/>
                <a:ea typeface="Verdana" pitchFamily="34" charset="-122"/>
                <a:cs typeface="Verdana" pitchFamily="34" charset="-120"/>
              </a:rPr>
              <a:t>Branches</a:t>
            </a:r>
            <a:endParaRPr lang="en-US" sz="900"/>
          </a:p>
        </p:txBody>
      </p:sp>
      <p:sp>
        <p:nvSpPr>
          <p:cNvPr id="181" name="Shape 179"/>
          <p:cNvSpPr/>
          <p:nvPr/>
        </p:nvSpPr>
        <p:spPr>
          <a:xfrm>
            <a:off x="8227314" y="4535043"/>
            <a:ext cx="256032" cy="313689"/>
          </a:xfrm>
          <a:prstGeom prst="rect">
            <a:avLst/>
          </a:prstGeom>
          <a:solidFill>
            <a:srgbClr val="F7F8FA"/>
          </a:solidFill>
          <a:ln w="12700">
            <a:solidFill>
              <a:srgbClr val="DDE1EA"/>
            </a:solidFill>
            <a:prstDash val="solid"/>
          </a:ln>
        </p:spPr>
        <p:txBody>
          <a:bodyPr/>
          <a:lstStyle/>
          <a:p>
            <a:endParaRPr lang="en-US"/>
          </a:p>
        </p:txBody>
      </p:sp>
      <p:sp>
        <p:nvSpPr>
          <p:cNvPr id="182" name="Shape 180"/>
          <p:cNvSpPr/>
          <p:nvPr/>
        </p:nvSpPr>
        <p:spPr>
          <a:xfrm>
            <a:off x="8483346" y="4535043"/>
            <a:ext cx="3319272" cy="313689"/>
          </a:xfrm>
          <a:prstGeom prst="rect">
            <a:avLst/>
          </a:prstGeom>
          <a:solidFill>
            <a:srgbClr val="F7F8FA"/>
          </a:solidFill>
          <a:ln w="12700">
            <a:solidFill>
              <a:srgbClr val="DDE1EA"/>
            </a:solidFill>
            <a:prstDash val="solid"/>
          </a:ln>
        </p:spPr>
        <p:txBody>
          <a:bodyPr/>
          <a:lstStyle/>
          <a:p>
            <a:endParaRPr lang="en-US"/>
          </a:p>
        </p:txBody>
      </p:sp>
      <p:sp>
        <p:nvSpPr>
          <p:cNvPr id="183" name="Text 181"/>
          <p:cNvSpPr/>
          <p:nvPr/>
        </p:nvSpPr>
        <p:spPr>
          <a:xfrm>
            <a:off x="8227314" y="4535043"/>
            <a:ext cx="256032" cy="313689"/>
          </a:xfrm>
          <a:prstGeom prst="rect">
            <a:avLst/>
          </a:prstGeom>
          <a:noFill/>
          <a:ln/>
        </p:spPr>
        <p:txBody>
          <a:bodyPr wrap="square" lIns="0" tIns="0" rIns="0" bIns="0" rtlCol="0" anchor="ctr"/>
          <a:lstStyle/>
          <a:p>
            <a:pPr marL="0" indent="0" algn="ctr">
              <a:buNone/>
            </a:pPr>
            <a:r>
              <a:rPr lang="en-US" sz="850">
                <a:solidFill>
                  <a:srgbClr val="6B7690"/>
                </a:solidFill>
                <a:latin typeface="Verdana" pitchFamily="34" charset="0"/>
                <a:ea typeface="Verdana" pitchFamily="34" charset="-122"/>
                <a:cs typeface="Verdana" pitchFamily="34" charset="-120"/>
              </a:rPr>
              <a:t>5</a:t>
            </a:r>
            <a:endParaRPr lang="en-US" sz="850"/>
          </a:p>
        </p:txBody>
      </p:sp>
      <p:sp>
        <p:nvSpPr>
          <p:cNvPr id="184" name="Text 182"/>
          <p:cNvSpPr/>
          <p:nvPr/>
        </p:nvSpPr>
        <p:spPr>
          <a:xfrm>
            <a:off x="8519922" y="4553331"/>
            <a:ext cx="3246120" cy="289559"/>
          </a:xfrm>
          <a:prstGeom prst="rect">
            <a:avLst/>
          </a:prstGeom>
          <a:noFill/>
          <a:ln/>
        </p:spPr>
        <p:txBody>
          <a:bodyPr wrap="square" lIns="0" tIns="0" rIns="0" bIns="0" rtlCol="0" anchor="ctr"/>
          <a:lstStyle/>
          <a:p>
            <a:pPr marL="0" indent="0">
              <a:buNone/>
            </a:pPr>
            <a:r>
              <a:rPr lang="en-US" sz="900">
                <a:solidFill>
                  <a:srgbClr val="2D2D2D"/>
                </a:solidFill>
                <a:latin typeface="Verdana" pitchFamily="34" charset="0"/>
                <a:ea typeface="Verdana" pitchFamily="34" charset="-122"/>
                <a:cs typeface="Verdana" pitchFamily="34" charset="-120"/>
              </a:rPr>
              <a:t>Network Architecture &amp; Resilience</a:t>
            </a:r>
            <a:endParaRPr lang="en-US" sz="900"/>
          </a:p>
        </p:txBody>
      </p:sp>
      <p:sp>
        <p:nvSpPr>
          <p:cNvPr id="185" name="Shape 183"/>
          <p:cNvSpPr/>
          <p:nvPr/>
        </p:nvSpPr>
        <p:spPr>
          <a:xfrm>
            <a:off x="8227314" y="4864481"/>
            <a:ext cx="256032" cy="313689"/>
          </a:xfrm>
          <a:prstGeom prst="rect">
            <a:avLst/>
          </a:prstGeom>
          <a:solidFill>
            <a:srgbClr val="FFFFFF"/>
          </a:solidFill>
          <a:ln w="12700">
            <a:solidFill>
              <a:srgbClr val="DDE1EA"/>
            </a:solidFill>
            <a:prstDash val="solid"/>
          </a:ln>
        </p:spPr>
        <p:txBody>
          <a:bodyPr/>
          <a:lstStyle/>
          <a:p>
            <a:endParaRPr lang="en-US"/>
          </a:p>
        </p:txBody>
      </p:sp>
      <p:sp>
        <p:nvSpPr>
          <p:cNvPr id="186" name="Shape 184"/>
          <p:cNvSpPr/>
          <p:nvPr/>
        </p:nvSpPr>
        <p:spPr>
          <a:xfrm>
            <a:off x="8483346" y="4864481"/>
            <a:ext cx="3319272" cy="313689"/>
          </a:xfrm>
          <a:prstGeom prst="rect">
            <a:avLst/>
          </a:prstGeom>
          <a:solidFill>
            <a:srgbClr val="FFFFFF"/>
          </a:solidFill>
          <a:ln w="12700">
            <a:solidFill>
              <a:srgbClr val="DDE1EA"/>
            </a:solidFill>
            <a:prstDash val="solid"/>
          </a:ln>
        </p:spPr>
        <p:txBody>
          <a:bodyPr/>
          <a:lstStyle/>
          <a:p>
            <a:endParaRPr lang="en-US"/>
          </a:p>
        </p:txBody>
      </p:sp>
      <p:sp>
        <p:nvSpPr>
          <p:cNvPr id="187" name="Text 185"/>
          <p:cNvSpPr/>
          <p:nvPr/>
        </p:nvSpPr>
        <p:spPr>
          <a:xfrm>
            <a:off x="8227314" y="4864481"/>
            <a:ext cx="256032" cy="313689"/>
          </a:xfrm>
          <a:prstGeom prst="rect">
            <a:avLst/>
          </a:prstGeom>
          <a:noFill/>
          <a:ln/>
        </p:spPr>
        <p:txBody>
          <a:bodyPr wrap="square" lIns="0" tIns="0" rIns="0" bIns="0" rtlCol="0" anchor="ctr"/>
          <a:lstStyle/>
          <a:p>
            <a:pPr marL="0" indent="0" algn="ctr">
              <a:buNone/>
            </a:pPr>
            <a:r>
              <a:rPr lang="en-US" sz="850">
                <a:solidFill>
                  <a:srgbClr val="6B7690"/>
                </a:solidFill>
                <a:latin typeface="Verdana" pitchFamily="34" charset="0"/>
                <a:ea typeface="Verdana" pitchFamily="34" charset="-122"/>
                <a:cs typeface="Verdana" pitchFamily="34" charset="-120"/>
              </a:rPr>
              <a:t>6</a:t>
            </a:r>
            <a:endParaRPr lang="en-US" sz="850"/>
          </a:p>
        </p:txBody>
      </p:sp>
      <p:sp>
        <p:nvSpPr>
          <p:cNvPr id="188" name="Text 186"/>
          <p:cNvSpPr/>
          <p:nvPr/>
        </p:nvSpPr>
        <p:spPr>
          <a:xfrm>
            <a:off x="8519922" y="4882769"/>
            <a:ext cx="3246120" cy="289559"/>
          </a:xfrm>
          <a:prstGeom prst="rect">
            <a:avLst/>
          </a:prstGeom>
          <a:noFill/>
          <a:ln/>
        </p:spPr>
        <p:txBody>
          <a:bodyPr wrap="square" lIns="0" tIns="0" rIns="0" bIns="0" rtlCol="0" anchor="ctr"/>
          <a:lstStyle/>
          <a:p>
            <a:pPr marL="0" indent="0">
              <a:buNone/>
            </a:pPr>
            <a:r>
              <a:rPr lang="en-US" sz="900">
                <a:solidFill>
                  <a:srgbClr val="2D2D2D"/>
                </a:solidFill>
                <a:latin typeface="Verdana" pitchFamily="34" charset="0"/>
                <a:ea typeface="Verdana" pitchFamily="34" charset="-122"/>
                <a:cs typeface="Verdana" pitchFamily="34" charset="-120"/>
              </a:rPr>
              <a:t>Card Operations</a:t>
            </a:r>
            <a:endParaRPr lang="en-US" sz="900"/>
          </a:p>
        </p:txBody>
      </p:sp>
      <p:sp>
        <p:nvSpPr>
          <p:cNvPr id="193" name="Text 62">
            <a:extLst>
              <a:ext uri="{FF2B5EF4-FFF2-40B4-BE49-F238E27FC236}">
                <a16:creationId xmlns:a16="http://schemas.microsoft.com/office/drawing/2014/main" id="{7B43C48B-EED4-E9B4-4E68-E67DC4DA9F35}"/>
              </a:ext>
            </a:extLst>
          </p:cNvPr>
          <p:cNvSpPr/>
          <p:nvPr/>
        </p:nvSpPr>
        <p:spPr>
          <a:xfrm>
            <a:off x="713232" y="5372443"/>
            <a:ext cx="4114800" cy="112814"/>
          </a:xfrm>
          <a:prstGeom prst="rect">
            <a:avLst/>
          </a:prstGeom>
          <a:noFill/>
          <a:ln/>
        </p:spPr>
        <p:txBody>
          <a:bodyPr wrap="square" lIns="0" tIns="0" rIns="0" bIns="0" rtlCol="0" anchor="t"/>
          <a:lstStyle/>
          <a:p>
            <a:pPr marL="0" indent="0">
              <a:buNone/>
            </a:pPr>
            <a:r>
              <a:rPr lang="en-US" sz="750" i="1">
                <a:solidFill>
                  <a:srgbClr val="6B7690"/>
                </a:solidFill>
                <a:latin typeface="Verdana" pitchFamily="34" charset="0"/>
                <a:ea typeface="Verdana" pitchFamily="34" charset="-122"/>
                <a:cs typeface="Verdana" pitchFamily="34" charset="-120"/>
              </a:rPr>
              <a:t>Capital Adequacy split to 2 reviews; ICAAP and CAR (current in Progress)</a:t>
            </a:r>
            <a:endParaRPr lang="en-US" sz="750"/>
          </a:p>
        </p:txBody>
      </p:sp>
      <p:sp>
        <p:nvSpPr>
          <p:cNvPr id="5" name="Slide Number Placeholder 1">
            <a:extLst>
              <a:ext uri="{FF2B5EF4-FFF2-40B4-BE49-F238E27FC236}">
                <a16:creationId xmlns:a16="http://schemas.microsoft.com/office/drawing/2014/main" id="{62C7DBA9-863C-E631-A2AC-7C80BB4C0AAA}"/>
              </a:ext>
            </a:extLst>
          </p:cNvPr>
          <p:cNvSpPr txBox="1">
            <a:spLocks/>
          </p:cNvSpPr>
          <p:nvPr/>
        </p:nvSpPr>
        <p:spPr>
          <a:xfrm>
            <a:off x="11582400" y="6620636"/>
            <a:ext cx="914400" cy="233749"/>
          </a:xfrm>
          <a:prstGeom prst="rect">
            <a:avLst/>
          </a:prstGeom>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fld id="{6516E9BE-843C-4425-80E4-36155279AD5E}" type="slidenum">
              <a:rPr kumimoji="0" lang="en-US" sz="900" b="1" i="0" u="none" strike="noStrike" kern="1200" cap="none" spc="0" normalizeH="0" baseline="0" noProof="0" smtClean="0">
                <a:ln>
                  <a:noFill/>
                </a:ln>
                <a:solidFill>
                  <a:srgbClr val="2D2926"/>
                </a:solidFill>
                <a:effectLst/>
                <a:uLnTx/>
                <a:uFillTx/>
                <a:latin typeface="Verdana" panose="020B0604030504040204" pitchFamily="34" charset="0"/>
                <a:ea typeface="Verdana" panose="020B0604030504040204" pitchFamily="34" charset="0"/>
                <a:cs typeface="Arial" charset="0"/>
              </a:rPr>
              <a:pPr marL="0" marR="0" lvl="0" indent="0" algn="ctr" defTabSz="914400" rtl="0" eaLnBrk="1" fontAlgn="base" latinLnBrk="0" hangingPunct="1">
                <a:lnSpc>
                  <a:spcPct val="100000"/>
                </a:lnSpc>
                <a:spcBef>
                  <a:spcPct val="0"/>
                </a:spcBef>
                <a:spcAft>
                  <a:spcPct val="0"/>
                </a:spcAft>
                <a:buClrTx/>
                <a:buSzTx/>
                <a:buFontTx/>
                <a:buNone/>
                <a:tabLst/>
                <a:defRPr/>
              </a:pPr>
              <a:t>9</a:t>
            </a:fld>
            <a:endParaRPr kumimoji="0" lang="en-US" sz="900" b="1" i="0" u="none" strike="noStrike" kern="1200" cap="none" spc="0" normalizeH="0" baseline="0" noProof="0">
              <a:ln>
                <a:noFill/>
              </a:ln>
              <a:solidFill>
                <a:srgbClr val="2D2926"/>
              </a:solidFill>
              <a:effectLst/>
              <a:uLnTx/>
              <a:uFillTx/>
              <a:latin typeface="Verdana" panose="020B0604030504040204" pitchFamily="34" charset="0"/>
              <a:ea typeface="Verdana" panose="020B0604030504040204" pitchFamily="34" charset="0"/>
              <a:cs typeface="Arial" charset="0"/>
            </a:endParaRPr>
          </a:p>
        </p:txBody>
      </p:sp>
      <p:sp>
        <p:nvSpPr>
          <p:cNvPr id="4" name="Shape 169">
            <a:extLst>
              <a:ext uri="{FF2B5EF4-FFF2-40B4-BE49-F238E27FC236}">
                <a16:creationId xmlns:a16="http://schemas.microsoft.com/office/drawing/2014/main" id="{D45DA247-CABD-B8CA-9F72-EB7BC130EFA6}"/>
              </a:ext>
            </a:extLst>
          </p:cNvPr>
          <p:cNvSpPr/>
          <p:nvPr/>
        </p:nvSpPr>
        <p:spPr>
          <a:xfrm>
            <a:off x="8227314" y="5310759"/>
            <a:ext cx="3575304" cy="132715"/>
          </a:xfrm>
          <a:prstGeom prst="rect">
            <a:avLst/>
          </a:prstGeom>
          <a:solidFill>
            <a:srgbClr val="166534"/>
          </a:solidFill>
          <a:ln w="12700">
            <a:solidFill>
              <a:schemeClr val="bg2"/>
            </a:solidFill>
            <a:prstDash val="solid"/>
          </a:ln>
        </p:spPr>
        <p:txBody>
          <a:bodyPr/>
          <a:lstStyle/>
          <a:p>
            <a:endParaRPr lang="en-US"/>
          </a:p>
        </p:txBody>
      </p:sp>
      <p:sp>
        <p:nvSpPr>
          <p:cNvPr id="153" name="Text 170">
            <a:extLst>
              <a:ext uri="{FF2B5EF4-FFF2-40B4-BE49-F238E27FC236}">
                <a16:creationId xmlns:a16="http://schemas.microsoft.com/office/drawing/2014/main" id="{66088122-5BC3-7054-C436-470A1DE3DBD2}"/>
              </a:ext>
            </a:extLst>
          </p:cNvPr>
          <p:cNvSpPr/>
          <p:nvPr/>
        </p:nvSpPr>
        <p:spPr>
          <a:xfrm>
            <a:off x="8337042" y="5310759"/>
            <a:ext cx="3264408" cy="132715"/>
          </a:xfrm>
          <a:prstGeom prst="rect">
            <a:avLst/>
          </a:prstGeom>
          <a:noFill/>
          <a:ln/>
        </p:spPr>
        <p:txBody>
          <a:bodyPr wrap="square" lIns="0" tIns="0" rIns="0" bIns="0" rtlCol="0" anchor="ctr"/>
          <a:lstStyle/>
          <a:p>
            <a:pPr marL="0" indent="0">
              <a:buNone/>
            </a:pPr>
            <a:r>
              <a:rPr lang="en-US" sz="850" b="1">
                <a:solidFill>
                  <a:schemeClr val="bg1"/>
                </a:solidFill>
                <a:latin typeface="Verdana" pitchFamily="34" charset="0"/>
                <a:ea typeface="Verdana" pitchFamily="34" charset="-122"/>
                <a:cs typeface="Verdana" pitchFamily="34" charset="-120"/>
              </a:rPr>
              <a:t>AUDIT PLAN UPDATE </a:t>
            </a:r>
            <a:endParaRPr lang="en-US" sz="850">
              <a:solidFill>
                <a:schemeClr val="bg1"/>
              </a:solidFill>
            </a:endParaRPr>
          </a:p>
        </p:txBody>
      </p:sp>
      <p:sp>
        <p:nvSpPr>
          <p:cNvPr id="189" name="Shape 176">
            <a:extLst>
              <a:ext uri="{FF2B5EF4-FFF2-40B4-BE49-F238E27FC236}">
                <a16:creationId xmlns:a16="http://schemas.microsoft.com/office/drawing/2014/main" id="{1660B940-C7D4-1387-5866-422731DDA8ED}"/>
              </a:ext>
            </a:extLst>
          </p:cNvPr>
          <p:cNvSpPr/>
          <p:nvPr/>
        </p:nvSpPr>
        <p:spPr>
          <a:xfrm>
            <a:off x="8235950" y="5462779"/>
            <a:ext cx="3567430" cy="925921"/>
          </a:xfrm>
          <a:prstGeom prst="rect">
            <a:avLst/>
          </a:prstGeom>
          <a:solidFill>
            <a:srgbClr val="FFFFFF"/>
          </a:solidFill>
          <a:ln w="12700">
            <a:solidFill>
              <a:srgbClr val="DDE1EA"/>
            </a:solidFill>
            <a:prstDash val="solid"/>
          </a:ln>
        </p:spPr>
        <p:txBody>
          <a:bodyPr lIns="91440" tIns="45720" rIns="91440" bIns="45720" anchor="t"/>
          <a:lstStyle/>
          <a:p>
            <a:r>
              <a:rPr lang="en-US" sz="1000" b="1" u="sng" dirty="0">
                <a:latin typeface="Verdana" panose="020B0604030504040204" pitchFamily="34" charset="0"/>
                <a:ea typeface="Verdana" panose="020B0604030504040204" pitchFamily="34" charset="0"/>
                <a:cs typeface="Arial"/>
              </a:rPr>
              <a:t>BAC approval is sought</a:t>
            </a:r>
            <a:r>
              <a:rPr lang="en-US" sz="1000" dirty="0">
                <a:latin typeface="Verdana" panose="020B0604030504040204" pitchFamily="34" charset="0"/>
                <a:ea typeface="Verdana" panose="020B0604030504040204" pitchFamily="34" charset="0"/>
                <a:cs typeface="Arial"/>
              </a:rPr>
              <a:t> to update the 2026 Audit Plan by adding a Climate Risk audit in response to a recent CBUAE request and deferring the BRF audit to 2027 due to the postponement of CBUAE </a:t>
            </a:r>
            <a:r>
              <a:rPr lang="en-US" sz="1000" dirty="0" err="1">
                <a:latin typeface="Verdana" panose="020B0604030504040204" pitchFamily="34" charset="0"/>
                <a:ea typeface="Verdana" panose="020B0604030504040204" pitchFamily="34" charset="0"/>
                <a:cs typeface="Arial"/>
              </a:rPr>
              <a:t>SupTech</a:t>
            </a:r>
            <a:r>
              <a:rPr lang="en-US" sz="1000" dirty="0">
                <a:latin typeface="Verdana" panose="020B0604030504040204" pitchFamily="34" charset="0"/>
                <a:ea typeface="Verdana" panose="020B0604030504040204" pitchFamily="34" charset="0"/>
                <a:cs typeface="Arial"/>
              </a:rPr>
              <a:t> project to early 2027</a:t>
            </a:r>
            <a:r>
              <a:rPr lang="en-US" sz="1100" dirty="0">
                <a:latin typeface="Arial"/>
                <a:cs typeface="Arial"/>
              </a:rPr>
              <a:t>.</a:t>
            </a:r>
          </a:p>
        </p:txBody>
      </p:sp>
      <p:sp>
        <p:nvSpPr>
          <p:cNvPr id="196" name="Text 178">
            <a:extLst>
              <a:ext uri="{FF2B5EF4-FFF2-40B4-BE49-F238E27FC236}">
                <a16:creationId xmlns:a16="http://schemas.microsoft.com/office/drawing/2014/main" id="{DD0F6AF5-56A0-8DC6-65FF-F826D4709C7C}"/>
              </a:ext>
            </a:extLst>
          </p:cNvPr>
          <p:cNvSpPr/>
          <p:nvPr/>
        </p:nvSpPr>
        <p:spPr>
          <a:xfrm>
            <a:off x="8305017" y="5444491"/>
            <a:ext cx="3487915" cy="872106"/>
          </a:xfrm>
          <a:prstGeom prst="rect">
            <a:avLst/>
          </a:prstGeom>
          <a:noFill/>
          <a:ln/>
        </p:spPr>
        <p:txBody>
          <a:bodyPr wrap="square" lIns="0" tIns="0" rIns="0" bIns="0" rtlCol="0" anchor="ctr"/>
          <a:lstStyle/>
          <a:p>
            <a:pPr marL="0" indent="0">
              <a:buNone/>
            </a:pPr>
            <a:r>
              <a:rPr lang="en-US" sz="900">
                <a:solidFill>
                  <a:srgbClr val="2D2D2D"/>
                </a:solidFill>
                <a:latin typeface="Verdana"/>
                <a:ea typeface="Verdana"/>
                <a:cs typeface="Verdana" pitchFamily="34" charset="-120"/>
              </a:rPr>
              <a:t> </a:t>
            </a:r>
          </a:p>
          <a:p>
            <a:pPr marL="0" indent="0">
              <a:buNone/>
            </a:pPr>
            <a:r>
              <a:rPr lang="en-US" sz="900">
                <a:solidFill>
                  <a:srgbClr val="2D2D2D"/>
                </a:solidFill>
                <a:latin typeface="Verdana"/>
                <a:ea typeface="Verdana"/>
                <a:cs typeface="Verdana" pitchFamily="34" charset="-120"/>
              </a:rPr>
              <a:t> </a:t>
            </a:r>
            <a:endParaRPr lang="en-US" sz="900" b="1"/>
          </a:p>
        </p:txBody>
      </p:sp>
    </p:spTree>
    <p:extLst>
      <p:ext uri="{BB962C8B-B14F-4D97-AF65-F5344CB8AC3E}">
        <p14:creationId xmlns:p14="http://schemas.microsoft.com/office/powerpoint/2010/main" val="13902299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393FBD-5FBB-8945-831C-7603BAC3A523}"/>
            </a:ext>
          </a:extLst>
        </p:cNvPr>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CCE9CE4B-4381-150A-AA0D-94B48F8613FA}"/>
              </a:ext>
            </a:extLst>
          </p:cNvPr>
          <p:cNvCxnSpPr/>
          <p:nvPr/>
        </p:nvCxnSpPr>
        <p:spPr bwMode="auto">
          <a:xfrm>
            <a:off x="201080" y="6438376"/>
            <a:ext cx="11585448" cy="0"/>
          </a:xfrm>
          <a:prstGeom prst="line">
            <a:avLst/>
          </a:prstGeom>
          <a:solidFill>
            <a:srgbClr val="FFFFFF"/>
          </a:solidFill>
          <a:ln w="19050" cap="flat" cmpd="sng" algn="ctr">
            <a:no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aphicFrame>
        <p:nvGraphicFramePr>
          <p:cNvPr id="22" name="Table 21">
            <a:extLst>
              <a:ext uri="{FF2B5EF4-FFF2-40B4-BE49-F238E27FC236}">
                <a16:creationId xmlns:a16="http://schemas.microsoft.com/office/drawing/2014/main" id="{507D233B-4743-9BAD-F319-B1912588CA75}"/>
              </a:ext>
            </a:extLst>
          </p:cNvPr>
          <p:cNvGraphicFramePr>
            <a:graphicFrameLocks noGrp="1"/>
          </p:cNvGraphicFramePr>
          <p:nvPr>
            <p:extLst>
              <p:ext uri="{D42A27DB-BD31-4B8C-83A1-F6EECF244321}">
                <p14:modId xmlns:p14="http://schemas.microsoft.com/office/powerpoint/2010/main" val="290472074"/>
              </p:ext>
            </p:extLst>
          </p:nvPr>
        </p:nvGraphicFramePr>
        <p:xfrm>
          <a:off x="1693486" y="1005840"/>
          <a:ext cx="10193056" cy="2681672"/>
        </p:xfrm>
        <a:graphic>
          <a:graphicData uri="http://schemas.openxmlformats.org/drawingml/2006/table">
            <a:tbl>
              <a:tblPr firstRow="1" bandRow="1">
                <a:tableStyleId>{5FD0F851-EC5A-4D38-B0AD-8093EC10F338}</a:tableStyleId>
              </a:tblPr>
              <a:tblGrid>
                <a:gridCol w="5108006">
                  <a:extLst>
                    <a:ext uri="{9D8B030D-6E8A-4147-A177-3AD203B41FA5}">
                      <a16:colId xmlns:a16="http://schemas.microsoft.com/office/drawing/2014/main" val="2206148574"/>
                    </a:ext>
                  </a:extLst>
                </a:gridCol>
                <a:gridCol w="5085050">
                  <a:extLst>
                    <a:ext uri="{9D8B030D-6E8A-4147-A177-3AD203B41FA5}">
                      <a16:colId xmlns:a16="http://schemas.microsoft.com/office/drawing/2014/main" val="286725050"/>
                    </a:ext>
                  </a:extLst>
                </a:gridCol>
              </a:tblGrid>
              <a:tr h="864920">
                <a:tc>
                  <a:txBody>
                    <a:bodyPr/>
                    <a:lstStyle/>
                    <a:p>
                      <a:pPr marL="174625" marR="0" lvl="0" indent="-174625" algn="just" rtl="0" eaLnBrk="1" fontAlgn="auto" latinLnBrk="0" hangingPunct="1">
                        <a:lnSpc>
                          <a:spcPct val="100000"/>
                        </a:lnSpc>
                        <a:spcBef>
                          <a:spcPts val="0"/>
                        </a:spcBef>
                        <a:spcAft>
                          <a:spcPts val="0"/>
                        </a:spcAft>
                        <a:buClrTx/>
                        <a:buSzTx/>
                        <a:buAutoNum type="alphaUcPeriod"/>
                      </a:pPr>
                      <a:r>
                        <a:rPr lang="en-US" sz="900" b="1" i="0" u="none" strike="noStrike" kern="1200" noProof="0">
                          <a:solidFill>
                            <a:srgbClr val="000000"/>
                          </a:solidFill>
                          <a:effectLst/>
                          <a:latin typeface="Verdana"/>
                          <a:ea typeface="Verdana"/>
                          <a:cs typeface="Calibri"/>
                        </a:rPr>
                        <a:t>Oversight in Cloud Hosting Outsourcing Arrangements</a:t>
                      </a:r>
                      <a:r>
                        <a:rPr lang="en-US" sz="900" b="1" kern="1200" noProof="0">
                          <a:solidFill>
                            <a:prstClr val="black"/>
                          </a:solidFill>
                          <a:latin typeface="Verdana"/>
                          <a:ea typeface="Verdana"/>
                          <a:cs typeface="+mn-cs"/>
                        </a:rPr>
                        <a:t> </a:t>
                      </a:r>
                      <a:r>
                        <a:rPr lang="en-US" sz="900" b="0" i="1" kern="1200">
                          <a:solidFill>
                            <a:prstClr val="black"/>
                          </a:solidFill>
                          <a:latin typeface="Verdana"/>
                          <a:ea typeface="Verdana"/>
                          <a:cs typeface="+mn-cs"/>
                        </a:rPr>
                        <a:t>[E</a:t>
                      </a:r>
                      <a:r>
                        <a:rPr lang="en-US" sz="900" b="0" i="1" kern="1200" noProof="0">
                          <a:solidFill>
                            <a:prstClr val="black"/>
                          </a:solidFill>
                          <a:latin typeface="Verdana"/>
                          <a:ea typeface="Verdana"/>
                          <a:cs typeface="+mn-cs"/>
                        </a:rPr>
                        <a:t>CD/ICD: 30/04/2026</a:t>
                      </a:r>
                      <a:r>
                        <a:rPr lang="en-US" sz="900" b="0" i="1" kern="1200">
                          <a:solidFill>
                            <a:prstClr val="black"/>
                          </a:solidFill>
                          <a:latin typeface="Verdana"/>
                          <a:ea typeface="Verdana"/>
                          <a:cs typeface="+mn-cs"/>
                        </a:rPr>
                        <a:t>] </a:t>
                      </a:r>
                    </a:p>
                    <a:p>
                      <a:pPr lvl="0" algn="just">
                        <a:lnSpc>
                          <a:spcPct val="100000"/>
                        </a:lnSpc>
                        <a:spcBef>
                          <a:spcPts val="0"/>
                        </a:spcBef>
                        <a:spcAft>
                          <a:spcPts val="0"/>
                        </a:spcAft>
                        <a:buNone/>
                      </a:pPr>
                      <a:r>
                        <a:rPr lang="en-US" sz="900" b="0" i="0" u="none" strike="noStrike" kern="1200" noProof="0">
                          <a:solidFill>
                            <a:srgbClr val="000000"/>
                          </a:solidFill>
                          <a:latin typeface="Verdana"/>
                          <a:ea typeface="Verdana"/>
                          <a:cs typeface="+mn-cs"/>
                        </a:rPr>
                        <a:t>RAKINSURANCE migrated its critical infrastructure to AWS UAE Cloud without obtaining CBUAE’s non-objection approval and completing outsourcing and materiality assessments potentially exposing the organization to regulatory non-compliance. </a:t>
                      </a:r>
                      <a:endParaRPr lang="en-US" sz="900" b="0" i="0" u="none" strike="noStrike" kern="1200">
                        <a:solidFill>
                          <a:srgbClr val="000000"/>
                        </a:solidFill>
                        <a:latin typeface="Verdana"/>
                        <a:ea typeface="Verdana"/>
                        <a:cs typeface="+mn-cs"/>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just">
                        <a:lnSpc>
                          <a:spcPct val="100000"/>
                        </a:lnSpc>
                        <a:spcBef>
                          <a:spcPts val="0"/>
                        </a:spcBef>
                        <a:spcAft>
                          <a:spcPts val="0"/>
                        </a:spcAft>
                        <a:buNone/>
                      </a:pPr>
                      <a:endParaRPr lang="en-US" sz="900" b="0" i="0" u="none" strike="noStrike" kern="1200" noProof="0">
                        <a:solidFill>
                          <a:srgbClr val="000000"/>
                        </a:solidFill>
                        <a:effectLst/>
                        <a:latin typeface="Verdana"/>
                        <a:ea typeface="Verdana"/>
                        <a:cs typeface="Calibri"/>
                      </a:endParaRPr>
                    </a:p>
                    <a:p>
                      <a:pPr marL="0" marR="0" lvl="0" indent="0" algn="just">
                        <a:lnSpc>
                          <a:spcPct val="100000"/>
                        </a:lnSpc>
                        <a:spcBef>
                          <a:spcPts val="0"/>
                        </a:spcBef>
                        <a:spcAft>
                          <a:spcPts val="0"/>
                        </a:spcAft>
                        <a:buNone/>
                      </a:pPr>
                      <a:r>
                        <a:rPr lang="en-US" sz="900" b="0" i="0" u="none" strike="noStrike" kern="1200" noProof="0">
                          <a:solidFill>
                            <a:srgbClr val="000000"/>
                          </a:solidFill>
                          <a:latin typeface="Verdana"/>
                          <a:ea typeface="Verdana"/>
                          <a:cs typeface="+mn-cs"/>
                        </a:rPr>
                        <a:t>Outsourcing and materiality assessment documents have been prepared along with Group TPRM and Outsourcing teams. These documents are being reviewed with RAKNIC audit and compliance team before sending the NOC for CBUAE approval. </a:t>
                      </a:r>
                      <a:endParaRPr lang="en-US" sz="900" b="0" i="0" u="none" strike="noStrike" kern="1200" noProof="0">
                        <a:solidFill>
                          <a:srgbClr val="000000"/>
                        </a:solidFill>
                        <a:effectLst/>
                        <a:latin typeface="Verdana"/>
                        <a:ea typeface="Verdana"/>
                        <a:cs typeface="Calibri"/>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874795610"/>
                  </a:ext>
                </a:extLst>
              </a:tr>
              <a:tr h="797607">
                <a:tc>
                  <a:txBody>
                    <a:bodyPr/>
                    <a:lstStyle/>
                    <a:p>
                      <a:pPr marL="0" marR="0" lvl="0" indent="0" algn="just" rtl="0" eaLnBrk="1" fontAlgn="auto" latinLnBrk="0" hangingPunct="1">
                        <a:lnSpc>
                          <a:spcPct val="100000"/>
                        </a:lnSpc>
                        <a:spcBef>
                          <a:spcPts val="0"/>
                        </a:spcBef>
                        <a:spcAft>
                          <a:spcPts val="0"/>
                        </a:spcAft>
                        <a:buClrTx/>
                        <a:buSzTx/>
                        <a:buFont typeface="+mj-lt"/>
                        <a:buNone/>
                      </a:pPr>
                      <a:r>
                        <a:rPr lang="en-US" sz="900" b="1" kern="1200" noProof="0">
                          <a:solidFill>
                            <a:prstClr val="black"/>
                          </a:solidFill>
                          <a:latin typeface="Verdana"/>
                          <a:ea typeface="Verdana"/>
                          <a:cs typeface="+mn-cs"/>
                        </a:rPr>
                        <a:t>B. </a:t>
                      </a:r>
                      <a:r>
                        <a:rPr lang="en-US" sz="900" b="1" i="0" u="none" strike="noStrike" kern="1200" noProof="0">
                          <a:solidFill>
                            <a:srgbClr val="000000"/>
                          </a:solidFill>
                          <a:effectLst/>
                          <a:latin typeface="Verdana"/>
                          <a:ea typeface="Verdana"/>
                          <a:cs typeface="Calibri"/>
                        </a:rPr>
                        <a:t>Gaps in 3rd-Party Risk Management &amp; Subcontracting Controls </a:t>
                      </a:r>
                      <a:r>
                        <a:rPr lang="en-US" sz="900" b="0" i="1" u="none" strike="noStrike" kern="1200" noProof="0">
                          <a:solidFill>
                            <a:srgbClr val="000000"/>
                          </a:solidFill>
                          <a:effectLst/>
                          <a:latin typeface="Verdana"/>
                          <a:ea typeface="Verdana"/>
                          <a:cs typeface="Calibri"/>
                        </a:rPr>
                        <a:t>[ECD/ICD: Closed] </a:t>
                      </a:r>
                      <a:endParaRPr lang="en-US" sz="900" b="1" i="0" u="none" strike="noStrike" kern="1200" noProof="0">
                        <a:solidFill>
                          <a:srgbClr val="2D2926"/>
                        </a:solidFill>
                        <a:effectLst/>
                        <a:latin typeface="Verdana"/>
                        <a:ea typeface="Verdana"/>
                        <a:cs typeface="Calibri"/>
                      </a:endParaRPr>
                    </a:p>
                    <a:p>
                      <a:pPr marL="0" marR="0" lvl="0" indent="0" algn="just">
                        <a:lnSpc>
                          <a:spcPct val="100000"/>
                        </a:lnSpc>
                        <a:spcBef>
                          <a:spcPts val="0"/>
                        </a:spcBef>
                        <a:spcAft>
                          <a:spcPts val="0"/>
                        </a:spcAft>
                        <a:buNone/>
                      </a:pPr>
                      <a:r>
                        <a:rPr lang="en-US" sz="900" b="0" i="0" u="none" strike="noStrike" kern="1200" noProof="0">
                          <a:solidFill>
                            <a:srgbClr val="000000"/>
                          </a:solidFill>
                          <a:latin typeface="Verdana"/>
                          <a:ea typeface="Verdana"/>
                          <a:cs typeface="+mn-cs"/>
                        </a:rPr>
                        <a:t>Deficient outsourcing and third-party governance were noted, including misclassified materiality, unauthorized subcontracting, offshore operations without risk mitigation, and missing due-diligence controls, which may result in data exposure, and security risks.</a:t>
                      </a:r>
                      <a:endParaRPr lang="en-US" sz="900"/>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just">
                        <a:lnSpc>
                          <a:spcPct val="100000"/>
                        </a:lnSpc>
                        <a:spcBef>
                          <a:spcPts val="0"/>
                        </a:spcBef>
                        <a:spcAft>
                          <a:spcPts val="0"/>
                        </a:spcAft>
                        <a:buNone/>
                      </a:pPr>
                      <a:endParaRPr lang="en-US" sz="900" b="0" i="0" u="none" strike="noStrike" kern="1200" noProof="0">
                        <a:solidFill>
                          <a:srgbClr val="000000"/>
                        </a:solidFill>
                        <a:latin typeface="Verdana"/>
                        <a:ea typeface="Verdana"/>
                        <a:cs typeface="+mn-cs"/>
                      </a:endParaRPr>
                    </a:p>
                    <a:p>
                      <a:pPr lvl="0" algn="just">
                        <a:lnSpc>
                          <a:spcPct val="100000"/>
                        </a:lnSpc>
                        <a:spcBef>
                          <a:spcPts val="0"/>
                        </a:spcBef>
                        <a:spcAft>
                          <a:spcPts val="0"/>
                        </a:spcAft>
                        <a:buNone/>
                      </a:pPr>
                      <a:r>
                        <a:rPr lang="en-US" sz="900" b="0" i="0" u="none" strike="noStrike" kern="1200" noProof="0">
                          <a:solidFill>
                            <a:srgbClr val="000000"/>
                          </a:solidFill>
                          <a:latin typeface="Verdana"/>
                          <a:ea typeface="Verdana"/>
                          <a:cs typeface="+mn-cs"/>
                        </a:rPr>
                        <a:t>Management has completed governance and regulatory remediation, including contractual regularisation, strengthened data protection and oversight controls, updated outsourcing classification, and initiation of TPRAs for AWS and NetFence, with a CBUAE NOC request submitted for the material arrangement. </a:t>
                      </a: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947488491"/>
                  </a:ext>
                </a:extLst>
              </a:tr>
              <a:tr h="852872">
                <a:tc>
                  <a:txBody>
                    <a:bodyPr/>
                    <a:lstStyle/>
                    <a:p>
                      <a:pPr marL="0" marR="0" lvl="0" indent="0" algn="just" rtl="0" eaLnBrk="1" fontAlgn="auto" latinLnBrk="0" hangingPunct="1">
                        <a:lnSpc>
                          <a:spcPct val="100000"/>
                        </a:lnSpc>
                        <a:spcBef>
                          <a:spcPts val="0"/>
                        </a:spcBef>
                        <a:spcAft>
                          <a:spcPts val="0"/>
                        </a:spcAft>
                        <a:buClrTx/>
                        <a:buSzTx/>
                        <a:buFont typeface="+mj-lt"/>
                        <a:buNone/>
                      </a:pPr>
                      <a:r>
                        <a:rPr lang="en-US" sz="900" b="1" kern="100" dirty="0">
                          <a:solidFill>
                            <a:schemeClr val="tx1"/>
                          </a:solidFill>
                          <a:effectLst/>
                          <a:latin typeface="Verdana"/>
                          <a:ea typeface="Verdana"/>
                          <a:cs typeface="+mn-cs"/>
                        </a:rPr>
                        <a:t>C. </a:t>
                      </a:r>
                      <a:r>
                        <a:rPr lang="en-US" sz="900" b="0" i="0" u="none" strike="noStrike" kern="100" noProof="0" dirty="0">
                          <a:solidFill>
                            <a:schemeClr val="tx1"/>
                          </a:solidFill>
                          <a:effectLst/>
                        </a:rPr>
                        <a:t>- </a:t>
                      </a:r>
                      <a:r>
                        <a:rPr lang="en-US" sz="900" b="1" i="0" u="none" strike="noStrike" kern="1200" noProof="0" dirty="0">
                          <a:solidFill>
                            <a:srgbClr val="000000"/>
                          </a:solidFill>
                          <a:effectLst/>
                          <a:latin typeface="Verdana"/>
                          <a:ea typeface="Verdana"/>
                          <a:cs typeface="Calibri"/>
                        </a:rPr>
                        <a:t>Deficiencies in RAKINSURANCE’s AWS Security Posture </a:t>
                      </a:r>
                      <a:r>
                        <a:rPr lang="en-US" sz="900" b="0" i="1" u="none" strike="noStrike" kern="100" noProof="0" dirty="0">
                          <a:solidFill>
                            <a:srgbClr val="000000"/>
                          </a:solidFill>
                          <a:effectLst/>
                          <a:latin typeface="Verdana"/>
                          <a:ea typeface="Verdana"/>
                        </a:rPr>
                        <a:t>[ECD/ICD: 31/08/2026] </a:t>
                      </a:r>
                      <a:endParaRPr lang="en-US" sz="900" b="1" kern="100" dirty="0">
                        <a:solidFill>
                          <a:schemeClr val="tx1"/>
                        </a:solidFill>
                        <a:effectLst/>
                        <a:latin typeface="Verdana"/>
                        <a:ea typeface="Verdana"/>
                        <a:cs typeface="+mn-cs"/>
                      </a:endParaRPr>
                    </a:p>
                    <a:p>
                      <a:pPr marL="0" marR="0" lvl="0" indent="0" algn="just">
                        <a:lnSpc>
                          <a:spcPct val="100000"/>
                        </a:lnSpc>
                        <a:spcBef>
                          <a:spcPts val="0"/>
                        </a:spcBef>
                        <a:spcAft>
                          <a:spcPts val="0"/>
                        </a:spcAft>
                        <a:buNone/>
                      </a:pPr>
                      <a:r>
                        <a:rPr lang="en-US" sz="900" b="0" i="0" u="none" strike="noStrike" kern="100" noProof="0" dirty="0">
                          <a:solidFill>
                            <a:srgbClr val="000000"/>
                          </a:solidFill>
                          <a:effectLst/>
                          <a:latin typeface="Verdana"/>
                          <a:ea typeface="Verdana"/>
                          <a:cs typeface="+mn-cs"/>
                        </a:rPr>
                        <a:t>Cloud security controls require enhancement, as current misconfigurations have resulted in weak encryption practices, overly permissive storage access, bypass of privileged‑access safeguards, and other configuration gaps.</a:t>
                      </a:r>
                      <a:endParaRPr lang="en-US" sz="900" dirty="0"/>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just">
                        <a:lnSpc>
                          <a:spcPct val="100000"/>
                        </a:lnSpc>
                        <a:spcBef>
                          <a:spcPts val="0"/>
                        </a:spcBef>
                        <a:spcAft>
                          <a:spcPts val="0"/>
                        </a:spcAft>
                        <a:buNone/>
                      </a:pPr>
                      <a:endParaRPr lang="en-US" sz="900" b="0" i="0" u="none" strike="noStrike" kern="1200" noProof="0" dirty="0">
                        <a:solidFill>
                          <a:srgbClr val="000000"/>
                        </a:solidFill>
                        <a:latin typeface="Verdana"/>
                        <a:ea typeface="Verdana"/>
                        <a:cs typeface="+mn-cs"/>
                      </a:endParaRPr>
                    </a:p>
                    <a:p>
                      <a:pPr lvl="0" algn="just">
                        <a:lnSpc>
                          <a:spcPct val="100000"/>
                        </a:lnSpc>
                        <a:spcBef>
                          <a:spcPts val="0"/>
                        </a:spcBef>
                        <a:spcAft>
                          <a:spcPts val="0"/>
                        </a:spcAft>
                        <a:buNone/>
                      </a:pPr>
                      <a:r>
                        <a:rPr lang="en-US" sz="900" b="0" i="0" u="none" strike="noStrike" kern="1200" noProof="0" dirty="0">
                          <a:solidFill>
                            <a:srgbClr val="000000"/>
                          </a:solidFill>
                          <a:latin typeface="Verdana"/>
                          <a:ea typeface="Verdana"/>
                          <a:cs typeface="+mn-cs"/>
                        </a:rPr>
                        <a:t>Key AWS cloud security control gaps have been addressed; remediation efforts are ongoing to further protect sensitive healthcare data through customer‑managed encryption and enforce controlled administrative access.</a:t>
                      </a: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280784780"/>
                  </a:ext>
                </a:extLst>
              </a:tr>
            </a:tbl>
          </a:graphicData>
        </a:graphic>
      </p:graphicFrame>
      <p:sp>
        <p:nvSpPr>
          <p:cNvPr id="23" name="Rectangle: Rounded Corners 22">
            <a:extLst>
              <a:ext uri="{FF2B5EF4-FFF2-40B4-BE49-F238E27FC236}">
                <a16:creationId xmlns:a16="http://schemas.microsoft.com/office/drawing/2014/main" id="{4D498771-C326-0017-9DE9-7BF9BFBA2998}"/>
              </a:ext>
            </a:extLst>
          </p:cNvPr>
          <p:cNvSpPr/>
          <p:nvPr/>
        </p:nvSpPr>
        <p:spPr bwMode="auto">
          <a:xfrm>
            <a:off x="309218" y="978927"/>
            <a:ext cx="1353813" cy="2711118"/>
          </a:xfrm>
          <a:prstGeom prst="roundRect">
            <a:avLst/>
          </a:prstGeom>
          <a:solidFill>
            <a:schemeClr val="bg1">
              <a:alpha val="50000"/>
            </a:schemeClr>
          </a:solidFill>
          <a:ln>
            <a:solidFill>
              <a:schemeClr val="tx1"/>
            </a:solidFill>
          </a:ln>
        </p:spPr>
        <p:style>
          <a:lnRef idx="0">
            <a:scrgbClr r="0" g="0" b="0"/>
          </a:lnRef>
          <a:fillRef idx="0">
            <a:scrgbClr r="0" g="0" b="0"/>
          </a:fillRef>
          <a:effectRef idx="0">
            <a:scrgbClr r="0" g="0" b="0"/>
          </a:effectRef>
          <a:fontRef idx="minor">
            <a:schemeClr val="lt1"/>
          </a:fontRef>
        </p:style>
        <p:txBody>
          <a:bodyPr vert="horz" wrap="square" lIns="91440" tIns="45720" rIns="91440" bIns="45720" numCol="1" rtlCol="0"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prstClr val="black"/>
                </a:solidFill>
                <a:effectLst/>
                <a:uLnTx/>
                <a:uFillTx/>
                <a:latin typeface="Verdana"/>
                <a:ea typeface="Verdana"/>
              </a:rPr>
              <a:t>RAKINSURANCE ADHICS Compliance</a:t>
            </a:r>
            <a:endParaRPr lang="en-US" sz="800" b="1" i="0" u="none" strike="noStrike" kern="1200" cap="none" spc="0" normalizeH="0" baseline="0" noProof="0">
              <a:ln>
                <a:noFill/>
              </a:ln>
              <a:solidFill>
                <a:prstClr val="black"/>
              </a:solidFill>
              <a:effectLst/>
              <a:uLnTx/>
              <a:uFillTx/>
              <a:latin typeface="Verdana"/>
              <a:ea typeface="Verdana"/>
            </a:endParaRPr>
          </a:p>
        </p:txBody>
      </p:sp>
      <p:sp>
        <p:nvSpPr>
          <p:cNvPr id="26" name="Slide Number Placeholder 1">
            <a:extLst>
              <a:ext uri="{FF2B5EF4-FFF2-40B4-BE49-F238E27FC236}">
                <a16:creationId xmlns:a16="http://schemas.microsoft.com/office/drawing/2014/main" id="{9CFC9236-0D2E-97BE-96BC-ADFCBF1FE371}"/>
              </a:ext>
            </a:extLst>
          </p:cNvPr>
          <p:cNvSpPr txBox="1">
            <a:spLocks/>
          </p:cNvSpPr>
          <p:nvPr/>
        </p:nvSpPr>
        <p:spPr>
          <a:xfrm>
            <a:off x="11582400" y="6620636"/>
            <a:ext cx="914400" cy="233749"/>
          </a:xfrm>
          <a:prstGeom prst="rect">
            <a:avLst/>
          </a:prstGeom>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fld id="{6516E9BE-843C-4425-80E4-36155279AD5E}" type="slidenum">
              <a:rPr kumimoji="0" lang="en-US" sz="900" b="1" i="0" u="none" strike="noStrike" kern="1200" cap="none" spc="0" normalizeH="0" baseline="0" noProof="0" smtClean="0">
                <a:ln>
                  <a:noFill/>
                </a:ln>
                <a:solidFill>
                  <a:srgbClr val="2D2926"/>
                </a:solidFill>
                <a:effectLst/>
                <a:uLnTx/>
                <a:uFillTx/>
                <a:latin typeface="Verdana" panose="020B0604030504040204" pitchFamily="34" charset="0"/>
                <a:ea typeface="Verdana" panose="020B0604030504040204" pitchFamily="34" charset="0"/>
                <a:cs typeface="Arial" charset="0"/>
              </a:rPr>
              <a:pPr marL="0" marR="0" lvl="0" indent="0" algn="ctr" defTabSz="914400" rtl="0" eaLnBrk="1" fontAlgn="base" latinLnBrk="0" hangingPunct="1">
                <a:lnSpc>
                  <a:spcPct val="100000"/>
                </a:lnSpc>
                <a:spcBef>
                  <a:spcPct val="0"/>
                </a:spcBef>
                <a:spcAft>
                  <a:spcPct val="0"/>
                </a:spcAft>
                <a:buClrTx/>
                <a:buSzTx/>
                <a:buFontTx/>
                <a:buNone/>
                <a:tabLst/>
                <a:defRPr/>
              </a:pPr>
              <a:t>10</a:t>
            </a:fld>
            <a:endParaRPr kumimoji="0" lang="en-US" sz="900" b="1" i="0" u="none" strike="noStrike" kern="1200" cap="none" spc="0" normalizeH="0" baseline="0" noProof="0">
              <a:ln>
                <a:noFill/>
              </a:ln>
              <a:solidFill>
                <a:srgbClr val="2D2926"/>
              </a:solidFill>
              <a:effectLst/>
              <a:uLnTx/>
              <a:uFillTx/>
              <a:latin typeface="Verdana" panose="020B0604030504040204" pitchFamily="34" charset="0"/>
              <a:ea typeface="Verdana" panose="020B0604030504040204" pitchFamily="34" charset="0"/>
              <a:cs typeface="Arial" charset="0"/>
            </a:endParaRPr>
          </a:p>
        </p:txBody>
      </p:sp>
      <p:sp>
        <p:nvSpPr>
          <p:cNvPr id="30" name="TextBox 29">
            <a:extLst>
              <a:ext uri="{FF2B5EF4-FFF2-40B4-BE49-F238E27FC236}">
                <a16:creationId xmlns:a16="http://schemas.microsoft.com/office/drawing/2014/main" id="{6A7AA2BA-8087-F018-8121-853ECA0555C5}"/>
              </a:ext>
            </a:extLst>
          </p:cNvPr>
          <p:cNvSpPr txBox="1"/>
          <p:nvPr/>
        </p:nvSpPr>
        <p:spPr>
          <a:xfrm>
            <a:off x="466389" y="3217273"/>
            <a:ext cx="1071584" cy="461665"/>
          </a:xfrm>
          <a:prstGeom prst="rect">
            <a:avLst/>
          </a:prstGeom>
          <a:noFill/>
        </p:spPr>
        <p:txBody>
          <a:bodyPr wrap="square" rtlCol="0" anchor="t">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panose="020F0502020204030204" pitchFamily="34" charset="0"/>
                <a:ea typeface="+mn-ea"/>
                <a:cs typeface="Arial" charset="0"/>
              </a:rPr>
              <a:t>Re</a:t>
            </a:r>
            <a:r>
              <a:rPr lang="en-US" sz="800" dirty="0">
                <a:solidFill>
                  <a:prstClr val="black"/>
                </a:solidFill>
                <a:latin typeface="Calibri" panose="020F0502020204030204" pitchFamily="34" charset="0"/>
              </a:rPr>
              <a:t>fer to Annex 8.20 for Status Update on Management Actions</a:t>
            </a:r>
            <a:endParaRPr kumimoji="0" lang="en-US" sz="800" b="0" i="0" u="none" strike="noStrike" kern="1200" cap="none" spc="0" normalizeH="0" baseline="0" noProof="0" dirty="0">
              <a:ln>
                <a:noFill/>
              </a:ln>
              <a:solidFill>
                <a:prstClr val="black"/>
              </a:solidFill>
              <a:effectLst/>
              <a:uLnTx/>
              <a:uFillTx/>
              <a:latin typeface="Calibri" panose="020F0502020204030204" pitchFamily="34" charset="0"/>
              <a:ea typeface="+mn-ea"/>
              <a:cs typeface="Arial" charset="0"/>
            </a:endParaRPr>
          </a:p>
        </p:txBody>
      </p:sp>
      <p:sp>
        <p:nvSpPr>
          <p:cNvPr id="31" name="Title 1">
            <a:extLst>
              <a:ext uri="{FF2B5EF4-FFF2-40B4-BE49-F238E27FC236}">
                <a16:creationId xmlns:a16="http://schemas.microsoft.com/office/drawing/2014/main" id="{58542BFE-2555-4D49-FD1C-E97BE14B1C9A}"/>
              </a:ext>
            </a:extLst>
          </p:cNvPr>
          <p:cNvSpPr txBox="1">
            <a:spLocks/>
          </p:cNvSpPr>
          <p:nvPr/>
        </p:nvSpPr>
        <p:spPr>
          <a:xfrm>
            <a:off x="0" y="0"/>
            <a:ext cx="12192000" cy="609826"/>
          </a:xfrm>
          <a:prstGeom prst="rect">
            <a:avLst/>
          </a:prstGeom>
        </p:spPr>
        <p:txBody>
          <a:bodyPr anchor="ctr">
            <a:normAutofit/>
          </a:bodyPr>
          <a:lstStyle>
            <a:lvl1pPr algn="l" rtl="0" eaLnBrk="1" fontAlgn="base" hangingPunct="1">
              <a:spcBef>
                <a:spcPct val="0"/>
              </a:spcBef>
              <a:spcAft>
                <a:spcPct val="0"/>
              </a:spcAft>
              <a:defRPr sz="1200" b="0">
                <a:solidFill>
                  <a:schemeClr val="bg1"/>
                </a:solidFill>
                <a:latin typeface="+mj-lt"/>
                <a:ea typeface="+mj-ea"/>
                <a:cs typeface="+mj-cs"/>
              </a:defRPr>
            </a:lvl1pPr>
            <a:lvl2pPr algn="ctr" rtl="0" eaLnBrk="1" fontAlgn="base" hangingPunct="1">
              <a:spcBef>
                <a:spcPct val="0"/>
              </a:spcBef>
              <a:spcAft>
                <a:spcPct val="0"/>
              </a:spcAft>
              <a:defRPr sz="2400" b="1">
                <a:solidFill>
                  <a:schemeClr val="bg1"/>
                </a:solidFill>
                <a:latin typeface="Verdana" pitchFamily="34" charset="0"/>
                <a:cs typeface="Times New Roman" pitchFamily="18" charset="0"/>
              </a:defRPr>
            </a:lvl2pPr>
            <a:lvl3pPr algn="ctr" rtl="0" eaLnBrk="1" fontAlgn="base" hangingPunct="1">
              <a:spcBef>
                <a:spcPct val="0"/>
              </a:spcBef>
              <a:spcAft>
                <a:spcPct val="0"/>
              </a:spcAft>
              <a:defRPr sz="2400" b="1">
                <a:solidFill>
                  <a:schemeClr val="bg1"/>
                </a:solidFill>
                <a:latin typeface="Verdana" pitchFamily="34" charset="0"/>
                <a:cs typeface="Times New Roman" pitchFamily="18" charset="0"/>
              </a:defRPr>
            </a:lvl3pPr>
            <a:lvl4pPr algn="ctr" rtl="0" eaLnBrk="1" fontAlgn="base" hangingPunct="1">
              <a:spcBef>
                <a:spcPct val="0"/>
              </a:spcBef>
              <a:spcAft>
                <a:spcPct val="0"/>
              </a:spcAft>
              <a:defRPr sz="2400" b="1">
                <a:solidFill>
                  <a:schemeClr val="bg1"/>
                </a:solidFill>
                <a:latin typeface="Verdana" pitchFamily="34" charset="0"/>
                <a:cs typeface="Times New Roman" pitchFamily="18" charset="0"/>
              </a:defRPr>
            </a:lvl4pPr>
            <a:lvl5pPr algn="ctr" rtl="0" eaLnBrk="1" fontAlgn="base" hangingPunct="1">
              <a:spcBef>
                <a:spcPct val="0"/>
              </a:spcBef>
              <a:spcAft>
                <a:spcPct val="0"/>
              </a:spcAft>
              <a:defRPr sz="2400" b="1">
                <a:solidFill>
                  <a:schemeClr val="bg1"/>
                </a:solidFill>
                <a:latin typeface="Verdana" pitchFamily="34" charset="0"/>
                <a:cs typeface="Times New Roman" pitchFamily="18" charset="0"/>
              </a:defRPr>
            </a:lvl5pPr>
            <a:lvl6pPr marL="342900" algn="ctr" rtl="0" eaLnBrk="1" fontAlgn="base" hangingPunct="1">
              <a:spcBef>
                <a:spcPct val="0"/>
              </a:spcBef>
              <a:spcAft>
                <a:spcPct val="0"/>
              </a:spcAft>
              <a:defRPr sz="2400" b="1">
                <a:solidFill>
                  <a:schemeClr val="bg1"/>
                </a:solidFill>
                <a:latin typeface="Verdana" pitchFamily="34" charset="0"/>
                <a:cs typeface="Times New Roman" pitchFamily="18" charset="0"/>
              </a:defRPr>
            </a:lvl6pPr>
            <a:lvl7pPr marL="685800" algn="ctr" rtl="0" eaLnBrk="1" fontAlgn="base" hangingPunct="1">
              <a:spcBef>
                <a:spcPct val="0"/>
              </a:spcBef>
              <a:spcAft>
                <a:spcPct val="0"/>
              </a:spcAft>
              <a:defRPr sz="2400" b="1">
                <a:solidFill>
                  <a:schemeClr val="bg1"/>
                </a:solidFill>
                <a:latin typeface="Verdana" pitchFamily="34" charset="0"/>
                <a:cs typeface="Times New Roman" pitchFamily="18" charset="0"/>
              </a:defRPr>
            </a:lvl7pPr>
            <a:lvl8pPr marL="1028700" algn="ctr" rtl="0" eaLnBrk="1" fontAlgn="base" hangingPunct="1">
              <a:spcBef>
                <a:spcPct val="0"/>
              </a:spcBef>
              <a:spcAft>
                <a:spcPct val="0"/>
              </a:spcAft>
              <a:defRPr sz="2400" b="1">
                <a:solidFill>
                  <a:schemeClr val="bg1"/>
                </a:solidFill>
                <a:latin typeface="Verdana" pitchFamily="34" charset="0"/>
                <a:cs typeface="Times New Roman" pitchFamily="18" charset="0"/>
              </a:defRPr>
            </a:lvl8pPr>
            <a:lvl9pPr marL="1371600" algn="ctr" rtl="0" eaLnBrk="1" fontAlgn="base" hangingPunct="1">
              <a:spcBef>
                <a:spcPct val="0"/>
              </a:spcBef>
              <a:spcAft>
                <a:spcPct val="0"/>
              </a:spcAft>
              <a:defRPr sz="2400" b="1">
                <a:solidFill>
                  <a:schemeClr val="bg1"/>
                </a:solidFill>
                <a:latin typeface="Verdana" pitchFamily="34" charset="0"/>
                <a:cs typeface="Times New Roman"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Verdana" panose="020B0604030504040204" pitchFamily="34" charset="0"/>
              </a:rPr>
              <a:t>  Summary of Key High Risk Findings </a:t>
            </a:r>
            <a:r>
              <a:rPr kumimoji="0" lang="en-US" sz="1200" b="0" i="0" u="none" strike="noStrike" kern="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Verdana" panose="020B0604030504040204" pitchFamily="34" charset="0"/>
              </a:rPr>
              <a:t>(Audit Reports Issued Post BAC # 1 ~ 27</a:t>
            </a:r>
            <a:r>
              <a:rPr kumimoji="0" lang="en-US" sz="1200" b="0" i="0" u="none" strike="noStrike" kern="0" cap="none" spc="0" normalizeH="0" baseline="30000" noProof="0">
                <a:ln>
                  <a:noFill/>
                </a:ln>
                <a:solidFill>
                  <a:prstClr val="white"/>
                </a:solidFill>
                <a:effectLst/>
                <a:uLnTx/>
                <a:uFillTx/>
                <a:latin typeface="Verdana" panose="020B0604030504040204" pitchFamily="34" charset="0"/>
                <a:ea typeface="Verdana" panose="020B0604030504040204" pitchFamily="34" charset="0"/>
                <a:cs typeface="Verdana" panose="020B0604030504040204" pitchFamily="34" charset="0"/>
              </a:rPr>
              <a:t>th</a:t>
            </a:r>
            <a:r>
              <a:rPr kumimoji="0" lang="en-US" sz="1200" b="0" i="0" u="none" strike="noStrike" kern="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Verdana" panose="020B0604030504040204" pitchFamily="34" charset="0"/>
              </a:rPr>
              <a:t> January 2026</a:t>
            </a:r>
            <a:r>
              <a:rPr lang="en-US" kern="0">
                <a:solidFill>
                  <a:prstClr val="white"/>
                </a:solidFill>
                <a:latin typeface="Verdana" panose="020B0604030504040204" pitchFamily="34" charset="0"/>
                <a:ea typeface="Verdana" panose="020B0604030504040204" pitchFamily="34" charset="0"/>
                <a:cs typeface="Verdana" panose="020B0604030504040204" pitchFamily="34" charset="0"/>
              </a:rPr>
              <a:t>)</a:t>
            </a:r>
            <a:r>
              <a:rPr kumimoji="0" lang="en-US" sz="2000" b="0" i="0" u="none" strike="noStrike" kern="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Verdana" panose="020B0604030504040204" pitchFamily="34" charset="0"/>
              </a:rPr>
              <a:t>	</a:t>
            </a:r>
            <a:endParaRPr kumimoji="0" lang="en-GB" sz="2000" b="0" i="0" u="none" strike="noStrike" kern="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graphicFrame>
        <p:nvGraphicFramePr>
          <p:cNvPr id="5" name="Table 11">
            <a:extLst>
              <a:ext uri="{FF2B5EF4-FFF2-40B4-BE49-F238E27FC236}">
                <a16:creationId xmlns:a16="http://schemas.microsoft.com/office/drawing/2014/main" id="{ABFCA779-7208-3309-6AF8-5F15CE2252DC}"/>
              </a:ext>
            </a:extLst>
          </p:cNvPr>
          <p:cNvGraphicFramePr>
            <a:graphicFrameLocks noGrp="1"/>
          </p:cNvGraphicFramePr>
          <p:nvPr>
            <p:extLst>
              <p:ext uri="{D42A27DB-BD31-4B8C-83A1-F6EECF244321}">
                <p14:modId xmlns:p14="http://schemas.microsoft.com/office/powerpoint/2010/main" val="1114274401"/>
              </p:ext>
            </p:extLst>
          </p:nvPr>
        </p:nvGraphicFramePr>
        <p:xfrm>
          <a:off x="313685" y="662646"/>
          <a:ext cx="11585449" cy="259079"/>
        </p:xfrm>
        <a:graphic>
          <a:graphicData uri="http://schemas.openxmlformats.org/drawingml/2006/table">
            <a:tbl>
              <a:tblPr firstRow="1" bandRow="1">
                <a:tableStyleId>{912C8C85-51F0-491E-9774-3900AFEF0FD7}</a:tableStyleId>
              </a:tblPr>
              <a:tblGrid>
                <a:gridCol w="1362715">
                  <a:extLst>
                    <a:ext uri="{9D8B030D-6E8A-4147-A177-3AD203B41FA5}">
                      <a16:colId xmlns:a16="http://schemas.microsoft.com/office/drawing/2014/main" val="3054692262"/>
                    </a:ext>
                  </a:extLst>
                </a:gridCol>
                <a:gridCol w="5105400">
                  <a:extLst>
                    <a:ext uri="{9D8B030D-6E8A-4147-A177-3AD203B41FA5}">
                      <a16:colId xmlns:a16="http://schemas.microsoft.com/office/drawing/2014/main" val="4213541141"/>
                    </a:ext>
                  </a:extLst>
                </a:gridCol>
                <a:gridCol w="5117334">
                  <a:extLst>
                    <a:ext uri="{9D8B030D-6E8A-4147-A177-3AD203B41FA5}">
                      <a16:colId xmlns:a16="http://schemas.microsoft.com/office/drawing/2014/main" val="3124718377"/>
                    </a:ext>
                  </a:extLst>
                </a:gridCol>
              </a:tblGrid>
              <a:tr h="259079">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1" kern="1200" noProof="0">
                          <a:solidFill>
                            <a:schemeClr val="bg1"/>
                          </a:solidFill>
                        </a:rPr>
                        <a:t>Audit Report</a:t>
                      </a:r>
                      <a:endParaRPr lang="en-US" sz="1100" b="1" kern="1200" noProof="0">
                        <a:solidFill>
                          <a:schemeClr val="bg1"/>
                        </a:solidFill>
                        <a:latin typeface="+mn-lt"/>
                        <a:ea typeface="Verdana"/>
                        <a:cs typeface="Verdana" panose="020B0604030504040204" pitchFamily="34" charset="0"/>
                      </a:endParaRPr>
                    </a:p>
                  </a:txBody>
                  <a:tcPr marL="36000" marR="36000" marT="0" marB="0" anchor="ctr">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1B4F8A"/>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b="1" kern="1200" noProof="0">
                          <a:solidFill>
                            <a:schemeClr val="bg1"/>
                          </a:solidFill>
                        </a:rPr>
                        <a:t>Key </a:t>
                      </a:r>
                      <a:r>
                        <a:rPr lang="en-US" sz="1200" b="1" kern="1200" noProof="0">
                          <a:solidFill>
                            <a:schemeClr val="bg1"/>
                          </a:solidFill>
                        </a:rPr>
                        <a:t>Findings and Risks</a:t>
                      </a:r>
                    </a:p>
                  </a:txBody>
                  <a:tcPr marL="91344" marR="91344" marT="0" marB="0" anchor="ctr">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1B4F8A"/>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kern="1200" noProof="0">
                          <a:solidFill>
                            <a:schemeClr val="bg1"/>
                          </a:solidFill>
                        </a:rPr>
                        <a:t>Action Plan/Status</a:t>
                      </a:r>
                    </a:p>
                  </a:txBody>
                  <a:tcPr marL="91344" marR="91344"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1B4F8A"/>
                    </a:solidFill>
                  </a:tcPr>
                </a:tc>
                <a:extLst>
                  <a:ext uri="{0D108BD9-81ED-4DB2-BD59-A6C34878D82A}">
                    <a16:rowId xmlns:a16="http://schemas.microsoft.com/office/drawing/2014/main" val="3954497292"/>
                  </a:ext>
                </a:extLst>
              </a:tr>
            </a:tbl>
          </a:graphicData>
        </a:graphic>
      </p:graphicFrame>
      <p:sp>
        <p:nvSpPr>
          <p:cNvPr id="12" name="TextBox 11">
            <a:extLst>
              <a:ext uri="{FF2B5EF4-FFF2-40B4-BE49-F238E27FC236}">
                <a16:creationId xmlns:a16="http://schemas.microsoft.com/office/drawing/2014/main" id="{F1471DB3-3F12-961A-BD40-5CC278B30A0A}"/>
              </a:ext>
            </a:extLst>
          </p:cNvPr>
          <p:cNvSpPr txBox="1"/>
          <p:nvPr/>
        </p:nvSpPr>
        <p:spPr>
          <a:xfrm>
            <a:off x="1223894" y="3124200"/>
            <a:ext cx="197205" cy="246221"/>
          </a:xfrm>
          <a:prstGeom prst="rect">
            <a:avLst/>
          </a:prstGeom>
          <a:noFill/>
        </p:spPr>
        <p:txBody>
          <a:bodyPr wrap="square"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E" sz="1000" b="0" i="0" u="none" strike="noStrike" kern="1200" cap="none" spc="0" normalizeH="0" baseline="0" noProof="0" err="1">
              <a:ln>
                <a:noFill/>
              </a:ln>
              <a:solidFill>
                <a:prstClr val="black"/>
              </a:solidFill>
              <a:effectLst/>
              <a:uLnTx/>
              <a:uFillTx/>
              <a:latin typeface="Calibri"/>
              <a:ea typeface="+mn-ea"/>
              <a:cs typeface="Arial" charset="0"/>
            </a:endParaRPr>
          </a:p>
        </p:txBody>
      </p:sp>
      <p:sp>
        <p:nvSpPr>
          <p:cNvPr id="19" name="Oval 18">
            <a:extLst>
              <a:ext uri="{FF2B5EF4-FFF2-40B4-BE49-F238E27FC236}">
                <a16:creationId xmlns:a16="http://schemas.microsoft.com/office/drawing/2014/main" id="{39190F58-1E35-83C6-D1CC-B5FF36D2A0FE}"/>
              </a:ext>
            </a:extLst>
          </p:cNvPr>
          <p:cNvSpPr/>
          <p:nvPr/>
        </p:nvSpPr>
        <p:spPr bwMode="auto">
          <a:xfrm>
            <a:off x="1286590" y="1093113"/>
            <a:ext cx="269017" cy="252000"/>
          </a:xfrm>
          <a:prstGeom prst="ellipse">
            <a:avLst/>
          </a:prstGeom>
          <a:solidFill>
            <a:srgbClr val="FFC000"/>
          </a:solidFill>
          <a:ln w="9525" cap="flat" cmpd="sng" algn="ctr">
            <a:solidFill>
              <a:schemeClr val="tx2"/>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8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Arial" charset="0"/>
              </a:rPr>
              <a:t>NSI</a:t>
            </a:r>
            <a:endParaRPr kumimoji="0" lang="en-AE" sz="8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Arial" charset="0"/>
            </a:endParaRPr>
          </a:p>
        </p:txBody>
      </p:sp>
      <p:sp>
        <p:nvSpPr>
          <p:cNvPr id="28" name="Rectangle 27">
            <a:extLst>
              <a:ext uri="{FF2B5EF4-FFF2-40B4-BE49-F238E27FC236}">
                <a16:creationId xmlns:a16="http://schemas.microsoft.com/office/drawing/2014/main" id="{33661D76-207D-9182-1AF4-30C5C9293BD9}"/>
              </a:ext>
            </a:extLst>
          </p:cNvPr>
          <p:cNvSpPr/>
          <p:nvPr/>
        </p:nvSpPr>
        <p:spPr bwMode="auto">
          <a:xfrm>
            <a:off x="11686580" y="3934090"/>
            <a:ext cx="195193" cy="176530"/>
          </a:xfrm>
          <a:prstGeom prst="rect">
            <a:avLst/>
          </a:prstGeom>
          <a:solidFill>
            <a:srgbClr val="FF0000"/>
          </a:solidFill>
          <a:ln w="9525" cap="flat" cmpd="sng" algn="ctr">
            <a:solidFill>
              <a:schemeClr val="tx2"/>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800" b="1"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Arial" charset="0"/>
              </a:rPr>
              <a:t>H</a:t>
            </a:r>
            <a:endParaRPr kumimoji="0" lang="en-AE" sz="800" b="1"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Arial" charset="0"/>
            </a:endParaRPr>
          </a:p>
        </p:txBody>
      </p:sp>
      <p:sp>
        <p:nvSpPr>
          <p:cNvPr id="29" name="TextBox 28">
            <a:extLst>
              <a:ext uri="{FF2B5EF4-FFF2-40B4-BE49-F238E27FC236}">
                <a16:creationId xmlns:a16="http://schemas.microsoft.com/office/drawing/2014/main" id="{04764390-55F0-3943-E877-072A4867E153}"/>
              </a:ext>
            </a:extLst>
          </p:cNvPr>
          <p:cNvSpPr txBox="1"/>
          <p:nvPr/>
        </p:nvSpPr>
        <p:spPr>
          <a:xfrm>
            <a:off x="201080" y="6414153"/>
            <a:ext cx="2390773" cy="200055"/>
          </a:xfrm>
          <a:prstGeom prst="rect">
            <a:avLst/>
          </a:prstGeom>
          <a:noFill/>
        </p:spPr>
        <p:txBody>
          <a:bodyPr wrap="square">
            <a:spAutoFit/>
          </a:bodyPr>
          <a:lstStyle/>
          <a:p>
            <a:pPr marL="0" marR="0" lvl="0" indent="0" algn="just" defTabSz="914400" rtl="0" eaLnBrk="1" fontAlgn="base" latinLnBrk="0" hangingPunct="1">
              <a:lnSpc>
                <a:spcPct val="100000"/>
              </a:lnSpc>
              <a:spcBef>
                <a:spcPct val="0"/>
              </a:spcBef>
              <a:spcAft>
                <a:spcPct val="0"/>
              </a:spcAft>
              <a:buClrTx/>
              <a:buSzTx/>
              <a:buFontTx/>
              <a:buNone/>
              <a:tabLst/>
              <a:defRPr/>
            </a:pPr>
            <a:r>
              <a:rPr kumimoji="0" lang="en-US" sz="700" b="0" i="0" u="none" strike="noStrike" kern="1200" cap="none" spc="0" normalizeH="0" baseline="0" noProof="0" dirty="0">
                <a:ln>
                  <a:noFill/>
                </a:ln>
                <a:solidFill>
                  <a:srgbClr val="252423"/>
                </a:solidFill>
                <a:effectLst/>
                <a:uLnTx/>
                <a:uFillTx/>
                <a:latin typeface="Verdana" panose="020B0604030504040204" pitchFamily="34" charset="0"/>
                <a:ea typeface="Verdana" panose="020B0604030504040204" pitchFamily="34" charset="0"/>
                <a:cs typeface="Arial" charset="0"/>
              </a:rPr>
              <a:t>  *ICD/ECD: Interim/Estimated Completion Date</a:t>
            </a:r>
            <a:endParaRPr kumimoji="0" lang="en-US" sz="700" b="0" i="0" u="none" strike="noStrike" kern="1200" cap="none" spc="0" normalizeH="0" baseline="0" noProof="0" dirty="0">
              <a:ln>
                <a:noFill/>
              </a:ln>
              <a:solidFill>
                <a:srgbClr val="2D2926"/>
              </a:solidFill>
              <a:effectLst/>
              <a:uLnTx/>
              <a:uFillTx/>
              <a:latin typeface="Verdana" panose="020B0604030504040204" pitchFamily="34" charset="0"/>
              <a:ea typeface="Verdana" panose="020B0604030504040204" pitchFamily="34" charset="0"/>
              <a:cs typeface="Arial" charset="0"/>
            </a:endParaRPr>
          </a:p>
        </p:txBody>
      </p:sp>
      <p:graphicFrame>
        <p:nvGraphicFramePr>
          <p:cNvPr id="2" name="Table 1">
            <a:extLst>
              <a:ext uri="{FF2B5EF4-FFF2-40B4-BE49-F238E27FC236}">
                <a16:creationId xmlns:a16="http://schemas.microsoft.com/office/drawing/2014/main" id="{BFD5726F-4A25-6E0A-BB54-C07FDC840090}"/>
              </a:ext>
            </a:extLst>
          </p:cNvPr>
          <p:cNvGraphicFramePr>
            <a:graphicFrameLocks noGrp="1"/>
          </p:cNvGraphicFramePr>
          <p:nvPr>
            <p:extLst>
              <p:ext uri="{D42A27DB-BD31-4B8C-83A1-F6EECF244321}">
                <p14:modId xmlns:p14="http://schemas.microsoft.com/office/powerpoint/2010/main" val="1123658891"/>
              </p:ext>
            </p:extLst>
          </p:nvPr>
        </p:nvGraphicFramePr>
        <p:xfrm>
          <a:off x="3209543" y="6578992"/>
          <a:ext cx="2761489" cy="198120"/>
        </p:xfrm>
        <a:graphic>
          <a:graphicData uri="http://schemas.openxmlformats.org/drawingml/2006/table">
            <a:tbl>
              <a:tblPr firstRow="1" bandRow="1">
                <a:tableStyleId>{5C22544A-7EE6-4342-B048-85BDC9FD1C3A}</a:tableStyleId>
              </a:tblPr>
              <a:tblGrid>
                <a:gridCol w="1554481">
                  <a:extLst>
                    <a:ext uri="{9D8B030D-6E8A-4147-A177-3AD203B41FA5}">
                      <a16:colId xmlns:a16="http://schemas.microsoft.com/office/drawing/2014/main" val="3386331004"/>
                    </a:ext>
                  </a:extLst>
                </a:gridCol>
                <a:gridCol w="1207008">
                  <a:extLst>
                    <a:ext uri="{9D8B030D-6E8A-4147-A177-3AD203B41FA5}">
                      <a16:colId xmlns:a16="http://schemas.microsoft.com/office/drawing/2014/main" val="235041252"/>
                    </a:ext>
                  </a:extLst>
                </a:gridCol>
              </a:tblGrid>
              <a:tr h="139103">
                <a:tc>
                  <a:txBody>
                    <a:bodyPr/>
                    <a:lstStyle/>
                    <a:p>
                      <a:pPr algn="ctr"/>
                      <a:r>
                        <a:rPr lang="en-AE" sz="700" b="1">
                          <a:solidFill>
                            <a:schemeClr val="tx1">
                              <a:lumMod val="90000"/>
                              <a:lumOff val="10000"/>
                            </a:schemeClr>
                          </a:solidFill>
                        </a:rPr>
                        <a:t>NSI : Needs Significant Improvement</a:t>
                      </a: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FC000"/>
                    </a:solidFill>
                  </a:tcPr>
                </a:tc>
                <a:tc>
                  <a:txBody>
                    <a:bodyPr/>
                    <a:lstStyle/>
                    <a:p>
                      <a:pPr marL="0" marR="0" lvl="0" indent="0" algn="ctr" defTabSz="685817" rtl="0" eaLnBrk="1" fontAlgn="auto" latinLnBrk="0" hangingPunct="1">
                        <a:lnSpc>
                          <a:spcPct val="100000"/>
                        </a:lnSpc>
                        <a:spcBef>
                          <a:spcPts val="0"/>
                        </a:spcBef>
                        <a:spcAft>
                          <a:spcPts val="0"/>
                        </a:spcAft>
                        <a:buClrTx/>
                        <a:buSzTx/>
                        <a:buFontTx/>
                        <a:buNone/>
                        <a:tabLst/>
                        <a:defRPr/>
                      </a:pPr>
                      <a:r>
                        <a:rPr lang="en-US" sz="700" b="1">
                          <a:solidFill>
                            <a:schemeClr val="tx1">
                              <a:lumMod val="90000"/>
                              <a:lumOff val="10000"/>
                            </a:schemeClr>
                          </a:solidFill>
                        </a:rPr>
                        <a:t>NI : Needs Improvement</a:t>
                      </a:r>
                      <a:endParaRPr lang="en-AE" sz="700" b="1">
                        <a:solidFill>
                          <a:schemeClr val="tx1">
                            <a:lumMod val="90000"/>
                            <a:lumOff val="10000"/>
                          </a:schemeClr>
                        </a:solidFill>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3433129447"/>
                  </a:ext>
                </a:extLst>
              </a:tr>
            </a:tbl>
          </a:graphicData>
        </a:graphic>
      </p:graphicFrame>
      <p:sp>
        <p:nvSpPr>
          <p:cNvPr id="11" name="Rectangle 10">
            <a:extLst>
              <a:ext uri="{FF2B5EF4-FFF2-40B4-BE49-F238E27FC236}">
                <a16:creationId xmlns:a16="http://schemas.microsoft.com/office/drawing/2014/main" id="{CE1D9CC9-2A23-B00A-DB52-E94ED5C9A2B8}"/>
              </a:ext>
            </a:extLst>
          </p:cNvPr>
          <p:cNvSpPr/>
          <p:nvPr/>
        </p:nvSpPr>
        <p:spPr bwMode="auto">
          <a:xfrm>
            <a:off x="11684566" y="4875327"/>
            <a:ext cx="197205" cy="132200"/>
          </a:xfrm>
          <a:prstGeom prst="rect">
            <a:avLst/>
          </a:prstGeom>
          <a:solidFill>
            <a:srgbClr val="FFC000"/>
          </a:solidFill>
          <a:ln w="9525" cap="flat" cmpd="sng" algn="ctr">
            <a:solidFill>
              <a:schemeClr val="tx2"/>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8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Arial" charset="0"/>
              </a:rPr>
              <a:t>M</a:t>
            </a:r>
            <a:endParaRPr kumimoji="0" lang="en-AE" sz="8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Arial" charset="0"/>
            </a:endParaRPr>
          </a:p>
        </p:txBody>
      </p:sp>
      <p:sp>
        <p:nvSpPr>
          <p:cNvPr id="14" name="Rectangle 13">
            <a:extLst>
              <a:ext uri="{FF2B5EF4-FFF2-40B4-BE49-F238E27FC236}">
                <a16:creationId xmlns:a16="http://schemas.microsoft.com/office/drawing/2014/main" id="{C58901AE-7875-7236-F1FB-965E0ABD9D8A}"/>
              </a:ext>
            </a:extLst>
          </p:cNvPr>
          <p:cNvSpPr/>
          <p:nvPr/>
        </p:nvSpPr>
        <p:spPr bwMode="auto">
          <a:xfrm>
            <a:off x="11684565" y="5673191"/>
            <a:ext cx="197205" cy="132200"/>
          </a:xfrm>
          <a:prstGeom prst="rect">
            <a:avLst/>
          </a:prstGeom>
          <a:solidFill>
            <a:srgbClr val="FFC000"/>
          </a:solidFill>
          <a:ln w="9525" cap="flat" cmpd="sng" algn="ctr">
            <a:solidFill>
              <a:schemeClr val="tx2"/>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8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Arial" charset="0"/>
              </a:rPr>
              <a:t>M</a:t>
            </a:r>
            <a:endParaRPr kumimoji="0" lang="en-AE" sz="8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Arial" charset="0"/>
            </a:endParaRPr>
          </a:p>
        </p:txBody>
      </p:sp>
      <p:graphicFrame>
        <p:nvGraphicFramePr>
          <p:cNvPr id="7" name="Table 6">
            <a:extLst>
              <a:ext uri="{FF2B5EF4-FFF2-40B4-BE49-F238E27FC236}">
                <a16:creationId xmlns:a16="http://schemas.microsoft.com/office/drawing/2014/main" id="{D40A302E-33A9-F672-C8E8-5089798ABACF}"/>
              </a:ext>
            </a:extLst>
          </p:cNvPr>
          <p:cNvGraphicFramePr>
            <a:graphicFrameLocks noGrp="1"/>
          </p:cNvGraphicFramePr>
          <p:nvPr>
            <p:extLst>
              <p:ext uri="{D42A27DB-BD31-4B8C-83A1-F6EECF244321}">
                <p14:modId xmlns:p14="http://schemas.microsoft.com/office/powerpoint/2010/main" val="397096841"/>
              </p:ext>
            </p:extLst>
          </p:nvPr>
        </p:nvGraphicFramePr>
        <p:xfrm>
          <a:off x="1687784" y="3931544"/>
          <a:ext cx="10191750" cy="2395005"/>
        </p:xfrm>
        <a:graphic>
          <a:graphicData uri="http://schemas.openxmlformats.org/drawingml/2006/table">
            <a:tbl>
              <a:tblPr firstRow="1" bandRow="1">
                <a:tableStyleId>{5C22544A-7EE6-4342-B048-85BDC9FD1C3A}</a:tableStyleId>
              </a:tblPr>
              <a:tblGrid>
                <a:gridCol w="5109891">
                  <a:extLst>
                    <a:ext uri="{9D8B030D-6E8A-4147-A177-3AD203B41FA5}">
                      <a16:colId xmlns:a16="http://schemas.microsoft.com/office/drawing/2014/main" val="2760501613"/>
                    </a:ext>
                  </a:extLst>
                </a:gridCol>
                <a:gridCol w="5081859">
                  <a:extLst>
                    <a:ext uri="{9D8B030D-6E8A-4147-A177-3AD203B41FA5}">
                      <a16:colId xmlns:a16="http://schemas.microsoft.com/office/drawing/2014/main" val="2926381906"/>
                    </a:ext>
                  </a:extLst>
                </a:gridCol>
              </a:tblGrid>
              <a:tr h="807694">
                <a:tc>
                  <a:txBody>
                    <a:bodyPr/>
                    <a:lstStyle/>
                    <a:p>
                      <a:pPr marL="0" lvl="0" indent="0" algn="just" fontAlgn="base">
                        <a:lnSpc>
                          <a:spcPts val="1050"/>
                        </a:lnSpc>
                        <a:buAutoNum type="alphaUcPeriod"/>
                      </a:pPr>
                      <a:r>
                        <a:rPr lang="en-US" sz="900" b="1" i="0" u="none" strike="noStrike" kern="1200" noProof="0" dirty="0">
                          <a:solidFill>
                            <a:srgbClr val="000000"/>
                          </a:solidFill>
                          <a:effectLst/>
                          <a:latin typeface="Verdana" panose="020B0604030504040204" pitchFamily="34" charset="0"/>
                          <a:ea typeface="Verdana" panose="020B0604030504040204" pitchFamily="34" charset="0"/>
                          <a:cs typeface="Calibri"/>
                        </a:rPr>
                        <a:t> Weaknesses in the Business Risk Assessment </a:t>
                      </a:r>
                      <a:r>
                        <a:rPr lang="en-US" sz="900" b="0" i="1" dirty="0">
                          <a:solidFill>
                            <a:srgbClr val="000000"/>
                          </a:solidFill>
                          <a:effectLst/>
                          <a:latin typeface="Verdana" panose="020B0604030504040204" pitchFamily="34" charset="0"/>
                          <a:ea typeface="Verdana" panose="020B0604030504040204" pitchFamily="34" charset="0"/>
                        </a:rPr>
                        <a:t>[ECD/ICD: 30/06/2026]</a:t>
                      </a:r>
                    </a:p>
                    <a:p>
                      <a:pPr marL="0" lvl="0" indent="0" algn="just" fontAlgn="base">
                        <a:lnSpc>
                          <a:spcPts val="1050"/>
                        </a:lnSpc>
                        <a:buAutoNum type="alphaUcPeriod"/>
                      </a:pPr>
                      <a:r>
                        <a:rPr lang="en-US" sz="900" b="0" i="0" u="none" strike="noStrike" kern="1200" dirty="0">
                          <a:solidFill>
                            <a:srgbClr val="000000"/>
                          </a:solidFill>
                          <a:effectLst/>
                          <a:latin typeface="Verdana"/>
                          <a:ea typeface="Verdana"/>
                          <a:cs typeface="Calibri"/>
                        </a:rPr>
                        <a:t>The BRA continue to improve however the Audit evidenced a number of gaps that should be addressed including limited UAE-specific typology integration, inconsistent AML/CFT case management and STR insights, mixed inherent-vs-control factors analyses, misaligned AML/CTF/CPF weightings, data quality issues and late submission.</a:t>
                      </a: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tcPr>
                </a:tc>
                <a:tc>
                  <a:txBody>
                    <a:bodyPr/>
                    <a:lstStyle/>
                    <a:p>
                      <a:pPr algn="just" fontAlgn="base">
                        <a:lnSpc>
                          <a:spcPts val="1050"/>
                        </a:lnSpc>
                        <a:buNone/>
                      </a:pPr>
                      <a:r>
                        <a:rPr lang="en-US" sz="900" b="0" i="0" u="none" strike="noStrike" kern="1200">
                          <a:solidFill>
                            <a:srgbClr val="000000"/>
                          </a:solidFill>
                          <a:effectLst/>
                          <a:latin typeface="Verdana" panose="020B0604030504040204" pitchFamily="34" charset="0"/>
                          <a:ea typeface="Verdana" panose="020B0604030504040204" pitchFamily="34" charset="0"/>
                          <a:cs typeface="Calibri"/>
                        </a:rPr>
                        <a:t>The BRA will be enhanced to include </a:t>
                      </a:r>
                      <a:r>
                        <a:rPr lang="en-GB" sz="900" b="0" i="0" u="none" strike="noStrike" kern="1200" noProof="0">
                          <a:solidFill>
                            <a:srgbClr val="000000"/>
                          </a:solidFill>
                          <a:effectLst/>
                          <a:latin typeface="Verdana" panose="020B0604030504040204" pitchFamily="34" charset="0"/>
                          <a:ea typeface="Verdana" panose="020B0604030504040204" pitchFamily="34" charset="0"/>
                          <a:cs typeface="Calibri"/>
                        </a:rPr>
                        <a:t>UAE‑Specific typologies in Inherent Risk assessment, insights from case management and STR reporting. The risk factor weights will be revisited and justified in addition, data quality and timeliness of BRA completion and reporting will be ensured.</a:t>
                      </a:r>
                      <a:endParaRPr lang="en-US" sz="900" b="0" i="0" u="none" strike="noStrike" kern="1200">
                        <a:solidFill>
                          <a:srgbClr val="000000"/>
                        </a:solidFill>
                        <a:effectLst/>
                        <a:latin typeface="Verdana" panose="020B0604030504040204" pitchFamily="34" charset="0"/>
                        <a:ea typeface="Verdana" panose="020B0604030504040204" pitchFamily="34" charset="0"/>
                        <a:cs typeface="Calibri"/>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tcPr>
                </a:tc>
                <a:extLst>
                  <a:ext uri="{0D108BD9-81ED-4DB2-BD59-A6C34878D82A}">
                    <a16:rowId xmlns:a16="http://schemas.microsoft.com/office/drawing/2014/main" val="1286184600"/>
                  </a:ext>
                </a:extLst>
              </a:tr>
              <a:tr h="679265">
                <a:tc>
                  <a:txBody>
                    <a:bodyPr/>
                    <a:lstStyle/>
                    <a:p>
                      <a:pPr algn="just" fontAlgn="base">
                        <a:lnSpc>
                          <a:spcPts val="1050"/>
                        </a:lnSpc>
                        <a:buNone/>
                      </a:pPr>
                      <a:r>
                        <a:rPr lang="en-US" sz="900" b="1" i="0" dirty="0">
                          <a:solidFill>
                            <a:srgbClr val="000000"/>
                          </a:solidFill>
                          <a:effectLst/>
                          <a:latin typeface="Verdana" panose="020B0604030504040204" pitchFamily="34" charset="0"/>
                          <a:ea typeface="Verdana" panose="020B0604030504040204" pitchFamily="34" charset="0"/>
                        </a:rPr>
                        <a:t>B. </a:t>
                      </a:r>
                      <a:r>
                        <a:rPr lang="en-GB" sz="900" b="1" i="0" u="none" strike="noStrike" noProof="0" dirty="0">
                          <a:solidFill>
                            <a:srgbClr val="000000"/>
                          </a:solidFill>
                          <a:effectLst/>
                          <a:latin typeface="Verdana" panose="020B0604030504040204" pitchFamily="34" charset="0"/>
                          <a:ea typeface="Verdana" panose="020B0604030504040204" pitchFamily="34" charset="0"/>
                          <a:cs typeface="Calibri"/>
                        </a:rPr>
                        <a:t>Gaps in Vendor/ 3</a:t>
                      </a:r>
                      <a:r>
                        <a:rPr lang="en-GB" sz="900" b="1" i="0" u="none" strike="noStrike" baseline="30000" noProof="0" dirty="0">
                          <a:solidFill>
                            <a:srgbClr val="000000"/>
                          </a:solidFill>
                          <a:effectLst/>
                          <a:latin typeface="Verdana" panose="020B0604030504040204" pitchFamily="34" charset="0"/>
                          <a:ea typeface="Verdana" panose="020B0604030504040204" pitchFamily="34" charset="0"/>
                          <a:cs typeface="Calibri"/>
                        </a:rPr>
                        <a:t>rd </a:t>
                      </a:r>
                      <a:r>
                        <a:rPr lang="en-GB" sz="900" b="1" i="0" u="none" strike="noStrike" noProof="0" dirty="0">
                          <a:solidFill>
                            <a:srgbClr val="000000"/>
                          </a:solidFill>
                          <a:effectLst/>
                          <a:latin typeface="Verdana" panose="020B0604030504040204" pitchFamily="34" charset="0"/>
                          <a:ea typeface="Verdana" panose="020B0604030504040204" pitchFamily="34" charset="0"/>
                          <a:cs typeface="Calibri"/>
                        </a:rPr>
                        <a:t>Party Sanctions Screening </a:t>
                      </a:r>
                      <a:r>
                        <a:rPr lang="en-US" sz="900" b="0" i="1" u="none" strike="noStrike" noProof="0" dirty="0">
                          <a:solidFill>
                            <a:srgbClr val="000000"/>
                          </a:solidFill>
                          <a:effectLst/>
                          <a:latin typeface="Verdana" panose="020B0604030504040204" pitchFamily="34" charset="0"/>
                          <a:ea typeface="Verdana" panose="020B0604030504040204" pitchFamily="34" charset="0"/>
                          <a:cs typeface="Calibri"/>
                        </a:rPr>
                        <a:t>[ECD/ICD: 31/12/2026]</a:t>
                      </a:r>
                    </a:p>
                    <a:p>
                      <a:pPr algn="just" fontAlgn="base">
                        <a:lnSpc>
                          <a:spcPts val="1050"/>
                        </a:lnSpc>
                        <a:buNone/>
                      </a:pPr>
                      <a:r>
                        <a:rPr lang="en-US" sz="900" b="0" i="0" u="none" strike="noStrike" noProof="0" dirty="0">
                          <a:solidFill>
                            <a:srgbClr val="000000"/>
                          </a:solidFill>
                          <a:effectLst/>
                          <a:latin typeface="Verdana"/>
                          <a:ea typeface="Verdana"/>
                          <a:cs typeface="Calibri"/>
                        </a:rPr>
                        <a:t>Deficiencies were noted in vendor/third‑party sanctions screening including </a:t>
                      </a:r>
                      <a:r>
                        <a:rPr lang="en-US" sz="900" b="0" i="0" u="none" strike="noStrike" kern="1200" noProof="0" dirty="0">
                          <a:solidFill>
                            <a:srgbClr val="000000"/>
                          </a:solidFill>
                          <a:effectLst/>
                          <a:latin typeface="Verdana"/>
                          <a:ea typeface="Verdana"/>
                          <a:cs typeface="Calibri"/>
                        </a:rPr>
                        <a:t>inconsistent</a:t>
                      </a:r>
                      <a:r>
                        <a:rPr lang="en-US" sz="900" b="0" i="0" u="none" strike="noStrike" noProof="0" dirty="0">
                          <a:solidFill>
                            <a:srgbClr val="000000"/>
                          </a:solidFill>
                          <a:effectLst/>
                          <a:latin typeface="Verdana"/>
                          <a:ea typeface="Verdana"/>
                          <a:cs typeface="Calibri"/>
                        </a:rPr>
                        <a:t> Ultimate Business Owner (UBO) identification, signatory screening and lack of clarity on constitutional documents to be obtained and reviewed.</a:t>
                      </a:r>
                      <a:endParaRPr lang="en-US" sz="900" dirty="0">
                        <a:latin typeface="Verdana"/>
                        <a:ea typeface="Verdana"/>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tcPr>
                </a:tc>
                <a:tc>
                  <a:txBody>
                    <a:bodyPr/>
                    <a:lstStyle/>
                    <a:p>
                      <a:pPr lvl="0" algn="just">
                        <a:lnSpc>
                          <a:spcPct val="100000"/>
                        </a:lnSpc>
                        <a:spcBef>
                          <a:spcPts val="0"/>
                        </a:spcBef>
                        <a:spcAft>
                          <a:spcPts val="0"/>
                        </a:spcAft>
                        <a:buNone/>
                      </a:pPr>
                      <a:r>
                        <a:rPr lang="en-US" sz="900" b="0" i="0" u="none" strike="noStrike" kern="1200" noProof="0">
                          <a:solidFill>
                            <a:srgbClr val="000000"/>
                          </a:solidFill>
                          <a:effectLst/>
                          <a:latin typeface="Verdana"/>
                          <a:ea typeface="Verdana"/>
                          <a:cs typeface="Calibri"/>
                        </a:rPr>
                        <a:t>Management has established a comprehensive action plan to allow a proper identification and automated screening of UBOs, and authorised signatories which will entail obtaining the required information to justify shareholder information and ownership.</a:t>
                      </a:r>
                      <a:endParaRPr lang="en-US" sz="900" b="0" i="0">
                        <a:solidFill>
                          <a:srgbClr val="2D2926"/>
                        </a:solidFill>
                        <a:effectLst/>
                        <a:latin typeface="Verdana"/>
                        <a:ea typeface="Verdana"/>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tcPr>
                </a:tc>
                <a:extLst>
                  <a:ext uri="{0D108BD9-81ED-4DB2-BD59-A6C34878D82A}">
                    <a16:rowId xmlns:a16="http://schemas.microsoft.com/office/drawing/2014/main" val="156626914"/>
                  </a:ext>
                </a:extLst>
              </a:tr>
              <a:tr h="797339">
                <a:tc>
                  <a:txBody>
                    <a:bodyPr/>
                    <a:lstStyle/>
                    <a:p>
                      <a:pPr algn="just" fontAlgn="base">
                        <a:lnSpc>
                          <a:spcPts val="1050"/>
                        </a:lnSpc>
                        <a:buNone/>
                      </a:pPr>
                      <a:r>
                        <a:rPr lang="en-US" sz="900" b="1" i="0" dirty="0">
                          <a:solidFill>
                            <a:srgbClr val="2D2926"/>
                          </a:solidFill>
                          <a:effectLst/>
                          <a:latin typeface="Verdana"/>
                          <a:ea typeface="Verdana"/>
                        </a:rPr>
                        <a:t>C.</a:t>
                      </a:r>
                      <a:r>
                        <a:rPr lang="en-US" sz="900" b="1" i="0" u="none" strike="noStrike" kern="1200" dirty="0">
                          <a:solidFill>
                            <a:srgbClr val="000000"/>
                          </a:solidFill>
                          <a:effectLst/>
                          <a:latin typeface="Verdana"/>
                          <a:ea typeface="Verdana"/>
                          <a:cs typeface="Calibri"/>
                        </a:rPr>
                        <a:t> </a:t>
                      </a:r>
                      <a:r>
                        <a:rPr lang="en-US" sz="900" b="1" i="0" u="none" strike="noStrike" kern="1200" noProof="0" dirty="0">
                          <a:solidFill>
                            <a:srgbClr val="000000"/>
                          </a:solidFill>
                          <a:effectLst/>
                          <a:latin typeface="Verdana"/>
                          <a:ea typeface="Verdana"/>
                          <a:cs typeface="Calibri"/>
                        </a:rPr>
                        <a:t>Governance Around Customer EDD</a:t>
                      </a:r>
                      <a:r>
                        <a:rPr lang="en-US" sz="900" b="1" i="0" u="none" strike="noStrike" noProof="0" dirty="0">
                          <a:solidFill>
                            <a:srgbClr val="2D2926"/>
                          </a:solidFill>
                          <a:effectLst/>
                          <a:latin typeface="Verdana"/>
                          <a:ea typeface="Verdana"/>
                        </a:rPr>
                        <a:t> </a:t>
                      </a:r>
                      <a:r>
                        <a:rPr lang="en-US" sz="900" b="0" i="1" u="none" strike="noStrike" noProof="0" dirty="0">
                          <a:solidFill>
                            <a:srgbClr val="000000"/>
                          </a:solidFill>
                          <a:effectLst/>
                          <a:latin typeface="Verdana"/>
                          <a:ea typeface="Verdana"/>
                        </a:rPr>
                        <a:t>[ECD/ICD: 15/07/2026]</a:t>
                      </a:r>
                    </a:p>
                    <a:p>
                      <a:pPr algn="just" fontAlgn="base">
                        <a:lnSpc>
                          <a:spcPts val="1050"/>
                        </a:lnSpc>
                        <a:buNone/>
                      </a:pPr>
                      <a:r>
                        <a:rPr lang="en-US" sz="900" b="0" i="0" u="none" strike="noStrike" noProof="0" dirty="0">
                          <a:solidFill>
                            <a:srgbClr val="000000"/>
                          </a:solidFill>
                          <a:effectLst/>
                          <a:latin typeface="Verdana" panose="020B0604030504040204" pitchFamily="34" charset="0"/>
                          <a:ea typeface="Verdana" panose="020B0604030504040204" pitchFamily="34" charset="0"/>
                        </a:rPr>
                        <a:t>The current Enhanced Due Diligence (EDD) approval delegation of authority for Foreign Politically Exposed Persons (FPEPs) is not aligned with the regulatory requirements. Also, temporarily delegation of authority has not been systematically done in compliance with the Policy.</a:t>
                      </a:r>
                      <a:endParaRPr lang="en-US" sz="900" b="0" i="1" u="none" strike="noStrike" noProof="0" dirty="0">
                        <a:solidFill>
                          <a:srgbClr val="000000"/>
                        </a:solidFill>
                        <a:effectLst/>
                        <a:latin typeface="Verdana"/>
                        <a:ea typeface="Verdana"/>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tcPr>
                </a:tc>
                <a:tc>
                  <a:txBody>
                    <a:bodyPr/>
                    <a:lstStyle/>
                    <a:p>
                      <a:pPr algn="just" fontAlgn="base">
                        <a:lnSpc>
                          <a:spcPts val="1050"/>
                        </a:lnSpc>
                        <a:buNone/>
                      </a:pPr>
                      <a:r>
                        <a:rPr lang="en-US" sz="900" b="0" i="0" u="none" strike="noStrike" kern="1200" dirty="0">
                          <a:solidFill>
                            <a:srgbClr val="000000"/>
                          </a:solidFill>
                          <a:effectLst/>
                          <a:latin typeface="Verdana"/>
                          <a:ea typeface="Verdana"/>
                          <a:cs typeface="Calibri"/>
                        </a:rPr>
                        <a:t>The delegation of authority to approve a FPEP </a:t>
                      </a:r>
                      <a:r>
                        <a:rPr lang="en-US" sz="900" b="0" i="0" u="none" strike="noStrike" kern="1200" noProof="0" dirty="0">
                          <a:solidFill>
                            <a:srgbClr val="000000"/>
                          </a:solidFill>
                          <a:effectLst/>
                          <a:latin typeface="Verdana"/>
                          <a:ea typeface="Verdana"/>
                          <a:cs typeface="Calibri"/>
                        </a:rPr>
                        <a:t>relationship </a:t>
                      </a:r>
                      <a:r>
                        <a:rPr lang="en-US" sz="900" b="0" i="0" u="none" strike="noStrike" kern="1200" dirty="0">
                          <a:solidFill>
                            <a:srgbClr val="000000"/>
                          </a:solidFill>
                          <a:effectLst/>
                          <a:latin typeface="Verdana"/>
                          <a:ea typeface="Verdana"/>
                          <a:cs typeface="Calibri"/>
                        </a:rPr>
                        <a:t>will be aligned with the regulatory requirements. In addition, compliance with the requirements of the delegation of authority policy will be </a:t>
                      </a:r>
                      <a:r>
                        <a:rPr lang="en-US" sz="900" b="0" i="0" u="none" strike="noStrike" kern="1200" noProof="0" dirty="0">
                          <a:solidFill>
                            <a:srgbClr val="000000"/>
                          </a:solidFill>
                          <a:effectLst/>
                          <a:latin typeface="Verdana"/>
                          <a:ea typeface="Verdana"/>
                          <a:cs typeface="Calibri"/>
                        </a:rPr>
                        <a:t> </a:t>
                      </a:r>
                      <a:r>
                        <a:rPr lang="en-GB" sz="900" b="0" i="0" u="none" strike="noStrike" kern="1200" noProof="0" dirty="0">
                          <a:solidFill>
                            <a:srgbClr val="000000"/>
                          </a:solidFill>
                          <a:effectLst/>
                          <a:latin typeface="Verdana"/>
                          <a:ea typeface="Verdana"/>
                          <a:cs typeface="Calibri"/>
                        </a:rPr>
                        <a:t>systematically</a:t>
                      </a:r>
                      <a:r>
                        <a:rPr lang="en-US" sz="900" b="0" i="0" u="none" strike="noStrike" kern="1200" noProof="0" dirty="0">
                          <a:solidFill>
                            <a:srgbClr val="000000"/>
                          </a:solidFill>
                          <a:effectLst/>
                          <a:latin typeface="Verdana"/>
                          <a:ea typeface="Verdana"/>
                          <a:cs typeface="Calibri"/>
                        </a:rPr>
                        <a:t> </a:t>
                      </a:r>
                      <a:endParaRPr lang="en-US" sz="900" noProof="0" dirty="0">
                        <a:latin typeface="Verdana"/>
                        <a:ea typeface="Verdana"/>
                      </a:endParaRPr>
                    </a:p>
                    <a:p>
                      <a:pPr lvl="0" algn="just">
                        <a:lnSpc>
                          <a:spcPts val="1050"/>
                        </a:lnSpc>
                        <a:buNone/>
                      </a:pPr>
                      <a:r>
                        <a:rPr lang="en-US" sz="900" b="0" i="0" u="none" strike="noStrike" kern="1200" dirty="0">
                          <a:solidFill>
                            <a:srgbClr val="000000"/>
                          </a:solidFill>
                          <a:effectLst/>
                          <a:latin typeface="Verdana" panose="020B0604030504040204" pitchFamily="34" charset="0"/>
                          <a:ea typeface="Verdana" panose="020B0604030504040204" pitchFamily="34" charset="0"/>
                          <a:cs typeface="Calibri"/>
                        </a:rPr>
                        <a:t>ensured.</a:t>
                      </a: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tcPr>
                </a:tc>
                <a:extLst>
                  <a:ext uri="{0D108BD9-81ED-4DB2-BD59-A6C34878D82A}">
                    <a16:rowId xmlns:a16="http://schemas.microsoft.com/office/drawing/2014/main" val="2898842881"/>
                  </a:ext>
                </a:extLst>
              </a:tr>
            </a:tbl>
          </a:graphicData>
        </a:graphic>
      </p:graphicFrame>
      <p:sp>
        <p:nvSpPr>
          <p:cNvPr id="8" name="Rectangle: Rounded Corners 7">
            <a:extLst>
              <a:ext uri="{FF2B5EF4-FFF2-40B4-BE49-F238E27FC236}">
                <a16:creationId xmlns:a16="http://schemas.microsoft.com/office/drawing/2014/main" id="{548EDD8E-CA7E-7BD4-9CA7-2D4428C31E50}"/>
              </a:ext>
            </a:extLst>
          </p:cNvPr>
          <p:cNvSpPr/>
          <p:nvPr/>
        </p:nvSpPr>
        <p:spPr bwMode="auto">
          <a:xfrm>
            <a:off x="309219" y="3906765"/>
            <a:ext cx="1353813" cy="2419783"/>
          </a:xfrm>
          <a:prstGeom prst="roundRect">
            <a:avLst/>
          </a:prstGeom>
          <a:solidFill>
            <a:schemeClr val="bg1">
              <a:alpha val="50000"/>
            </a:schemeClr>
          </a:solidFill>
          <a:ln>
            <a:solidFill>
              <a:schemeClr val="tx1"/>
            </a:solidFill>
          </a:ln>
        </p:spPr>
        <p:style>
          <a:lnRef idx="0">
            <a:scrgbClr r="0" g="0" b="0"/>
          </a:lnRef>
          <a:fillRef idx="0">
            <a:scrgbClr r="0" g="0" b="0"/>
          </a:fillRef>
          <a:effectRef idx="0">
            <a:scrgbClr r="0" g="0" b="0"/>
          </a:effectRef>
          <a:fontRef idx="minor">
            <a:schemeClr val="lt1"/>
          </a:fontRef>
        </p:style>
        <p:txBody>
          <a:bodyPr vert="horz" wrap="square" lIns="91440" tIns="45720" rIns="91440" bIns="45720" numCol="1" rtlCol="0" anchor="ctr" anchorCtr="0" compatLnSpc="1">
            <a:prstTxWarp prst="textNoShape">
              <a:avLst/>
            </a:prstTxWarp>
          </a:bodyPr>
          <a:lstStyle>
            <a:defPPr>
              <a:defRPr lang="en-US"/>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Financial Crime Compliance</a:t>
            </a:r>
          </a:p>
        </p:txBody>
      </p:sp>
      <p:sp>
        <p:nvSpPr>
          <p:cNvPr id="9" name="TextBox 20">
            <a:extLst>
              <a:ext uri="{FF2B5EF4-FFF2-40B4-BE49-F238E27FC236}">
                <a16:creationId xmlns:a16="http://schemas.microsoft.com/office/drawing/2014/main" id="{C0246F4C-96E1-0E97-6360-E7FC45097A78}"/>
              </a:ext>
            </a:extLst>
          </p:cNvPr>
          <p:cNvSpPr txBox="1"/>
          <p:nvPr/>
        </p:nvSpPr>
        <p:spPr>
          <a:xfrm>
            <a:off x="527349" y="6093361"/>
            <a:ext cx="1071584" cy="215444"/>
          </a:xfrm>
          <a:prstGeom prst="rect">
            <a:avLst/>
          </a:prstGeom>
          <a:noFill/>
        </p:spPr>
        <p:txBody>
          <a:bodyPr wrap="square" rtlCol="0" anchor="t">
            <a:spAutoFit/>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panose="020F0502020204030204" pitchFamily="34" charset="0"/>
                <a:ea typeface="+mn-ea"/>
                <a:cs typeface="Arial" charset="0"/>
              </a:rPr>
              <a:t>Ref: Annexure </a:t>
            </a:r>
            <a:r>
              <a:rPr lang="en-US" sz="800" dirty="0">
                <a:solidFill>
                  <a:prstClr val="black"/>
                </a:solidFill>
                <a:latin typeface="Calibri" panose="020F0502020204030204" pitchFamily="34" charset="0"/>
              </a:rPr>
              <a:t>8.7</a:t>
            </a:r>
            <a:r>
              <a:rPr kumimoji="0" lang="en-US" sz="800" b="0" i="0" u="none" strike="noStrike" kern="1200" cap="none" spc="0" normalizeH="0" baseline="0" noProof="0" dirty="0">
                <a:ln>
                  <a:noFill/>
                </a:ln>
                <a:solidFill>
                  <a:prstClr val="black"/>
                </a:solidFill>
                <a:effectLst/>
                <a:uLnTx/>
                <a:uFillTx/>
                <a:latin typeface="Calibri" panose="020F0502020204030204" pitchFamily="34" charset="0"/>
                <a:ea typeface="+mn-ea"/>
                <a:cs typeface="Arial" charset="0"/>
              </a:rPr>
              <a:t> </a:t>
            </a:r>
          </a:p>
        </p:txBody>
      </p:sp>
      <p:sp>
        <p:nvSpPr>
          <p:cNvPr id="15" name="Oval 14">
            <a:extLst>
              <a:ext uri="{FF2B5EF4-FFF2-40B4-BE49-F238E27FC236}">
                <a16:creationId xmlns:a16="http://schemas.microsoft.com/office/drawing/2014/main" id="{B7102E09-E2D8-53F7-39AF-A9254D7F27BC}"/>
              </a:ext>
            </a:extLst>
          </p:cNvPr>
          <p:cNvSpPr/>
          <p:nvPr/>
        </p:nvSpPr>
        <p:spPr bwMode="auto">
          <a:xfrm>
            <a:off x="1286590" y="4006678"/>
            <a:ext cx="269017" cy="252000"/>
          </a:xfrm>
          <a:prstGeom prst="ellipse">
            <a:avLst/>
          </a:prstGeom>
          <a:solidFill>
            <a:srgbClr val="FFFF00"/>
          </a:solidFill>
          <a:ln w="9525" cap="flat" cmpd="sng" algn="ctr">
            <a:solidFill>
              <a:schemeClr val="tx2"/>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8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Arial" charset="0"/>
              </a:rPr>
              <a:t>NI</a:t>
            </a:r>
            <a:endParaRPr kumimoji="0" lang="en-AE" sz="8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Arial" charset="0"/>
            </a:endParaRPr>
          </a:p>
        </p:txBody>
      </p:sp>
    </p:spTree>
    <p:extLst>
      <p:ext uri="{BB962C8B-B14F-4D97-AF65-F5344CB8AC3E}">
        <p14:creationId xmlns:p14="http://schemas.microsoft.com/office/powerpoint/2010/main" val="26442511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3C619B-E827-0DF9-EBEB-2556C7FA7CD8}"/>
            </a:ext>
          </a:extLst>
        </p:cNvPr>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CC7EE98C-F2F5-8E07-6657-001ADE046EBD}"/>
              </a:ext>
            </a:extLst>
          </p:cNvPr>
          <p:cNvCxnSpPr/>
          <p:nvPr/>
        </p:nvCxnSpPr>
        <p:spPr bwMode="auto">
          <a:xfrm>
            <a:off x="201080" y="6532646"/>
            <a:ext cx="11585448" cy="0"/>
          </a:xfrm>
          <a:prstGeom prst="line">
            <a:avLst/>
          </a:prstGeom>
          <a:solidFill>
            <a:srgbClr val="FFFFFF"/>
          </a:solidFill>
          <a:ln w="19050" cap="flat" cmpd="sng" algn="ctr">
            <a:no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6" name="Slide Number Placeholder 1">
            <a:extLst>
              <a:ext uri="{FF2B5EF4-FFF2-40B4-BE49-F238E27FC236}">
                <a16:creationId xmlns:a16="http://schemas.microsoft.com/office/drawing/2014/main" id="{9935284F-42A4-46BE-6D7A-5095DEA5B410}"/>
              </a:ext>
            </a:extLst>
          </p:cNvPr>
          <p:cNvSpPr txBox="1">
            <a:spLocks/>
          </p:cNvSpPr>
          <p:nvPr/>
        </p:nvSpPr>
        <p:spPr>
          <a:xfrm>
            <a:off x="11582400" y="6620636"/>
            <a:ext cx="914400" cy="233749"/>
          </a:xfrm>
          <a:prstGeom prst="rect">
            <a:avLst/>
          </a:prstGeom>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fld id="{6516E9BE-843C-4425-80E4-36155279AD5E}" type="slidenum">
              <a:rPr kumimoji="0" lang="en-US" sz="900" b="1" i="0" u="none" strike="noStrike" kern="1200" cap="none" spc="0" normalizeH="0" baseline="0" noProof="0" smtClean="0">
                <a:ln>
                  <a:noFill/>
                </a:ln>
                <a:solidFill>
                  <a:srgbClr val="2D2926"/>
                </a:solidFill>
                <a:effectLst/>
                <a:uLnTx/>
                <a:uFillTx/>
                <a:latin typeface="Verdana" panose="020B0604030504040204" pitchFamily="34" charset="0"/>
                <a:ea typeface="Verdana" panose="020B0604030504040204" pitchFamily="34" charset="0"/>
                <a:cs typeface="Arial" charset="0"/>
              </a:rPr>
              <a:pPr marL="0" marR="0" lvl="0" indent="0" algn="ctr" defTabSz="914400" rtl="0" eaLnBrk="1" fontAlgn="base" latinLnBrk="0" hangingPunct="1">
                <a:lnSpc>
                  <a:spcPct val="100000"/>
                </a:lnSpc>
                <a:spcBef>
                  <a:spcPct val="0"/>
                </a:spcBef>
                <a:spcAft>
                  <a:spcPct val="0"/>
                </a:spcAft>
                <a:buClrTx/>
                <a:buSzTx/>
                <a:buFontTx/>
                <a:buNone/>
                <a:tabLst/>
                <a:defRPr/>
              </a:pPr>
              <a:t>11</a:t>
            </a:fld>
            <a:endParaRPr kumimoji="0" lang="en-US" sz="900" b="1" i="0" u="none" strike="noStrike" kern="1200" cap="none" spc="0" normalizeH="0" baseline="0" noProof="0">
              <a:ln>
                <a:noFill/>
              </a:ln>
              <a:solidFill>
                <a:srgbClr val="2D2926"/>
              </a:solidFill>
              <a:effectLst/>
              <a:uLnTx/>
              <a:uFillTx/>
              <a:latin typeface="Verdana" panose="020B0604030504040204" pitchFamily="34" charset="0"/>
              <a:ea typeface="Verdana" panose="020B0604030504040204" pitchFamily="34" charset="0"/>
              <a:cs typeface="Arial" charset="0"/>
            </a:endParaRPr>
          </a:p>
        </p:txBody>
      </p:sp>
      <p:sp>
        <p:nvSpPr>
          <p:cNvPr id="31" name="Title 1">
            <a:extLst>
              <a:ext uri="{FF2B5EF4-FFF2-40B4-BE49-F238E27FC236}">
                <a16:creationId xmlns:a16="http://schemas.microsoft.com/office/drawing/2014/main" id="{11CA68D7-378B-9C46-B106-A1950A9F5857}"/>
              </a:ext>
            </a:extLst>
          </p:cNvPr>
          <p:cNvSpPr txBox="1">
            <a:spLocks/>
          </p:cNvSpPr>
          <p:nvPr/>
        </p:nvSpPr>
        <p:spPr>
          <a:xfrm>
            <a:off x="0" y="0"/>
            <a:ext cx="12192000" cy="609826"/>
          </a:xfrm>
          <a:prstGeom prst="rect">
            <a:avLst/>
          </a:prstGeom>
        </p:spPr>
        <p:txBody>
          <a:bodyPr anchor="ctr">
            <a:normAutofit/>
          </a:bodyPr>
          <a:lstStyle>
            <a:lvl1pPr algn="l" rtl="0" eaLnBrk="1" fontAlgn="base" hangingPunct="1">
              <a:spcBef>
                <a:spcPct val="0"/>
              </a:spcBef>
              <a:spcAft>
                <a:spcPct val="0"/>
              </a:spcAft>
              <a:defRPr sz="1200" b="0">
                <a:solidFill>
                  <a:schemeClr val="bg1"/>
                </a:solidFill>
                <a:latin typeface="+mj-lt"/>
                <a:ea typeface="+mj-ea"/>
                <a:cs typeface="+mj-cs"/>
              </a:defRPr>
            </a:lvl1pPr>
            <a:lvl2pPr algn="ctr" rtl="0" eaLnBrk="1" fontAlgn="base" hangingPunct="1">
              <a:spcBef>
                <a:spcPct val="0"/>
              </a:spcBef>
              <a:spcAft>
                <a:spcPct val="0"/>
              </a:spcAft>
              <a:defRPr sz="2400" b="1">
                <a:solidFill>
                  <a:schemeClr val="bg1"/>
                </a:solidFill>
                <a:latin typeface="Verdana" pitchFamily="34" charset="0"/>
                <a:cs typeface="Times New Roman" pitchFamily="18" charset="0"/>
              </a:defRPr>
            </a:lvl2pPr>
            <a:lvl3pPr algn="ctr" rtl="0" eaLnBrk="1" fontAlgn="base" hangingPunct="1">
              <a:spcBef>
                <a:spcPct val="0"/>
              </a:spcBef>
              <a:spcAft>
                <a:spcPct val="0"/>
              </a:spcAft>
              <a:defRPr sz="2400" b="1">
                <a:solidFill>
                  <a:schemeClr val="bg1"/>
                </a:solidFill>
                <a:latin typeface="Verdana" pitchFamily="34" charset="0"/>
                <a:cs typeface="Times New Roman" pitchFamily="18" charset="0"/>
              </a:defRPr>
            </a:lvl3pPr>
            <a:lvl4pPr algn="ctr" rtl="0" eaLnBrk="1" fontAlgn="base" hangingPunct="1">
              <a:spcBef>
                <a:spcPct val="0"/>
              </a:spcBef>
              <a:spcAft>
                <a:spcPct val="0"/>
              </a:spcAft>
              <a:defRPr sz="2400" b="1">
                <a:solidFill>
                  <a:schemeClr val="bg1"/>
                </a:solidFill>
                <a:latin typeface="Verdana" pitchFamily="34" charset="0"/>
                <a:cs typeface="Times New Roman" pitchFamily="18" charset="0"/>
              </a:defRPr>
            </a:lvl4pPr>
            <a:lvl5pPr algn="ctr" rtl="0" eaLnBrk="1" fontAlgn="base" hangingPunct="1">
              <a:spcBef>
                <a:spcPct val="0"/>
              </a:spcBef>
              <a:spcAft>
                <a:spcPct val="0"/>
              </a:spcAft>
              <a:defRPr sz="2400" b="1">
                <a:solidFill>
                  <a:schemeClr val="bg1"/>
                </a:solidFill>
                <a:latin typeface="Verdana" pitchFamily="34" charset="0"/>
                <a:cs typeface="Times New Roman" pitchFamily="18" charset="0"/>
              </a:defRPr>
            </a:lvl5pPr>
            <a:lvl6pPr marL="342900" algn="ctr" rtl="0" eaLnBrk="1" fontAlgn="base" hangingPunct="1">
              <a:spcBef>
                <a:spcPct val="0"/>
              </a:spcBef>
              <a:spcAft>
                <a:spcPct val="0"/>
              </a:spcAft>
              <a:defRPr sz="2400" b="1">
                <a:solidFill>
                  <a:schemeClr val="bg1"/>
                </a:solidFill>
                <a:latin typeface="Verdana" pitchFamily="34" charset="0"/>
                <a:cs typeface="Times New Roman" pitchFamily="18" charset="0"/>
              </a:defRPr>
            </a:lvl6pPr>
            <a:lvl7pPr marL="685800" algn="ctr" rtl="0" eaLnBrk="1" fontAlgn="base" hangingPunct="1">
              <a:spcBef>
                <a:spcPct val="0"/>
              </a:spcBef>
              <a:spcAft>
                <a:spcPct val="0"/>
              </a:spcAft>
              <a:defRPr sz="2400" b="1">
                <a:solidFill>
                  <a:schemeClr val="bg1"/>
                </a:solidFill>
                <a:latin typeface="Verdana" pitchFamily="34" charset="0"/>
                <a:cs typeface="Times New Roman" pitchFamily="18" charset="0"/>
              </a:defRPr>
            </a:lvl7pPr>
            <a:lvl8pPr marL="1028700" algn="ctr" rtl="0" eaLnBrk="1" fontAlgn="base" hangingPunct="1">
              <a:spcBef>
                <a:spcPct val="0"/>
              </a:spcBef>
              <a:spcAft>
                <a:spcPct val="0"/>
              </a:spcAft>
              <a:defRPr sz="2400" b="1">
                <a:solidFill>
                  <a:schemeClr val="bg1"/>
                </a:solidFill>
                <a:latin typeface="Verdana" pitchFamily="34" charset="0"/>
                <a:cs typeface="Times New Roman" pitchFamily="18" charset="0"/>
              </a:defRPr>
            </a:lvl8pPr>
            <a:lvl9pPr marL="1371600" algn="ctr" rtl="0" eaLnBrk="1" fontAlgn="base" hangingPunct="1">
              <a:spcBef>
                <a:spcPct val="0"/>
              </a:spcBef>
              <a:spcAft>
                <a:spcPct val="0"/>
              </a:spcAft>
              <a:defRPr sz="2400" b="1">
                <a:solidFill>
                  <a:schemeClr val="bg1"/>
                </a:solidFill>
                <a:latin typeface="Verdana" pitchFamily="34" charset="0"/>
                <a:cs typeface="Times New Roman"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Verdana" panose="020B0604030504040204" pitchFamily="34" charset="0"/>
              </a:rPr>
              <a:t>  Summary of Key High Risk Findings </a:t>
            </a:r>
            <a:r>
              <a:rPr kumimoji="0" lang="en-US" sz="1200" b="0" i="0" u="none" strike="noStrike" kern="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Verdana" panose="020B0604030504040204" pitchFamily="34" charset="0"/>
              </a:rPr>
              <a:t>(Audit Reports Issued Post BAC # 1 ~ 27</a:t>
            </a:r>
            <a:r>
              <a:rPr kumimoji="0" lang="en-US" sz="1200" b="0" i="0" u="none" strike="noStrike" kern="0" cap="none" spc="0" normalizeH="0" baseline="30000" noProof="0">
                <a:ln>
                  <a:noFill/>
                </a:ln>
                <a:solidFill>
                  <a:prstClr val="white"/>
                </a:solidFill>
                <a:effectLst/>
                <a:uLnTx/>
                <a:uFillTx/>
                <a:latin typeface="Verdana" panose="020B0604030504040204" pitchFamily="34" charset="0"/>
                <a:ea typeface="Verdana" panose="020B0604030504040204" pitchFamily="34" charset="0"/>
                <a:cs typeface="Verdana" panose="020B0604030504040204" pitchFamily="34" charset="0"/>
              </a:rPr>
              <a:t>th</a:t>
            </a:r>
            <a:r>
              <a:rPr kumimoji="0" lang="en-US" sz="1200" b="0" i="0" u="none" strike="noStrike" kern="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Verdana" panose="020B0604030504040204" pitchFamily="34" charset="0"/>
              </a:rPr>
              <a:t> January 2026</a:t>
            </a:r>
            <a:r>
              <a:rPr lang="en-US" kern="0">
                <a:solidFill>
                  <a:prstClr val="white"/>
                </a:solidFill>
                <a:latin typeface="Verdana" panose="020B0604030504040204" pitchFamily="34" charset="0"/>
                <a:ea typeface="Verdana" panose="020B0604030504040204" pitchFamily="34" charset="0"/>
                <a:cs typeface="Verdana" panose="020B0604030504040204" pitchFamily="34" charset="0"/>
              </a:rPr>
              <a:t>)</a:t>
            </a:r>
            <a:r>
              <a:rPr kumimoji="0" lang="en-US" sz="2000" b="0" i="0" u="none" strike="noStrike" kern="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Verdana" panose="020B0604030504040204" pitchFamily="34" charset="0"/>
              </a:rPr>
              <a:t>	</a:t>
            </a:r>
            <a:endParaRPr kumimoji="0" lang="en-GB" sz="2000" b="0" i="0" u="none" strike="noStrike" kern="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graphicFrame>
        <p:nvGraphicFramePr>
          <p:cNvPr id="5" name="Table 11">
            <a:extLst>
              <a:ext uri="{FF2B5EF4-FFF2-40B4-BE49-F238E27FC236}">
                <a16:creationId xmlns:a16="http://schemas.microsoft.com/office/drawing/2014/main" id="{C50A8BEE-5543-D9DF-786D-6313EF9EC5C1}"/>
              </a:ext>
            </a:extLst>
          </p:cNvPr>
          <p:cNvGraphicFramePr>
            <a:graphicFrameLocks noGrp="1"/>
          </p:cNvGraphicFramePr>
          <p:nvPr>
            <p:extLst>
              <p:ext uri="{D42A27DB-BD31-4B8C-83A1-F6EECF244321}">
                <p14:modId xmlns:p14="http://schemas.microsoft.com/office/powerpoint/2010/main" val="3030263654"/>
              </p:ext>
            </p:extLst>
          </p:nvPr>
        </p:nvGraphicFramePr>
        <p:xfrm>
          <a:off x="313685" y="662646"/>
          <a:ext cx="11585449" cy="259079"/>
        </p:xfrm>
        <a:graphic>
          <a:graphicData uri="http://schemas.openxmlformats.org/drawingml/2006/table">
            <a:tbl>
              <a:tblPr firstRow="1" bandRow="1">
                <a:tableStyleId>{912C8C85-51F0-491E-9774-3900AFEF0FD7}</a:tableStyleId>
              </a:tblPr>
              <a:tblGrid>
                <a:gridCol w="1362715">
                  <a:extLst>
                    <a:ext uri="{9D8B030D-6E8A-4147-A177-3AD203B41FA5}">
                      <a16:colId xmlns:a16="http://schemas.microsoft.com/office/drawing/2014/main" val="3054692262"/>
                    </a:ext>
                  </a:extLst>
                </a:gridCol>
                <a:gridCol w="5105400">
                  <a:extLst>
                    <a:ext uri="{9D8B030D-6E8A-4147-A177-3AD203B41FA5}">
                      <a16:colId xmlns:a16="http://schemas.microsoft.com/office/drawing/2014/main" val="4213541141"/>
                    </a:ext>
                  </a:extLst>
                </a:gridCol>
                <a:gridCol w="5117334">
                  <a:extLst>
                    <a:ext uri="{9D8B030D-6E8A-4147-A177-3AD203B41FA5}">
                      <a16:colId xmlns:a16="http://schemas.microsoft.com/office/drawing/2014/main" val="3124718377"/>
                    </a:ext>
                  </a:extLst>
                </a:gridCol>
              </a:tblGrid>
              <a:tr h="259079">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1" kern="1200" noProof="0">
                          <a:solidFill>
                            <a:schemeClr val="bg1"/>
                          </a:solidFill>
                        </a:rPr>
                        <a:t>Audit Report</a:t>
                      </a:r>
                      <a:endParaRPr lang="en-US" sz="1100" b="1" kern="1200" noProof="0">
                        <a:solidFill>
                          <a:schemeClr val="bg1"/>
                        </a:solidFill>
                        <a:latin typeface="+mn-lt"/>
                        <a:ea typeface="Verdana"/>
                        <a:cs typeface="Verdana" panose="020B0604030504040204" pitchFamily="34" charset="0"/>
                      </a:endParaRPr>
                    </a:p>
                  </a:txBody>
                  <a:tcPr marL="36000" marR="36000" marT="0" marB="0" anchor="ctr">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1B4F8A"/>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b="1" kern="1200" noProof="0">
                          <a:solidFill>
                            <a:schemeClr val="bg1"/>
                          </a:solidFill>
                        </a:rPr>
                        <a:t>Key </a:t>
                      </a:r>
                      <a:r>
                        <a:rPr lang="en-US" sz="1200" b="1" kern="1200" noProof="0">
                          <a:solidFill>
                            <a:schemeClr val="bg1"/>
                          </a:solidFill>
                        </a:rPr>
                        <a:t>Findings and Risks</a:t>
                      </a:r>
                    </a:p>
                  </a:txBody>
                  <a:tcPr marL="91344" marR="91344" marT="0" marB="0" anchor="ctr">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1B4F8A"/>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kern="1200" noProof="0">
                          <a:solidFill>
                            <a:schemeClr val="bg1"/>
                          </a:solidFill>
                        </a:rPr>
                        <a:t>Action Plan/Status</a:t>
                      </a:r>
                    </a:p>
                  </a:txBody>
                  <a:tcPr marL="91344" marR="91344"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1B4F8A"/>
                    </a:solidFill>
                  </a:tcPr>
                </a:tc>
                <a:extLst>
                  <a:ext uri="{0D108BD9-81ED-4DB2-BD59-A6C34878D82A}">
                    <a16:rowId xmlns:a16="http://schemas.microsoft.com/office/drawing/2014/main" val="3954497292"/>
                  </a:ext>
                </a:extLst>
              </a:tr>
            </a:tbl>
          </a:graphicData>
        </a:graphic>
      </p:graphicFrame>
      <p:sp>
        <p:nvSpPr>
          <p:cNvPr id="29" name="TextBox 28">
            <a:extLst>
              <a:ext uri="{FF2B5EF4-FFF2-40B4-BE49-F238E27FC236}">
                <a16:creationId xmlns:a16="http://schemas.microsoft.com/office/drawing/2014/main" id="{B212E506-E174-25B0-B5C1-8BA7C5C817EE}"/>
              </a:ext>
            </a:extLst>
          </p:cNvPr>
          <p:cNvSpPr txBox="1"/>
          <p:nvPr/>
        </p:nvSpPr>
        <p:spPr>
          <a:xfrm>
            <a:off x="201080" y="6558121"/>
            <a:ext cx="2390773" cy="200055"/>
          </a:xfrm>
          <a:prstGeom prst="rect">
            <a:avLst/>
          </a:prstGeom>
          <a:noFill/>
        </p:spPr>
        <p:txBody>
          <a:bodyPr wrap="square">
            <a:spAutoFit/>
          </a:bodyPr>
          <a:lstStyle/>
          <a:p>
            <a:pPr marL="0" marR="0" lvl="0" indent="0" algn="just" defTabSz="914400" rtl="0" eaLnBrk="1" fontAlgn="base" latinLnBrk="0" hangingPunct="1">
              <a:lnSpc>
                <a:spcPct val="100000"/>
              </a:lnSpc>
              <a:spcBef>
                <a:spcPct val="0"/>
              </a:spcBef>
              <a:spcAft>
                <a:spcPct val="0"/>
              </a:spcAft>
              <a:buClrTx/>
              <a:buSzTx/>
              <a:buFontTx/>
              <a:buNone/>
              <a:tabLst/>
              <a:defRPr/>
            </a:pPr>
            <a:r>
              <a:rPr kumimoji="0" lang="en-US" sz="700" b="0" i="0" u="none" strike="noStrike" kern="1200" cap="none" spc="0" normalizeH="0" baseline="0" noProof="0">
                <a:ln>
                  <a:noFill/>
                </a:ln>
                <a:solidFill>
                  <a:srgbClr val="252423"/>
                </a:solidFill>
                <a:effectLst/>
                <a:uLnTx/>
                <a:uFillTx/>
                <a:latin typeface="Verdana" panose="020B0604030504040204" pitchFamily="34" charset="0"/>
                <a:ea typeface="Verdana" panose="020B0604030504040204" pitchFamily="34" charset="0"/>
                <a:cs typeface="Arial" charset="0"/>
              </a:rPr>
              <a:t>  *ICD/ECD: Interim/Estimated Completion Date</a:t>
            </a:r>
            <a:endParaRPr kumimoji="0" lang="en-US" sz="700" b="0" i="0" u="none" strike="noStrike" kern="1200" cap="none" spc="0" normalizeH="0" baseline="0" noProof="0">
              <a:ln>
                <a:noFill/>
              </a:ln>
              <a:solidFill>
                <a:srgbClr val="2D2926"/>
              </a:solidFill>
              <a:effectLst/>
              <a:uLnTx/>
              <a:uFillTx/>
              <a:latin typeface="Verdana" panose="020B0604030504040204" pitchFamily="34" charset="0"/>
              <a:ea typeface="Verdana" panose="020B0604030504040204" pitchFamily="34" charset="0"/>
              <a:cs typeface="Arial" charset="0"/>
            </a:endParaRPr>
          </a:p>
        </p:txBody>
      </p:sp>
      <p:graphicFrame>
        <p:nvGraphicFramePr>
          <p:cNvPr id="2" name="Table 1">
            <a:extLst>
              <a:ext uri="{FF2B5EF4-FFF2-40B4-BE49-F238E27FC236}">
                <a16:creationId xmlns:a16="http://schemas.microsoft.com/office/drawing/2014/main" id="{9DDEF2FE-7B19-B1B1-D955-11E55A3EF886}"/>
              </a:ext>
            </a:extLst>
          </p:cNvPr>
          <p:cNvGraphicFramePr>
            <a:graphicFrameLocks noGrp="1"/>
          </p:cNvGraphicFramePr>
          <p:nvPr>
            <p:extLst>
              <p:ext uri="{D42A27DB-BD31-4B8C-83A1-F6EECF244321}">
                <p14:modId xmlns:p14="http://schemas.microsoft.com/office/powerpoint/2010/main" val="4123459717"/>
              </p:ext>
            </p:extLst>
          </p:nvPr>
        </p:nvGraphicFramePr>
        <p:xfrm>
          <a:off x="3209543" y="6578992"/>
          <a:ext cx="1207008" cy="198120"/>
        </p:xfrm>
        <a:graphic>
          <a:graphicData uri="http://schemas.openxmlformats.org/drawingml/2006/table">
            <a:tbl>
              <a:tblPr firstRow="1" bandRow="1">
                <a:tableStyleId>{5C22544A-7EE6-4342-B048-85BDC9FD1C3A}</a:tableStyleId>
              </a:tblPr>
              <a:tblGrid>
                <a:gridCol w="1207008">
                  <a:extLst>
                    <a:ext uri="{9D8B030D-6E8A-4147-A177-3AD203B41FA5}">
                      <a16:colId xmlns:a16="http://schemas.microsoft.com/office/drawing/2014/main" val="235041252"/>
                    </a:ext>
                  </a:extLst>
                </a:gridCol>
              </a:tblGrid>
              <a:tr h="139103">
                <a:tc>
                  <a:txBody>
                    <a:bodyPr/>
                    <a:lstStyle/>
                    <a:p>
                      <a:pPr marL="0" marR="0" lvl="0" indent="0" algn="ctr" defTabSz="685817" rtl="0" eaLnBrk="1" fontAlgn="auto" latinLnBrk="0" hangingPunct="1">
                        <a:lnSpc>
                          <a:spcPct val="100000"/>
                        </a:lnSpc>
                        <a:spcBef>
                          <a:spcPts val="0"/>
                        </a:spcBef>
                        <a:spcAft>
                          <a:spcPts val="0"/>
                        </a:spcAft>
                        <a:buClrTx/>
                        <a:buSzTx/>
                        <a:buFontTx/>
                        <a:buNone/>
                        <a:tabLst/>
                        <a:defRPr/>
                      </a:pPr>
                      <a:r>
                        <a:rPr lang="en-US" sz="700" b="1">
                          <a:solidFill>
                            <a:schemeClr val="tx1">
                              <a:lumMod val="90000"/>
                              <a:lumOff val="10000"/>
                            </a:schemeClr>
                          </a:solidFill>
                        </a:rPr>
                        <a:t>NI : Needs Improvement</a:t>
                      </a:r>
                      <a:endParaRPr lang="en-AE" sz="700" b="1">
                        <a:solidFill>
                          <a:schemeClr val="tx1">
                            <a:lumMod val="90000"/>
                            <a:lumOff val="10000"/>
                          </a:schemeClr>
                        </a:solidFill>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3433129447"/>
                  </a:ext>
                </a:extLst>
              </a:tr>
            </a:tbl>
          </a:graphicData>
        </a:graphic>
      </p:graphicFrame>
      <p:graphicFrame>
        <p:nvGraphicFramePr>
          <p:cNvPr id="7" name="Table 6">
            <a:extLst>
              <a:ext uri="{FF2B5EF4-FFF2-40B4-BE49-F238E27FC236}">
                <a16:creationId xmlns:a16="http://schemas.microsoft.com/office/drawing/2014/main" id="{668B11FC-DE01-A6C6-203B-FA8A630615D9}"/>
              </a:ext>
            </a:extLst>
          </p:cNvPr>
          <p:cNvGraphicFramePr>
            <a:graphicFrameLocks noGrp="1"/>
          </p:cNvGraphicFramePr>
          <p:nvPr>
            <p:extLst>
              <p:ext uri="{D42A27DB-BD31-4B8C-83A1-F6EECF244321}">
                <p14:modId xmlns:p14="http://schemas.microsoft.com/office/powerpoint/2010/main" val="2611545794"/>
              </p:ext>
            </p:extLst>
          </p:nvPr>
        </p:nvGraphicFramePr>
        <p:xfrm>
          <a:off x="1707491" y="1013651"/>
          <a:ext cx="10191750" cy="1449514"/>
        </p:xfrm>
        <a:graphic>
          <a:graphicData uri="http://schemas.openxmlformats.org/drawingml/2006/table">
            <a:tbl>
              <a:tblPr firstRow="1" bandRow="1">
                <a:tableStyleId>{5C22544A-7EE6-4342-B048-85BDC9FD1C3A}</a:tableStyleId>
              </a:tblPr>
              <a:tblGrid>
                <a:gridCol w="5095875">
                  <a:extLst>
                    <a:ext uri="{9D8B030D-6E8A-4147-A177-3AD203B41FA5}">
                      <a16:colId xmlns:a16="http://schemas.microsoft.com/office/drawing/2014/main" val="2760501613"/>
                    </a:ext>
                  </a:extLst>
                </a:gridCol>
                <a:gridCol w="5095875">
                  <a:extLst>
                    <a:ext uri="{9D8B030D-6E8A-4147-A177-3AD203B41FA5}">
                      <a16:colId xmlns:a16="http://schemas.microsoft.com/office/drawing/2014/main" val="2926381906"/>
                    </a:ext>
                  </a:extLst>
                </a:gridCol>
              </a:tblGrid>
              <a:tr h="672274">
                <a:tc>
                  <a:txBody>
                    <a:bodyPr/>
                    <a:lstStyle/>
                    <a:p>
                      <a:pPr marL="0" marR="0" lvl="0" indent="0" algn="just" defTabSz="685817" rtl="0" eaLnBrk="1" fontAlgn="auto" latinLnBrk="0" hangingPunct="1">
                        <a:lnSpc>
                          <a:spcPct val="100000"/>
                        </a:lnSpc>
                        <a:spcBef>
                          <a:spcPts val="0"/>
                        </a:spcBef>
                        <a:spcAft>
                          <a:spcPts val="0"/>
                        </a:spcAft>
                        <a:buClrTx/>
                        <a:buSzTx/>
                        <a:buFont typeface="+mj-lt"/>
                        <a:buNone/>
                      </a:pPr>
                      <a:r>
                        <a:rPr lang="en-US" sz="900" b="1" i="0" u="none" strike="noStrike" noProof="0" dirty="0">
                          <a:solidFill>
                            <a:srgbClr val="000000"/>
                          </a:solidFill>
                          <a:effectLst/>
                          <a:latin typeface="Verdana"/>
                          <a:ea typeface="Verdana"/>
                        </a:rPr>
                        <a:t>S</a:t>
                      </a:r>
                      <a:r>
                        <a:rPr lang="en-US" sz="900" b="1" kern="1200" noProof="0" dirty="0">
                          <a:solidFill>
                            <a:prstClr val="black"/>
                          </a:solidFill>
                          <a:latin typeface="Verdana"/>
                          <a:ea typeface="Verdana"/>
                          <a:cs typeface="+mn-cs"/>
                        </a:rPr>
                        <a:t>taging and Days Past Due (DPD) computation </a:t>
                      </a:r>
                      <a:r>
                        <a:rPr lang="en-US" sz="900" b="0" i="1" kern="1200" noProof="0" dirty="0">
                          <a:solidFill>
                            <a:prstClr val="black"/>
                          </a:solidFill>
                          <a:latin typeface="Verdana"/>
                          <a:ea typeface="Verdana"/>
                          <a:cs typeface="+mn-cs"/>
                        </a:rPr>
                        <a:t>[ICD: 30/09/2026]</a:t>
                      </a:r>
                      <a:endParaRPr lang="en-US" sz="900" b="0" i="1" kern="1200" dirty="0">
                        <a:solidFill>
                          <a:prstClr val="black"/>
                        </a:solidFill>
                        <a:latin typeface="Verdana"/>
                        <a:ea typeface="Verdana"/>
                        <a:cs typeface="+mn-cs"/>
                      </a:endParaRPr>
                    </a:p>
                    <a:p>
                      <a:pPr marL="0" marR="0" lvl="0" indent="0" algn="just" defTabSz="685817" rtl="0" eaLnBrk="1" fontAlgn="auto" latinLnBrk="0" hangingPunct="1">
                        <a:lnSpc>
                          <a:spcPct val="100000"/>
                        </a:lnSpc>
                        <a:spcBef>
                          <a:spcPts val="0"/>
                        </a:spcBef>
                        <a:spcAft>
                          <a:spcPts val="0"/>
                        </a:spcAft>
                        <a:buClrTx/>
                        <a:buSzTx/>
                        <a:buFont typeface="+mj-lt"/>
                        <a:buNone/>
                      </a:pPr>
                      <a:r>
                        <a:rPr lang="en-US" sz="900" b="0" kern="1200" noProof="0" dirty="0">
                          <a:solidFill>
                            <a:prstClr val="black"/>
                          </a:solidFill>
                          <a:latin typeface="Verdana"/>
                          <a:ea typeface="Verdana"/>
                          <a:cs typeface="+mn-cs"/>
                        </a:rPr>
                        <a:t>Expected Credit Loss staging is not fully regulatory aligned, as retail staging uses overdue‑to‑instalment ratios instead of DPD, and non‑retail DPD reporting has incomplete coverage which could result in delayed stage migration.</a:t>
                      </a:r>
                      <a:endParaRPr lang="en-US" sz="900" b="0" kern="1200" dirty="0">
                        <a:solidFill>
                          <a:prstClr val="black"/>
                        </a:solidFill>
                        <a:latin typeface="Verdana"/>
                        <a:ea typeface="Verdana"/>
                        <a:cs typeface="+mn-cs"/>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noFill/>
                  </a:tcPr>
                </a:tc>
                <a:tc>
                  <a:txBody>
                    <a:bodyPr/>
                    <a:lstStyle/>
                    <a:p>
                      <a:pPr lvl="0" algn="l">
                        <a:lnSpc>
                          <a:spcPct val="100000"/>
                        </a:lnSpc>
                        <a:spcBef>
                          <a:spcPts val="0"/>
                        </a:spcBef>
                        <a:spcAft>
                          <a:spcPts val="0"/>
                        </a:spcAft>
                        <a:buNone/>
                      </a:pPr>
                      <a:r>
                        <a:rPr lang="en-GB" sz="900" b="0" i="0" u="none" strike="noStrike" kern="1200" noProof="0" dirty="0">
                          <a:solidFill>
                            <a:srgbClr val="000000"/>
                          </a:solidFill>
                          <a:effectLst/>
                          <a:latin typeface="Verdana"/>
                          <a:ea typeface="Verdana"/>
                          <a:cs typeface="Calibri"/>
                        </a:rPr>
                        <a:t>Mana</a:t>
                      </a:r>
                      <a:r>
                        <a:rPr lang="en-GB" sz="900" b="0" i="0" u="none" strike="noStrike" kern="1200" noProof="0" dirty="0">
                          <a:solidFill>
                            <a:srgbClr val="000000"/>
                          </a:solidFill>
                          <a:latin typeface="Verdana"/>
                          <a:ea typeface="Verdana"/>
                          <a:cs typeface="+mn-cs"/>
                        </a:rPr>
                        <a:t>gement will assess the impact of the current retail staging logic and evaluate system enhancements for DPD alignment, while enhancing non‑retail DPD reporting to ensure complete portfolio coverage.</a:t>
                      </a:r>
                      <a:endParaRPr lang="en-US" sz="900" b="0" i="0" u="none" strike="noStrike" kern="1200" dirty="0">
                        <a:solidFill>
                          <a:srgbClr val="000000"/>
                        </a:solidFill>
                        <a:latin typeface="Verdana"/>
                        <a:ea typeface="Verdana"/>
                        <a:cs typeface="+mn-cs"/>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noFill/>
                  </a:tcPr>
                </a:tc>
                <a:extLst>
                  <a:ext uri="{0D108BD9-81ED-4DB2-BD59-A6C34878D82A}">
                    <a16:rowId xmlns:a16="http://schemas.microsoft.com/office/drawing/2014/main" val="1286184600"/>
                  </a:ext>
                </a:extLst>
              </a:tr>
              <a:tr h="647700">
                <a:tc>
                  <a:txBody>
                    <a:bodyPr/>
                    <a:lstStyle/>
                    <a:p>
                      <a:pPr lvl="0" algn="just">
                        <a:lnSpc>
                          <a:spcPct val="100000"/>
                        </a:lnSpc>
                        <a:spcBef>
                          <a:spcPts val="0"/>
                        </a:spcBef>
                        <a:spcAft>
                          <a:spcPts val="0"/>
                        </a:spcAft>
                        <a:buNone/>
                      </a:pPr>
                      <a:r>
                        <a:rPr lang="en-US" sz="900" b="1" i="0" u="none" strike="noStrike" noProof="0" dirty="0">
                          <a:solidFill>
                            <a:srgbClr val="000000"/>
                          </a:solidFill>
                          <a:effectLst/>
                          <a:latin typeface="Verdana"/>
                          <a:ea typeface="Verdana"/>
                        </a:rPr>
                        <a:t>Collateral</a:t>
                      </a:r>
                      <a:r>
                        <a:rPr lang="en-US" sz="900" b="1" i="0" u="none" strike="noStrike" noProof="0" dirty="0">
                          <a:solidFill>
                            <a:srgbClr val="000000"/>
                          </a:solidFill>
                          <a:effectLst/>
                          <a:latin typeface="Verdana"/>
                          <a:ea typeface="Verdana"/>
                          <a:cs typeface="Calibri"/>
                        </a:rPr>
                        <a:t> update </a:t>
                      </a:r>
                      <a:r>
                        <a:rPr lang="en-US" sz="900" b="0" i="1" u="none" strike="noStrike" noProof="0" dirty="0">
                          <a:solidFill>
                            <a:srgbClr val="000000"/>
                          </a:solidFill>
                          <a:effectLst/>
                          <a:latin typeface="Verdana"/>
                          <a:ea typeface="Verdana"/>
                          <a:cs typeface="Calibri"/>
                        </a:rPr>
                        <a:t>[ICD: 30/09/26]</a:t>
                      </a:r>
                    </a:p>
                    <a:p>
                      <a:pPr lvl="0" algn="just">
                        <a:lnSpc>
                          <a:spcPct val="100000"/>
                        </a:lnSpc>
                        <a:spcBef>
                          <a:spcPts val="0"/>
                        </a:spcBef>
                        <a:spcAft>
                          <a:spcPts val="0"/>
                        </a:spcAft>
                        <a:buNone/>
                      </a:pPr>
                      <a:r>
                        <a:rPr lang="en-US" sz="900" b="0" i="0" u="none" strike="noStrike" noProof="0" dirty="0">
                          <a:solidFill>
                            <a:srgbClr val="000000"/>
                          </a:solidFill>
                          <a:effectLst/>
                          <a:latin typeface="Verdana"/>
                          <a:ea typeface="Verdana"/>
                          <a:cs typeface="Calibri"/>
                        </a:rPr>
                        <a:t>Inaccurate and incomplete capture of group‑level collateral, Debt Service Reserve Account balances (DSRA), reverse repo collateral, and delayed/missed collateral updates in systems, resulting in overstated Expected Credit Losses.</a:t>
                      </a:r>
                      <a:endParaRPr lang="en-US" sz="900" dirty="0">
                        <a:latin typeface="Verdana"/>
                        <a:ea typeface="Verdana"/>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noFill/>
                  </a:tcPr>
                </a:tc>
                <a:tc>
                  <a:txBody>
                    <a:bodyPr/>
                    <a:lstStyle/>
                    <a:p>
                      <a:pPr lvl="0" algn="just">
                        <a:lnSpc>
                          <a:spcPct val="100000"/>
                        </a:lnSpc>
                        <a:spcBef>
                          <a:spcPts val="0"/>
                        </a:spcBef>
                        <a:spcAft>
                          <a:spcPts val="0"/>
                        </a:spcAft>
                        <a:buNone/>
                      </a:pPr>
                      <a:r>
                        <a:rPr lang="en-US" sz="900" b="0" i="0" u="none" strike="noStrike" kern="1200" noProof="0" dirty="0">
                          <a:solidFill>
                            <a:srgbClr val="000000"/>
                          </a:solidFill>
                          <a:effectLst/>
                          <a:latin typeface="Verdana"/>
                          <a:ea typeface="Verdana"/>
                          <a:cs typeface="Calibri"/>
                        </a:rPr>
                        <a:t>Management is enhancing collateral data capture, reporting, and validation controls, assessing the inclusion of DSRA and reverse repo transactions subject to relevant approvals, while continuing to strengthen system updates and collateral governance in alignment with CRMS expectations.</a:t>
                      </a:r>
                      <a:endParaRPr lang="en-US" sz="900" dirty="0">
                        <a:latin typeface="Verdana"/>
                        <a:ea typeface="Verdana"/>
                      </a:endParaRPr>
                    </a:p>
                    <a:p>
                      <a:pPr lvl="0" algn="just">
                        <a:lnSpc>
                          <a:spcPct val="100000"/>
                        </a:lnSpc>
                        <a:spcBef>
                          <a:spcPts val="0"/>
                        </a:spcBef>
                        <a:spcAft>
                          <a:spcPts val="0"/>
                        </a:spcAft>
                        <a:buNone/>
                      </a:pPr>
                      <a:endParaRPr lang="en-US" sz="900" b="0" i="0" u="none" strike="noStrike" kern="1200" noProof="0" dirty="0">
                        <a:solidFill>
                          <a:srgbClr val="000000"/>
                        </a:solidFill>
                        <a:effectLst/>
                        <a:latin typeface="Verdana"/>
                        <a:ea typeface="Verdana"/>
                        <a:cs typeface="Calibri"/>
                      </a:endParaRPr>
                    </a:p>
                  </a:txBody>
                  <a:tcPr>
                    <a:lnL w="12700" cap="flat" cmpd="sng" algn="ctr">
                      <a:solidFill>
                        <a:schemeClr val="tx1"/>
                      </a:solidFill>
                      <a:prstDash val="sysDash"/>
                      <a:round/>
                      <a:headEnd type="none" w="med" len="med"/>
                      <a:tailEnd type="none" w="med" len="med"/>
                    </a:lnL>
                    <a:lnR w="9525" cap="flat" cmpd="sng" algn="ctr">
                      <a:solidFill>
                        <a:srgbClr val="003860"/>
                      </a:solidFill>
                      <a:prstDash val="dash"/>
                      <a:round/>
                      <a:headEnd type="none" w="med" len="med"/>
                      <a:tailEnd type="none" w="med" len="med"/>
                    </a:lnR>
                    <a:lnT w="12700" cap="flat" cmpd="sng" algn="ctr">
                      <a:solidFill>
                        <a:schemeClr val="tx1"/>
                      </a:solidFill>
                      <a:prstDash val="sysDash"/>
                      <a:round/>
                      <a:headEnd type="none" w="med" len="med"/>
                      <a:tailEnd type="none" w="med" len="med"/>
                    </a:lnT>
                    <a:lnB w="9525" cap="flat" cmpd="sng" algn="ctr">
                      <a:solidFill>
                        <a:srgbClr val="003860"/>
                      </a:solidFill>
                      <a:prstDash val="dash"/>
                      <a:round/>
                      <a:headEnd type="none" w="med" len="med"/>
                      <a:tailEnd type="none" w="med" len="med"/>
                    </a:lnB>
                    <a:noFill/>
                  </a:tcPr>
                </a:tc>
                <a:extLst>
                  <a:ext uri="{0D108BD9-81ED-4DB2-BD59-A6C34878D82A}">
                    <a16:rowId xmlns:a16="http://schemas.microsoft.com/office/drawing/2014/main" val="156626914"/>
                  </a:ext>
                </a:extLst>
              </a:tr>
            </a:tbl>
          </a:graphicData>
        </a:graphic>
      </p:graphicFrame>
      <p:sp>
        <p:nvSpPr>
          <p:cNvPr id="8" name="Rectangle: Rounded Corners 7">
            <a:extLst>
              <a:ext uri="{FF2B5EF4-FFF2-40B4-BE49-F238E27FC236}">
                <a16:creationId xmlns:a16="http://schemas.microsoft.com/office/drawing/2014/main" id="{11CE540C-9CE8-BDB1-2FF0-59A1F1E1BF85}"/>
              </a:ext>
            </a:extLst>
          </p:cNvPr>
          <p:cNvSpPr/>
          <p:nvPr/>
        </p:nvSpPr>
        <p:spPr bwMode="auto">
          <a:xfrm>
            <a:off x="315787" y="1015147"/>
            <a:ext cx="1366951" cy="1448018"/>
          </a:xfrm>
          <a:prstGeom prst="roundRect">
            <a:avLst/>
          </a:prstGeom>
          <a:solidFill>
            <a:schemeClr val="bg1">
              <a:alpha val="50000"/>
            </a:schemeClr>
          </a:solidFill>
          <a:ln>
            <a:solidFill>
              <a:schemeClr val="tx1"/>
            </a:solidFill>
          </a:ln>
        </p:spPr>
        <p:style>
          <a:lnRef idx="0">
            <a:scrgbClr r="0" g="0" b="0"/>
          </a:lnRef>
          <a:fillRef idx="0">
            <a:scrgbClr r="0" g="0" b="0"/>
          </a:fillRef>
          <a:effectRef idx="0">
            <a:scrgbClr r="0" g="0" b="0"/>
          </a:effectRef>
          <a:fontRef idx="minor">
            <a:schemeClr val="lt1"/>
          </a:fontRef>
        </p:style>
        <p:txBody>
          <a:bodyPr vert="horz" wrap="square" lIns="91440" tIns="45720" rIns="91440" bIns="45720" numCol="1" rtlCol="0" anchor="ctr" anchorCtr="0" compatLnSpc="1">
            <a:prstTxWarp prst="textNoShape">
              <a:avLst/>
            </a:prstTxWarp>
          </a:bodyPr>
          <a:lstStyle>
            <a:defPPr>
              <a:defRPr lang="en-US"/>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Credit Governance &amp; Provisions</a:t>
            </a:r>
          </a:p>
        </p:txBody>
      </p:sp>
      <p:sp>
        <p:nvSpPr>
          <p:cNvPr id="9" name="TextBox 20">
            <a:extLst>
              <a:ext uri="{FF2B5EF4-FFF2-40B4-BE49-F238E27FC236}">
                <a16:creationId xmlns:a16="http://schemas.microsoft.com/office/drawing/2014/main" id="{9AC6E726-C299-9ACE-C8C5-A4D4D124554E}"/>
              </a:ext>
            </a:extLst>
          </p:cNvPr>
          <p:cNvSpPr txBox="1"/>
          <p:nvPr/>
        </p:nvSpPr>
        <p:spPr>
          <a:xfrm>
            <a:off x="487935" y="2251105"/>
            <a:ext cx="1071584" cy="215444"/>
          </a:xfrm>
          <a:prstGeom prst="rect">
            <a:avLst/>
          </a:prstGeom>
          <a:noFill/>
        </p:spPr>
        <p:txBody>
          <a:bodyPr wrap="square" rtlCol="0" anchor="t">
            <a:spAutoFit/>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panose="020F0502020204030204" pitchFamily="34" charset="0"/>
                <a:ea typeface="+mn-ea"/>
                <a:cs typeface="Arial" charset="0"/>
              </a:rPr>
              <a:t>Ref: Annexure </a:t>
            </a:r>
            <a:r>
              <a:rPr lang="en-US" sz="800" dirty="0">
                <a:solidFill>
                  <a:prstClr val="black"/>
                </a:solidFill>
                <a:latin typeface="Calibri" panose="020F0502020204030204" pitchFamily="34" charset="0"/>
              </a:rPr>
              <a:t>8.13</a:t>
            </a:r>
            <a:endParaRPr kumimoji="0" lang="en-US" sz="800" b="0" i="0" u="none" strike="noStrike" kern="1200" cap="none" spc="0" normalizeH="0" baseline="0" noProof="0" dirty="0">
              <a:ln>
                <a:noFill/>
              </a:ln>
              <a:solidFill>
                <a:prstClr val="black"/>
              </a:solidFill>
              <a:effectLst/>
              <a:uLnTx/>
              <a:uFillTx/>
              <a:latin typeface="Calibri" panose="020F0502020204030204" pitchFamily="34" charset="0"/>
              <a:ea typeface="+mn-ea"/>
              <a:cs typeface="Arial" charset="0"/>
            </a:endParaRPr>
          </a:p>
        </p:txBody>
      </p:sp>
      <p:sp>
        <p:nvSpPr>
          <p:cNvPr id="15" name="Oval 14">
            <a:extLst>
              <a:ext uri="{FF2B5EF4-FFF2-40B4-BE49-F238E27FC236}">
                <a16:creationId xmlns:a16="http://schemas.microsoft.com/office/drawing/2014/main" id="{F136269D-18E6-9640-B797-70D6F0F671BC}"/>
              </a:ext>
            </a:extLst>
          </p:cNvPr>
          <p:cNvSpPr/>
          <p:nvPr/>
        </p:nvSpPr>
        <p:spPr bwMode="auto">
          <a:xfrm>
            <a:off x="1286590" y="1095354"/>
            <a:ext cx="269017" cy="252000"/>
          </a:xfrm>
          <a:prstGeom prst="ellipse">
            <a:avLst/>
          </a:prstGeom>
          <a:solidFill>
            <a:srgbClr val="FFFF00"/>
          </a:solidFill>
          <a:ln w="9525" cap="flat" cmpd="sng" algn="ctr">
            <a:solidFill>
              <a:schemeClr val="tx2"/>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8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Arial" charset="0"/>
              </a:rPr>
              <a:t>NI</a:t>
            </a:r>
            <a:endParaRPr kumimoji="0" lang="en-AE" sz="8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Arial" charset="0"/>
            </a:endParaRPr>
          </a:p>
        </p:txBody>
      </p:sp>
    </p:spTree>
    <p:extLst>
      <p:ext uri="{BB962C8B-B14F-4D97-AF65-F5344CB8AC3E}">
        <p14:creationId xmlns:p14="http://schemas.microsoft.com/office/powerpoint/2010/main" val="9246413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lide Number Placeholder 1"/>
          <p:cNvSpPr>
            <a:spLocks noGrp="1"/>
          </p:cNvSpPr>
          <p:nvPr>
            <p:ph type="sldNum" sz="quarter" idx="4"/>
          </p:nvPr>
        </p:nvSpPr>
        <p:spPr>
          <a:xfrm>
            <a:off x="11578623" y="6572542"/>
            <a:ext cx="914400" cy="233749"/>
          </a:xfrm>
        </p:spPr>
        <p:txBody>
          <a:bodyPr/>
          <a:lstStyle/>
          <a:p>
            <a:pPr>
              <a:defRPr/>
            </a:pPr>
            <a:fld id="{6516E9BE-843C-4425-80E4-36155279AD5E}" type="slidenum">
              <a:rPr lang="en-US" sz="900" smtClean="0">
                <a:latin typeface="Verdana" panose="020B0604030504040204" pitchFamily="34" charset="0"/>
                <a:ea typeface="Verdana" panose="020B0604030504040204" pitchFamily="34" charset="0"/>
              </a:rPr>
              <a:pPr>
                <a:defRPr/>
              </a:pPr>
              <a:t>12</a:t>
            </a:fld>
            <a:endParaRPr lang="en-US" sz="900">
              <a:latin typeface="Verdana" panose="020B0604030504040204" pitchFamily="34" charset="0"/>
              <a:ea typeface="Verdana" panose="020B0604030504040204" pitchFamily="34" charset="0"/>
            </a:endParaRPr>
          </a:p>
        </p:txBody>
      </p:sp>
      <p:sp>
        <p:nvSpPr>
          <p:cNvPr id="6" name="Title 1">
            <a:extLst>
              <a:ext uri="{FF2B5EF4-FFF2-40B4-BE49-F238E27FC236}">
                <a16:creationId xmlns:a16="http://schemas.microsoft.com/office/drawing/2014/main" id="{70A4EDB2-02FE-A9DE-6208-0B361E73599E}"/>
              </a:ext>
            </a:extLst>
          </p:cNvPr>
          <p:cNvSpPr>
            <a:spLocks noGrp="1"/>
          </p:cNvSpPr>
          <p:nvPr>
            <p:ph type="title"/>
          </p:nvPr>
        </p:nvSpPr>
        <p:spPr>
          <a:xfrm>
            <a:off x="-151296" y="-781"/>
            <a:ext cx="12192000" cy="609826"/>
          </a:xfrm>
        </p:spPr>
        <p:txBody>
          <a:bodyPr anchor="ctr">
            <a:normAutofit fontScale="90000"/>
          </a:bodyPr>
          <a:lstStyle/>
          <a:p>
            <a:r>
              <a:rPr lang="en-US" sz="2000">
                <a:latin typeface="Verdana" panose="020B0604030504040204" pitchFamily="34" charset="0"/>
                <a:ea typeface="Verdana" panose="020B0604030504040204" pitchFamily="34" charset="0"/>
                <a:cs typeface="Verdana" panose="020B0604030504040204" pitchFamily="34" charset="0"/>
              </a:rPr>
              <a:t>    Open Management Actions – Aging Analysis (RAKBANK excl. </a:t>
            </a:r>
            <a:r>
              <a:rPr lang="en-US" sz="2000" err="1">
                <a:latin typeface="Verdana" panose="020B0604030504040204" pitchFamily="34" charset="0"/>
                <a:ea typeface="Verdana" panose="020B0604030504040204" pitchFamily="34" charset="0"/>
                <a:cs typeface="Verdana" panose="020B0604030504040204" pitchFamily="34" charset="0"/>
              </a:rPr>
              <a:t>RAKislamic</a:t>
            </a:r>
            <a:r>
              <a:rPr lang="en-US" sz="2000">
                <a:latin typeface="Verdana" panose="020B0604030504040204" pitchFamily="34" charset="0"/>
                <a:ea typeface="Verdana" panose="020B0604030504040204" pitchFamily="34" charset="0"/>
                <a:cs typeface="Verdana" panose="020B0604030504040204" pitchFamily="34" charset="0"/>
              </a:rPr>
              <a:t> &amp; RAKINSURANCE)	</a:t>
            </a:r>
            <a:endParaRPr lang="en-GB" sz="2000">
              <a:latin typeface="Verdana" panose="020B0604030504040204" pitchFamily="34" charset="0"/>
              <a:ea typeface="Verdana" panose="020B0604030504040204" pitchFamily="34" charset="0"/>
              <a:cs typeface="Verdana" panose="020B0604030504040204" pitchFamily="34" charset="0"/>
            </a:endParaRPr>
          </a:p>
        </p:txBody>
      </p:sp>
      <p:sp>
        <p:nvSpPr>
          <p:cNvPr id="22" name="Rectangle 21">
            <a:extLst>
              <a:ext uri="{FF2B5EF4-FFF2-40B4-BE49-F238E27FC236}">
                <a16:creationId xmlns:a16="http://schemas.microsoft.com/office/drawing/2014/main" id="{31C52608-7145-2E33-8BA5-A6C0D5118DCA}"/>
              </a:ext>
            </a:extLst>
          </p:cNvPr>
          <p:cNvSpPr/>
          <p:nvPr/>
        </p:nvSpPr>
        <p:spPr bwMode="auto">
          <a:xfrm>
            <a:off x="8866104" y="2281508"/>
            <a:ext cx="967352" cy="877725"/>
          </a:xfrm>
          <a:prstGeom prst="rect">
            <a:avLst/>
          </a:prstGeom>
          <a:solidFill>
            <a:srgbClr val="FF0000"/>
          </a:solidFill>
          <a:ln w="9525" cap="flat" cmpd="sng" algn="ctr">
            <a:solidFill>
              <a:schemeClr val="tx2">
                <a:lumMod val="75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R="0" algn="ctr" defTabSz="914400" rtl="0" eaLnBrk="1" fontAlgn="base" latinLnBrk="0" hangingPunct="1">
              <a:lnSpc>
                <a:spcPct val="100000"/>
              </a:lnSpc>
              <a:spcBef>
                <a:spcPct val="0"/>
              </a:spcBef>
              <a:spcAft>
                <a:spcPct val="0"/>
              </a:spcAft>
              <a:buClr>
                <a:schemeClr val="accent6">
                  <a:lumMod val="50000"/>
                </a:schemeClr>
              </a:buClr>
              <a:buSzTx/>
              <a:tabLst/>
            </a:pPr>
            <a:r>
              <a:rPr lang="en-US" sz="1500" b="1">
                <a:solidFill>
                  <a:schemeClr val="bg1"/>
                </a:solidFill>
                <a:latin typeface="Verdana" panose="020B0604030504040204" pitchFamily="34" charset="0"/>
                <a:ea typeface="Verdana" panose="020B0604030504040204" pitchFamily="34" charset="0"/>
              </a:rPr>
              <a:t>13</a:t>
            </a:r>
          </a:p>
        </p:txBody>
      </p:sp>
      <p:sp>
        <p:nvSpPr>
          <p:cNvPr id="24" name="Rectangle 23">
            <a:extLst>
              <a:ext uri="{FF2B5EF4-FFF2-40B4-BE49-F238E27FC236}">
                <a16:creationId xmlns:a16="http://schemas.microsoft.com/office/drawing/2014/main" id="{78B09F9A-3191-BF62-3C3B-26E4415EAA2C}"/>
              </a:ext>
            </a:extLst>
          </p:cNvPr>
          <p:cNvSpPr/>
          <p:nvPr/>
        </p:nvSpPr>
        <p:spPr bwMode="auto">
          <a:xfrm>
            <a:off x="9833456" y="2362712"/>
            <a:ext cx="907505" cy="796522"/>
          </a:xfrm>
          <a:prstGeom prst="rect">
            <a:avLst/>
          </a:prstGeom>
          <a:solidFill>
            <a:srgbClr val="E6B135"/>
          </a:solidFill>
          <a:ln w="9525" cap="flat" cmpd="sng" algn="ctr">
            <a:solidFill>
              <a:srgbClr val="DF9D34"/>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R="0" algn="ctr" defTabSz="914400" rtl="0" eaLnBrk="1" fontAlgn="base" latinLnBrk="0" hangingPunct="1">
              <a:lnSpc>
                <a:spcPct val="100000"/>
              </a:lnSpc>
              <a:spcBef>
                <a:spcPct val="0"/>
              </a:spcBef>
              <a:spcAft>
                <a:spcPct val="0"/>
              </a:spcAft>
              <a:buClr>
                <a:schemeClr val="accent6">
                  <a:lumMod val="50000"/>
                </a:schemeClr>
              </a:buClr>
              <a:buSzTx/>
              <a:tabLst/>
            </a:pPr>
            <a:r>
              <a:rPr lang="en-US" sz="1500" b="1">
                <a:latin typeface="Verdana" panose="020B0604030504040204" pitchFamily="34" charset="0"/>
                <a:ea typeface="Verdana" panose="020B0604030504040204" pitchFamily="34" charset="0"/>
              </a:rPr>
              <a:t>64</a:t>
            </a:r>
          </a:p>
        </p:txBody>
      </p:sp>
      <p:sp>
        <p:nvSpPr>
          <p:cNvPr id="25" name="Rectangle 24">
            <a:extLst>
              <a:ext uri="{FF2B5EF4-FFF2-40B4-BE49-F238E27FC236}">
                <a16:creationId xmlns:a16="http://schemas.microsoft.com/office/drawing/2014/main" id="{3392617E-40BB-C7B6-77E6-A79A0AC4EA33}"/>
              </a:ext>
            </a:extLst>
          </p:cNvPr>
          <p:cNvSpPr/>
          <p:nvPr/>
        </p:nvSpPr>
        <p:spPr bwMode="auto">
          <a:xfrm>
            <a:off x="10740961" y="2488791"/>
            <a:ext cx="845346" cy="670443"/>
          </a:xfrm>
          <a:prstGeom prst="rect">
            <a:avLst/>
          </a:prstGeom>
          <a:solidFill>
            <a:srgbClr val="89D78D"/>
          </a:solidFill>
          <a:ln w="9525" cap="flat" cmpd="sng" algn="ctr">
            <a:solidFill>
              <a:srgbClr val="92D050"/>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R="0" algn="ctr" defTabSz="914400" rtl="0" eaLnBrk="1" fontAlgn="base" latinLnBrk="0" hangingPunct="1">
              <a:lnSpc>
                <a:spcPct val="100000"/>
              </a:lnSpc>
              <a:spcBef>
                <a:spcPct val="0"/>
              </a:spcBef>
              <a:spcAft>
                <a:spcPct val="0"/>
              </a:spcAft>
              <a:buClr>
                <a:schemeClr val="accent5">
                  <a:lumMod val="50000"/>
                  <a:lumOff val="50000"/>
                </a:schemeClr>
              </a:buClr>
              <a:buSzTx/>
              <a:tabLst/>
            </a:pPr>
            <a:r>
              <a:rPr lang="en-US" sz="1500" b="1">
                <a:latin typeface="Verdana" panose="020B0604030504040204" pitchFamily="34" charset="0"/>
                <a:ea typeface="Verdana" panose="020B0604030504040204" pitchFamily="34" charset="0"/>
              </a:rPr>
              <a:t>46</a:t>
            </a:r>
          </a:p>
        </p:txBody>
      </p:sp>
      <p:cxnSp>
        <p:nvCxnSpPr>
          <p:cNvPr id="33" name="Straight Connector 32">
            <a:extLst>
              <a:ext uri="{FF2B5EF4-FFF2-40B4-BE49-F238E27FC236}">
                <a16:creationId xmlns:a16="http://schemas.microsoft.com/office/drawing/2014/main" id="{6F15E4FA-790A-F9EC-7BF0-34B9FC153D6B}"/>
              </a:ext>
            </a:extLst>
          </p:cNvPr>
          <p:cNvCxnSpPr/>
          <p:nvPr/>
        </p:nvCxnSpPr>
        <p:spPr bwMode="auto">
          <a:xfrm>
            <a:off x="8686800" y="803458"/>
            <a:ext cx="0" cy="5769084"/>
          </a:xfrm>
          <a:prstGeom prst="line">
            <a:avLst/>
          </a:prstGeom>
          <a:solidFill>
            <a:schemeClr val="accent1"/>
          </a:solidFill>
          <a:ln w="9525" cap="flat" cmpd="sng" algn="ctr">
            <a:solidFill>
              <a:schemeClr val="bg1">
                <a:lumMod val="50000"/>
              </a:schemeClr>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 name="Rectangle 4">
            <a:extLst>
              <a:ext uri="{FF2B5EF4-FFF2-40B4-BE49-F238E27FC236}">
                <a16:creationId xmlns:a16="http://schemas.microsoft.com/office/drawing/2014/main" id="{20FA2408-BE60-D965-0D4C-7231815CEFE4}"/>
              </a:ext>
            </a:extLst>
          </p:cNvPr>
          <p:cNvSpPr/>
          <p:nvPr/>
        </p:nvSpPr>
        <p:spPr bwMode="auto">
          <a:xfrm>
            <a:off x="8866104" y="4705641"/>
            <a:ext cx="967352" cy="877725"/>
          </a:xfrm>
          <a:prstGeom prst="rect">
            <a:avLst/>
          </a:prstGeom>
          <a:solidFill>
            <a:srgbClr val="FF0000"/>
          </a:solidFill>
          <a:ln w="9525" cap="flat" cmpd="sng" algn="ctr">
            <a:solidFill>
              <a:schemeClr val="tx2">
                <a:lumMod val="75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R="0" algn="ctr" defTabSz="914400" rtl="0" eaLnBrk="1" fontAlgn="base" latinLnBrk="0" hangingPunct="1">
              <a:lnSpc>
                <a:spcPct val="150000"/>
              </a:lnSpc>
              <a:spcBef>
                <a:spcPct val="0"/>
              </a:spcBef>
              <a:spcAft>
                <a:spcPct val="0"/>
              </a:spcAft>
              <a:buClr>
                <a:schemeClr val="accent6">
                  <a:lumMod val="50000"/>
                </a:schemeClr>
              </a:buClr>
              <a:buSzTx/>
              <a:tabLst/>
            </a:pPr>
            <a:r>
              <a:rPr lang="en-US" sz="1500" b="1">
                <a:solidFill>
                  <a:schemeClr val="bg1"/>
                </a:solidFill>
                <a:latin typeface="Verdana"/>
                <a:ea typeface="Verdana"/>
                <a:cs typeface="Arial"/>
              </a:rPr>
              <a:t>18</a:t>
            </a:r>
            <a:endParaRPr kumimoji="0" lang="en-US" sz="700" i="0" u="none" strike="noStrike" cap="none" normalizeH="0" baseline="0">
              <a:ln>
                <a:noFill/>
              </a:ln>
              <a:solidFill>
                <a:schemeClr val="bg1"/>
              </a:solidFill>
              <a:effectLst/>
              <a:latin typeface="Verdana" panose="020B0604030504040204" pitchFamily="34" charset="0"/>
              <a:ea typeface="Verdana" panose="020B0604030504040204" pitchFamily="34" charset="0"/>
            </a:endParaRPr>
          </a:p>
        </p:txBody>
      </p:sp>
      <p:sp>
        <p:nvSpPr>
          <p:cNvPr id="7" name="Rectangle 6">
            <a:extLst>
              <a:ext uri="{FF2B5EF4-FFF2-40B4-BE49-F238E27FC236}">
                <a16:creationId xmlns:a16="http://schemas.microsoft.com/office/drawing/2014/main" id="{100AB1AC-9A03-2768-FBA8-FD36E7E4D202}"/>
              </a:ext>
            </a:extLst>
          </p:cNvPr>
          <p:cNvSpPr/>
          <p:nvPr/>
        </p:nvSpPr>
        <p:spPr bwMode="auto">
          <a:xfrm>
            <a:off x="9833456" y="4786844"/>
            <a:ext cx="907505" cy="796522"/>
          </a:xfrm>
          <a:prstGeom prst="rect">
            <a:avLst/>
          </a:prstGeom>
          <a:solidFill>
            <a:srgbClr val="E6B135"/>
          </a:solidFill>
          <a:ln w="9525" cap="flat" cmpd="sng" algn="ctr">
            <a:solidFill>
              <a:srgbClr val="DF9D34"/>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R="0" algn="ctr" defTabSz="914400" rtl="0" eaLnBrk="1" fontAlgn="base" latinLnBrk="0" hangingPunct="1">
              <a:lnSpc>
                <a:spcPct val="150000"/>
              </a:lnSpc>
              <a:spcBef>
                <a:spcPct val="0"/>
              </a:spcBef>
              <a:spcAft>
                <a:spcPct val="0"/>
              </a:spcAft>
              <a:buClr>
                <a:schemeClr val="accent6">
                  <a:lumMod val="50000"/>
                </a:schemeClr>
              </a:buClr>
              <a:buSzTx/>
              <a:tabLst/>
            </a:pPr>
            <a:r>
              <a:rPr lang="en-US" sz="1500" b="1">
                <a:latin typeface="Verdana"/>
                <a:ea typeface="Verdana"/>
                <a:cs typeface="Arial"/>
              </a:rPr>
              <a:t>113</a:t>
            </a:r>
            <a:endParaRPr kumimoji="0" lang="en-US" sz="700" i="0" u="none" strike="noStrike" cap="none" normalizeH="0" baseline="0">
              <a:ln>
                <a:noFill/>
              </a:ln>
              <a:effectLst/>
              <a:latin typeface="Verdana" panose="020B0604030504040204" pitchFamily="34" charset="0"/>
              <a:ea typeface="Verdana" panose="020B0604030504040204" pitchFamily="34" charset="0"/>
            </a:endParaRPr>
          </a:p>
        </p:txBody>
      </p:sp>
      <p:sp>
        <p:nvSpPr>
          <p:cNvPr id="8" name="Rectangle 7">
            <a:extLst>
              <a:ext uri="{FF2B5EF4-FFF2-40B4-BE49-F238E27FC236}">
                <a16:creationId xmlns:a16="http://schemas.microsoft.com/office/drawing/2014/main" id="{AF3B9106-AD99-FD53-A1A7-4C74D39141EA}"/>
              </a:ext>
            </a:extLst>
          </p:cNvPr>
          <p:cNvSpPr/>
          <p:nvPr/>
        </p:nvSpPr>
        <p:spPr bwMode="auto">
          <a:xfrm>
            <a:off x="10740961" y="4912923"/>
            <a:ext cx="845346" cy="670443"/>
          </a:xfrm>
          <a:prstGeom prst="rect">
            <a:avLst/>
          </a:prstGeom>
          <a:solidFill>
            <a:srgbClr val="89D78D"/>
          </a:solidFill>
          <a:ln w="9525" cap="flat" cmpd="sng" algn="ctr">
            <a:solidFill>
              <a:srgbClr val="92D050"/>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R="0" algn="ctr" defTabSz="914400" rtl="0" eaLnBrk="1" fontAlgn="base" latinLnBrk="0" hangingPunct="1">
              <a:lnSpc>
                <a:spcPct val="150000"/>
              </a:lnSpc>
              <a:spcBef>
                <a:spcPct val="0"/>
              </a:spcBef>
              <a:spcAft>
                <a:spcPct val="0"/>
              </a:spcAft>
              <a:buClr>
                <a:schemeClr val="accent5">
                  <a:lumMod val="50000"/>
                  <a:lumOff val="50000"/>
                </a:schemeClr>
              </a:buClr>
              <a:buSzTx/>
              <a:tabLst/>
            </a:pPr>
            <a:r>
              <a:rPr lang="en-US" sz="1500" b="1">
                <a:latin typeface="Verdana" panose="020B0604030504040204" pitchFamily="34" charset="0"/>
                <a:ea typeface="Verdana" panose="020B0604030504040204" pitchFamily="34" charset="0"/>
              </a:rPr>
              <a:t>40</a:t>
            </a:r>
            <a:endParaRPr kumimoji="0" lang="en-US" sz="700" i="0" u="none" strike="noStrike" cap="none" normalizeH="0" baseline="0">
              <a:ln>
                <a:noFill/>
              </a:ln>
              <a:effectLst/>
              <a:latin typeface="Verdana" panose="020B0604030504040204" pitchFamily="34" charset="0"/>
              <a:ea typeface="Verdana" panose="020B0604030504040204" pitchFamily="34" charset="0"/>
            </a:endParaRPr>
          </a:p>
        </p:txBody>
      </p:sp>
      <p:cxnSp>
        <p:nvCxnSpPr>
          <p:cNvPr id="9" name="Straight Connector 8">
            <a:extLst>
              <a:ext uri="{FF2B5EF4-FFF2-40B4-BE49-F238E27FC236}">
                <a16:creationId xmlns:a16="http://schemas.microsoft.com/office/drawing/2014/main" id="{F1DFBEEC-7032-7CAE-ACBC-68B527D6C0D8}"/>
              </a:ext>
            </a:extLst>
          </p:cNvPr>
          <p:cNvCxnSpPr/>
          <p:nvPr/>
        </p:nvCxnSpPr>
        <p:spPr bwMode="auto">
          <a:xfrm flipH="1" flipV="1">
            <a:off x="8686800" y="3597524"/>
            <a:ext cx="3124200" cy="10199"/>
          </a:xfrm>
          <a:prstGeom prst="line">
            <a:avLst/>
          </a:prstGeom>
          <a:solidFill>
            <a:schemeClr val="accent1"/>
          </a:solidFill>
          <a:ln w="9525" cap="flat" cmpd="sng" algn="ctr">
            <a:solidFill>
              <a:schemeClr val="bg1">
                <a:lumMod val="50000"/>
              </a:schemeClr>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7" name="TextBox 36">
            <a:extLst>
              <a:ext uri="{FF2B5EF4-FFF2-40B4-BE49-F238E27FC236}">
                <a16:creationId xmlns:a16="http://schemas.microsoft.com/office/drawing/2014/main" id="{0C0FDD80-EAF5-9B30-328D-7CC75BC6518C}"/>
              </a:ext>
            </a:extLst>
          </p:cNvPr>
          <p:cNvSpPr txBox="1"/>
          <p:nvPr/>
        </p:nvSpPr>
        <p:spPr>
          <a:xfrm>
            <a:off x="6660206" y="5983278"/>
            <a:ext cx="332142" cy="230832"/>
          </a:xfrm>
          <a:prstGeom prst="rect">
            <a:avLst/>
          </a:prstGeom>
          <a:noFill/>
        </p:spPr>
        <p:txBody>
          <a:bodyPr wrap="none" rtlCol="0" anchor="t">
            <a:spAutoFit/>
          </a:bodyPr>
          <a:lstStyle/>
          <a:p>
            <a:r>
              <a:rPr lang="en-US" sz="900">
                <a:solidFill>
                  <a:schemeClr val="bg1"/>
                </a:solidFill>
                <a:latin typeface="Verdana" panose="020B0604030504040204" pitchFamily="34" charset="0"/>
                <a:ea typeface="Verdana" panose="020B0604030504040204" pitchFamily="34" charset="0"/>
              </a:rPr>
              <a:t>12</a:t>
            </a:r>
          </a:p>
        </p:txBody>
      </p:sp>
      <p:sp>
        <p:nvSpPr>
          <p:cNvPr id="4" name="Arrow: Left 3">
            <a:extLst>
              <a:ext uri="{FF2B5EF4-FFF2-40B4-BE49-F238E27FC236}">
                <a16:creationId xmlns:a16="http://schemas.microsoft.com/office/drawing/2014/main" id="{EA4B1C5D-2630-214A-80A0-D10E6472B4FC}"/>
              </a:ext>
            </a:extLst>
          </p:cNvPr>
          <p:cNvSpPr/>
          <p:nvPr/>
        </p:nvSpPr>
        <p:spPr bwMode="auto">
          <a:xfrm>
            <a:off x="8757332" y="1364701"/>
            <a:ext cx="3053668" cy="685800"/>
          </a:xfrm>
          <a:prstGeom prst="leftArrow">
            <a:avLst/>
          </a:prstGeom>
          <a:solidFill>
            <a:schemeClr val="accent6">
              <a:lumMod val="20000"/>
              <a:lumOff val="80000"/>
            </a:schemeClr>
          </a:solidFill>
          <a:ln w="9525" cap="flat" cmpd="sng" algn="ctr">
            <a:solidFill>
              <a:schemeClr val="tx1"/>
            </a:solidFill>
            <a:prstDash val="solid"/>
            <a:round/>
            <a:headEnd type="none" w="med" len="med"/>
            <a:tailEnd type="none" w="med" len="med"/>
          </a:ln>
          <a:effectLst/>
        </p:spPr>
        <p:txBody>
          <a:bodyPr vert="horz" wrap="square" lIns="0" tIns="45720" rIns="0" bIns="45720" numCol="1" rtlCol="0" anchor="ctr" anchorCtr="0" compatLnSpc="1">
            <a:prstTxWarp prst="textNoShape">
              <a:avLst/>
            </a:prstTxWarp>
          </a:bodyPr>
          <a:lstStyle/>
          <a:p>
            <a:pPr algn="just"/>
            <a:r>
              <a:rPr kumimoji="0" lang="en-US" sz="900" b="1" i="0" u="none" strike="noStrike" cap="none" normalizeH="0" baseline="0">
                <a:ln>
                  <a:noFill/>
                </a:ln>
                <a:solidFill>
                  <a:schemeClr val="tx1"/>
                </a:solidFill>
                <a:effectLst/>
                <a:latin typeface="Verdana" panose="020B0604030504040204" pitchFamily="34" charset="0"/>
                <a:ea typeface="Verdana" panose="020B0604030504040204" pitchFamily="34" charset="0"/>
              </a:rPr>
              <a:t>Management Actions* </a:t>
            </a:r>
            <a:r>
              <a:rPr lang="en-US" sz="900" b="1">
                <a:latin typeface="Verdana" panose="020B0604030504040204" pitchFamily="34" charset="0"/>
                <a:ea typeface="Verdana" panose="020B0604030504040204" pitchFamily="34" charset="0"/>
              </a:rPr>
              <a:t>released</a:t>
            </a:r>
            <a:r>
              <a:rPr kumimoji="0" lang="en-US" sz="900" b="1" i="0" u="none" strike="noStrike" cap="none" normalizeH="0" baseline="0">
                <a:ln>
                  <a:noFill/>
                </a:ln>
                <a:solidFill>
                  <a:schemeClr val="tx1"/>
                </a:solidFill>
                <a:effectLst/>
                <a:latin typeface="Verdana" panose="020B0604030504040204" pitchFamily="34" charset="0"/>
                <a:ea typeface="Verdana" panose="020B0604030504040204" pitchFamily="34" charset="0"/>
              </a:rPr>
              <a:t> - 2026 YTD</a:t>
            </a:r>
          </a:p>
        </p:txBody>
      </p:sp>
      <p:sp>
        <p:nvSpPr>
          <p:cNvPr id="13" name="Arrow: Right 12">
            <a:extLst>
              <a:ext uri="{FF2B5EF4-FFF2-40B4-BE49-F238E27FC236}">
                <a16:creationId xmlns:a16="http://schemas.microsoft.com/office/drawing/2014/main" id="{E2C519AD-1987-C180-16A6-58EF9877F3E4}"/>
              </a:ext>
            </a:extLst>
          </p:cNvPr>
          <p:cNvSpPr/>
          <p:nvPr/>
        </p:nvSpPr>
        <p:spPr bwMode="auto">
          <a:xfrm>
            <a:off x="8800514" y="3862343"/>
            <a:ext cx="2901566" cy="685800"/>
          </a:xfrm>
          <a:prstGeom prst="rightArrow">
            <a:avLst/>
          </a:prstGeom>
          <a:solidFill>
            <a:schemeClr val="bg1">
              <a:lumMod val="75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kumimoji="0" lang="en-US" sz="900" b="1" i="0" u="none" strike="noStrike" cap="none" normalizeH="0" baseline="0">
                <a:ln>
                  <a:noFill/>
                </a:ln>
                <a:solidFill>
                  <a:schemeClr val="tx1"/>
                </a:solidFill>
                <a:effectLst/>
                <a:latin typeface="Verdana" panose="020B0604030504040204" pitchFamily="34" charset="0"/>
                <a:ea typeface="Verdana" panose="020B0604030504040204" pitchFamily="34" charset="0"/>
              </a:rPr>
              <a:t>Management Actions* </a:t>
            </a:r>
            <a:r>
              <a:rPr lang="en-US" sz="900" b="1">
                <a:latin typeface="Verdana" panose="020B0604030504040204" pitchFamily="34" charset="0"/>
                <a:ea typeface="Verdana" panose="020B0604030504040204" pitchFamily="34" charset="0"/>
              </a:rPr>
              <a:t>closed</a:t>
            </a:r>
            <a:r>
              <a:rPr kumimoji="0" lang="en-US" sz="900" b="1" i="0" u="none" strike="noStrike" cap="none" normalizeH="0" baseline="0">
                <a:ln>
                  <a:noFill/>
                </a:ln>
                <a:solidFill>
                  <a:schemeClr val="tx1"/>
                </a:solidFill>
                <a:effectLst/>
                <a:latin typeface="Verdana" panose="020B0604030504040204" pitchFamily="34" charset="0"/>
                <a:ea typeface="Verdana" panose="020B0604030504040204" pitchFamily="34" charset="0"/>
              </a:rPr>
              <a:t> </a:t>
            </a:r>
            <a:r>
              <a:rPr lang="en-US" sz="900" b="1">
                <a:latin typeface="Verdana" panose="020B0604030504040204" pitchFamily="34" charset="0"/>
                <a:ea typeface="Verdana" panose="020B0604030504040204" pitchFamily="34" charset="0"/>
              </a:rPr>
              <a:t>-</a:t>
            </a:r>
            <a:r>
              <a:rPr kumimoji="0" lang="en-US" sz="900" b="1" i="0" u="none" strike="noStrike" cap="none" normalizeH="0" baseline="0">
                <a:ln>
                  <a:noFill/>
                </a:ln>
                <a:solidFill>
                  <a:schemeClr val="tx1"/>
                </a:solidFill>
                <a:effectLst/>
                <a:latin typeface="Verdana" panose="020B0604030504040204" pitchFamily="34" charset="0"/>
                <a:ea typeface="Verdana" panose="020B0604030504040204" pitchFamily="34" charset="0"/>
              </a:rPr>
              <a:t> 2026 YTD</a:t>
            </a:r>
          </a:p>
        </p:txBody>
      </p:sp>
      <p:sp>
        <p:nvSpPr>
          <p:cNvPr id="3" name="TextBox 2">
            <a:extLst>
              <a:ext uri="{FF2B5EF4-FFF2-40B4-BE49-F238E27FC236}">
                <a16:creationId xmlns:a16="http://schemas.microsoft.com/office/drawing/2014/main" id="{12D25B6C-1ED9-8AE8-0AAD-C0EE1F48C04E}"/>
              </a:ext>
            </a:extLst>
          </p:cNvPr>
          <p:cNvSpPr txBox="1"/>
          <p:nvPr/>
        </p:nvSpPr>
        <p:spPr>
          <a:xfrm>
            <a:off x="10666654" y="6318714"/>
            <a:ext cx="1257075" cy="246221"/>
          </a:xfrm>
          <a:prstGeom prst="rect">
            <a:avLst/>
          </a:prstGeom>
          <a:noFill/>
        </p:spPr>
        <p:txBody>
          <a:bodyPr wrap="none" lIns="91440" tIns="45720" rIns="91440" bIns="45720" rtlCol="0" anchor="t">
            <a:spAutoFit/>
          </a:bodyPr>
          <a:lstStyle/>
          <a:p>
            <a:r>
              <a:rPr lang="en-US" sz="1000">
                <a:latin typeface="Calibri"/>
                <a:ea typeface="Calibri"/>
                <a:cs typeface="Arial"/>
              </a:rPr>
              <a:t>Data as of 14-Apr-26</a:t>
            </a:r>
            <a:endParaRPr lang="en-US" sz="1000">
              <a:latin typeface="Calibri" panose="020F0502020204030204" pitchFamily="34" charset="0"/>
            </a:endParaRPr>
          </a:p>
        </p:txBody>
      </p:sp>
      <p:sp>
        <p:nvSpPr>
          <p:cNvPr id="23" name="TextBox 22">
            <a:extLst>
              <a:ext uri="{FF2B5EF4-FFF2-40B4-BE49-F238E27FC236}">
                <a16:creationId xmlns:a16="http://schemas.microsoft.com/office/drawing/2014/main" id="{9FF1A4BF-330B-89B4-F9BD-A42527BB866C}"/>
              </a:ext>
            </a:extLst>
          </p:cNvPr>
          <p:cNvSpPr txBox="1"/>
          <p:nvPr/>
        </p:nvSpPr>
        <p:spPr>
          <a:xfrm flipH="1">
            <a:off x="563881" y="6020537"/>
            <a:ext cx="45719" cy="276999"/>
          </a:xfrm>
          <a:prstGeom prst="rect">
            <a:avLst/>
          </a:prstGeom>
          <a:noFill/>
        </p:spPr>
        <p:txBody>
          <a:bodyPr wrap="square" rtlCol="0" anchor="t">
            <a:spAutoFit/>
          </a:bodyPr>
          <a:lstStyle/>
          <a:p>
            <a:pPr algn="r"/>
            <a:endParaRPr lang="en-US" sz="1200" b="1">
              <a:solidFill>
                <a:srgbClr val="FF0000"/>
              </a:solidFill>
              <a:latin typeface="Calibri" panose="020F0502020204030204" pitchFamily="34" charset="0"/>
            </a:endParaRPr>
          </a:p>
        </p:txBody>
      </p:sp>
      <p:sp>
        <p:nvSpPr>
          <p:cNvPr id="2" name="Rectangle 1">
            <a:extLst>
              <a:ext uri="{FF2B5EF4-FFF2-40B4-BE49-F238E27FC236}">
                <a16:creationId xmlns:a16="http://schemas.microsoft.com/office/drawing/2014/main" id="{2D28A10B-8FD3-0965-613E-C1265E3059C7}"/>
              </a:ext>
            </a:extLst>
          </p:cNvPr>
          <p:cNvSpPr/>
          <p:nvPr/>
        </p:nvSpPr>
        <p:spPr bwMode="auto">
          <a:xfrm>
            <a:off x="257050" y="803458"/>
            <a:ext cx="11677900" cy="5769084"/>
          </a:xfrm>
          <a:prstGeom prst="rect">
            <a:avLst/>
          </a:prstGeom>
          <a:no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900" b="0" i="0" u="none" strike="noStrike" cap="none" normalizeH="0" baseline="0">
              <a:ln>
                <a:noFill/>
              </a:ln>
              <a:solidFill>
                <a:schemeClr val="tx1"/>
              </a:solidFill>
              <a:effectLst/>
              <a:latin typeface="Verdana" panose="020B0604030504040204" pitchFamily="34" charset="0"/>
              <a:ea typeface="Verdana" panose="020B0604030504040204" pitchFamily="34" charset="0"/>
            </a:endParaRPr>
          </a:p>
        </p:txBody>
      </p:sp>
      <p:sp>
        <p:nvSpPr>
          <p:cNvPr id="14" name="TextBox 13">
            <a:extLst>
              <a:ext uri="{FF2B5EF4-FFF2-40B4-BE49-F238E27FC236}">
                <a16:creationId xmlns:a16="http://schemas.microsoft.com/office/drawing/2014/main" id="{42BF6B89-0BFE-6DE7-9942-54349C77486C}"/>
              </a:ext>
            </a:extLst>
          </p:cNvPr>
          <p:cNvSpPr txBox="1"/>
          <p:nvPr/>
        </p:nvSpPr>
        <p:spPr>
          <a:xfrm>
            <a:off x="8670598" y="5797152"/>
            <a:ext cx="3264352" cy="415498"/>
          </a:xfrm>
          <a:prstGeom prst="rect">
            <a:avLst/>
          </a:prstGeom>
          <a:noFill/>
          <a:ln>
            <a:solidFill>
              <a:schemeClr val="tx1">
                <a:lumMod val="90000"/>
                <a:lumOff val="10000"/>
              </a:schemeClr>
            </a:solidFill>
          </a:ln>
        </p:spPr>
        <p:txBody>
          <a:bodyPr wrap="square" lIns="91440" tIns="45720" rIns="91440" bIns="45720" rtlCol="0" anchor="t">
            <a:spAutoFit/>
          </a:bodyPr>
          <a:lstStyle/>
          <a:p>
            <a:pPr algn="just"/>
            <a:r>
              <a:rPr lang="en-US" sz="700">
                <a:solidFill>
                  <a:schemeClr val="bg2"/>
                </a:solidFill>
                <a:latin typeface="Verdana" panose="020B0604030504040204" pitchFamily="34" charset="0"/>
                <a:ea typeface="Verdana" panose="020B0604030504040204" pitchFamily="34" charset="0"/>
                <a:cs typeface="Arial"/>
              </a:rPr>
              <a:t>* Actions excludes those related to </a:t>
            </a:r>
            <a:r>
              <a:rPr lang="en-US" sz="700" err="1">
                <a:solidFill>
                  <a:schemeClr val="bg2"/>
                </a:solidFill>
                <a:latin typeface="Verdana" panose="020B0604030504040204" pitchFamily="34" charset="0"/>
                <a:ea typeface="Verdana" panose="020B0604030504040204" pitchFamily="34" charset="0"/>
                <a:cs typeface="Arial"/>
              </a:rPr>
              <a:t>RAKislamic</a:t>
            </a:r>
            <a:r>
              <a:rPr lang="en-US" sz="700">
                <a:solidFill>
                  <a:schemeClr val="bg2"/>
                </a:solidFill>
                <a:latin typeface="Verdana" panose="020B0604030504040204" pitchFamily="34" charset="0"/>
                <a:ea typeface="Verdana" panose="020B0604030504040204" pitchFamily="34" charset="0"/>
                <a:cs typeface="Arial"/>
              </a:rPr>
              <a:t> and RAKINSURANCE divisions, and Audit Reports recently released including actions from GIA audits; AFIs and unrated actions are also excluded.</a:t>
            </a:r>
            <a:endParaRPr lang="en-US" sz="700">
              <a:solidFill>
                <a:schemeClr val="bg2"/>
              </a:solidFill>
              <a:latin typeface="Verdana" panose="020B0604030504040204" pitchFamily="34" charset="0"/>
              <a:ea typeface="Verdana" panose="020B0604030504040204" pitchFamily="34" charset="0"/>
            </a:endParaRPr>
          </a:p>
        </p:txBody>
      </p:sp>
      <p:pic>
        <p:nvPicPr>
          <p:cNvPr id="16" name="Picture 15">
            <a:extLst>
              <a:ext uri="{FF2B5EF4-FFF2-40B4-BE49-F238E27FC236}">
                <a16:creationId xmlns:a16="http://schemas.microsoft.com/office/drawing/2014/main" id="{8AB299B9-B87F-5F25-63C1-B9FFEF233AAB}"/>
              </a:ext>
            </a:extLst>
          </p:cNvPr>
          <p:cNvPicPr>
            <a:picLocks noChangeAspect="1"/>
          </p:cNvPicPr>
          <p:nvPr/>
        </p:nvPicPr>
        <p:blipFill>
          <a:blip r:embed="rId3"/>
          <a:stretch>
            <a:fillRect/>
          </a:stretch>
        </p:blipFill>
        <p:spPr>
          <a:xfrm>
            <a:off x="268272" y="803458"/>
            <a:ext cx="8365109" cy="576147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9602239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684716-A0B5-C219-7DC0-98491E703161}"/>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2D3DC4C-A6FE-96AE-F30F-1B381AEFB375}"/>
              </a:ext>
            </a:extLst>
          </p:cNvPr>
          <p:cNvSpPr>
            <a:spLocks noGrp="1"/>
          </p:cNvSpPr>
          <p:nvPr>
            <p:ph type="sldNum" sz="quarter" idx="4"/>
          </p:nvPr>
        </p:nvSpPr>
        <p:spPr>
          <a:xfrm>
            <a:off x="11582400" y="6626274"/>
            <a:ext cx="914400" cy="233749"/>
          </a:xfrm>
        </p:spPr>
        <p:txBody>
          <a:bodyPr/>
          <a:lstStyle/>
          <a:p>
            <a:pPr>
              <a:defRPr/>
            </a:pPr>
            <a:fld id="{6516E9BE-843C-4425-80E4-36155279AD5E}" type="slidenum">
              <a:rPr lang="en-GB" noProof="0" smtClean="0"/>
              <a:pPr>
                <a:defRPr/>
              </a:pPr>
              <a:t>13</a:t>
            </a:fld>
            <a:endParaRPr lang="en-GB" noProof="0"/>
          </a:p>
        </p:txBody>
      </p:sp>
      <p:graphicFrame>
        <p:nvGraphicFramePr>
          <p:cNvPr id="7" name="Table 6">
            <a:extLst>
              <a:ext uri="{FF2B5EF4-FFF2-40B4-BE49-F238E27FC236}">
                <a16:creationId xmlns:a16="http://schemas.microsoft.com/office/drawing/2014/main" id="{6B843121-4BE6-9373-8BE4-207E0DFC1E3C}"/>
              </a:ext>
            </a:extLst>
          </p:cNvPr>
          <p:cNvGraphicFramePr>
            <a:graphicFrameLocks noGrp="1"/>
          </p:cNvGraphicFramePr>
          <p:nvPr>
            <p:extLst>
              <p:ext uri="{D42A27DB-BD31-4B8C-83A1-F6EECF244321}">
                <p14:modId xmlns:p14="http://schemas.microsoft.com/office/powerpoint/2010/main" val="3321157440"/>
              </p:ext>
            </p:extLst>
          </p:nvPr>
        </p:nvGraphicFramePr>
        <p:xfrm>
          <a:off x="282928" y="654757"/>
          <a:ext cx="11562366" cy="4627863"/>
        </p:xfrm>
        <a:graphic>
          <a:graphicData uri="http://schemas.openxmlformats.org/drawingml/2006/table">
            <a:tbl>
              <a:tblPr/>
              <a:tblGrid>
                <a:gridCol w="418943">
                  <a:extLst>
                    <a:ext uri="{9D8B030D-6E8A-4147-A177-3AD203B41FA5}">
                      <a16:colId xmlns:a16="http://schemas.microsoft.com/office/drawing/2014/main" val="20000"/>
                    </a:ext>
                  </a:extLst>
                </a:gridCol>
                <a:gridCol w="1301843">
                  <a:extLst>
                    <a:ext uri="{9D8B030D-6E8A-4147-A177-3AD203B41FA5}">
                      <a16:colId xmlns:a16="http://schemas.microsoft.com/office/drawing/2014/main" val="20001"/>
                    </a:ext>
                  </a:extLst>
                </a:gridCol>
                <a:gridCol w="1517714">
                  <a:extLst>
                    <a:ext uri="{9D8B030D-6E8A-4147-A177-3AD203B41FA5}">
                      <a16:colId xmlns:a16="http://schemas.microsoft.com/office/drawing/2014/main" val="20002"/>
                    </a:ext>
                  </a:extLst>
                </a:gridCol>
                <a:gridCol w="3440784">
                  <a:extLst>
                    <a:ext uri="{9D8B030D-6E8A-4147-A177-3AD203B41FA5}">
                      <a16:colId xmlns:a16="http://schemas.microsoft.com/office/drawing/2014/main" val="20003"/>
                    </a:ext>
                  </a:extLst>
                </a:gridCol>
                <a:gridCol w="1579217">
                  <a:extLst>
                    <a:ext uri="{9D8B030D-6E8A-4147-A177-3AD203B41FA5}">
                      <a16:colId xmlns:a16="http://schemas.microsoft.com/office/drawing/2014/main" val="20004"/>
                    </a:ext>
                  </a:extLst>
                </a:gridCol>
                <a:gridCol w="1644749">
                  <a:extLst>
                    <a:ext uri="{9D8B030D-6E8A-4147-A177-3AD203B41FA5}">
                      <a16:colId xmlns:a16="http://schemas.microsoft.com/office/drawing/2014/main" val="20005"/>
                    </a:ext>
                  </a:extLst>
                </a:gridCol>
                <a:gridCol w="1659116">
                  <a:extLst>
                    <a:ext uri="{9D8B030D-6E8A-4147-A177-3AD203B41FA5}">
                      <a16:colId xmlns:a16="http://schemas.microsoft.com/office/drawing/2014/main" val="4072696289"/>
                    </a:ext>
                  </a:extLst>
                </a:gridCol>
              </a:tblGrid>
              <a:tr h="426195">
                <a:tc>
                  <a:txBody>
                    <a:bodyPr/>
                    <a:lstStyle/>
                    <a:p>
                      <a:pPr marL="91440" indent="0" algn="ctr" fontAlgn="ctr"/>
                      <a:r>
                        <a:rPr lang="en-US" sz="950" b="1" i="0" u="none" strike="noStrike">
                          <a:solidFill>
                            <a:srgbClr val="FFFFFF"/>
                          </a:solidFill>
                          <a:effectLst/>
                          <a:latin typeface="Verdana"/>
                          <a:ea typeface="Verdana"/>
                          <a:cs typeface="Verdana" panose="020B0604030504040204" pitchFamily="34" charset="0"/>
                        </a:rPr>
                        <a:t>S#</a:t>
                      </a:r>
                    </a:p>
                  </a:txBody>
                  <a:tcPr marL="5052" marR="5052" marT="5052"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65000"/>
                      </a:schemeClr>
                    </a:solidFill>
                  </a:tcPr>
                </a:tc>
                <a:tc>
                  <a:txBody>
                    <a:bodyPr/>
                    <a:lstStyle/>
                    <a:p>
                      <a:pPr marL="90170" indent="0" algn="ctr" fontAlgn="ctr"/>
                      <a:r>
                        <a:rPr lang="en-US" sz="950" b="1" i="0" u="none" strike="noStrike">
                          <a:solidFill>
                            <a:srgbClr val="FFFFFF"/>
                          </a:solidFill>
                          <a:effectLst/>
                          <a:latin typeface="Verdana"/>
                          <a:ea typeface="Verdana"/>
                          <a:cs typeface="Verdana" panose="020B0604030504040204" pitchFamily="34" charset="0"/>
                        </a:rPr>
                        <a:t>Audit Name</a:t>
                      </a:r>
                    </a:p>
                  </a:txBody>
                  <a:tcPr marL="5052" marR="5052" marT="5052"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65000"/>
                      </a:schemeClr>
                    </a:solidFill>
                  </a:tcPr>
                </a:tc>
                <a:tc>
                  <a:txBody>
                    <a:bodyPr/>
                    <a:lstStyle/>
                    <a:p>
                      <a:pPr marL="91440" indent="58420" algn="ctr" fontAlgn="ctr"/>
                      <a:r>
                        <a:rPr lang="en-US" sz="950" b="1" i="0" u="none" strike="noStrike">
                          <a:solidFill>
                            <a:srgbClr val="FFFFFF"/>
                          </a:solidFill>
                          <a:effectLst/>
                          <a:latin typeface="Verdana"/>
                          <a:ea typeface="Verdana"/>
                          <a:cs typeface="Verdana" panose="020B0604030504040204" pitchFamily="34" charset="0"/>
                        </a:rPr>
                        <a:t>Issue</a:t>
                      </a:r>
                    </a:p>
                  </a:txBody>
                  <a:tcPr marL="5052" marR="5052" marT="5052"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65000"/>
                      </a:schemeClr>
                    </a:solidFill>
                  </a:tcPr>
                </a:tc>
                <a:tc>
                  <a:txBody>
                    <a:bodyPr/>
                    <a:lstStyle/>
                    <a:p>
                      <a:pPr marL="91440" lvl="0" indent="58420" algn="ctr" rtl="0" fontAlgn="ctr"/>
                      <a:r>
                        <a:rPr lang="en-US" sz="950" b="1" i="0" u="none" strike="noStrike">
                          <a:solidFill>
                            <a:srgbClr val="FFFFFF"/>
                          </a:solidFill>
                          <a:effectLst/>
                          <a:latin typeface="Verdana"/>
                          <a:ea typeface="Verdana"/>
                          <a:cs typeface="Verdana" panose="020B0604030504040204" pitchFamily="34" charset="0"/>
                        </a:rPr>
                        <a:t>Management</a:t>
                      </a:r>
                      <a:r>
                        <a:rPr lang="en-US" sz="950" b="1" i="0" u="none" strike="noStrike" baseline="0">
                          <a:solidFill>
                            <a:srgbClr val="FFFFFF"/>
                          </a:solidFill>
                          <a:effectLst/>
                          <a:latin typeface="Verdana"/>
                          <a:ea typeface="Verdana"/>
                          <a:cs typeface="Verdana" panose="020B0604030504040204" pitchFamily="34" charset="0"/>
                        </a:rPr>
                        <a:t> Action Summary</a:t>
                      </a:r>
                      <a:endParaRPr lang="en-US" sz="950" b="1" i="0" u="none" strike="noStrike" baseline="30000">
                        <a:solidFill>
                          <a:srgbClr val="FFFFFF"/>
                        </a:solidFill>
                        <a:effectLst/>
                        <a:latin typeface="Verdana"/>
                        <a:ea typeface="Verdana"/>
                        <a:cs typeface="Verdana" panose="020B0604030504040204" pitchFamily="34" charset="0"/>
                      </a:endParaRPr>
                    </a:p>
                  </a:txBody>
                  <a:tcPr marL="0" marT="5052"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65000"/>
                      </a:schemeClr>
                    </a:solidFill>
                  </a:tcPr>
                </a:tc>
                <a:tc>
                  <a:txBody>
                    <a:bodyPr/>
                    <a:lstStyle/>
                    <a:p>
                      <a:pPr marL="91440" algn="ctr" fontAlgn="ctr"/>
                      <a:r>
                        <a:rPr lang="en-US" sz="950" b="1" i="0" u="none" strike="noStrike">
                          <a:solidFill>
                            <a:srgbClr val="FFFFFF"/>
                          </a:solidFill>
                          <a:effectLst/>
                          <a:latin typeface="Verdana"/>
                          <a:ea typeface="Verdana"/>
                          <a:cs typeface="Verdana" panose="020B0604030504040204" pitchFamily="34" charset="0"/>
                        </a:rPr>
                        <a:t>Owner &amp; </a:t>
                      </a:r>
                    </a:p>
                    <a:p>
                      <a:pPr marL="91440" algn="ctr" fontAlgn="ctr"/>
                      <a:r>
                        <a:rPr lang="en-US" sz="950" b="1" i="0" u="none" strike="noStrike">
                          <a:solidFill>
                            <a:srgbClr val="FFFFFF"/>
                          </a:solidFill>
                          <a:effectLst/>
                          <a:latin typeface="Verdana"/>
                          <a:ea typeface="Verdana"/>
                          <a:cs typeface="Verdana" panose="020B0604030504040204" pitchFamily="34" charset="0"/>
                        </a:rPr>
                        <a:t>Last</a:t>
                      </a:r>
                      <a:r>
                        <a:rPr lang="en-US" sz="950" b="1" i="0" u="none" strike="noStrike" baseline="0">
                          <a:solidFill>
                            <a:srgbClr val="FFFFFF"/>
                          </a:solidFill>
                          <a:effectLst/>
                          <a:latin typeface="Verdana"/>
                          <a:ea typeface="Verdana"/>
                          <a:cs typeface="Verdana" panose="020B0604030504040204" pitchFamily="34" charset="0"/>
                        </a:rPr>
                        <a:t> Agreed Date</a:t>
                      </a:r>
                      <a:endParaRPr lang="en-US" sz="950" b="1" i="0" u="none" strike="noStrike">
                        <a:solidFill>
                          <a:srgbClr val="FFFFFF"/>
                        </a:solidFill>
                        <a:effectLst/>
                        <a:latin typeface="Verdana"/>
                        <a:ea typeface="Verdana"/>
                        <a:cs typeface="Verdana" panose="020B0604030504040204" pitchFamily="34" charset="0"/>
                      </a:endParaRPr>
                    </a:p>
                  </a:txBody>
                  <a:tcPr marL="5052" marR="5052" marT="5052"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65000"/>
                      </a:schemeClr>
                    </a:solidFill>
                  </a:tcPr>
                </a:tc>
                <a:tc>
                  <a:txBody>
                    <a:bodyPr/>
                    <a:lstStyle/>
                    <a:p>
                      <a:pPr marL="91440" algn="ctr" defTabSz="685817" rtl="0" eaLnBrk="1" fontAlgn="ctr" latinLnBrk="0" hangingPunct="1"/>
                      <a:r>
                        <a:rPr lang="en-US" sz="950" b="1" i="0" u="none" strike="noStrike" kern="1200">
                          <a:solidFill>
                            <a:srgbClr val="FFFFFF"/>
                          </a:solidFill>
                          <a:effectLst/>
                          <a:latin typeface="Verdana"/>
                          <a:ea typeface="Verdana"/>
                          <a:cs typeface="+mn-cs"/>
                        </a:rPr>
                        <a:t>Latest Update</a:t>
                      </a:r>
                    </a:p>
                  </a:txBody>
                  <a:tcPr marL="5052" marR="5052" marT="5052"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65000"/>
                      </a:schemeClr>
                    </a:solidFill>
                  </a:tcPr>
                </a:tc>
                <a:tc>
                  <a:txBody>
                    <a:bodyPr/>
                    <a:lstStyle/>
                    <a:p>
                      <a:pPr marL="91440" algn="ctr" defTabSz="685817" rtl="0" eaLnBrk="1" fontAlgn="ctr" latinLnBrk="0" hangingPunct="1"/>
                      <a:r>
                        <a:rPr lang="en-US" sz="950" b="1" i="0" u="none" strike="noStrike" kern="1200">
                          <a:solidFill>
                            <a:srgbClr val="FFFFFF"/>
                          </a:solidFill>
                          <a:effectLst/>
                          <a:latin typeface="Verdana"/>
                          <a:ea typeface="Verdana"/>
                          <a:cs typeface="+mn-cs"/>
                        </a:rPr>
                        <a:t>Mitigating Controls</a:t>
                      </a:r>
                    </a:p>
                  </a:txBody>
                  <a:tcPr marL="5052" marR="5052" marT="5052"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65000"/>
                      </a:schemeClr>
                    </a:solidFill>
                  </a:tcPr>
                </a:tc>
                <a:extLst>
                  <a:ext uri="{0D108BD9-81ED-4DB2-BD59-A6C34878D82A}">
                    <a16:rowId xmlns:a16="http://schemas.microsoft.com/office/drawing/2014/main" val="10000"/>
                  </a:ext>
                </a:extLst>
              </a:tr>
              <a:tr h="1237265">
                <a:tc>
                  <a:txBody>
                    <a:bodyPr/>
                    <a:lstStyle/>
                    <a:p>
                      <a:pPr marL="0" indent="0" algn="ctr" defTabSz="914400" rtl="0" eaLnBrk="1" fontAlgn="ctr" latinLnBrk="0" hangingPunct="1">
                        <a:buFont typeface="+mj-lt"/>
                        <a:buNone/>
                      </a:pPr>
                      <a:r>
                        <a:rPr lang="en-US" sz="950" b="0" i="0" u="none" strike="noStrike" kern="1200">
                          <a:solidFill>
                            <a:srgbClr val="000000"/>
                          </a:solidFill>
                          <a:effectLst/>
                          <a:latin typeface="Verdana"/>
                          <a:ea typeface="Verdana"/>
                          <a:cs typeface="Verdana" panose="020B0604030504040204" pitchFamily="34" charset="0"/>
                        </a:rPr>
                        <a:t>1</a:t>
                      </a:r>
                    </a:p>
                  </a:txBody>
                  <a:tcPr marL="72000" marR="72000" marT="72000" marB="72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l" fontAlgn="b"/>
                      <a:r>
                        <a:rPr lang="en-US" sz="950" b="0" i="0" u="none" strike="noStrike">
                          <a:solidFill>
                            <a:srgbClr val="000000"/>
                          </a:solidFill>
                          <a:effectLst/>
                          <a:latin typeface="Verdana" panose="020B0604030504040204" pitchFamily="34" charset="0"/>
                          <a:ea typeface="Verdana" panose="020B0604030504040204" pitchFamily="34" charset="0"/>
                        </a:rPr>
                        <a:t>Shared Services &amp; Strategic Outsourcing</a:t>
                      </a:r>
                    </a:p>
                    <a:p>
                      <a:pPr algn="l" fontAlgn="b"/>
                      <a:endParaRPr lang="en-US" sz="950" b="0" i="0" u="none" strike="noStrike">
                        <a:solidFill>
                          <a:srgbClr val="000000"/>
                        </a:solidFill>
                        <a:effectLst/>
                        <a:latin typeface="Verdana" panose="020B0604030504040204" pitchFamily="34" charset="0"/>
                        <a:ea typeface="Verdana" panose="020B0604030504040204" pitchFamily="34" charset="0"/>
                      </a:endParaRPr>
                    </a:p>
                    <a:p>
                      <a:pPr algn="l" fontAlgn="b">
                        <a:spcBef>
                          <a:spcPts val="0"/>
                        </a:spcBef>
                        <a:spcAft>
                          <a:spcPts val="300"/>
                        </a:spcAft>
                      </a:pPr>
                      <a:r>
                        <a:rPr lang="en-US" sz="950" b="0" i="0" u="none" strike="noStrike">
                          <a:solidFill>
                            <a:srgbClr val="000000"/>
                          </a:solidFill>
                          <a:effectLst/>
                          <a:latin typeface="Verdana" panose="020B0604030504040204" pitchFamily="34" charset="0"/>
                          <a:ea typeface="Verdana" panose="020B0604030504040204" pitchFamily="34" charset="0"/>
                        </a:rPr>
                        <a:t>Report Issue Date:</a:t>
                      </a:r>
                    </a:p>
                    <a:p>
                      <a:pPr algn="l" fontAlgn="b">
                        <a:spcBef>
                          <a:spcPts val="0"/>
                        </a:spcBef>
                        <a:spcAft>
                          <a:spcPts val="300"/>
                        </a:spcAft>
                      </a:pPr>
                      <a:r>
                        <a:rPr lang="en-US" sz="950" b="0" i="0" u="none" strike="noStrike">
                          <a:solidFill>
                            <a:srgbClr val="000000"/>
                          </a:solidFill>
                          <a:effectLst/>
                          <a:latin typeface="Verdana" panose="020B0604030504040204" pitchFamily="34" charset="0"/>
                          <a:ea typeface="Verdana" panose="020B0604030504040204" pitchFamily="34" charset="0"/>
                        </a:rPr>
                        <a:t>01/10/2025</a:t>
                      </a:r>
                    </a:p>
                  </a:txBody>
                  <a:tcPr marL="72000" marR="72000" marT="72000" marB="72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just" defTabSz="685817" rtl="0" eaLnBrk="1" fontAlgn="b" latinLnBrk="0" hangingPunct="1">
                        <a:buNone/>
                      </a:pPr>
                      <a:r>
                        <a:rPr lang="en-US" sz="950" b="0" i="0" u="none" strike="noStrike" kern="1200">
                          <a:solidFill>
                            <a:srgbClr val="000000"/>
                          </a:solidFill>
                          <a:effectLst/>
                          <a:latin typeface="Verdana" panose="020B0604030504040204" pitchFamily="34" charset="0"/>
                          <a:ea typeface="Verdana" panose="020B0604030504040204" pitchFamily="34" charset="0"/>
                          <a:cs typeface="+mn-cs"/>
                        </a:rPr>
                        <a:t>Finding 2:  Compliance with Outsourcing Regulation and Standards</a:t>
                      </a:r>
                    </a:p>
                  </a:txBody>
                  <a:tcPr marL="73152" marR="73152" marT="73152" marB="73152">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just" fontAlgn="b">
                        <a:buNone/>
                      </a:pPr>
                      <a:r>
                        <a:rPr lang="en-US" sz="950" b="0" i="0" u="none" strike="noStrike">
                          <a:solidFill>
                            <a:srgbClr val="000000"/>
                          </a:solidFill>
                          <a:effectLst/>
                          <a:latin typeface="Verdana"/>
                          <a:ea typeface="Verdana"/>
                        </a:rPr>
                        <a:t>The framework for assessing the aggregate risk from all outsourcing arrangements, as well as the marginal risk of any proposed outsourcing arrangement will be included in the Bank’s overall risk governance framework by TPRM team. The risk aggregation and marginal risk will be done at a vendor level considering the residual risk. This framework will be added to the Operational Risk Module of Archer by December 2025. The framework will be tabled to the Board/BRC in Feb 2026. This exercise would have dependency on the VMO team regarding the residual risks at Vendor level. To operationalize the framework, assessments completed by VMO till March 2026 will be considered for initial risk aggregation along with marginal risk evaluation. It will be a continuous activity, updated as additional vendor assessments are completed by VMO.</a:t>
                      </a:r>
                    </a:p>
                  </a:txBody>
                  <a:tcPr marL="73152" marR="73152" marT="73152" marB="73152">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950" b="0" i="0" u="none" strike="noStrike">
                          <a:solidFill>
                            <a:schemeClr val="bg2"/>
                          </a:solidFill>
                          <a:effectLst/>
                          <a:latin typeface="Verdana"/>
                          <a:ea typeface="Verdana"/>
                        </a:rPr>
                        <a:t>Farhan Mahmood;</a:t>
                      </a:r>
                    </a:p>
                    <a:p>
                      <a:pPr algn="ctr" fontAlgn="b"/>
                      <a:r>
                        <a:rPr lang="en-US" sz="950" b="0" i="0" u="none" strike="noStrike">
                          <a:solidFill>
                            <a:schemeClr val="bg2"/>
                          </a:solidFill>
                          <a:effectLst/>
                          <a:latin typeface="Verdana"/>
                          <a:ea typeface="Verdana"/>
                        </a:rPr>
                        <a:t>Jiju Thomas Philip</a:t>
                      </a:r>
                    </a:p>
                    <a:p>
                      <a:pPr algn="ctr" fontAlgn="b"/>
                      <a:endParaRPr lang="en-US" sz="950" b="0" i="0" u="none" strike="noStrike">
                        <a:solidFill>
                          <a:schemeClr val="bg2"/>
                        </a:solidFill>
                        <a:effectLst/>
                        <a:latin typeface="Verdana"/>
                        <a:ea typeface="Verdana"/>
                      </a:endParaRPr>
                    </a:p>
                    <a:p>
                      <a:pPr algn="ctr" fontAlgn="b"/>
                      <a:r>
                        <a:rPr lang="en-US" sz="950" b="0" i="0" u="none" strike="noStrike">
                          <a:solidFill>
                            <a:schemeClr val="bg2"/>
                          </a:solidFill>
                          <a:effectLst/>
                          <a:latin typeface="Verdana" panose="020B0604030504040204" pitchFamily="34" charset="0"/>
                          <a:ea typeface="Verdana" panose="020B0604030504040204" pitchFamily="34" charset="0"/>
                        </a:rPr>
                        <a:t>31-Mar-26</a:t>
                      </a:r>
                    </a:p>
                  </a:txBody>
                  <a:tcPr marL="73152" marR="73152" marT="73152" marB="73152">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lvl="0" algn="just">
                        <a:lnSpc>
                          <a:spcPct val="100000"/>
                        </a:lnSpc>
                        <a:spcBef>
                          <a:spcPts val="0"/>
                        </a:spcBef>
                        <a:spcAft>
                          <a:spcPts val="0"/>
                        </a:spcAft>
                        <a:buNone/>
                      </a:pPr>
                      <a:r>
                        <a:rPr lang="en-US" sz="1000" b="0" i="0" u="none" strike="noStrike" kern="1200" noProof="0">
                          <a:solidFill>
                            <a:srgbClr val="000000"/>
                          </a:solidFill>
                          <a:effectLst/>
                          <a:latin typeface="Verdana"/>
                          <a:ea typeface="Verdana"/>
                          <a:cs typeface="+mn-cs"/>
                        </a:rPr>
                        <a:t>Under GIA validation.</a:t>
                      </a:r>
                      <a:endParaRPr lang="en-US"/>
                    </a:p>
                  </a:txBody>
                  <a:tcPr marL="73152" marR="73152" marT="73152" marB="73152">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lvl="0" algn="just">
                        <a:lnSpc>
                          <a:spcPct val="100000"/>
                        </a:lnSpc>
                        <a:spcBef>
                          <a:spcPts val="0"/>
                        </a:spcBef>
                        <a:spcAft>
                          <a:spcPts val="0"/>
                        </a:spcAft>
                        <a:buNone/>
                      </a:pPr>
                      <a:r>
                        <a:rPr lang="en-US" sz="950" b="0" i="0" u="none" strike="noStrike" kern="1200" baseline="0" noProof="0" dirty="0">
                          <a:solidFill>
                            <a:srgbClr val="000000"/>
                          </a:solidFill>
                          <a:effectLst/>
                          <a:latin typeface="Verdana"/>
                          <a:ea typeface="Verdana"/>
                          <a:cs typeface="+mn-cs"/>
                        </a:rPr>
                        <a:t>An approach for monitoring aggregated and marginal risks arising from outsourcing arrangements has been defined and presented to the Management Risk Committee and the Board Risk Committee  in February 2026, in line with the agreed management action.</a:t>
                      </a:r>
                      <a:endParaRPr lang="en-US" dirty="0"/>
                    </a:p>
                  </a:txBody>
                  <a:tcPr marL="73152" marR="73152" marT="73152" marB="73152">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56482514"/>
                  </a:ext>
                </a:extLst>
              </a:tr>
              <a:tr h="0">
                <a:tc>
                  <a:txBody>
                    <a:bodyPr/>
                    <a:lstStyle/>
                    <a:p>
                      <a:pPr marL="0" lvl="0" indent="0" algn="ctr" defTabSz="914400">
                        <a:buNone/>
                      </a:pPr>
                      <a:r>
                        <a:rPr lang="en-US" sz="950" b="0" i="0" u="none" strike="noStrike" kern="1200">
                          <a:solidFill>
                            <a:srgbClr val="000000"/>
                          </a:solidFill>
                          <a:effectLst/>
                          <a:latin typeface="Verdana"/>
                          <a:ea typeface="Verdana"/>
                          <a:cs typeface="Verdana" panose="020B0604030504040204" pitchFamily="34" charset="0"/>
                        </a:rPr>
                        <a:t>2</a:t>
                      </a:r>
                    </a:p>
                  </a:txBody>
                  <a:tcPr marL="72000" marR="72000" marT="72000" marB="72000">
                    <a:lnL w="3174">
                      <a:solidFill>
                        <a:schemeClr val="tx1"/>
                      </a:solidFill>
                    </a:lnL>
                    <a:lnR w="3174">
                      <a:solidFill>
                        <a:schemeClr val="tx1"/>
                      </a:solidFill>
                    </a:lnR>
                    <a:lnT w="3175" cap="flat" cmpd="sng" algn="ctr">
                      <a:solidFill>
                        <a:schemeClr val="tx1"/>
                      </a:solidFill>
                      <a:prstDash val="solid"/>
                      <a:round/>
                      <a:headEnd type="none" w="med" len="med"/>
                      <a:tailEnd type="none" w="med" len="med"/>
                    </a:lnT>
                    <a:lnB w="3174" cap="flat" cmpd="sng" algn="ctr">
                      <a:solidFill>
                        <a:schemeClr val="tx1"/>
                      </a:solidFill>
                      <a:prstDash val="solid"/>
                      <a:round/>
                      <a:headEnd type="none" w="med" len="med"/>
                      <a:tailEnd type="none" w="med" len="med"/>
                    </a:lnB>
                    <a:solidFill>
                      <a:schemeClr val="bg1"/>
                    </a:solidFill>
                  </a:tcPr>
                </a:tc>
                <a:tc>
                  <a:txBody>
                    <a:bodyPr/>
                    <a:lstStyle/>
                    <a:p>
                      <a:pPr lvl="0" algn="l">
                        <a:spcBef>
                          <a:spcPts val="0"/>
                        </a:spcBef>
                        <a:spcAft>
                          <a:spcPts val="300"/>
                        </a:spcAft>
                        <a:buNone/>
                      </a:pPr>
                      <a:r>
                        <a:rPr lang="en-US" sz="1000" b="0" i="0" u="none" strike="noStrike" noProof="0">
                          <a:solidFill>
                            <a:srgbClr val="000000"/>
                          </a:solidFill>
                          <a:effectLst/>
                          <a:latin typeface="Verdana"/>
                          <a:ea typeface="Verdana"/>
                        </a:rPr>
                        <a:t>Group Market Conduct</a:t>
                      </a:r>
                      <a:endParaRPr lang="en-US" sz="950" b="0" i="0" u="none" strike="noStrike">
                        <a:solidFill>
                          <a:srgbClr val="000000"/>
                        </a:solidFill>
                        <a:effectLst/>
                        <a:latin typeface="Verdana"/>
                        <a:ea typeface="Verdana"/>
                      </a:endParaRPr>
                    </a:p>
                    <a:p>
                      <a:pPr lvl="0" algn="l">
                        <a:spcBef>
                          <a:spcPts val="0"/>
                        </a:spcBef>
                        <a:spcAft>
                          <a:spcPts val="300"/>
                        </a:spcAft>
                        <a:buNone/>
                      </a:pPr>
                      <a:endParaRPr lang="en-US" sz="950" b="0" i="0" u="none" strike="noStrike">
                        <a:solidFill>
                          <a:srgbClr val="000000"/>
                        </a:solidFill>
                        <a:effectLst/>
                        <a:latin typeface="Verdana"/>
                        <a:ea typeface="Verdana"/>
                      </a:endParaRPr>
                    </a:p>
                    <a:p>
                      <a:pPr lvl="0" algn="l">
                        <a:spcBef>
                          <a:spcPts val="0"/>
                        </a:spcBef>
                        <a:spcAft>
                          <a:spcPts val="300"/>
                        </a:spcAft>
                        <a:buNone/>
                      </a:pPr>
                      <a:r>
                        <a:rPr lang="en-US" sz="950" b="0" i="0" u="none" strike="noStrike">
                          <a:solidFill>
                            <a:srgbClr val="000000"/>
                          </a:solidFill>
                          <a:effectLst/>
                          <a:latin typeface="Verdana"/>
                          <a:ea typeface="Verdana"/>
                        </a:rPr>
                        <a:t>Report Issue Date: </a:t>
                      </a:r>
                    </a:p>
                    <a:p>
                      <a:pPr lvl="0" algn="l">
                        <a:spcBef>
                          <a:spcPts val="0"/>
                        </a:spcBef>
                        <a:spcAft>
                          <a:spcPts val="300"/>
                        </a:spcAft>
                        <a:buNone/>
                      </a:pPr>
                      <a:r>
                        <a:rPr lang="en-US" sz="950" b="0" i="0" u="none" strike="noStrike">
                          <a:solidFill>
                            <a:srgbClr val="000000"/>
                          </a:solidFill>
                          <a:effectLst/>
                          <a:latin typeface="Verdana"/>
                          <a:ea typeface="Verdana"/>
                        </a:rPr>
                        <a:t>10/10/2025</a:t>
                      </a:r>
                    </a:p>
                  </a:txBody>
                  <a:tcPr marL="72000" marR="72000" marT="72000" marB="72000">
                    <a:lnL w="3174">
                      <a:solidFill>
                        <a:schemeClr val="tx1"/>
                      </a:solidFill>
                    </a:lnL>
                    <a:lnR w="3174"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4" cap="flat" cmpd="sng" algn="ctr">
                      <a:solidFill>
                        <a:schemeClr val="tx1"/>
                      </a:solidFill>
                      <a:prstDash val="solid"/>
                      <a:round/>
                      <a:headEnd type="none" w="med" len="med"/>
                      <a:tailEnd type="none" w="med" len="med"/>
                    </a:lnB>
                    <a:solidFill>
                      <a:schemeClr val="bg1"/>
                    </a:solidFill>
                  </a:tcPr>
                </a:tc>
                <a:tc>
                  <a:txBody>
                    <a:bodyPr/>
                    <a:lstStyle/>
                    <a:p>
                      <a:pPr lvl="0" algn="just">
                        <a:lnSpc>
                          <a:spcPct val="100000"/>
                        </a:lnSpc>
                        <a:spcBef>
                          <a:spcPts val="0"/>
                        </a:spcBef>
                        <a:spcAft>
                          <a:spcPts val="0"/>
                        </a:spcAft>
                        <a:buNone/>
                      </a:pPr>
                      <a:r>
                        <a:rPr lang="en-US" sz="1000" b="0" i="0" u="none" strike="noStrike" kern="1200" noProof="0">
                          <a:solidFill>
                            <a:srgbClr val="000000"/>
                          </a:solidFill>
                          <a:effectLst/>
                          <a:latin typeface="Verdana"/>
                          <a:ea typeface="Verdana"/>
                          <a:cs typeface="+mn-cs"/>
                        </a:rPr>
                        <a:t>Governance, Oversight &amp; Compliance Framework</a:t>
                      </a:r>
                      <a:endParaRPr lang="en-US"/>
                    </a:p>
                  </a:txBody>
                  <a:tcPr marL="73152" marR="73152" marT="73152" marB="73152">
                    <a:lnL w="3174">
                      <a:solidFill>
                        <a:schemeClr val="tx1"/>
                      </a:solidFill>
                    </a:lnL>
                    <a:lnR w="3174"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4" cap="flat" cmpd="sng" algn="ctr">
                      <a:solidFill>
                        <a:schemeClr val="tx1"/>
                      </a:solidFill>
                      <a:prstDash val="solid"/>
                      <a:round/>
                      <a:headEnd type="none" w="med" len="med"/>
                      <a:tailEnd type="none" w="med" len="med"/>
                    </a:lnB>
                    <a:solidFill>
                      <a:schemeClr val="bg1"/>
                    </a:solidFill>
                  </a:tcPr>
                </a:tc>
                <a:tc>
                  <a:txBody>
                    <a:bodyPr/>
                    <a:lstStyle/>
                    <a:p>
                      <a:pPr marL="0" lvl="0" indent="0" algn="just">
                        <a:lnSpc>
                          <a:spcPct val="100000"/>
                        </a:lnSpc>
                        <a:buNone/>
                      </a:pPr>
                      <a:r>
                        <a:rPr lang="en-US" sz="950" b="0" i="0" u="none" strike="noStrike" baseline="0" noProof="0">
                          <a:solidFill>
                            <a:srgbClr val="000000"/>
                          </a:solidFill>
                          <a:effectLst/>
                          <a:latin typeface="Verdana"/>
                          <a:ea typeface="Verdana"/>
                        </a:rPr>
                        <a:t>Risk Appetite statements are currently work in progress. </a:t>
                      </a:r>
                      <a:endParaRPr lang="en-US"/>
                    </a:p>
                  </a:txBody>
                  <a:tcPr marL="73152" marR="73152" marT="73152" marB="73152">
                    <a:lnL w="3174" cap="flat" cmpd="sng" algn="ctr">
                      <a:solidFill>
                        <a:schemeClr val="tx1"/>
                      </a:solidFill>
                      <a:prstDash val="solid"/>
                      <a:round/>
                      <a:headEnd type="none" w="med" len="med"/>
                      <a:tailEnd type="none" w="med" len="med"/>
                    </a:lnL>
                    <a:lnR w="3174">
                      <a:solidFill>
                        <a:schemeClr val="tx1"/>
                      </a:solidFill>
                    </a:lnR>
                    <a:lnT w="3175" cap="flat" cmpd="sng" algn="ctr">
                      <a:solidFill>
                        <a:schemeClr val="tx1"/>
                      </a:solidFill>
                      <a:prstDash val="solid"/>
                      <a:round/>
                      <a:headEnd type="none" w="med" len="med"/>
                      <a:tailEnd type="none" w="med" len="med"/>
                    </a:lnT>
                    <a:lnB w="3174" cap="flat" cmpd="sng" algn="ctr">
                      <a:solidFill>
                        <a:schemeClr val="tx1"/>
                      </a:solidFill>
                      <a:prstDash val="solid"/>
                      <a:round/>
                      <a:headEnd type="none" w="med" len="med"/>
                      <a:tailEnd type="none" w="med" len="med"/>
                    </a:lnB>
                    <a:solidFill>
                      <a:schemeClr val="bg1"/>
                    </a:solidFill>
                  </a:tcPr>
                </a:tc>
                <a:tc>
                  <a:txBody>
                    <a:bodyPr/>
                    <a:lstStyle/>
                    <a:p>
                      <a:pPr lvl="0" algn="ctr">
                        <a:buNone/>
                      </a:pPr>
                      <a:r>
                        <a:rPr lang="en-US" sz="950" b="0" i="0" u="none" strike="noStrike">
                          <a:solidFill>
                            <a:schemeClr val="bg2"/>
                          </a:solidFill>
                          <a:effectLst/>
                          <a:latin typeface="Verdana"/>
                          <a:ea typeface="Verdana"/>
                        </a:rPr>
                        <a:t>Venkat Raghavan</a:t>
                      </a:r>
                      <a:endParaRPr lang="en-US"/>
                    </a:p>
                    <a:p>
                      <a:pPr lvl="0" algn="ctr">
                        <a:buNone/>
                      </a:pPr>
                      <a:r>
                        <a:rPr lang="en-US" sz="950" b="0" i="0" u="none" strike="noStrike">
                          <a:solidFill>
                            <a:schemeClr val="bg2"/>
                          </a:solidFill>
                          <a:effectLst/>
                          <a:latin typeface="Verdana"/>
                          <a:ea typeface="Verdana"/>
                        </a:rPr>
                        <a:t>Manisha Maria Miranda</a:t>
                      </a:r>
                      <a:endParaRPr lang="en-US"/>
                    </a:p>
                    <a:p>
                      <a:pPr lvl="0" algn="ctr">
                        <a:buNone/>
                      </a:pPr>
                      <a:endParaRPr lang="en-US" sz="950" b="0" i="0" u="none" strike="noStrike">
                        <a:solidFill>
                          <a:schemeClr val="bg2"/>
                        </a:solidFill>
                        <a:effectLst/>
                        <a:latin typeface="Verdana"/>
                        <a:ea typeface="Verdana"/>
                      </a:endParaRPr>
                    </a:p>
                    <a:p>
                      <a:pPr lvl="0" algn="ctr">
                        <a:buNone/>
                      </a:pPr>
                      <a:r>
                        <a:rPr lang="en-US" sz="950" b="0" i="0" u="none" strike="noStrike">
                          <a:solidFill>
                            <a:schemeClr val="bg2"/>
                          </a:solidFill>
                          <a:effectLst/>
                          <a:latin typeface="Verdana" panose="020B0604030504040204" pitchFamily="34" charset="0"/>
                          <a:ea typeface="Verdana" panose="020B0604030504040204" pitchFamily="34" charset="0"/>
                        </a:rPr>
                        <a:t>31-Mar-26</a:t>
                      </a:r>
                      <a:endParaRPr lang="en-US" sz="950" b="0" i="0" u="none" strike="noStrike">
                        <a:solidFill>
                          <a:schemeClr val="bg2"/>
                        </a:solidFill>
                        <a:effectLst/>
                        <a:latin typeface="Verdana"/>
                        <a:ea typeface="Verdana"/>
                      </a:endParaRPr>
                    </a:p>
                  </a:txBody>
                  <a:tcPr marL="73152" marR="73152" marT="73152" marB="73152">
                    <a:lnL w="3174" cap="flat" cmpd="sng" algn="ctr">
                      <a:solidFill>
                        <a:schemeClr val="tx1"/>
                      </a:solidFill>
                      <a:prstDash val="solid"/>
                      <a:round/>
                      <a:headEnd type="none" w="med" len="med"/>
                      <a:tailEnd type="none" w="med" len="med"/>
                    </a:lnL>
                    <a:lnR w="3174">
                      <a:solidFill>
                        <a:schemeClr val="tx1"/>
                      </a:solidFill>
                    </a:lnR>
                    <a:lnT w="3175" cap="flat" cmpd="sng" algn="ctr">
                      <a:solidFill>
                        <a:schemeClr val="tx1"/>
                      </a:solidFill>
                      <a:prstDash val="solid"/>
                      <a:round/>
                      <a:headEnd type="none" w="med" len="med"/>
                      <a:tailEnd type="none" w="med" len="med"/>
                    </a:lnT>
                    <a:lnB w="3174" cap="flat" cmpd="sng" algn="ctr">
                      <a:solidFill>
                        <a:schemeClr val="tx1"/>
                      </a:solidFill>
                      <a:prstDash val="solid"/>
                      <a:round/>
                      <a:headEnd type="none" w="med" len="med"/>
                      <a:tailEnd type="none" w="med" len="med"/>
                    </a:lnB>
                    <a:solidFill>
                      <a:schemeClr val="bg1"/>
                    </a:solidFill>
                  </a:tcPr>
                </a:tc>
                <a:tc>
                  <a:txBody>
                    <a:bodyPr/>
                    <a:lstStyle/>
                    <a:p>
                      <a:pPr lvl="0" algn="just">
                        <a:lnSpc>
                          <a:spcPct val="100000"/>
                        </a:lnSpc>
                        <a:spcBef>
                          <a:spcPts val="0"/>
                        </a:spcBef>
                        <a:spcAft>
                          <a:spcPts val="0"/>
                        </a:spcAft>
                        <a:buNone/>
                      </a:pPr>
                      <a:r>
                        <a:rPr lang="en-US" sz="950" b="0" i="0" u="none" strike="noStrike" kern="1200" noProof="0">
                          <a:solidFill>
                            <a:srgbClr val="000000"/>
                          </a:solidFill>
                          <a:effectLst/>
                          <a:latin typeface="Verdana"/>
                          <a:ea typeface="Verdana"/>
                          <a:cs typeface="+mn-cs"/>
                        </a:rPr>
                        <a:t>The Conduct Risk Appetite Statement has been embedded into the revised Conduct Compliance Policy approved by MCRC, with KRIs currently under development and targeted for completion by April 2026.</a:t>
                      </a:r>
                      <a:endParaRPr lang="en-US" sz="950" b="0" i="0" u="none" strike="noStrike" kern="1200">
                        <a:solidFill>
                          <a:srgbClr val="000000"/>
                        </a:solidFill>
                        <a:effectLst/>
                        <a:latin typeface="Verdana"/>
                        <a:ea typeface="Verdana"/>
                        <a:cs typeface="+mn-cs"/>
                      </a:endParaRPr>
                    </a:p>
                  </a:txBody>
                  <a:tcPr marL="73152" marR="73152" marT="73152" marB="73152">
                    <a:lnL w="3174">
                      <a:solidFill>
                        <a:schemeClr val="tx1"/>
                      </a:solidFill>
                    </a:lnL>
                    <a:lnR w="3174"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4" cap="flat" cmpd="sng" algn="ctr">
                      <a:solidFill>
                        <a:schemeClr val="tx1"/>
                      </a:solidFill>
                      <a:prstDash val="solid"/>
                      <a:round/>
                      <a:headEnd type="none" w="med" len="med"/>
                      <a:tailEnd type="none" w="med" len="med"/>
                    </a:lnB>
                    <a:solidFill>
                      <a:schemeClr val="bg1"/>
                    </a:solidFill>
                  </a:tcPr>
                </a:tc>
                <a:tc>
                  <a:txBody>
                    <a:bodyPr/>
                    <a:lstStyle/>
                    <a:p>
                      <a:pPr lvl="0" algn="just">
                        <a:lnSpc>
                          <a:spcPct val="100000"/>
                        </a:lnSpc>
                        <a:spcBef>
                          <a:spcPts val="0"/>
                        </a:spcBef>
                        <a:spcAft>
                          <a:spcPts val="0"/>
                        </a:spcAft>
                        <a:buNone/>
                      </a:pPr>
                      <a:r>
                        <a:rPr lang="en-US" sz="950" b="0" i="0" u="none" strike="noStrike" kern="1200" baseline="0" dirty="0">
                          <a:solidFill>
                            <a:srgbClr val="000000"/>
                          </a:solidFill>
                          <a:effectLst/>
                          <a:latin typeface="Verdana"/>
                          <a:ea typeface="Verdana"/>
                          <a:cs typeface="+mn-cs"/>
                        </a:rPr>
                        <a:t>Conduct Risk Appetite Statement has been formalized. </a:t>
                      </a:r>
                      <a:r>
                        <a:rPr lang="en-US" sz="950" b="0" i="0" u="none" strike="noStrike" kern="1200" baseline="0" noProof="0" dirty="0">
                          <a:solidFill>
                            <a:srgbClr val="000000"/>
                          </a:solidFill>
                          <a:effectLst/>
                          <a:latin typeface="Verdana"/>
                          <a:ea typeface="Verdana"/>
                          <a:cs typeface="+mn-cs"/>
                        </a:rPr>
                        <a:t>KRIs are being tracked for finalization by end of Apr’26.</a:t>
                      </a:r>
                      <a:endParaRPr lang="en-US" sz="950" b="0" i="0" u="none" strike="noStrike" kern="1200" baseline="0" dirty="0">
                        <a:solidFill>
                          <a:srgbClr val="000000"/>
                        </a:solidFill>
                        <a:effectLst/>
                        <a:latin typeface="Verdana"/>
                        <a:ea typeface="Verdana"/>
                        <a:cs typeface="+mn-cs"/>
                      </a:endParaRPr>
                    </a:p>
                  </a:txBody>
                  <a:tcPr marL="73152" marR="73152" marT="73152" marB="73152">
                    <a:lnL w="3174" cap="flat" cmpd="sng" algn="ctr">
                      <a:solidFill>
                        <a:schemeClr val="tx1"/>
                      </a:solidFill>
                      <a:prstDash val="solid"/>
                      <a:round/>
                      <a:headEnd type="none" w="med" len="med"/>
                      <a:tailEnd type="none" w="med" len="med"/>
                    </a:lnL>
                    <a:lnR w="3174">
                      <a:solidFill>
                        <a:schemeClr val="tx1"/>
                      </a:solidFill>
                    </a:lnR>
                    <a:lnT w="3175" cap="flat" cmpd="sng" algn="ctr">
                      <a:solidFill>
                        <a:schemeClr val="tx1"/>
                      </a:solidFill>
                      <a:prstDash val="solid"/>
                      <a:round/>
                      <a:headEnd type="none" w="med" len="med"/>
                      <a:tailEnd type="none" w="med" len="med"/>
                    </a:lnT>
                    <a:lnB w="3174"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41809631"/>
                  </a:ext>
                </a:extLst>
              </a:tr>
            </a:tbl>
          </a:graphicData>
        </a:graphic>
      </p:graphicFrame>
      <p:sp>
        <p:nvSpPr>
          <p:cNvPr id="8" name="Title 1">
            <a:extLst>
              <a:ext uri="{FF2B5EF4-FFF2-40B4-BE49-F238E27FC236}">
                <a16:creationId xmlns:a16="http://schemas.microsoft.com/office/drawing/2014/main" id="{1075D841-AF83-0DF2-62D5-D2331D46EAF9}"/>
              </a:ext>
            </a:extLst>
          </p:cNvPr>
          <p:cNvSpPr txBox="1">
            <a:spLocks/>
          </p:cNvSpPr>
          <p:nvPr/>
        </p:nvSpPr>
        <p:spPr>
          <a:xfrm>
            <a:off x="0" y="9006"/>
            <a:ext cx="12192000" cy="645751"/>
          </a:xfrm>
          <a:prstGeom prst="rect">
            <a:avLst/>
          </a:prstGeom>
        </p:spPr>
        <p:txBody>
          <a:bodyPr anchor="ctr"/>
          <a:lstStyle>
            <a:lvl1pPr algn="l" rtl="0" eaLnBrk="1" fontAlgn="base" hangingPunct="1">
              <a:spcBef>
                <a:spcPct val="0"/>
              </a:spcBef>
              <a:spcAft>
                <a:spcPct val="0"/>
              </a:spcAft>
              <a:defRPr sz="1200" b="0">
                <a:solidFill>
                  <a:schemeClr val="bg1"/>
                </a:solidFill>
                <a:latin typeface="+mj-lt"/>
                <a:ea typeface="+mj-ea"/>
                <a:cs typeface="+mj-cs"/>
              </a:defRPr>
            </a:lvl1pPr>
            <a:lvl2pPr algn="ctr" rtl="0" eaLnBrk="1" fontAlgn="base" hangingPunct="1">
              <a:spcBef>
                <a:spcPct val="0"/>
              </a:spcBef>
              <a:spcAft>
                <a:spcPct val="0"/>
              </a:spcAft>
              <a:defRPr sz="2400" b="1">
                <a:solidFill>
                  <a:schemeClr val="bg1"/>
                </a:solidFill>
                <a:latin typeface="Verdana" pitchFamily="34" charset="0"/>
                <a:cs typeface="Times New Roman" pitchFamily="18" charset="0"/>
              </a:defRPr>
            </a:lvl2pPr>
            <a:lvl3pPr algn="ctr" rtl="0" eaLnBrk="1" fontAlgn="base" hangingPunct="1">
              <a:spcBef>
                <a:spcPct val="0"/>
              </a:spcBef>
              <a:spcAft>
                <a:spcPct val="0"/>
              </a:spcAft>
              <a:defRPr sz="2400" b="1">
                <a:solidFill>
                  <a:schemeClr val="bg1"/>
                </a:solidFill>
                <a:latin typeface="Verdana" pitchFamily="34" charset="0"/>
                <a:cs typeface="Times New Roman" pitchFamily="18" charset="0"/>
              </a:defRPr>
            </a:lvl3pPr>
            <a:lvl4pPr algn="ctr" rtl="0" eaLnBrk="1" fontAlgn="base" hangingPunct="1">
              <a:spcBef>
                <a:spcPct val="0"/>
              </a:spcBef>
              <a:spcAft>
                <a:spcPct val="0"/>
              </a:spcAft>
              <a:defRPr sz="2400" b="1">
                <a:solidFill>
                  <a:schemeClr val="bg1"/>
                </a:solidFill>
                <a:latin typeface="Verdana" pitchFamily="34" charset="0"/>
                <a:cs typeface="Times New Roman" pitchFamily="18" charset="0"/>
              </a:defRPr>
            </a:lvl4pPr>
            <a:lvl5pPr algn="ctr" rtl="0" eaLnBrk="1" fontAlgn="base" hangingPunct="1">
              <a:spcBef>
                <a:spcPct val="0"/>
              </a:spcBef>
              <a:spcAft>
                <a:spcPct val="0"/>
              </a:spcAft>
              <a:defRPr sz="2400" b="1">
                <a:solidFill>
                  <a:schemeClr val="bg1"/>
                </a:solidFill>
                <a:latin typeface="Verdana" pitchFamily="34" charset="0"/>
                <a:cs typeface="Times New Roman" pitchFamily="18" charset="0"/>
              </a:defRPr>
            </a:lvl5pPr>
            <a:lvl6pPr marL="342900" algn="ctr" rtl="0" eaLnBrk="1" fontAlgn="base" hangingPunct="1">
              <a:spcBef>
                <a:spcPct val="0"/>
              </a:spcBef>
              <a:spcAft>
                <a:spcPct val="0"/>
              </a:spcAft>
              <a:defRPr sz="2400" b="1">
                <a:solidFill>
                  <a:schemeClr val="bg1"/>
                </a:solidFill>
                <a:latin typeface="Verdana" pitchFamily="34" charset="0"/>
                <a:cs typeface="Times New Roman" pitchFamily="18" charset="0"/>
              </a:defRPr>
            </a:lvl6pPr>
            <a:lvl7pPr marL="685800" algn="ctr" rtl="0" eaLnBrk="1" fontAlgn="base" hangingPunct="1">
              <a:spcBef>
                <a:spcPct val="0"/>
              </a:spcBef>
              <a:spcAft>
                <a:spcPct val="0"/>
              </a:spcAft>
              <a:defRPr sz="2400" b="1">
                <a:solidFill>
                  <a:schemeClr val="bg1"/>
                </a:solidFill>
                <a:latin typeface="Verdana" pitchFamily="34" charset="0"/>
                <a:cs typeface="Times New Roman" pitchFamily="18" charset="0"/>
              </a:defRPr>
            </a:lvl7pPr>
            <a:lvl8pPr marL="1028700" algn="ctr" rtl="0" eaLnBrk="1" fontAlgn="base" hangingPunct="1">
              <a:spcBef>
                <a:spcPct val="0"/>
              </a:spcBef>
              <a:spcAft>
                <a:spcPct val="0"/>
              </a:spcAft>
              <a:defRPr sz="2400" b="1">
                <a:solidFill>
                  <a:schemeClr val="bg1"/>
                </a:solidFill>
                <a:latin typeface="Verdana" pitchFamily="34" charset="0"/>
                <a:cs typeface="Times New Roman" pitchFamily="18" charset="0"/>
              </a:defRPr>
            </a:lvl8pPr>
            <a:lvl9pPr marL="1371600" algn="ctr" rtl="0" eaLnBrk="1" fontAlgn="base" hangingPunct="1">
              <a:spcBef>
                <a:spcPct val="0"/>
              </a:spcBef>
              <a:spcAft>
                <a:spcPct val="0"/>
              </a:spcAft>
              <a:defRPr sz="2400" b="1">
                <a:solidFill>
                  <a:schemeClr val="bg1"/>
                </a:solidFill>
                <a:latin typeface="Verdana" pitchFamily="34" charset="0"/>
                <a:cs typeface="Times New Roman" pitchFamily="18" charset="0"/>
              </a:defRPr>
            </a:lvl9pPr>
          </a:lstStyle>
          <a:p>
            <a:r>
              <a:rPr lang="en-US" sz="2000" b="1" kern="0">
                <a:latin typeface="Verdana" panose="020B0604030504040204" pitchFamily="34" charset="0"/>
                <a:ea typeface="Verdana" panose="020B0604030504040204" pitchFamily="34" charset="0"/>
              </a:rPr>
              <a:t>    </a:t>
            </a:r>
            <a:r>
              <a:rPr lang="en-US" sz="2000" kern="0">
                <a:latin typeface="Verdana" panose="020B0604030504040204" pitchFamily="34" charset="0"/>
                <a:ea typeface="Verdana" panose="020B0604030504040204" pitchFamily="34" charset="0"/>
              </a:rPr>
              <a:t>Management Actions Overdue &lt; 30 days -  </a:t>
            </a:r>
            <a:r>
              <a:rPr lang="en-US" sz="2000" b="1" kern="0">
                <a:latin typeface="Verdana" panose="020B0604030504040204" pitchFamily="34" charset="0"/>
                <a:ea typeface="Verdana" panose="020B0604030504040204" pitchFamily="34" charset="0"/>
              </a:rPr>
              <a:t>HIGH</a:t>
            </a:r>
            <a:r>
              <a:rPr lang="en-US" sz="2000" kern="0">
                <a:latin typeface="Verdana" panose="020B0604030504040204" pitchFamily="34" charset="0"/>
                <a:ea typeface="Verdana" panose="020B0604030504040204" pitchFamily="34" charset="0"/>
              </a:rPr>
              <a:t> Risk (RAKBANK)</a:t>
            </a:r>
            <a:endParaRPr lang="en-GB" sz="2000" kern="0">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24277881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AC60C0-D43D-532A-2C6B-B33118DF92B5}"/>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804E753-432A-2DA7-FD39-AD8E1DD30227}"/>
              </a:ext>
            </a:extLst>
          </p:cNvPr>
          <p:cNvSpPr>
            <a:spLocks noGrp="1"/>
          </p:cNvSpPr>
          <p:nvPr>
            <p:ph type="sldNum" sz="quarter" idx="4"/>
          </p:nvPr>
        </p:nvSpPr>
        <p:spPr>
          <a:xfrm>
            <a:off x="11582400" y="6626274"/>
            <a:ext cx="914400" cy="233749"/>
          </a:xfrm>
        </p:spPr>
        <p:txBody>
          <a:bodyPr/>
          <a:lstStyle/>
          <a:p>
            <a:pPr>
              <a:defRPr/>
            </a:pPr>
            <a:fld id="{6516E9BE-843C-4425-80E4-36155279AD5E}" type="slidenum">
              <a:rPr lang="en-GB" noProof="0" smtClean="0"/>
              <a:pPr>
                <a:defRPr/>
              </a:pPr>
              <a:t>14</a:t>
            </a:fld>
            <a:endParaRPr lang="en-GB" noProof="0"/>
          </a:p>
        </p:txBody>
      </p:sp>
      <p:graphicFrame>
        <p:nvGraphicFramePr>
          <p:cNvPr id="7" name="Table 6">
            <a:extLst>
              <a:ext uri="{FF2B5EF4-FFF2-40B4-BE49-F238E27FC236}">
                <a16:creationId xmlns:a16="http://schemas.microsoft.com/office/drawing/2014/main" id="{AC825E48-C710-1AC3-A510-45C36AFF44BD}"/>
              </a:ext>
            </a:extLst>
          </p:cNvPr>
          <p:cNvGraphicFramePr>
            <a:graphicFrameLocks noGrp="1"/>
          </p:cNvGraphicFramePr>
          <p:nvPr>
            <p:extLst>
              <p:ext uri="{D42A27DB-BD31-4B8C-83A1-F6EECF244321}">
                <p14:modId xmlns:p14="http://schemas.microsoft.com/office/powerpoint/2010/main" val="1224406941"/>
              </p:ext>
            </p:extLst>
          </p:nvPr>
        </p:nvGraphicFramePr>
        <p:xfrm>
          <a:off x="301658" y="658365"/>
          <a:ext cx="11437711" cy="6004433"/>
        </p:xfrm>
        <a:graphic>
          <a:graphicData uri="http://schemas.openxmlformats.org/drawingml/2006/table">
            <a:tbl>
              <a:tblPr/>
              <a:tblGrid>
                <a:gridCol w="473042">
                  <a:extLst>
                    <a:ext uri="{9D8B030D-6E8A-4147-A177-3AD203B41FA5}">
                      <a16:colId xmlns:a16="http://schemas.microsoft.com/office/drawing/2014/main" val="20000"/>
                    </a:ext>
                  </a:extLst>
                </a:gridCol>
                <a:gridCol w="1516013">
                  <a:extLst>
                    <a:ext uri="{9D8B030D-6E8A-4147-A177-3AD203B41FA5}">
                      <a16:colId xmlns:a16="http://schemas.microsoft.com/office/drawing/2014/main" val="20001"/>
                    </a:ext>
                  </a:extLst>
                </a:gridCol>
                <a:gridCol w="1875934">
                  <a:extLst>
                    <a:ext uri="{9D8B030D-6E8A-4147-A177-3AD203B41FA5}">
                      <a16:colId xmlns:a16="http://schemas.microsoft.com/office/drawing/2014/main" val="20002"/>
                    </a:ext>
                  </a:extLst>
                </a:gridCol>
                <a:gridCol w="3572759">
                  <a:extLst>
                    <a:ext uri="{9D8B030D-6E8A-4147-A177-3AD203B41FA5}">
                      <a16:colId xmlns:a16="http://schemas.microsoft.com/office/drawing/2014/main" val="20003"/>
                    </a:ext>
                  </a:extLst>
                </a:gridCol>
                <a:gridCol w="1536569">
                  <a:extLst>
                    <a:ext uri="{9D8B030D-6E8A-4147-A177-3AD203B41FA5}">
                      <a16:colId xmlns:a16="http://schemas.microsoft.com/office/drawing/2014/main" val="20004"/>
                    </a:ext>
                  </a:extLst>
                </a:gridCol>
                <a:gridCol w="2463394">
                  <a:extLst>
                    <a:ext uri="{9D8B030D-6E8A-4147-A177-3AD203B41FA5}">
                      <a16:colId xmlns:a16="http://schemas.microsoft.com/office/drawing/2014/main" val="20005"/>
                    </a:ext>
                  </a:extLst>
                </a:gridCol>
              </a:tblGrid>
              <a:tr h="0">
                <a:tc>
                  <a:txBody>
                    <a:bodyPr/>
                    <a:lstStyle/>
                    <a:p>
                      <a:pPr marL="91440" indent="0" algn="ctr" fontAlgn="ctr"/>
                      <a:r>
                        <a:rPr lang="en-US" sz="950" b="1" i="0" u="none" strike="noStrike">
                          <a:solidFill>
                            <a:srgbClr val="FFFFFF"/>
                          </a:solidFill>
                          <a:effectLst/>
                          <a:latin typeface="Verdana" panose="020B0604030504040204" pitchFamily="34" charset="0"/>
                          <a:ea typeface="Verdana" panose="020B0604030504040204" pitchFamily="34" charset="0"/>
                          <a:cs typeface="Verdana" panose="020B0604030504040204" pitchFamily="34" charset="0"/>
                        </a:rPr>
                        <a:t>S#</a:t>
                      </a:r>
                    </a:p>
                  </a:txBody>
                  <a:tcPr marL="73152" marR="73152" marT="73152" marB="73152"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65000"/>
                      </a:schemeClr>
                    </a:solidFill>
                  </a:tcPr>
                </a:tc>
                <a:tc>
                  <a:txBody>
                    <a:bodyPr/>
                    <a:lstStyle/>
                    <a:p>
                      <a:pPr marL="90170" indent="0" algn="ctr" fontAlgn="ctr"/>
                      <a:r>
                        <a:rPr lang="en-US" sz="950" b="1" i="0" u="none" strike="noStrike">
                          <a:solidFill>
                            <a:srgbClr val="FFFFFF"/>
                          </a:solidFill>
                          <a:effectLst/>
                          <a:latin typeface="Verdana" panose="020B0604030504040204" pitchFamily="34" charset="0"/>
                          <a:ea typeface="Verdana" panose="020B0604030504040204" pitchFamily="34" charset="0"/>
                          <a:cs typeface="Verdana" panose="020B0604030504040204" pitchFamily="34" charset="0"/>
                        </a:rPr>
                        <a:t>Audit Name</a:t>
                      </a:r>
                    </a:p>
                  </a:txBody>
                  <a:tcPr marL="73152" marR="73152" marT="73152" marB="73152"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65000"/>
                      </a:schemeClr>
                    </a:solidFill>
                  </a:tcPr>
                </a:tc>
                <a:tc>
                  <a:txBody>
                    <a:bodyPr/>
                    <a:lstStyle/>
                    <a:p>
                      <a:pPr marL="91440" indent="58420" algn="ctr" fontAlgn="ctr"/>
                      <a:r>
                        <a:rPr lang="en-US" sz="950" b="1" i="0" u="none" strike="noStrike">
                          <a:solidFill>
                            <a:srgbClr val="FFFFFF"/>
                          </a:solidFill>
                          <a:effectLst/>
                          <a:latin typeface="Verdana" panose="020B0604030504040204" pitchFamily="34" charset="0"/>
                          <a:ea typeface="Verdana" panose="020B0604030504040204" pitchFamily="34" charset="0"/>
                          <a:cs typeface="Verdana" panose="020B0604030504040204" pitchFamily="34" charset="0"/>
                        </a:rPr>
                        <a:t>Issue</a:t>
                      </a:r>
                    </a:p>
                  </a:txBody>
                  <a:tcPr marL="73152" marR="73152" marT="73152" marB="73152"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65000"/>
                      </a:schemeClr>
                    </a:solidFill>
                  </a:tcPr>
                </a:tc>
                <a:tc>
                  <a:txBody>
                    <a:bodyPr/>
                    <a:lstStyle/>
                    <a:p>
                      <a:pPr marL="91440" lvl="0" indent="58420" algn="ctr" rtl="0" fontAlgn="ctr"/>
                      <a:r>
                        <a:rPr lang="en-US" sz="950" b="1" i="0" u="none" strike="noStrike">
                          <a:solidFill>
                            <a:srgbClr val="FFFFFF"/>
                          </a:solidFill>
                          <a:effectLst/>
                          <a:latin typeface="Verdana" panose="020B0604030504040204" pitchFamily="34" charset="0"/>
                          <a:ea typeface="Verdana" panose="020B0604030504040204" pitchFamily="34" charset="0"/>
                          <a:cs typeface="Verdana" panose="020B0604030504040204" pitchFamily="34" charset="0"/>
                        </a:rPr>
                        <a:t>Management</a:t>
                      </a:r>
                      <a:r>
                        <a:rPr lang="en-US" sz="950" b="1" i="0" u="none" strike="noStrike" baseline="0">
                          <a:solidFill>
                            <a:srgbClr val="FFFFFF"/>
                          </a:solidFill>
                          <a:effectLst/>
                          <a:latin typeface="Verdana" panose="020B0604030504040204" pitchFamily="34" charset="0"/>
                          <a:ea typeface="Verdana" panose="020B0604030504040204" pitchFamily="34" charset="0"/>
                          <a:cs typeface="Verdana" panose="020B0604030504040204" pitchFamily="34" charset="0"/>
                        </a:rPr>
                        <a:t> Action Summary</a:t>
                      </a:r>
                      <a:endParaRPr lang="en-US" sz="950" b="1" i="0" u="none" strike="noStrike" baseline="30000">
                        <a:solidFill>
                          <a:srgbClr val="FFFFFF"/>
                        </a:solidFill>
                        <a:effectLst/>
                        <a:latin typeface="Verdana" panose="020B0604030504040204" pitchFamily="34" charset="0"/>
                        <a:ea typeface="Verdana" panose="020B0604030504040204" pitchFamily="34" charset="0"/>
                        <a:cs typeface="Verdana" panose="020B0604030504040204" pitchFamily="34" charset="0"/>
                      </a:endParaRPr>
                    </a:p>
                  </a:txBody>
                  <a:tcPr marL="73152" marR="73152" marT="73152" marB="73152"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65000"/>
                      </a:schemeClr>
                    </a:solidFill>
                  </a:tcPr>
                </a:tc>
                <a:tc>
                  <a:txBody>
                    <a:bodyPr/>
                    <a:lstStyle/>
                    <a:p>
                      <a:pPr marL="91440" algn="ctr" fontAlgn="ctr"/>
                      <a:r>
                        <a:rPr lang="en-US" sz="950" b="1" i="0" u="none" strike="noStrike">
                          <a:solidFill>
                            <a:srgbClr val="FFFFFF"/>
                          </a:solidFill>
                          <a:effectLst/>
                          <a:latin typeface="Verdana" panose="020B0604030504040204" pitchFamily="34" charset="0"/>
                          <a:ea typeface="Verdana" panose="020B0604030504040204" pitchFamily="34" charset="0"/>
                          <a:cs typeface="Verdana" panose="020B0604030504040204" pitchFamily="34" charset="0"/>
                        </a:rPr>
                        <a:t>Owner &amp; </a:t>
                      </a:r>
                    </a:p>
                    <a:p>
                      <a:pPr marL="91440" algn="ctr" fontAlgn="ctr"/>
                      <a:r>
                        <a:rPr lang="en-US" sz="950" b="1" i="0" u="none" strike="noStrike">
                          <a:solidFill>
                            <a:srgbClr val="FFFFFF"/>
                          </a:solidFill>
                          <a:effectLst/>
                          <a:latin typeface="Verdana" panose="020B0604030504040204" pitchFamily="34" charset="0"/>
                          <a:ea typeface="Verdana" panose="020B0604030504040204" pitchFamily="34" charset="0"/>
                          <a:cs typeface="Verdana" panose="020B0604030504040204" pitchFamily="34" charset="0"/>
                        </a:rPr>
                        <a:t>Last</a:t>
                      </a:r>
                      <a:r>
                        <a:rPr lang="en-US" sz="950" b="1" i="0" u="none" strike="noStrike" baseline="0">
                          <a:solidFill>
                            <a:srgbClr val="FFFFFF"/>
                          </a:solidFill>
                          <a:effectLst/>
                          <a:latin typeface="Verdana" panose="020B0604030504040204" pitchFamily="34" charset="0"/>
                          <a:ea typeface="Verdana" panose="020B0604030504040204" pitchFamily="34" charset="0"/>
                          <a:cs typeface="Verdana" panose="020B0604030504040204" pitchFamily="34" charset="0"/>
                        </a:rPr>
                        <a:t> Agreed Date</a:t>
                      </a:r>
                      <a:endParaRPr lang="en-US" sz="950" b="1" i="0" u="none" strike="noStrike">
                        <a:solidFill>
                          <a:srgbClr val="FFFFFF"/>
                        </a:solidFill>
                        <a:effectLst/>
                        <a:latin typeface="Verdana" panose="020B0604030504040204" pitchFamily="34" charset="0"/>
                        <a:ea typeface="Verdana" panose="020B0604030504040204" pitchFamily="34" charset="0"/>
                        <a:cs typeface="Verdana" panose="020B0604030504040204" pitchFamily="34" charset="0"/>
                      </a:endParaRPr>
                    </a:p>
                  </a:txBody>
                  <a:tcPr marL="73152" marR="73152" marT="73152" marB="73152"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65000"/>
                      </a:schemeClr>
                    </a:solidFill>
                  </a:tcPr>
                </a:tc>
                <a:tc>
                  <a:txBody>
                    <a:bodyPr/>
                    <a:lstStyle/>
                    <a:p>
                      <a:pPr marL="91440" algn="ctr" defTabSz="685817" rtl="0" eaLnBrk="1" fontAlgn="ctr" latinLnBrk="0" hangingPunct="1"/>
                      <a:r>
                        <a:rPr lang="en-US" sz="950" b="1" i="0" u="none" strike="noStrike" kern="1200">
                          <a:solidFill>
                            <a:srgbClr val="FFFFFF"/>
                          </a:solidFill>
                          <a:effectLst/>
                          <a:latin typeface="Verdana" panose="020B0604030504040204" pitchFamily="34" charset="0"/>
                          <a:ea typeface="Verdana" panose="020B0604030504040204" pitchFamily="34" charset="0"/>
                          <a:cs typeface="+mn-cs"/>
                        </a:rPr>
                        <a:t>Latest Update</a:t>
                      </a:r>
                    </a:p>
                  </a:txBody>
                  <a:tcPr marL="73152" marR="73152" marT="73152" marB="73152"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65000"/>
                      </a:schemeClr>
                    </a:solidFill>
                  </a:tcPr>
                </a:tc>
                <a:extLst>
                  <a:ext uri="{0D108BD9-81ED-4DB2-BD59-A6C34878D82A}">
                    <a16:rowId xmlns:a16="http://schemas.microsoft.com/office/drawing/2014/main" val="10000"/>
                  </a:ext>
                </a:extLst>
              </a:tr>
              <a:tr h="0">
                <a:tc>
                  <a:txBody>
                    <a:bodyPr/>
                    <a:lstStyle/>
                    <a:p>
                      <a:pPr marL="0" indent="0" algn="ctr" defTabSz="914400" rtl="0" eaLnBrk="1" fontAlgn="ctr" latinLnBrk="0" hangingPunct="1">
                        <a:buFont typeface="+mj-lt"/>
                        <a:buNone/>
                      </a:pPr>
                      <a:r>
                        <a:rPr lang="en-US" sz="950" b="0" i="0" u="none" strike="noStrike" kern="1200">
                          <a:solidFill>
                            <a:srgbClr val="000000"/>
                          </a:solidFill>
                          <a:effectLst/>
                          <a:latin typeface="Verdana" panose="020B0604030504040204" pitchFamily="34" charset="0"/>
                          <a:ea typeface="Verdana" panose="020B0604030504040204" pitchFamily="34" charset="0"/>
                          <a:cs typeface="Verdana" panose="020B0604030504040204" pitchFamily="34" charset="0"/>
                        </a:rPr>
                        <a:t>1</a:t>
                      </a:r>
                    </a:p>
                  </a:txBody>
                  <a:tcPr marL="73152" marR="73152" marT="73152" marB="73152">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just" fontAlgn="b">
                        <a:buNone/>
                      </a:pPr>
                      <a:r>
                        <a:rPr lang="en-US" sz="950" b="0" i="0" u="none" strike="noStrike">
                          <a:solidFill>
                            <a:srgbClr val="000000"/>
                          </a:solidFill>
                          <a:effectLst/>
                          <a:latin typeface="Verdana" panose="020B0604030504040204" pitchFamily="34" charset="0"/>
                          <a:ea typeface="Verdana" panose="020B0604030504040204" pitchFamily="34" charset="0"/>
                        </a:rPr>
                        <a:t>Group Market Conduct</a:t>
                      </a:r>
                    </a:p>
                  </a:txBody>
                  <a:tcPr marL="73152" marR="73152" marT="73152" marB="73152">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just" fontAlgn="b">
                        <a:buNone/>
                      </a:pPr>
                      <a:r>
                        <a:rPr lang="en-US" sz="950" b="0" i="0" u="none" strike="noStrike">
                          <a:solidFill>
                            <a:srgbClr val="000000"/>
                          </a:solidFill>
                          <a:effectLst/>
                          <a:latin typeface="Verdana" panose="020B0604030504040204" pitchFamily="34" charset="0"/>
                          <a:ea typeface="Verdana" panose="020B0604030504040204" pitchFamily="34" charset="0"/>
                        </a:rPr>
                        <a:t> 9 – Due diligence on outsourced employees</a:t>
                      </a:r>
                    </a:p>
                  </a:txBody>
                  <a:tcPr marL="73152" marR="73152" marT="73152" marB="73152">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just" fontAlgn="b">
                        <a:buNone/>
                      </a:pPr>
                      <a:r>
                        <a:rPr lang="en-US" sz="950" b="0" i="0" u="none" strike="noStrike">
                          <a:solidFill>
                            <a:srgbClr val="000000"/>
                          </a:solidFill>
                          <a:effectLst/>
                          <a:latin typeface="Verdana" panose="020B0604030504040204" pitchFamily="34" charset="0"/>
                          <a:ea typeface="Verdana" panose="020B0604030504040204" pitchFamily="34" charset="0"/>
                        </a:rPr>
                        <a:t>There is a broader discussion to this – for now, partial checks rest with the current Onboarding/People Operations Team. However, as mentioned discussions are underway on how to best institutionalize the same.</a:t>
                      </a:r>
                    </a:p>
                  </a:txBody>
                  <a:tcPr marL="73152" marR="73152" marT="73152" marB="73152">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r>
                        <a:rPr lang="en-US" sz="950" b="0" i="0" u="none" strike="noStrike">
                          <a:solidFill>
                            <a:schemeClr val="tx1"/>
                          </a:solidFill>
                          <a:effectLst/>
                          <a:latin typeface="Verdana" panose="020B0604030504040204" pitchFamily="34" charset="0"/>
                          <a:ea typeface="Verdana" panose="020B0604030504040204" pitchFamily="34" charset="0"/>
                        </a:rPr>
                        <a:t>Sultan Khalifa Al Ali; Sonal Hingorani</a:t>
                      </a:r>
                    </a:p>
                    <a:p>
                      <a:pPr algn="ctr" fontAlgn="b"/>
                      <a:endParaRPr lang="en-US" sz="950" b="0" i="0" u="none" strike="noStrike">
                        <a:solidFill>
                          <a:schemeClr val="tx1"/>
                        </a:solidFill>
                        <a:effectLst/>
                        <a:latin typeface="Verdana" panose="020B0604030504040204" pitchFamily="34" charset="0"/>
                        <a:ea typeface="Verdana" panose="020B0604030504040204" pitchFamily="34" charset="0"/>
                      </a:endParaRPr>
                    </a:p>
                    <a:p>
                      <a:pPr algn="ctr" fontAlgn="b"/>
                      <a:r>
                        <a:rPr lang="en-US" sz="950" b="0" i="0" u="none" strike="noStrike">
                          <a:solidFill>
                            <a:schemeClr val="tx1"/>
                          </a:solidFill>
                          <a:effectLst/>
                          <a:latin typeface="Verdana" panose="020B0604030504040204" pitchFamily="34" charset="0"/>
                          <a:ea typeface="Verdana" panose="020B0604030504040204" pitchFamily="34" charset="0"/>
                        </a:rPr>
                        <a:t>31-Dec-25</a:t>
                      </a:r>
                    </a:p>
                  </a:txBody>
                  <a:tcPr marL="73152" marR="73152" marT="73152" marB="73152">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lvl="0" algn="just">
                        <a:lnSpc>
                          <a:spcPct val="100000"/>
                        </a:lnSpc>
                        <a:spcBef>
                          <a:spcPts val="0"/>
                        </a:spcBef>
                        <a:spcAft>
                          <a:spcPts val="0"/>
                        </a:spcAft>
                        <a:buNone/>
                      </a:pPr>
                      <a:r>
                        <a:rPr lang="en-US" sz="950" b="0" i="0" u="none" strike="noStrike" kern="1200" noProof="0" dirty="0">
                          <a:solidFill>
                            <a:srgbClr val="000000"/>
                          </a:solidFill>
                          <a:effectLst/>
                          <a:latin typeface="Verdana"/>
                          <a:ea typeface="Verdana"/>
                          <a:cs typeface="+mn-cs"/>
                        </a:rPr>
                        <a:t>Currently HR is working with the Procurement and Outsourcing teams to revisit the current process and policy. Extension of completion of action by 31-May-26 will be sought.</a:t>
                      </a:r>
                      <a:endParaRPr lang="en-US" sz="950" b="1" dirty="0">
                        <a:latin typeface="Verdana" panose="020B0604030504040204" pitchFamily="34" charset="0"/>
                        <a:ea typeface="Verdana" panose="020B0604030504040204" pitchFamily="34" charset="0"/>
                      </a:endParaRPr>
                    </a:p>
                  </a:txBody>
                  <a:tcPr marL="73152" marR="73152" marT="73152" marB="73152">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6482514"/>
                  </a:ext>
                </a:extLst>
              </a:tr>
              <a:tr h="229860">
                <a:tc>
                  <a:txBody>
                    <a:bodyPr/>
                    <a:lstStyle/>
                    <a:p>
                      <a:pPr marL="0" indent="0" algn="ctr" defTabSz="914400" rtl="0" eaLnBrk="1" fontAlgn="ctr" latinLnBrk="0" hangingPunct="1">
                        <a:buFont typeface="+mj-lt"/>
                        <a:buNone/>
                      </a:pPr>
                      <a:r>
                        <a:rPr lang="en-US" sz="950" b="0" i="0" u="none" strike="noStrike" kern="1200">
                          <a:solidFill>
                            <a:srgbClr val="000000"/>
                          </a:solidFill>
                          <a:effectLst/>
                          <a:latin typeface="Verdana" panose="020B0604030504040204" pitchFamily="34" charset="0"/>
                          <a:ea typeface="Verdana" panose="020B0604030504040204" pitchFamily="34" charset="0"/>
                          <a:cs typeface="Verdana" panose="020B0604030504040204" pitchFamily="34" charset="0"/>
                        </a:rPr>
                        <a:t>2</a:t>
                      </a:r>
                    </a:p>
                  </a:txBody>
                  <a:tcPr marL="73152" marR="73152" marT="73152" marB="73152">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rowSpan="2">
                  <a:txBody>
                    <a:bodyPr/>
                    <a:lstStyle/>
                    <a:p>
                      <a:pPr algn="l" fontAlgn="b">
                        <a:buNone/>
                      </a:pPr>
                      <a:r>
                        <a:rPr lang="en-US" sz="950" b="0" i="0" u="none" strike="noStrike">
                          <a:solidFill>
                            <a:srgbClr val="000000"/>
                          </a:solidFill>
                          <a:effectLst/>
                          <a:latin typeface="Verdana" panose="020B0604030504040204" pitchFamily="34" charset="0"/>
                          <a:ea typeface="Verdana" panose="020B0604030504040204" pitchFamily="34" charset="0"/>
                        </a:rPr>
                        <a:t>Enterprise Risk Management 2025</a:t>
                      </a:r>
                    </a:p>
                  </a:txBody>
                  <a:tcPr marL="73152" marR="73152" marT="73152" marB="73152">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rowSpan="2">
                  <a:txBody>
                    <a:bodyPr/>
                    <a:lstStyle/>
                    <a:p>
                      <a:pPr algn="l" fontAlgn="b">
                        <a:buNone/>
                      </a:pPr>
                      <a:r>
                        <a:rPr lang="en-US" sz="950" b="0" i="0" u="none" strike="noStrike">
                          <a:solidFill>
                            <a:srgbClr val="000000"/>
                          </a:solidFill>
                          <a:effectLst/>
                          <a:latin typeface="Verdana" panose="020B0604030504040204" pitchFamily="34" charset="0"/>
                          <a:ea typeface="Verdana" panose="020B0604030504040204" pitchFamily="34" charset="0"/>
                        </a:rPr>
                        <a:t>Finding 1 – Significant Delay in the Delivery of the Risk Automation Project</a:t>
                      </a:r>
                    </a:p>
                  </a:txBody>
                  <a:tcPr marL="73152" marR="9525" marT="952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just" fontAlgn="b">
                        <a:buNone/>
                      </a:pPr>
                      <a:r>
                        <a:rPr lang="en-US" sz="950" b="0" i="0" u="none" strike="noStrike">
                          <a:solidFill>
                            <a:srgbClr val="000000"/>
                          </a:solidFill>
                          <a:effectLst/>
                          <a:latin typeface="Verdana" panose="020B0604030504040204" pitchFamily="34" charset="0"/>
                          <a:ea typeface="Verdana" panose="020B0604030504040204" pitchFamily="34" charset="0"/>
                        </a:rPr>
                        <a:t>1.1a Risk will review scope of the Risk Automation Project by splitting it into two phases: (1) critical risk reports will be automated within the timeline communicated to the CBUAE, and (2) non-critical reports will be automated beyond 2025. Project monitoring will be also further enhanced.</a:t>
                      </a:r>
                    </a:p>
                  </a:txBody>
                  <a:tcPr marL="73152" marR="73152" marT="73152" marB="73152">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r>
                        <a:rPr lang="en-US" sz="950" b="0" i="0" u="none" strike="noStrike">
                          <a:solidFill>
                            <a:schemeClr val="tx1"/>
                          </a:solidFill>
                          <a:effectLst/>
                          <a:latin typeface="Verdana" panose="020B0604030504040204" pitchFamily="34" charset="0"/>
                          <a:ea typeface="Verdana" panose="020B0604030504040204" pitchFamily="34" charset="0"/>
                        </a:rPr>
                        <a:t>Farhan Mahmood;</a:t>
                      </a:r>
                    </a:p>
                    <a:p>
                      <a:pPr algn="ctr" fontAlgn="b"/>
                      <a:r>
                        <a:rPr lang="en-US" sz="950" b="0" i="0" u="none" strike="noStrike">
                          <a:solidFill>
                            <a:schemeClr val="tx1"/>
                          </a:solidFill>
                          <a:effectLst/>
                          <a:latin typeface="Verdana" panose="020B0604030504040204" pitchFamily="34" charset="0"/>
                          <a:ea typeface="Verdana" panose="020B0604030504040204" pitchFamily="34" charset="0"/>
                        </a:rPr>
                        <a:t>Ahmed Lasheen</a:t>
                      </a:r>
                    </a:p>
                    <a:p>
                      <a:pPr algn="ctr" fontAlgn="b"/>
                      <a:endParaRPr lang="en-US" sz="950" b="0" i="0" u="none" strike="noStrike">
                        <a:solidFill>
                          <a:schemeClr val="tx1"/>
                        </a:solidFill>
                        <a:effectLst/>
                        <a:latin typeface="Verdana" panose="020B0604030504040204" pitchFamily="34" charset="0"/>
                        <a:ea typeface="Verdana" panose="020B0604030504040204" pitchFamily="34" charset="0"/>
                      </a:endParaRPr>
                    </a:p>
                    <a:p>
                      <a:pPr algn="ctr" fontAlgn="b"/>
                      <a:r>
                        <a:rPr lang="en-US" sz="950" b="0" i="0" u="none" strike="noStrike">
                          <a:solidFill>
                            <a:schemeClr val="tx1"/>
                          </a:solidFill>
                          <a:effectLst/>
                          <a:latin typeface="Verdana" panose="020B0604030504040204" pitchFamily="34" charset="0"/>
                          <a:ea typeface="Verdana" panose="020B0604030504040204" pitchFamily="34" charset="0"/>
                        </a:rPr>
                        <a:t>31-Dec-25</a:t>
                      </a:r>
                    </a:p>
                    <a:p>
                      <a:pPr algn="ctr" fontAlgn="b"/>
                      <a:endParaRPr lang="en-US" sz="950" b="0" i="0" u="none" strike="noStrike">
                        <a:solidFill>
                          <a:schemeClr val="tx1"/>
                        </a:solidFill>
                        <a:effectLst/>
                        <a:latin typeface="Verdana" panose="020B0604030504040204" pitchFamily="34" charset="0"/>
                        <a:ea typeface="Verdana" panose="020B0604030504040204" pitchFamily="34" charset="0"/>
                      </a:endParaRPr>
                    </a:p>
                  </a:txBody>
                  <a:tcPr marL="73152" marR="73152" marT="73152" marB="73152">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rowSpan="2">
                  <a:txBody>
                    <a:bodyPr/>
                    <a:lstStyle/>
                    <a:p>
                      <a:pPr lvl="0" algn="just">
                        <a:lnSpc>
                          <a:spcPct val="100000"/>
                        </a:lnSpc>
                        <a:spcBef>
                          <a:spcPts val="0"/>
                        </a:spcBef>
                        <a:spcAft>
                          <a:spcPts val="0"/>
                        </a:spcAft>
                        <a:buNone/>
                      </a:pPr>
                      <a:r>
                        <a:rPr lang="en-US" sz="950" b="0" i="0" u="none" strike="noStrike" kern="1200" noProof="0" dirty="0">
                          <a:solidFill>
                            <a:srgbClr val="000000"/>
                          </a:solidFill>
                          <a:effectLst/>
                          <a:latin typeface="Verdana"/>
                          <a:ea typeface="Verdana"/>
                          <a:cs typeface="+mn-cs"/>
                        </a:rPr>
                        <a:t>The Vendor “Optimum” have submitted a plan end of last year where the completion was moved from Dec 2025 to June 2026.</a:t>
                      </a:r>
                      <a:endParaRPr lang="en-US" sz="950" b="0" i="0" u="none" strike="noStrike" kern="1200" dirty="0">
                        <a:solidFill>
                          <a:srgbClr val="000000"/>
                        </a:solidFill>
                        <a:effectLst/>
                        <a:latin typeface="Verdana"/>
                        <a:ea typeface="Verdana"/>
                        <a:cs typeface="+mn-cs"/>
                      </a:endParaRPr>
                    </a:p>
                    <a:p>
                      <a:pPr lvl="0" algn="just">
                        <a:lnSpc>
                          <a:spcPct val="100000"/>
                        </a:lnSpc>
                        <a:spcBef>
                          <a:spcPts val="0"/>
                        </a:spcBef>
                        <a:spcAft>
                          <a:spcPts val="0"/>
                        </a:spcAft>
                        <a:buNone/>
                      </a:pPr>
                      <a:endParaRPr lang="en-US" dirty="0"/>
                    </a:p>
                    <a:p>
                      <a:pPr lvl="0" algn="just">
                        <a:lnSpc>
                          <a:spcPct val="100000"/>
                        </a:lnSpc>
                        <a:spcBef>
                          <a:spcPts val="0"/>
                        </a:spcBef>
                        <a:spcAft>
                          <a:spcPts val="0"/>
                        </a:spcAft>
                        <a:buNone/>
                      </a:pPr>
                      <a:r>
                        <a:rPr lang="en-US" sz="950" b="0" i="0" u="none" strike="noStrike" kern="1200" noProof="0" dirty="0">
                          <a:solidFill>
                            <a:srgbClr val="000000"/>
                          </a:solidFill>
                          <a:effectLst/>
                          <a:latin typeface="Verdana"/>
                          <a:ea typeface="Verdana"/>
                          <a:cs typeface="+mn-cs"/>
                        </a:rPr>
                        <a:t>After internal discussions, we have clearly seen that Optimum cannot deliver the work even by June 2026. We are submitting a change of approach within the existing funding to salvage the project and get it delivered and will share an update communication with the CBUAE regarding the Bank's new deadline. </a:t>
                      </a:r>
                      <a:endParaRPr lang="en-US" sz="950" b="0" i="0" u="none" strike="noStrike" kern="1200" dirty="0">
                        <a:solidFill>
                          <a:srgbClr val="000000"/>
                        </a:solidFill>
                        <a:effectLst/>
                        <a:latin typeface="Verdana"/>
                        <a:ea typeface="Verdana"/>
                        <a:cs typeface="+mn-cs"/>
                      </a:endParaRPr>
                    </a:p>
                  </a:txBody>
                  <a:tcPr marL="73152" marR="73152" marT="73152" marB="73152">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89058713"/>
                  </a:ext>
                </a:extLst>
              </a:tr>
              <a:tr h="1159764">
                <a:tc>
                  <a:txBody>
                    <a:bodyPr/>
                    <a:lstStyle/>
                    <a:p>
                      <a:pPr marL="0" indent="0" algn="ctr" defTabSz="914400" rtl="0" eaLnBrk="1" fontAlgn="ctr" latinLnBrk="0" hangingPunct="1">
                        <a:buFont typeface="+mj-lt"/>
                        <a:buNone/>
                      </a:pPr>
                      <a:r>
                        <a:rPr lang="en-US" sz="950" b="0" i="0" u="none" strike="noStrike" kern="1200">
                          <a:solidFill>
                            <a:srgbClr val="000000"/>
                          </a:solidFill>
                          <a:effectLst/>
                          <a:latin typeface="Verdana" panose="020B0604030504040204" pitchFamily="34" charset="0"/>
                          <a:ea typeface="Verdana" panose="020B0604030504040204" pitchFamily="34" charset="0"/>
                          <a:cs typeface="Verdana" panose="020B0604030504040204" pitchFamily="34" charset="0"/>
                        </a:rPr>
                        <a:t>3</a:t>
                      </a:r>
                    </a:p>
                  </a:txBody>
                  <a:tcPr marL="73152" marR="73152" marT="73152" marB="73152">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vMerge="1">
                  <a:txBody>
                    <a:bodyPr/>
                    <a:lstStyle/>
                    <a:p>
                      <a:pPr algn="l" fontAlgn="b">
                        <a:buNone/>
                      </a:pPr>
                      <a:endParaRPr lang="en-US" sz="950" b="0" i="0" u="none" strike="noStrike">
                        <a:solidFill>
                          <a:srgbClr val="000000"/>
                        </a:solidFill>
                        <a:effectLst/>
                        <a:latin typeface="Verdana" panose="020B0604030504040204" pitchFamily="34" charset="0"/>
                        <a:ea typeface="Verdana" panose="020B0604030504040204" pitchFamily="34" charset="0"/>
                      </a:endParaRPr>
                    </a:p>
                  </a:txBody>
                  <a:tcPr marL="73152" marR="73152" marT="73152" marB="73152">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vMerge="1">
                  <a:txBody>
                    <a:bodyPr/>
                    <a:lstStyle/>
                    <a:p>
                      <a:pPr algn="l" fontAlgn="b">
                        <a:buNone/>
                      </a:pPr>
                      <a:endParaRPr lang="en-US" sz="950" b="0" i="0" u="none" strike="noStrike">
                        <a:solidFill>
                          <a:srgbClr val="000000"/>
                        </a:solidFill>
                        <a:effectLst/>
                        <a:latin typeface="Verdana" panose="020B0604030504040204" pitchFamily="34" charset="0"/>
                        <a:ea typeface="Verdana" panose="020B0604030504040204" pitchFamily="34" charset="0"/>
                      </a:endParaRPr>
                    </a:p>
                  </a:txBody>
                  <a:tcPr marL="73152" marR="73152" marT="73152" marB="73152">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just" fontAlgn="b">
                        <a:buNone/>
                      </a:pPr>
                      <a:r>
                        <a:rPr lang="en-US" sz="950" b="0" i="0" u="none" strike="noStrike">
                          <a:solidFill>
                            <a:srgbClr val="000000"/>
                          </a:solidFill>
                          <a:effectLst/>
                          <a:latin typeface="Verdana"/>
                          <a:ea typeface="Verdana"/>
                        </a:rPr>
                        <a:t>1.1b Delays were witnessed after discovery phases and adjustment of scope of systems. The new project plan is ready with its detailed timelines and list of prioritized reports and will be shared with the audit. Taking into account the project scope revision, we shall obtain vendor’s commitment on the new timelines for both phases and support the project progress monitoring.</a:t>
                      </a:r>
                    </a:p>
                  </a:txBody>
                  <a:tcPr marL="73152" marR="73152" marT="73152" marB="73152">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r>
                        <a:rPr lang="en-US" sz="950" b="0" i="0" u="none" strike="noStrike">
                          <a:solidFill>
                            <a:schemeClr val="tx1"/>
                          </a:solidFill>
                          <a:effectLst/>
                          <a:latin typeface="Verdana" panose="020B0604030504040204" pitchFamily="34" charset="0"/>
                          <a:ea typeface="Verdana" panose="020B0604030504040204" pitchFamily="34" charset="0"/>
                        </a:rPr>
                        <a:t>Sanjeev Mulay;</a:t>
                      </a:r>
                    </a:p>
                    <a:p>
                      <a:pPr algn="ctr" fontAlgn="b"/>
                      <a:r>
                        <a:rPr lang="en-US" sz="950" b="0" i="0" u="none" strike="noStrike">
                          <a:solidFill>
                            <a:schemeClr val="tx1"/>
                          </a:solidFill>
                          <a:effectLst/>
                          <a:latin typeface="Verdana" panose="020B0604030504040204" pitchFamily="34" charset="0"/>
                          <a:ea typeface="Verdana" panose="020B0604030504040204" pitchFamily="34" charset="0"/>
                        </a:rPr>
                        <a:t>Ramzi Aissa</a:t>
                      </a:r>
                    </a:p>
                    <a:p>
                      <a:pPr algn="ctr" fontAlgn="b"/>
                      <a:endParaRPr lang="en-US" sz="950" b="0" i="0" u="none" strike="noStrike">
                        <a:solidFill>
                          <a:schemeClr val="tx1"/>
                        </a:solidFill>
                        <a:effectLst/>
                        <a:latin typeface="Verdana" panose="020B0604030504040204" pitchFamily="34" charset="0"/>
                        <a:ea typeface="Verdana" panose="020B0604030504040204" pitchFamily="34" charset="0"/>
                      </a:endParaRPr>
                    </a:p>
                    <a:p>
                      <a:pPr algn="ctr" fontAlgn="b"/>
                      <a:r>
                        <a:rPr lang="en-US" sz="950" b="0" i="0" u="none" strike="noStrike">
                          <a:solidFill>
                            <a:schemeClr val="tx1"/>
                          </a:solidFill>
                          <a:effectLst/>
                          <a:latin typeface="Verdana" panose="020B0604030504040204" pitchFamily="34" charset="0"/>
                          <a:ea typeface="Verdana" panose="020B0604030504040204" pitchFamily="34" charset="0"/>
                        </a:rPr>
                        <a:t>31-Dec-25</a:t>
                      </a:r>
                    </a:p>
                  </a:txBody>
                  <a:tcPr marL="73152" marR="73152" marT="73152" marB="73152">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vMerge="1">
                  <a:txBody>
                    <a:bodyPr/>
                    <a:lstStyle/>
                    <a:p>
                      <a:endParaRPr lang="en-US"/>
                    </a:p>
                  </a:txBody>
                  <a:tcPr marL="73152" marR="73152" marT="73152" marB="73152">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68529652"/>
                  </a:ext>
                </a:extLst>
              </a:tr>
              <a:tr h="1159764">
                <a:tc>
                  <a:txBody>
                    <a:bodyPr/>
                    <a:lstStyle/>
                    <a:p>
                      <a:pPr marL="0" indent="0" algn="ctr" defTabSz="914400" rtl="0" eaLnBrk="1" fontAlgn="ctr" latinLnBrk="0" hangingPunct="1">
                        <a:buFont typeface="+mj-lt"/>
                        <a:buNone/>
                      </a:pPr>
                      <a:r>
                        <a:rPr lang="en-US" sz="950" b="0" i="0" u="none" strike="noStrike" kern="1200">
                          <a:solidFill>
                            <a:srgbClr val="000000"/>
                          </a:solidFill>
                          <a:effectLst/>
                          <a:latin typeface="Verdana" panose="020B0604030504040204" pitchFamily="34" charset="0"/>
                          <a:ea typeface="Verdana" panose="020B0604030504040204" pitchFamily="34" charset="0"/>
                        </a:rPr>
                        <a:t>4</a:t>
                      </a:r>
                    </a:p>
                  </a:txBody>
                  <a:tcPr marL="72000" marR="73152" marT="73152" marB="73152">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rowSpan="2">
                  <a:txBody>
                    <a:bodyPr/>
                    <a:lstStyle/>
                    <a:p>
                      <a:pPr algn="just" fontAlgn="b">
                        <a:buNone/>
                      </a:pPr>
                      <a:r>
                        <a:rPr lang="en-US" sz="950" b="0" i="0" u="none" strike="noStrike">
                          <a:solidFill>
                            <a:srgbClr val="000000"/>
                          </a:solidFill>
                          <a:effectLst/>
                          <a:latin typeface="Verdana" panose="020B0604030504040204" pitchFamily="34" charset="0"/>
                          <a:ea typeface="Verdana" panose="020B0604030504040204" pitchFamily="34" charset="0"/>
                        </a:rPr>
                        <a:t>Model Management 2025</a:t>
                      </a:r>
                    </a:p>
                  </a:txBody>
                  <a:tcPr marL="73152" marR="73152" marT="73152" marB="73152">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rowSpan="2">
                  <a:txBody>
                    <a:bodyPr/>
                    <a:lstStyle/>
                    <a:p>
                      <a:pPr algn="just" fontAlgn="b">
                        <a:buNone/>
                      </a:pPr>
                      <a:r>
                        <a:rPr lang="en-US" sz="950" b="0" i="0" u="none" strike="noStrike" dirty="0">
                          <a:solidFill>
                            <a:srgbClr val="000000"/>
                          </a:solidFill>
                          <a:effectLst/>
                          <a:latin typeface="Verdana" panose="020B0604030504040204" pitchFamily="34" charset="0"/>
                          <a:ea typeface="Verdana" panose="020B0604030504040204" pitchFamily="34" charset="0"/>
                        </a:rPr>
                        <a:t>MMA-2025-09 – </a:t>
                      </a:r>
                    </a:p>
                    <a:p>
                      <a:pPr algn="just" fontAlgn="b">
                        <a:buNone/>
                      </a:pPr>
                      <a:r>
                        <a:rPr lang="en-US" sz="950" b="0" i="0" u="none" strike="noStrike" dirty="0">
                          <a:solidFill>
                            <a:srgbClr val="000000"/>
                          </a:solidFill>
                          <a:effectLst/>
                          <a:latin typeface="Verdana" panose="020B0604030504040204" pitchFamily="34" charset="0"/>
                          <a:ea typeface="Verdana" panose="020B0604030504040204" pitchFamily="34" charset="0"/>
                        </a:rPr>
                        <a:t>Tier Alignment with the Model Management Standards</a:t>
                      </a:r>
                    </a:p>
                  </a:txBody>
                  <a:tcPr marL="73152" marR="73152" marT="73152" marB="73152">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marR="0" lvl="0" indent="0" algn="just" defTabSz="685817" rtl="0" eaLnBrk="1" fontAlgn="auto" latinLnBrk="0" hangingPunct="1">
                        <a:lnSpc>
                          <a:spcPct val="100000"/>
                        </a:lnSpc>
                        <a:spcBef>
                          <a:spcPts val="0"/>
                        </a:spcBef>
                        <a:spcAft>
                          <a:spcPts val="0"/>
                        </a:spcAft>
                        <a:buClrTx/>
                        <a:buSzTx/>
                        <a:buFontTx/>
                        <a:buNone/>
                        <a:tabLst/>
                        <a:defRPr/>
                      </a:pPr>
                      <a:r>
                        <a:rPr lang="en-US" sz="950" b="0" i="0" u="none" strike="noStrike" kern="1200">
                          <a:solidFill>
                            <a:srgbClr val="000000"/>
                          </a:solidFill>
                          <a:effectLst/>
                          <a:latin typeface="Verdana" panose="020B0604030504040204" pitchFamily="34" charset="0"/>
                          <a:ea typeface="Verdana" panose="020B0604030504040204" pitchFamily="34" charset="0"/>
                          <a:cs typeface="+mn-cs"/>
                        </a:rPr>
                        <a:t>3. The BPSA will add the following requirement to its operating procedure: whenever a model validation is completed and conclusion is derived in accordance with the Bank’s Model Validation Standards, the BPSA’s model validator reports back to the model owner keeping the Head of Model Validation within Risk Analytics informed (cc’d).</a:t>
                      </a:r>
                    </a:p>
                  </a:txBody>
                  <a:tcPr marL="73152" marR="73152" marT="73152" marB="73152">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rowSpan="2">
                  <a:txBody>
                    <a:bodyPr/>
                    <a:lstStyle/>
                    <a:p>
                      <a:pPr algn="ctr" fontAlgn="b"/>
                      <a:r>
                        <a:rPr lang="en-US" sz="950" b="0" i="0" u="none" strike="noStrike" err="1">
                          <a:solidFill>
                            <a:schemeClr val="tx1"/>
                          </a:solidFill>
                          <a:effectLst/>
                          <a:latin typeface="Verdana"/>
                          <a:ea typeface="Verdana"/>
                        </a:rPr>
                        <a:t>Dongjun</a:t>
                      </a:r>
                      <a:r>
                        <a:rPr lang="en-US" sz="950" b="0" i="0" u="none" strike="noStrike">
                          <a:solidFill>
                            <a:schemeClr val="tx1"/>
                          </a:solidFill>
                          <a:effectLst/>
                          <a:latin typeface="Verdana"/>
                          <a:ea typeface="Verdana"/>
                        </a:rPr>
                        <a:t> Choi;</a:t>
                      </a:r>
                    </a:p>
                    <a:p>
                      <a:pPr algn="ctr" fontAlgn="b"/>
                      <a:r>
                        <a:rPr lang="en-US" sz="950" b="0" i="0" u="none" strike="noStrike">
                          <a:solidFill>
                            <a:schemeClr val="tx1"/>
                          </a:solidFill>
                          <a:effectLst/>
                          <a:latin typeface="Verdana" panose="020B0604030504040204" pitchFamily="34" charset="0"/>
                          <a:ea typeface="Verdana" panose="020B0604030504040204" pitchFamily="34" charset="0"/>
                        </a:rPr>
                        <a:t>Himanshu Tyagi</a:t>
                      </a:r>
                    </a:p>
                    <a:p>
                      <a:pPr algn="ctr" fontAlgn="b"/>
                      <a:endParaRPr lang="en-US" sz="950" b="0" i="0" u="none" strike="noStrike">
                        <a:solidFill>
                          <a:schemeClr val="tx1"/>
                        </a:solidFill>
                        <a:effectLst/>
                        <a:latin typeface="Verdana" panose="020B0604030504040204" pitchFamily="34" charset="0"/>
                        <a:ea typeface="Verdana" panose="020B0604030504040204" pitchFamily="34" charset="0"/>
                      </a:endParaRPr>
                    </a:p>
                    <a:p>
                      <a:pPr algn="ctr" fontAlgn="b"/>
                      <a:r>
                        <a:rPr lang="en-US" sz="950" b="0" i="0" u="none" strike="noStrike">
                          <a:solidFill>
                            <a:schemeClr val="tx1"/>
                          </a:solidFill>
                          <a:effectLst/>
                          <a:latin typeface="Verdana" panose="020B0604030504040204" pitchFamily="34" charset="0"/>
                          <a:ea typeface="Verdana" panose="020B0604030504040204" pitchFamily="34" charset="0"/>
                        </a:rPr>
                        <a:t>31-Dec-25</a:t>
                      </a:r>
                    </a:p>
                  </a:txBody>
                  <a:tcPr marL="73152" marR="73152" marT="73152" marB="73152">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lvl="0" algn="just">
                        <a:lnSpc>
                          <a:spcPct val="100000"/>
                        </a:lnSpc>
                        <a:spcBef>
                          <a:spcPts val="0"/>
                        </a:spcBef>
                        <a:spcAft>
                          <a:spcPts val="0"/>
                        </a:spcAft>
                        <a:buNone/>
                      </a:pPr>
                      <a:r>
                        <a:rPr lang="en-US" sz="950" b="0" i="0" u="none" strike="noStrike" kern="1200" noProof="0" dirty="0">
                          <a:solidFill>
                            <a:srgbClr val="000000"/>
                          </a:solidFill>
                          <a:effectLst/>
                          <a:latin typeface="Verdana" panose="020B0604030504040204" pitchFamily="34" charset="0"/>
                          <a:ea typeface="Verdana" panose="020B0604030504040204" pitchFamily="34" charset="0"/>
                        </a:rPr>
                        <a:t>The due date will be extended to allow the BPSA to complete the model validation of newly developed models and evidence that Head of Model Validation is being informed.</a:t>
                      </a:r>
                      <a:endParaRPr lang="en-US" sz="950" dirty="0">
                        <a:latin typeface="Verdana" panose="020B0604030504040204" pitchFamily="34" charset="0"/>
                        <a:ea typeface="Verdana" panose="020B0604030504040204" pitchFamily="34" charset="0"/>
                      </a:endParaRPr>
                    </a:p>
                    <a:p>
                      <a:pPr lvl="0" algn="just">
                        <a:lnSpc>
                          <a:spcPct val="100000"/>
                        </a:lnSpc>
                        <a:spcBef>
                          <a:spcPts val="0"/>
                        </a:spcBef>
                        <a:spcAft>
                          <a:spcPts val="0"/>
                        </a:spcAft>
                        <a:buNone/>
                      </a:pPr>
                      <a:r>
                        <a:rPr lang="en-US" sz="950" b="1" i="0" u="none" strike="noStrike" kern="1200" noProof="0" dirty="0">
                          <a:solidFill>
                            <a:srgbClr val="000000"/>
                          </a:solidFill>
                          <a:effectLst/>
                          <a:latin typeface="Verdana" panose="020B0604030504040204" pitchFamily="34" charset="0"/>
                          <a:ea typeface="Verdana" panose="020B0604030504040204" pitchFamily="34" charset="0"/>
                        </a:rPr>
                        <a:t>New expected completion date: </a:t>
                      </a:r>
                    </a:p>
                    <a:p>
                      <a:pPr lvl="0" algn="just">
                        <a:lnSpc>
                          <a:spcPct val="100000"/>
                        </a:lnSpc>
                        <a:spcBef>
                          <a:spcPts val="0"/>
                        </a:spcBef>
                        <a:spcAft>
                          <a:spcPts val="0"/>
                        </a:spcAft>
                        <a:buNone/>
                      </a:pPr>
                      <a:r>
                        <a:rPr lang="en-US" sz="950" b="1" i="0" u="none" strike="noStrike" kern="1200" noProof="0" dirty="0">
                          <a:solidFill>
                            <a:srgbClr val="000000"/>
                          </a:solidFill>
                          <a:effectLst/>
                          <a:latin typeface="Verdana" panose="020B0604030504040204" pitchFamily="34" charset="0"/>
                          <a:ea typeface="Verdana" panose="020B0604030504040204" pitchFamily="34" charset="0"/>
                        </a:rPr>
                        <a:t>20-06-2026</a:t>
                      </a:r>
                      <a:endParaRPr lang="en-US" sz="950" b="1" dirty="0">
                        <a:latin typeface="Verdana" panose="020B0604030504040204" pitchFamily="34" charset="0"/>
                        <a:ea typeface="Verdana" panose="020B0604030504040204" pitchFamily="34" charset="0"/>
                      </a:endParaRPr>
                    </a:p>
                  </a:txBody>
                  <a:tcPr marL="73152" marR="73152" marT="73152" marB="73152">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21959892"/>
                  </a:ext>
                </a:extLst>
              </a:tr>
              <a:tr h="1159764">
                <a:tc>
                  <a:txBody>
                    <a:bodyPr/>
                    <a:lstStyle/>
                    <a:p>
                      <a:pPr marL="0" indent="0" algn="ctr" defTabSz="914400" rtl="0" eaLnBrk="1" fontAlgn="ctr" latinLnBrk="0" hangingPunct="1">
                        <a:buFont typeface="+mj-lt"/>
                        <a:buNone/>
                      </a:pPr>
                      <a:r>
                        <a:rPr lang="en-US" sz="950" b="0" i="0" u="none" strike="noStrike" kern="1200">
                          <a:solidFill>
                            <a:srgbClr val="000000"/>
                          </a:solidFill>
                          <a:effectLst/>
                          <a:latin typeface="Verdana" panose="020B0604030504040204" pitchFamily="34" charset="0"/>
                          <a:ea typeface="Verdana" panose="020B0604030504040204" pitchFamily="34" charset="0"/>
                          <a:cs typeface="Verdana" panose="020B0604030504040204" pitchFamily="34" charset="0"/>
                        </a:rPr>
                        <a:t>5</a:t>
                      </a:r>
                    </a:p>
                  </a:txBody>
                  <a:tcPr marL="72000" marR="73152" marT="73152" marB="73152">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vMerge="1">
                  <a:txBody>
                    <a:bodyPr/>
                    <a:lstStyle/>
                    <a:p>
                      <a:pPr algn="just" fontAlgn="b">
                        <a:buNone/>
                      </a:pPr>
                      <a:endParaRPr lang="en-US" sz="950" b="0" i="0" u="none" strike="noStrike">
                        <a:solidFill>
                          <a:srgbClr val="000000"/>
                        </a:solidFill>
                        <a:effectLst/>
                        <a:latin typeface="Verdana" panose="020B0604030504040204" pitchFamily="34" charset="0"/>
                        <a:ea typeface="Verdana" panose="020B0604030504040204" pitchFamily="34" charset="0"/>
                      </a:endParaRPr>
                    </a:p>
                  </a:txBody>
                  <a:tcPr marL="73152" marR="9525" marT="952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vMerge="1">
                  <a:txBody>
                    <a:bodyPr/>
                    <a:lstStyle/>
                    <a:p>
                      <a:pPr algn="just" fontAlgn="b">
                        <a:buNone/>
                      </a:pPr>
                      <a:endParaRPr lang="en-US" sz="950" b="0" i="0" u="none" strike="noStrike">
                        <a:solidFill>
                          <a:srgbClr val="000000"/>
                        </a:solidFill>
                        <a:effectLst/>
                        <a:latin typeface="Verdana" panose="020B0604030504040204" pitchFamily="34" charset="0"/>
                        <a:ea typeface="Verdana" panose="020B0604030504040204" pitchFamily="34" charset="0"/>
                      </a:endParaRPr>
                    </a:p>
                  </a:txBody>
                  <a:tcPr marL="73152" marR="73152" marT="73152" marB="73152">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just" fontAlgn="b">
                        <a:buNone/>
                      </a:pPr>
                      <a:r>
                        <a:rPr lang="en-US" sz="950" b="0" i="0" u="none" strike="noStrike">
                          <a:solidFill>
                            <a:srgbClr val="000000"/>
                          </a:solidFill>
                          <a:effectLst/>
                          <a:latin typeface="Verdana" panose="020B0604030504040204" pitchFamily="34" charset="0"/>
                          <a:ea typeface="Verdana" panose="020B0604030504040204" pitchFamily="34" charset="0"/>
                        </a:rPr>
                        <a:t>4. Based on actual materiality criteria and advice from Risk Analytics, we will include the standardized set of criteria in the model development documentation to (re-)confirm that new models appropriately fall into relevant model tier.</a:t>
                      </a:r>
                    </a:p>
                  </a:txBody>
                  <a:tcPr marL="73152" marR="73152" marT="73152" marB="73152">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vMerge="1">
                  <a:txBody>
                    <a:bodyPr/>
                    <a:lstStyle/>
                    <a:p>
                      <a:pPr algn="just" fontAlgn="b"/>
                      <a:endParaRPr lang="en-US" sz="950" b="0" i="0" u="none" strike="noStrike">
                        <a:solidFill>
                          <a:srgbClr val="0070C0"/>
                        </a:solidFill>
                        <a:effectLst/>
                        <a:latin typeface="Verdana" panose="020B0604030504040204" pitchFamily="34" charset="0"/>
                        <a:ea typeface="Verdana" panose="020B0604030504040204" pitchFamily="34" charset="0"/>
                      </a:endParaRPr>
                    </a:p>
                  </a:txBody>
                  <a:tcPr marL="73152" marR="73152" marT="73152" marB="73152">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lvl="0" algn="just">
                        <a:lnSpc>
                          <a:spcPct val="100000"/>
                        </a:lnSpc>
                        <a:spcBef>
                          <a:spcPts val="0"/>
                        </a:spcBef>
                        <a:spcAft>
                          <a:spcPts val="0"/>
                        </a:spcAft>
                        <a:buNone/>
                      </a:pPr>
                      <a:r>
                        <a:rPr lang="en-US" sz="950" b="0" i="0" u="none" strike="noStrike" kern="1200" noProof="0" dirty="0">
                          <a:solidFill>
                            <a:srgbClr val="000000"/>
                          </a:solidFill>
                          <a:effectLst/>
                          <a:latin typeface="Verdana" panose="020B0604030504040204" pitchFamily="34" charset="0"/>
                          <a:ea typeface="Verdana" panose="020B0604030504040204" pitchFamily="34" charset="0"/>
                          <a:cs typeface="+mn-cs"/>
                        </a:rPr>
                        <a:t>The due date will be extended to allow the BPSA to align the model development documentation of new models with the revised materiality criteria and advice from Risk Analytics.</a:t>
                      </a:r>
                    </a:p>
                    <a:p>
                      <a:pPr lvl="0" algn="just">
                        <a:lnSpc>
                          <a:spcPct val="100000"/>
                        </a:lnSpc>
                        <a:spcBef>
                          <a:spcPts val="0"/>
                        </a:spcBef>
                        <a:spcAft>
                          <a:spcPts val="0"/>
                        </a:spcAft>
                        <a:buNone/>
                      </a:pPr>
                      <a:r>
                        <a:rPr lang="en-US" sz="950" b="1" i="0" u="none" strike="noStrike" kern="1200" noProof="0" dirty="0">
                          <a:solidFill>
                            <a:srgbClr val="000000"/>
                          </a:solidFill>
                          <a:effectLst/>
                          <a:latin typeface="Verdana" panose="020B0604030504040204" pitchFamily="34" charset="0"/>
                          <a:ea typeface="Verdana" panose="020B0604030504040204" pitchFamily="34" charset="0"/>
                          <a:cs typeface="Calibri"/>
                        </a:rPr>
                        <a:t>New expected completion date: </a:t>
                      </a:r>
                      <a:endParaRPr lang="en-US" sz="950" b="0" i="0" u="none" strike="noStrike" kern="1200" noProof="0" dirty="0">
                        <a:solidFill>
                          <a:srgbClr val="2D2926"/>
                        </a:solidFill>
                        <a:effectLst/>
                        <a:latin typeface="Verdana" panose="020B0604030504040204" pitchFamily="34" charset="0"/>
                        <a:ea typeface="Verdana" panose="020B0604030504040204" pitchFamily="34" charset="0"/>
                        <a:cs typeface="Calibri"/>
                      </a:endParaRPr>
                    </a:p>
                    <a:p>
                      <a:pPr lvl="0" algn="just">
                        <a:lnSpc>
                          <a:spcPct val="100000"/>
                        </a:lnSpc>
                        <a:spcBef>
                          <a:spcPts val="0"/>
                        </a:spcBef>
                        <a:spcAft>
                          <a:spcPts val="0"/>
                        </a:spcAft>
                        <a:buNone/>
                      </a:pPr>
                      <a:r>
                        <a:rPr lang="en-US" sz="950" b="1" i="0" u="none" strike="noStrike" kern="1200" noProof="0" dirty="0">
                          <a:solidFill>
                            <a:srgbClr val="000000"/>
                          </a:solidFill>
                          <a:effectLst/>
                          <a:latin typeface="Verdana" panose="020B0604030504040204" pitchFamily="34" charset="0"/>
                          <a:ea typeface="Verdana" panose="020B0604030504040204" pitchFamily="34" charset="0"/>
                          <a:cs typeface="Calibri"/>
                        </a:rPr>
                        <a:t>20-06-2026</a:t>
                      </a:r>
                      <a:endParaRPr lang="en-US" sz="950" dirty="0">
                        <a:latin typeface="Verdana" panose="020B0604030504040204" pitchFamily="34" charset="0"/>
                        <a:ea typeface="Verdana" panose="020B0604030504040204" pitchFamily="34" charset="0"/>
                      </a:endParaRPr>
                    </a:p>
                  </a:txBody>
                  <a:tcPr marL="73152" marR="73152" marT="73152" marB="73152">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10143125"/>
                  </a:ext>
                </a:extLst>
              </a:tr>
            </a:tbl>
          </a:graphicData>
        </a:graphic>
      </p:graphicFrame>
      <p:sp>
        <p:nvSpPr>
          <p:cNvPr id="8" name="Title 1">
            <a:extLst>
              <a:ext uri="{FF2B5EF4-FFF2-40B4-BE49-F238E27FC236}">
                <a16:creationId xmlns:a16="http://schemas.microsoft.com/office/drawing/2014/main" id="{933E90FE-8957-058E-4FBB-460C07198673}"/>
              </a:ext>
            </a:extLst>
          </p:cNvPr>
          <p:cNvSpPr txBox="1">
            <a:spLocks/>
          </p:cNvSpPr>
          <p:nvPr/>
        </p:nvSpPr>
        <p:spPr>
          <a:xfrm>
            <a:off x="0" y="9006"/>
            <a:ext cx="12192000" cy="645751"/>
          </a:xfrm>
          <a:prstGeom prst="rect">
            <a:avLst/>
          </a:prstGeom>
        </p:spPr>
        <p:txBody>
          <a:bodyPr anchor="ctr"/>
          <a:lstStyle>
            <a:lvl1pPr algn="l" rtl="0" eaLnBrk="1" fontAlgn="base" hangingPunct="1">
              <a:spcBef>
                <a:spcPct val="0"/>
              </a:spcBef>
              <a:spcAft>
                <a:spcPct val="0"/>
              </a:spcAft>
              <a:defRPr sz="1200" b="0">
                <a:solidFill>
                  <a:schemeClr val="bg1"/>
                </a:solidFill>
                <a:latin typeface="+mj-lt"/>
                <a:ea typeface="+mj-ea"/>
                <a:cs typeface="+mj-cs"/>
              </a:defRPr>
            </a:lvl1pPr>
            <a:lvl2pPr algn="ctr" rtl="0" eaLnBrk="1" fontAlgn="base" hangingPunct="1">
              <a:spcBef>
                <a:spcPct val="0"/>
              </a:spcBef>
              <a:spcAft>
                <a:spcPct val="0"/>
              </a:spcAft>
              <a:defRPr sz="2400" b="1">
                <a:solidFill>
                  <a:schemeClr val="bg1"/>
                </a:solidFill>
                <a:latin typeface="Verdana" pitchFamily="34" charset="0"/>
                <a:cs typeface="Times New Roman" pitchFamily="18" charset="0"/>
              </a:defRPr>
            </a:lvl2pPr>
            <a:lvl3pPr algn="ctr" rtl="0" eaLnBrk="1" fontAlgn="base" hangingPunct="1">
              <a:spcBef>
                <a:spcPct val="0"/>
              </a:spcBef>
              <a:spcAft>
                <a:spcPct val="0"/>
              </a:spcAft>
              <a:defRPr sz="2400" b="1">
                <a:solidFill>
                  <a:schemeClr val="bg1"/>
                </a:solidFill>
                <a:latin typeface="Verdana" pitchFamily="34" charset="0"/>
                <a:cs typeface="Times New Roman" pitchFamily="18" charset="0"/>
              </a:defRPr>
            </a:lvl3pPr>
            <a:lvl4pPr algn="ctr" rtl="0" eaLnBrk="1" fontAlgn="base" hangingPunct="1">
              <a:spcBef>
                <a:spcPct val="0"/>
              </a:spcBef>
              <a:spcAft>
                <a:spcPct val="0"/>
              </a:spcAft>
              <a:defRPr sz="2400" b="1">
                <a:solidFill>
                  <a:schemeClr val="bg1"/>
                </a:solidFill>
                <a:latin typeface="Verdana" pitchFamily="34" charset="0"/>
                <a:cs typeface="Times New Roman" pitchFamily="18" charset="0"/>
              </a:defRPr>
            </a:lvl4pPr>
            <a:lvl5pPr algn="ctr" rtl="0" eaLnBrk="1" fontAlgn="base" hangingPunct="1">
              <a:spcBef>
                <a:spcPct val="0"/>
              </a:spcBef>
              <a:spcAft>
                <a:spcPct val="0"/>
              </a:spcAft>
              <a:defRPr sz="2400" b="1">
                <a:solidFill>
                  <a:schemeClr val="bg1"/>
                </a:solidFill>
                <a:latin typeface="Verdana" pitchFamily="34" charset="0"/>
                <a:cs typeface="Times New Roman" pitchFamily="18" charset="0"/>
              </a:defRPr>
            </a:lvl5pPr>
            <a:lvl6pPr marL="342900" algn="ctr" rtl="0" eaLnBrk="1" fontAlgn="base" hangingPunct="1">
              <a:spcBef>
                <a:spcPct val="0"/>
              </a:spcBef>
              <a:spcAft>
                <a:spcPct val="0"/>
              </a:spcAft>
              <a:defRPr sz="2400" b="1">
                <a:solidFill>
                  <a:schemeClr val="bg1"/>
                </a:solidFill>
                <a:latin typeface="Verdana" pitchFamily="34" charset="0"/>
                <a:cs typeface="Times New Roman" pitchFamily="18" charset="0"/>
              </a:defRPr>
            </a:lvl6pPr>
            <a:lvl7pPr marL="685800" algn="ctr" rtl="0" eaLnBrk="1" fontAlgn="base" hangingPunct="1">
              <a:spcBef>
                <a:spcPct val="0"/>
              </a:spcBef>
              <a:spcAft>
                <a:spcPct val="0"/>
              </a:spcAft>
              <a:defRPr sz="2400" b="1">
                <a:solidFill>
                  <a:schemeClr val="bg1"/>
                </a:solidFill>
                <a:latin typeface="Verdana" pitchFamily="34" charset="0"/>
                <a:cs typeface="Times New Roman" pitchFamily="18" charset="0"/>
              </a:defRPr>
            </a:lvl7pPr>
            <a:lvl8pPr marL="1028700" algn="ctr" rtl="0" eaLnBrk="1" fontAlgn="base" hangingPunct="1">
              <a:spcBef>
                <a:spcPct val="0"/>
              </a:spcBef>
              <a:spcAft>
                <a:spcPct val="0"/>
              </a:spcAft>
              <a:defRPr sz="2400" b="1">
                <a:solidFill>
                  <a:schemeClr val="bg1"/>
                </a:solidFill>
                <a:latin typeface="Verdana" pitchFamily="34" charset="0"/>
                <a:cs typeface="Times New Roman" pitchFamily="18" charset="0"/>
              </a:defRPr>
            </a:lvl8pPr>
            <a:lvl9pPr marL="1371600" algn="ctr" rtl="0" eaLnBrk="1" fontAlgn="base" hangingPunct="1">
              <a:spcBef>
                <a:spcPct val="0"/>
              </a:spcBef>
              <a:spcAft>
                <a:spcPct val="0"/>
              </a:spcAft>
              <a:defRPr sz="2400" b="1">
                <a:solidFill>
                  <a:schemeClr val="bg1"/>
                </a:solidFill>
                <a:latin typeface="Verdana" pitchFamily="34" charset="0"/>
                <a:cs typeface="Times New Roman" pitchFamily="18" charset="0"/>
              </a:defRPr>
            </a:lvl9pPr>
          </a:lstStyle>
          <a:p>
            <a:r>
              <a:rPr lang="en-US" sz="2000" b="1" kern="0">
                <a:latin typeface="Verdana" panose="020B0604030504040204" pitchFamily="34" charset="0"/>
                <a:ea typeface="Verdana" panose="020B0604030504040204" pitchFamily="34" charset="0"/>
              </a:rPr>
              <a:t>    </a:t>
            </a:r>
            <a:r>
              <a:rPr lang="en-US" sz="2000" kern="0">
                <a:latin typeface="Verdana" panose="020B0604030504040204" pitchFamily="34" charset="0"/>
                <a:ea typeface="Verdana" panose="020B0604030504040204" pitchFamily="34" charset="0"/>
              </a:rPr>
              <a:t>Management Actions Overdue &gt; 90 days -  </a:t>
            </a:r>
            <a:r>
              <a:rPr lang="en-US" sz="2000" b="1" kern="0">
                <a:latin typeface="Verdana" panose="020B0604030504040204" pitchFamily="34" charset="0"/>
                <a:ea typeface="Verdana" panose="020B0604030504040204" pitchFamily="34" charset="0"/>
              </a:rPr>
              <a:t>MEDIUM</a:t>
            </a:r>
            <a:r>
              <a:rPr lang="en-US" sz="2000" kern="0">
                <a:latin typeface="Verdana" panose="020B0604030504040204" pitchFamily="34" charset="0"/>
                <a:ea typeface="Verdana" panose="020B0604030504040204" pitchFamily="34" charset="0"/>
              </a:rPr>
              <a:t> Risk (RAKBANK)</a:t>
            </a:r>
            <a:endParaRPr lang="en-GB" sz="2000" kern="0">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12311045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936561-CA65-8E57-84F2-096949581445}"/>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987E357-F556-6468-5AA8-6FECDD81BC2B}"/>
              </a:ext>
            </a:extLst>
          </p:cNvPr>
          <p:cNvSpPr>
            <a:spLocks noGrp="1"/>
          </p:cNvSpPr>
          <p:nvPr>
            <p:ph type="sldNum" sz="quarter" idx="4"/>
          </p:nvPr>
        </p:nvSpPr>
        <p:spPr>
          <a:xfrm>
            <a:off x="11582400" y="6626274"/>
            <a:ext cx="914400" cy="233749"/>
          </a:xfrm>
        </p:spPr>
        <p:txBody>
          <a:bodyPr/>
          <a:lstStyle/>
          <a:p>
            <a:pPr>
              <a:defRPr/>
            </a:pPr>
            <a:fld id="{6516E9BE-843C-4425-80E4-36155279AD5E}" type="slidenum">
              <a:rPr lang="en-GB" noProof="0" smtClean="0"/>
              <a:pPr>
                <a:defRPr/>
              </a:pPr>
              <a:t>15</a:t>
            </a:fld>
            <a:endParaRPr lang="en-GB" noProof="0"/>
          </a:p>
        </p:txBody>
      </p:sp>
      <p:graphicFrame>
        <p:nvGraphicFramePr>
          <p:cNvPr id="7" name="Table 6">
            <a:extLst>
              <a:ext uri="{FF2B5EF4-FFF2-40B4-BE49-F238E27FC236}">
                <a16:creationId xmlns:a16="http://schemas.microsoft.com/office/drawing/2014/main" id="{C2721351-96A0-F6DE-B84C-67EEE44213AE}"/>
              </a:ext>
            </a:extLst>
          </p:cNvPr>
          <p:cNvGraphicFramePr>
            <a:graphicFrameLocks noGrp="1"/>
          </p:cNvGraphicFramePr>
          <p:nvPr>
            <p:extLst>
              <p:ext uri="{D42A27DB-BD31-4B8C-83A1-F6EECF244321}">
                <p14:modId xmlns:p14="http://schemas.microsoft.com/office/powerpoint/2010/main" val="1567625255"/>
              </p:ext>
            </p:extLst>
          </p:nvPr>
        </p:nvGraphicFramePr>
        <p:xfrm>
          <a:off x="301658" y="658365"/>
          <a:ext cx="11437711" cy="1885188"/>
        </p:xfrm>
        <a:graphic>
          <a:graphicData uri="http://schemas.openxmlformats.org/drawingml/2006/table">
            <a:tbl>
              <a:tblPr/>
              <a:tblGrid>
                <a:gridCol w="473042">
                  <a:extLst>
                    <a:ext uri="{9D8B030D-6E8A-4147-A177-3AD203B41FA5}">
                      <a16:colId xmlns:a16="http://schemas.microsoft.com/office/drawing/2014/main" val="20000"/>
                    </a:ext>
                  </a:extLst>
                </a:gridCol>
                <a:gridCol w="1516013">
                  <a:extLst>
                    <a:ext uri="{9D8B030D-6E8A-4147-A177-3AD203B41FA5}">
                      <a16:colId xmlns:a16="http://schemas.microsoft.com/office/drawing/2014/main" val="20001"/>
                    </a:ext>
                  </a:extLst>
                </a:gridCol>
                <a:gridCol w="1875934">
                  <a:extLst>
                    <a:ext uri="{9D8B030D-6E8A-4147-A177-3AD203B41FA5}">
                      <a16:colId xmlns:a16="http://schemas.microsoft.com/office/drawing/2014/main" val="20002"/>
                    </a:ext>
                  </a:extLst>
                </a:gridCol>
                <a:gridCol w="3572759">
                  <a:extLst>
                    <a:ext uri="{9D8B030D-6E8A-4147-A177-3AD203B41FA5}">
                      <a16:colId xmlns:a16="http://schemas.microsoft.com/office/drawing/2014/main" val="20003"/>
                    </a:ext>
                  </a:extLst>
                </a:gridCol>
                <a:gridCol w="1395167">
                  <a:extLst>
                    <a:ext uri="{9D8B030D-6E8A-4147-A177-3AD203B41FA5}">
                      <a16:colId xmlns:a16="http://schemas.microsoft.com/office/drawing/2014/main" val="20004"/>
                    </a:ext>
                  </a:extLst>
                </a:gridCol>
                <a:gridCol w="2604796">
                  <a:extLst>
                    <a:ext uri="{9D8B030D-6E8A-4147-A177-3AD203B41FA5}">
                      <a16:colId xmlns:a16="http://schemas.microsoft.com/office/drawing/2014/main" val="20005"/>
                    </a:ext>
                  </a:extLst>
                </a:gridCol>
              </a:tblGrid>
              <a:tr h="426195">
                <a:tc>
                  <a:txBody>
                    <a:bodyPr/>
                    <a:lstStyle/>
                    <a:p>
                      <a:pPr marL="91440" indent="0" algn="ctr" fontAlgn="ctr"/>
                      <a:r>
                        <a:rPr lang="en-US" sz="950" b="1" i="0" u="none" strike="noStrike">
                          <a:solidFill>
                            <a:srgbClr val="FFFFFF"/>
                          </a:solidFill>
                          <a:effectLst/>
                          <a:latin typeface="Verdana" panose="020B0604030504040204" pitchFamily="34" charset="0"/>
                          <a:ea typeface="Verdana" panose="020B0604030504040204" pitchFamily="34" charset="0"/>
                          <a:cs typeface="Verdana" panose="020B0604030504040204" pitchFamily="34" charset="0"/>
                        </a:rPr>
                        <a:t>S#</a:t>
                      </a:r>
                    </a:p>
                  </a:txBody>
                  <a:tcPr marL="5052" marR="73152" marT="73152" marB="73152">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65000"/>
                      </a:schemeClr>
                    </a:solidFill>
                  </a:tcPr>
                </a:tc>
                <a:tc>
                  <a:txBody>
                    <a:bodyPr/>
                    <a:lstStyle/>
                    <a:p>
                      <a:pPr marL="90170" indent="0" algn="ctr" fontAlgn="ctr"/>
                      <a:r>
                        <a:rPr lang="en-US" sz="950" b="1" i="0" u="none" strike="noStrike">
                          <a:solidFill>
                            <a:srgbClr val="FFFFFF"/>
                          </a:solidFill>
                          <a:effectLst/>
                          <a:latin typeface="Verdana" panose="020B0604030504040204" pitchFamily="34" charset="0"/>
                          <a:ea typeface="Verdana" panose="020B0604030504040204" pitchFamily="34" charset="0"/>
                          <a:cs typeface="Verdana" panose="020B0604030504040204" pitchFamily="34" charset="0"/>
                        </a:rPr>
                        <a:t>Audit Name</a:t>
                      </a:r>
                    </a:p>
                  </a:txBody>
                  <a:tcPr marL="5052" marR="73152" marT="73152" marB="73152"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65000"/>
                      </a:schemeClr>
                    </a:solidFill>
                  </a:tcPr>
                </a:tc>
                <a:tc>
                  <a:txBody>
                    <a:bodyPr/>
                    <a:lstStyle/>
                    <a:p>
                      <a:pPr marL="91440" indent="58420" algn="ctr" fontAlgn="ctr"/>
                      <a:r>
                        <a:rPr lang="en-US" sz="950" b="1" i="0" u="none" strike="noStrike">
                          <a:solidFill>
                            <a:srgbClr val="FFFFFF"/>
                          </a:solidFill>
                          <a:effectLst/>
                          <a:latin typeface="Verdana" panose="020B0604030504040204" pitchFamily="34" charset="0"/>
                          <a:ea typeface="Verdana" panose="020B0604030504040204" pitchFamily="34" charset="0"/>
                          <a:cs typeface="Verdana" panose="020B0604030504040204" pitchFamily="34" charset="0"/>
                        </a:rPr>
                        <a:t>Issue</a:t>
                      </a:r>
                    </a:p>
                  </a:txBody>
                  <a:tcPr marL="5052" marR="73152" marT="73152" marB="73152">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65000"/>
                      </a:schemeClr>
                    </a:solidFill>
                  </a:tcPr>
                </a:tc>
                <a:tc>
                  <a:txBody>
                    <a:bodyPr/>
                    <a:lstStyle/>
                    <a:p>
                      <a:pPr marL="91440" lvl="0" indent="58420" algn="ctr" rtl="0" fontAlgn="ctr"/>
                      <a:r>
                        <a:rPr lang="en-US" sz="950" b="1" i="0" u="none" strike="noStrike">
                          <a:solidFill>
                            <a:srgbClr val="FFFFFF"/>
                          </a:solidFill>
                          <a:effectLst/>
                          <a:latin typeface="Verdana" panose="020B0604030504040204" pitchFamily="34" charset="0"/>
                          <a:ea typeface="Verdana" panose="020B0604030504040204" pitchFamily="34" charset="0"/>
                          <a:cs typeface="Verdana" panose="020B0604030504040204" pitchFamily="34" charset="0"/>
                        </a:rPr>
                        <a:t>Management</a:t>
                      </a:r>
                      <a:r>
                        <a:rPr lang="en-US" sz="950" b="1" i="0" u="none" strike="noStrike" baseline="0">
                          <a:solidFill>
                            <a:srgbClr val="FFFFFF"/>
                          </a:solidFill>
                          <a:effectLst/>
                          <a:latin typeface="Verdana" panose="020B0604030504040204" pitchFamily="34" charset="0"/>
                          <a:ea typeface="Verdana" panose="020B0604030504040204" pitchFamily="34" charset="0"/>
                          <a:cs typeface="Verdana" panose="020B0604030504040204" pitchFamily="34" charset="0"/>
                        </a:rPr>
                        <a:t> Action Summary</a:t>
                      </a:r>
                      <a:endParaRPr lang="en-US" sz="950" b="1" i="0" u="none" strike="noStrike" baseline="30000">
                        <a:solidFill>
                          <a:srgbClr val="FFFFFF"/>
                        </a:solidFill>
                        <a:effectLst/>
                        <a:latin typeface="Verdana" panose="020B0604030504040204" pitchFamily="34" charset="0"/>
                        <a:ea typeface="Verdana" panose="020B0604030504040204" pitchFamily="34" charset="0"/>
                        <a:cs typeface="Verdana" panose="020B0604030504040204" pitchFamily="34" charset="0"/>
                      </a:endParaRPr>
                    </a:p>
                  </a:txBody>
                  <a:tcPr marL="0" marR="73152" marT="73152" marB="73152">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65000"/>
                      </a:schemeClr>
                    </a:solidFill>
                  </a:tcPr>
                </a:tc>
                <a:tc>
                  <a:txBody>
                    <a:bodyPr/>
                    <a:lstStyle/>
                    <a:p>
                      <a:pPr marL="91440" algn="ctr" fontAlgn="ctr"/>
                      <a:r>
                        <a:rPr lang="en-US" sz="950" b="1" i="0" u="none" strike="noStrike">
                          <a:solidFill>
                            <a:srgbClr val="FFFFFF"/>
                          </a:solidFill>
                          <a:effectLst/>
                          <a:latin typeface="Verdana" panose="020B0604030504040204" pitchFamily="34" charset="0"/>
                          <a:ea typeface="Verdana" panose="020B0604030504040204" pitchFamily="34" charset="0"/>
                          <a:cs typeface="Verdana" panose="020B0604030504040204" pitchFamily="34" charset="0"/>
                        </a:rPr>
                        <a:t>Owner &amp; </a:t>
                      </a:r>
                    </a:p>
                    <a:p>
                      <a:pPr marL="91440" algn="ctr" fontAlgn="ctr"/>
                      <a:r>
                        <a:rPr lang="en-US" sz="950" b="1" i="0" u="none" strike="noStrike">
                          <a:solidFill>
                            <a:srgbClr val="FFFFFF"/>
                          </a:solidFill>
                          <a:effectLst/>
                          <a:latin typeface="Verdana" panose="020B0604030504040204" pitchFamily="34" charset="0"/>
                          <a:ea typeface="Verdana" panose="020B0604030504040204" pitchFamily="34" charset="0"/>
                          <a:cs typeface="Verdana" panose="020B0604030504040204" pitchFamily="34" charset="0"/>
                        </a:rPr>
                        <a:t>Last</a:t>
                      </a:r>
                      <a:r>
                        <a:rPr lang="en-US" sz="950" b="1" i="0" u="none" strike="noStrike" baseline="0">
                          <a:solidFill>
                            <a:srgbClr val="FFFFFF"/>
                          </a:solidFill>
                          <a:effectLst/>
                          <a:latin typeface="Verdana" panose="020B0604030504040204" pitchFamily="34" charset="0"/>
                          <a:ea typeface="Verdana" panose="020B0604030504040204" pitchFamily="34" charset="0"/>
                          <a:cs typeface="Verdana" panose="020B0604030504040204" pitchFamily="34" charset="0"/>
                        </a:rPr>
                        <a:t> Agreed Date</a:t>
                      </a:r>
                      <a:endParaRPr lang="en-US" sz="950" b="1" i="0" u="none" strike="noStrike">
                        <a:solidFill>
                          <a:srgbClr val="FFFFFF"/>
                        </a:solidFill>
                        <a:effectLst/>
                        <a:latin typeface="Verdana" panose="020B0604030504040204" pitchFamily="34" charset="0"/>
                        <a:ea typeface="Verdana" panose="020B0604030504040204" pitchFamily="34" charset="0"/>
                        <a:cs typeface="Verdana" panose="020B0604030504040204" pitchFamily="34" charset="0"/>
                      </a:endParaRPr>
                    </a:p>
                  </a:txBody>
                  <a:tcPr marL="5052" marR="73152" marT="73152" marB="73152">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65000"/>
                      </a:schemeClr>
                    </a:solidFill>
                  </a:tcPr>
                </a:tc>
                <a:tc>
                  <a:txBody>
                    <a:bodyPr/>
                    <a:lstStyle/>
                    <a:p>
                      <a:pPr marL="91440" algn="ctr" defTabSz="685817" rtl="0" eaLnBrk="1" fontAlgn="ctr" latinLnBrk="0" hangingPunct="1"/>
                      <a:r>
                        <a:rPr lang="en-US" sz="950" b="1" i="0" u="none" strike="noStrike" kern="1200">
                          <a:solidFill>
                            <a:srgbClr val="FFFFFF"/>
                          </a:solidFill>
                          <a:effectLst/>
                          <a:latin typeface="Verdana" panose="020B0604030504040204" pitchFamily="34" charset="0"/>
                          <a:ea typeface="Verdana" panose="020B0604030504040204" pitchFamily="34" charset="0"/>
                          <a:cs typeface="+mn-cs"/>
                        </a:rPr>
                        <a:t>Latest Update</a:t>
                      </a:r>
                    </a:p>
                  </a:txBody>
                  <a:tcPr marL="5052" marR="73152" marT="73152" marB="73152">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65000"/>
                      </a:schemeClr>
                    </a:solidFill>
                  </a:tcPr>
                </a:tc>
                <a:extLst>
                  <a:ext uri="{0D108BD9-81ED-4DB2-BD59-A6C34878D82A}">
                    <a16:rowId xmlns:a16="http://schemas.microsoft.com/office/drawing/2014/main" val="10000"/>
                  </a:ext>
                </a:extLst>
              </a:tr>
              <a:tr h="229860">
                <a:tc>
                  <a:txBody>
                    <a:bodyPr/>
                    <a:lstStyle/>
                    <a:p>
                      <a:pPr marL="0" indent="0" algn="ctr" defTabSz="914400" rtl="0" eaLnBrk="1" fontAlgn="ctr" latinLnBrk="0" hangingPunct="1">
                        <a:buFont typeface="+mj-lt"/>
                        <a:buNone/>
                      </a:pPr>
                      <a:r>
                        <a:rPr lang="en-US" sz="950" b="0" i="0" u="none" strike="noStrike" kern="1200">
                          <a:solidFill>
                            <a:srgbClr val="000000"/>
                          </a:solidFill>
                          <a:effectLst/>
                          <a:latin typeface="Verdana" panose="020B0604030504040204" pitchFamily="34" charset="0"/>
                          <a:ea typeface="Verdana" panose="020B0604030504040204" pitchFamily="34" charset="0"/>
                          <a:cs typeface="Verdana" panose="020B0604030504040204" pitchFamily="34" charset="0"/>
                        </a:rPr>
                        <a:t>6</a:t>
                      </a:r>
                    </a:p>
                  </a:txBody>
                  <a:tcPr marL="73152" marR="73152" marT="73152" marB="73152">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just" fontAlgn="b">
                        <a:buNone/>
                      </a:pPr>
                      <a:r>
                        <a:rPr lang="en-US" sz="950" b="0" i="0" u="none" strike="noStrike">
                          <a:solidFill>
                            <a:srgbClr val="000000"/>
                          </a:solidFill>
                          <a:effectLst/>
                          <a:latin typeface="Verdana" panose="020B0604030504040204" pitchFamily="34" charset="0"/>
                          <a:ea typeface="Verdana" panose="020B0604030504040204" pitchFamily="34" charset="0"/>
                        </a:rPr>
                        <a:t>Mortgage Loans- 2023</a:t>
                      </a:r>
                    </a:p>
                  </a:txBody>
                  <a:tcPr marL="73152" marR="73152" marT="73152" marB="73152">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just" fontAlgn="b">
                        <a:buNone/>
                      </a:pPr>
                      <a:r>
                        <a:rPr lang="en-US" sz="950" b="0" i="0" u="none" strike="noStrike">
                          <a:solidFill>
                            <a:srgbClr val="000000"/>
                          </a:solidFill>
                          <a:effectLst/>
                          <a:latin typeface="Verdana" panose="020B0604030504040204" pitchFamily="34" charset="0"/>
                          <a:ea typeface="Verdana" panose="020B0604030504040204" pitchFamily="34" charset="0"/>
                        </a:rPr>
                        <a:t>Implementation gaps related to Customer Protection Regulation</a:t>
                      </a:r>
                    </a:p>
                  </a:txBody>
                  <a:tcPr marL="73152" marR="73152" marT="73152" marB="73152">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just" fontAlgn="b">
                        <a:buNone/>
                      </a:pPr>
                      <a:r>
                        <a:rPr lang="en-US" sz="950" b="0" i="0" u="none" strike="noStrike">
                          <a:solidFill>
                            <a:srgbClr val="000000"/>
                          </a:solidFill>
                          <a:effectLst/>
                          <a:latin typeface="Verdana" panose="020B0604030504040204" pitchFamily="34" charset="0"/>
                          <a:ea typeface="Verdana" panose="020B0604030504040204" pitchFamily="34" charset="0"/>
                        </a:rPr>
                        <a:t>This was raised as RAF and we confirmed that once this is automated, we will have the acknowledgement built as part of the cooling period email. Since this will be system generated it will not have the requirement of a signature. The RAF has been extended to June 2024 and the system changes to obtain customer ack to assessment &amp; suitability report will be in place by then. We will also review with compliance to add as part of the changes staff signature. </a:t>
                      </a:r>
                    </a:p>
                  </a:txBody>
                  <a:tcPr marL="73152" marR="73152" marT="73152" marB="73152">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r>
                        <a:rPr lang="en-US" sz="950" b="0" i="0" u="none" strike="noStrike" kern="1200">
                          <a:solidFill>
                            <a:srgbClr val="000000"/>
                          </a:solidFill>
                          <a:effectLst/>
                          <a:latin typeface="Verdana" panose="020B0604030504040204" pitchFamily="34" charset="0"/>
                          <a:ea typeface="Verdana" panose="020B0604030504040204" pitchFamily="34" charset="0"/>
                          <a:cs typeface="+mn-cs"/>
                        </a:rPr>
                        <a:t>Dongjun Choi;</a:t>
                      </a:r>
                    </a:p>
                    <a:p>
                      <a:pPr algn="ctr" fontAlgn="b"/>
                      <a:r>
                        <a:rPr lang="en-US" sz="950" b="0" i="0" u="none" strike="noStrike" kern="1200">
                          <a:solidFill>
                            <a:srgbClr val="000000"/>
                          </a:solidFill>
                          <a:effectLst/>
                          <a:latin typeface="Verdana" panose="020B0604030504040204" pitchFamily="34" charset="0"/>
                          <a:ea typeface="Verdana" panose="020B0604030504040204" pitchFamily="34" charset="0"/>
                          <a:cs typeface="+mn-cs"/>
                        </a:rPr>
                        <a:t>Naya Kiochou</a:t>
                      </a:r>
                    </a:p>
                    <a:p>
                      <a:pPr algn="just" fontAlgn="b"/>
                      <a:endParaRPr lang="en-US" sz="950" b="0" i="0" u="none" strike="noStrike" kern="1200">
                        <a:solidFill>
                          <a:srgbClr val="000000"/>
                        </a:solidFill>
                        <a:effectLst/>
                        <a:latin typeface="Verdana" panose="020B0604030504040204" pitchFamily="34" charset="0"/>
                        <a:ea typeface="Verdana" panose="020B0604030504040204" pitchFamily="34" charset="0"/>
                        <a:cs typeface="+mn-cs"/>
                      </a:endParaRPr>
                    </a:p>
                    <a:p>
                      <a:pPr algn="ctr" fontAlgn="b"/>
                      <a:r>
                        <a:rPr lang="en-US" sz="950" b="0" i="0" u="none" strike="noStrike" kern="1200">
                          <a:solidFill>
                            <a:srgbClr val="000000"/>
                          </a:solidFill>
                          <a:effectLst/>
                          <a:latin typeface="Verdana" panose="020B0604030504040204" pitchFamily="34" charset="0"/>
                          <a:ea typeface="Verdana" panose="020B0604030504040204" pitchFamily="34" charset="0"/>
                          <a:cs typeface="+mn-cs"/>
                        </a:rPr>
                        <a:t>31-Dec-25</a:t>
                      </a:r>
                    </a:p>
                    <a:p>
                      <a:pPr algn="ctr" fontAlgn="b"/>
                      <a:endParaRPr lang="en-US" sz="950" b="0" i="0" u="none" strike="noStrike" kern="1200">
                        <a:solidFill>
                          <a:srgbClr val="000000"/>
                        </a:solidFill>
                        <a:effectLst/>
                        <a:latin typeface="Verdana" panose="020B0604030504040204" pitchFamily="34" charset="0"/>
                        <a:ea typeface="Verdana" panose="020B0604030504040204" pitchFamily="34" charset="0"/>
                        <a:cs typeface="+mn-cs"/>
                      </a:endParaRPr>
                    </a:p>
                    <a:p>
                      <a:pPr algn="ctr" fontAlgn="b"/>
                      <a:r>
                        <a:rPr lang="en-US" sz="950" b="0" i="0" u="none" strike="noStrike" kern="1200">
                          <a:solidFill>
                            <a:srgbClr val="000000"/>
                          </a:solidFill>
                          <a:effectLst/>
                          <a:latin typeface="Verdana" panose="020B0604030504040204" pitchFamily="34" charset="0"/>
                          <a:ea typeface="Verdana" panose="020B0604030504040204" pitchFamily="34" charset="0"/>
                          <a:cs typeface="+mn-cs"/>
                        </a:rPr>
                        <a:t>(Original ECD: </a:t>
                      </a:r>
                    </a:p>
                    <a:p>
                      <a:pPr algn="ctr" fontAlgn="b"/>
                      <a:r>
                        <a:rPr lang="en-US" sz="950" b="0" i="0" u="none" strike="noStrike" kern="1200">
                          <a:solidFill>
                            <a:srgbClr val="000000"/>
                          </a:solidFill>
                          <a:effectLst/>
                          <a:latin typeface="Verdana" panose="020B0604030504040204" pitchFamily="34" charset="0"/>
                          <a:ea typeface="Verdana" panose="020B0604030504040204" pitchFamily="34" charset="0"/>
                          <a:cs typeface="+mn-cs"/>
                        </a:rPr>
                        <a:t>31-Mar-24)</a:t>
                      </a:r>
                    </a:p>
                    <a:p>
                      <a:pPr algn="ctr" fontAlgn="b"/>
                      <a:endParaRPr lang="en-US" sz="950" b="0" i="0" u="none" strike="noStrike" kern="1200">
                        <a:solidFill>
                          <a:srgbClr val="000000"/>
                        </a:solidFill>
                        <a:effectLst/>
                        <a:latin typeface="Verdana" panose="020B0604030504040204" pitchFamily="34" charset="0"/>
                        <a:ea typeface="Verdana" panose="020B0604030504040204" pitchFamily="34" charset="0"/>
                        <a:cs typeface="+mn-cs"/>
                      </a:endParaRPr>
                    </a:p>
                  </a:txBody>
                  <a:tcPr marL="73152" marR="73152" marT="73152" marB="73152">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lvl="0" indent="0" algn="just">
                        <a:lnSpc>
                          <a:spcPct val="100000"/>
                        </a:lnSpc>
                        <a:buNone/>
                      </a:pPr>
                      <a:r>
                        <a:rPr lang="en-US" sz="950" b="0" i="0" u="sng" strike="noStrike" kern="1200" baseline="0" noProof="0" dirty="0">
                          <a:solidFill>
                            <a:srgbClr val="000000"/>
                          </a:solidFill>
                          <a:effectLst/>
                          <a:latin typeface="Verdana"/>
                          <a:ea typeface="Verdana"/>
                          <a:cs typeface="+mn-cs"/>
                        </a:rPr>
                        <a:t>Action Item Closed</a:t>
                      </a:r>
                    </a:p>
                    <a:p>
                      <a:pPr marL="0" lvl="0" indent="0" algn="just">
                        <a:lnSpc>
                          <a:spcPct val="100000"/>
                        </a:lnSpc>
                        <a:buNone/>
                      </a:pPr>
                      <a:r>
                        <a:rPr lang="en-US" sz="950" b="0" i="0" u="none" strike="noStrike" kern="1200" baseline="0" noProof="0" dirty="0">
                          <a:solidFill>
                            <a:srgbClr val="000000"/>
                          </a:solidFill>
                          <a:effectLst/>
                          <a:latin typeface="Verdana"/>
                          <a:ea typeface="Verdana"/>
                          <a:cs typeface="+mn-cs"/>
                        </a:rPr>
                        <a:t>GIA received the supporting evidence for closure on 13/04/2026, following which the action plan was reviewed and closed.</a:t>
                      </a:r>
                      <a:endParaRPr lang="en-US" baseline="0" dirty="0">
                        <a:latin typeface="Verdana"/>
                        <a:ea typeface="Verdana"/>
                      </a:endParaRPr>
                    </a:p>
                  </a:txBody>
                  <a:tcPr marL="73152" marR="73152" marT="73152" marB="73152">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8612092"/>
                  </a:ext>
                </a:extLst>
              </a:tr>
            </a:tbl>
          </a:graphicData>
        </a:graphic>
      </p:graphicFrame>
      <p:sp>
        <p:nvSpPr>
          <p:cNvPr id="8" name="Title 1">
            <a:extLst>
              <a:ext uri="{FF2B5EF4-FFF2-40B4-BE49-F238E27FC236}">
                <a16:creationId xmlns:a16="http://schemas.microsoft.com/office/drawing/2014/main" id="{53E635CF-2EFB-3841-37D6-CBBA55546BD8}"/>
              </a:ext>
            </a:extLst>
          </p:cNvPr>
          <p:cNvSpPr txBox="1">
            <a:spLocks/>
          </p:cNvSpPr>
          <p:nvPr/>
        </p:nvSpPr>
        <p:spPr>
          <a:xfrm>
            <a:off x="0" y="9006"/>
            <a:ext cx="12192000" cy="645751"/>
          </a:xfrm>
          <a:prstGeom prst="rect">
            <a:avLst/>
          </a:prstGeom>
        </p:spPr>
        <p:txBody>
          <a:bodyPr anchor="ctr"/>
          <a:lstStyle>
            <a:lvl1pPr algn="l" rtl="0" eaLnBrk="1" fontAlgn="base" hangingPunct="1">
              <a:spcBef>
                <a:spcPct val="0"/>
              </a:spcBef>
              <a:spcAft>
                <a:spcPct val="0"/>
              </a:spcAft>
              <a:defRPr sz="1200" b="0">
                <a:solidFill>
                  <a:schemeClr val="bg1"/>
                </a:solidFill>
                <a:latin typeface="+mj-lt"/>
                <a:ea typeface="+mj-ea"/>
                <a:cs typeface="+mj-cs"/>
              </a:defRPr>
            </a:lvl1pPr>
            <a:lvl2pPr algn="ctr" rtl="0" eaLnBrk="1" fontAlgn="base" hangingPunct="1">
              <a:spcBef>
                <a:spcPct val="0"/>
              </a:spcBef>
              <a:spcAft>
                <a:spcPct val="0"/>
              </a:spcAft>
              <a:defRPr sz="2400" b="1">
                <a:solidFill>
                  <a:schemeClr val="bg1"/>
                </a:solidFill>
                <a:latin typeface="Verdana" pitchFamily="34" charset="0"/>
                <a:cs typeface="Times New Roman" pitchFamily="18" charset="0"/>
              </a:defRPr>
            </a:lvl2pPr>
            <a:lvl3pPr algn="ctr" rtl="0" eaLnBrk="1" fontAlgn="base" hangingPunct="1">
              <a:spcBef>
                <a:spcPct val="0"/>
              </a:spcBef>
              <a:spcAft>
                <a:spcPct val="0"/>
              </a:spcAft>
              <a:defRPr sz="2400" b="1">
                <a:solidFill>
                  <a:schemeClr val="bg1"/>
                </a:solidFill>
                <a:latin typeface="Verdana" pitchFamily="34" charset="0"/>
                <a:cs typeface="Times New Roman" pitchFamily="18" charset="0"/>
              </a:defRPr>
            </a:lvl3pPr>
            <a:lvl4pPr algn="ctr" rtl="0" eaLnBrk="1" fontAlgn="base" hangingPunct="1">
              <a:spcBef>
                <a:spcPct val="0"/>
              </a:spcBef>
              <a:spcAft>
                <a:spcPct val="0"/>
              </a:spcAft>
              <a:defRPr sz="2400" b="1">
                <a:solidFill>
                  <a:schemeClr val="bg1"/>
                </a:solidFill>
                <a:latin typeface="Verdana" pitchFamily="34" charset="0"/>
                <a:cs typeface="Times New Roman" pitchFamily="18" charset="0"/>
              </a:defRPr>
            </a:lvl4pPr>
            <a:lvl5pPr algn="ctr" rtl="0" eaLnBrk="1" fontAlgn="base" hangingPunct="1">
              <a:spcBef>
                <a:spcPct val="0"/>
              </a:spcBef>
              <a:spcAft>
                <a:spcPct val="0"/>
              </a:spcAft>
              <a:defRPr sz="2400" b="1">
                <a:solidFill>
                  <a:schemeClr val="bg1"/>
                </a:solidFill>
                <a:latin typeface="Verdana" pitchFamily="34" charset="0"/>
                <a:cs typeface="Times New Roman" pitchFamily="18" charset="0"/>
              </a:defRPr>
            </a:lvl5pPr>
            <a:lvl6pPr marL="342900" algn="ctr" rtl="0" eaLnBrk="1" fontAlgn="base" hangingPunct="1">
              <a:spcBef>
                <a:spcPct val="0"/>
              </a:spcBef>
              <a:spcAft>
                <a:spcPct val="0"/>
              </a:spcAft>
              <a:defRPr sz="2400" b="1">
                <a:solidFill>
                  <a:schemeClr val="bg1"/>
                </a:solidFill>
                <a:latin typeface="Verdana" pitchFamily="34" charset="0"/>
                <a:cs typeface="Times New Roman" pitchFamily="18" charset="0"/>
              </a:defRPr>
            </a:lvl6pPr>
            <a:lvl7pPr marL="685800" algn="ctr" rtl="0" eaLnBrk="1" fontAlgn="base" hangingPunct="1">
              <a:spcBef>
                <a:spcPct val="0"/>
              </a:spcBef>
              <a:spcAft>
                <a:spcPct val="0"/>
              </a:spcAft>
              <a:defRPr sz="2400" b="1">
                <a:solidFill>
                  <a:schemeClr val="bg1"/>
                </a:solidFill>
                <a:latin typeface="Verdana" pitchFamily="34" charset="0"/>
                <a:cs typeface="Times New Roman" pitchFamily="18" charset="0"/>
              </a:defRPr>
            </a:lvl7pPr>
            <a:lvl8pPr marL="1028700" algn="ctr" rtl="0" eaLnBrk="1" fontAlgn="base" hangingPunct="1">
              <a:spcBef>
                <a:spcPct val="0"/>
              </a:spcBef>
              <a:spcAft>
                <a:spcPct val="0"/>
              </a:spcAft>
              <a:defRPr sz="2400" b="1">
                <a:solidFill>
                  <a:schemeClr val="bg1"/>
                </a:solidFill>
                <a:latin typeface="Verdana" pitchFamily="34" charset="0"/>
                <a:cs typeface="Times New Roman" pitchFamily="18" charset="0"/>
              </a:defRPr>
            </a:lvl8pPr>
            <a:lvl9pPr marL="1371600" algn="ctr" rtl="0" eaLnBrk="1" fontAlgn="base" hangingPunct="1">
              <a:spcBef>
                <a:spcPct val="0"/>
              </a:spcBef>
              <a:spcAft>
                <a:spcPct val="0"/>
              </a:spcAft>
              <a:defRPr sz="2400" b="1">
                <a:solidFill>
                  <a:schemeClr val="bg1"/>
                </a:solidFill>
                <a:latin typeface="Verdana" pitchFamily="34" charset="0"/>
                <a:cs typeface="Times New Roman" pitchFamily="18" charset="0"/>
              </a:defRPr>
            </a:lvl9pPr>
          </a:lstStyle>
          <a:p>
            <a:r>
              <a:rPr lang="en-US" sz="2000" b="1" kern="0">
                <a:latin typeface="Verdana" panose="020B0604030504040204" pitchFamily="34" charset="0"/>
                <a:ea typeface="Verdana" panose="020B0604030504040204" pitchFamily="34" charset="0"/>
              </a:rPr>
              <a:t>    </a:t>
            </a:r>
            <a:r>
              <a:rPr lang="en-US" sz="2000" kern="0">
                <a:latin typeface="Verdana" panose="020B0604030504040204" pitchFamily="34" charset="0"/>
                <a:ea typeface="Verdana" panose="020B0604030504040204" pitchFamily="34" charset="0"/>
              </a:rPr>
              <a:t>Management Actions Overdue &gt; 90 days -  </a:t>
            </a:r>
            <a:r>
              <a:rPr lang="en-US" sz="2000" b="1" kern="0">
                <a:latin typeface="Verdana" panose="020B0604030504040204" pitchFamily="34" charset="0"/>
                <a:ea typeface="Verdana" panose="020B0604030504040204" pitchFamily="34" charset="0"/>
              </a:rPr>
              <a:t>MEDIUM</a:t>
            </a:r>
            <a:r>
              <a:rPr lang="en-US" sz="2000" kern="0">
                <a:latin typeface="Verdana" panose="020B0604030504040204" pitchFamily="34" charset="0"/>
                <a:ea typeface="Verdana" panose="020B0604030504040204" pitchFamily="34" charset="0"/>
              </a:rPr>
              <a:t> Risk (RAKBANK)</a:t>
            </a:r>
            <a:endParaRPr lang="en-GB" sz="2000" kern="0">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34281545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9E1EC6-E5D5-BC72-DEA5-D969AFD61119}"/>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19D67EA-2EDB-1A9F-D74B-868E0EC5AB13}"/>
              </a:ext>
            </a:extLst>
          </p:cNvPr>
          <p:cNvSpPr>
            <a:spLocks noGrp="1"/>
          </p:cNvSpPr>
          <p:nvPr>
            <p:ph type="sldNum" sz="quarter" idx="4"/>
          </p:nvPr>
        </p:nvSpPr>
        <p:spPr>
          <a:xfrm>
            <a:off x="11582400" y="6626274"/>
            <a:ext cx="914400" cy="233749"/>
          </a:xfrm>
        </p:spPr>
        <p:txBody>
          <a:bodyPr/>
          <a:lstStyle/>
          <a:p>
            <a:pPr>
              <a:defRPr/>
            </a:pPr>
            <a:fld id="{6516E9BE-843C-4425-80E4-36155279AD5E}" type="slidenum">
              <a:rPr lang="en-GB" noProof="0" smtClean="0"/>
              <a:pPr>
                <a:defRPr/>
              </a:pPr>
              <a:t>16</a:t>
            </a:fld>
            <a:endParaRPr lang="en-GB" noProof="0"/>
          </a:p>
        </p:txBody>
      </p:sp>
      <p:graphicFrame>
        <p:nvGraphicFramePr>
          <p:cNvPr id="7" name="Table 6">
            <a:extLst>
              <a:ext uri="{FF2B5EF4-FFF2-40B4-BE49-F238E27FC236}">
                <a16:creationId xmlns:a16="http://schemas.microsoft.com/office/drawing/2014/main" id="{CB7F5763-F842-1FF1-7552-C48F6CB5C8AB}"/>
              </a:ext>
            </a:extLst>
          </p:cNvPr>
          <p:cNvGraphicFramePr>
            <a:graphicFrameLocks noGrp="1"/>
          </p:cNvGraphicFramePr>
          <p:nvPr>
            <p:extLst>
              <p:ext uri="{D42A27DB-BD31-4B8C-83A1-F6EECF244321}">
                <p14:modId xmlns:p14="http://schemas.microsoft.com/office/powerpoint/2010/main" val="2496818270"/>
              </p:ext>
            </p:extLst>
          </p:nvPr>
        </p:nvGraphicFramePr>
        <p:xfrm>
          <a:off x="301658" y="658365"/>
          <a:ext cx="11437711" cy="3046476"/>
        </p:xfrm>
        <a:graphic>
          <a:graphicData uri="http://schemas.openxmlformats.org/drawingml/2006/table">
            <a:tbl>
              <a:tblPr/>
              <a:tblGrid>
                <a:gridCol w="473042">
                  <a:extLst>
                    <a:ext uri="{9D8B030D-6E8A-4147-A177-3AD203B41FA5}">
                      <a16:colId xmlns:a16="http://schemas.microsoft.com/office/drawing/2014/main" val="20000"/>
                    </a:ext>
                  </a:extLst>
                </a:gridCol>
                <a:gridCol w="1516013">
                  <a:extLst>
                    <a:ext uri="{9D8B030D-6E8A-4147-A177-3AD203B41FA5}">
                      <a16:colId xmlns:a16="http://schemas.microsoft.com/office/drawing/2014/main" val="20001"/>
                    </a:ext>
                  </a:extLst>
                </a:gridCol>
                <a:gridCol w="1875934">
                  <a:extLst>
                    <a:ext uri="{9D8B030D-6E8A-4147-A177-3AD203B41FA5}">
                      <a16:colId xmlns:a16="http://schemas.microsoft.com/office/drawing/2014/main" val="20002"/>
                    </a:ext>
                  </a:extLst>
                </a:gridCol>
                <a:gridCol w="3572759">
                  <a:extLst>
                    <a:ext uri="{9D8B030D-6E8A-4147-A177-3AD203B41FA5}">
                      <a16:colId xmlns:a16="http://schemas.microsoft.com/office/drawing/2014/main" val="20003"/>
                    </a:ext>
                  </a:extLst>
                </a:gridCol>
                <a:gridCol w="1395167">
                  <a:extLst>
                    <a:ext uri="{9D8B030D-6E8A-4147-A177-3AD203B41FA5}">
                      <a16:colId xmlns:a16="http://schemas.microsoft.com/office/drawing/2014/main" val="20004"/>
                    </a:ext>
                  </a:extLst>
                </a:gridCol>
                <a:gridCol w="2604796">
                  <a:extLst>
                    <a:ext uri="{9D8B030D-6E8A-4147-A177-3AD203B41FA5}">
                      <a16:colId xmlns:a16="http://schemas.microsoft.com/office/drawing/2014/main" val="20005"/>
                    </a:ext>
                  </a:extLst>
                </a:gridCol>
              </a:tblGrid>
              <a:tr h="426195">
                <a:tc>
                  <a:txBody>
                    <a:bodyPr/>
                    <a:lstStyle/>
                    <a:p>
                      <a:pPr marL="91440" indent="0" algn="ctr" fontAlgn="ctr"/>
                      <a:r>
                        <a:rPr lang="en-US" sz="950" b="1" i="0" u="none" strike="noStrike">
                          <a:solidFill>
                            <a:srgbClr val="FFFFFF"/>
                          </a:solidFill>
                          <a:effectLst/>
                          <a:latin typeface="Verdana" panose="020B0604030504040204" pitchFamily="34" charset="0"/>
                          <a:ea typeface="Verdana" panose="020B0604030504040204" pitchFamily="34" charset="0"/>
                          <a:cs typeface="Verdana" panose="020B0604030504040204" pitchFamily="34" charset="0"/>
                        </a:rPr>
                        <a:t>S#</a:t>
                      </a:r>
                    </a:p>
                  </a:txBody>
                  <a:tcPr marL="5052" marR="73152" marT="73152" marB="73152">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65000"/>
                      </a:schemeClr>
                    </a:solidFill>
                  </a:tcPr>
                </a:tc>
                <a:tc>
                  <a:txBody>
                    <a:bodyPr/>
                    <a:lstStyle/>
                    <a:p>
                      <a:pPr marL="90170" indent="0" algn="ctr" fontAlgn="ctr"/>
                      <a:r>
                        <a:rPr lang="en-US" sz="950" b="1" i="0" u="none" strike="noStrike">
                          <a:solidFill>
                            <a:srgbClr val="FFFFFF"/>
                          </a:solidFill>
                          <a:effectLst/>
                          <a:latin typeface="Verdana" panose="020B0604030504040204" pitchFamily="34" charset="0"/>
                          <a:ea typeface="Verdana" panose="020B0604030504040204" pitchFamily="34" charset="0"/>
                          <a:cs typeface="Verdana" panose="020B0604030504040204" pitchFamily="34" charset="0"/>
                        </a:rPr>
                        <a:t>Audit Name</a:t>
                      </a:r>
                    </a:p>
                  </a:txBody>
                  <a:tcPr marL="5052" marR="73152" marT="73152" marB="73152"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65000"/>
                      </a:schemeClr>
                    </a:solidFill>
                  </a:tcPr>
                </a:tc>
                <a:tc>
                  <a:txBody>
                    <a:bodyPr/>
                    <a:lstStyle/>
                    <a:p>
                      <a:pPr marL="91440" indent="58420" algn="ctr" fontAlgn="ctr"/>
                      <a:r>
                        <a:rPr lang="en-US" sz="950" b="1" i="0" u="none" strike="noStrike">
                          <a:solidFill>
                            <a:srgbClr val="FFFFFF"/>
                          </a:solidFill>
                          <a:effectLst/>
                          <a:latin typeface="Verdana" panose="020B0604030504040204" pitchFamily="34" charset="0"/>
                          <a:ea typeface="Verdana" panose="020B0604030504040204" pitchFamily="34" charset="0"/>
                          <a:cs typeface="Verdana" panose="020B0604030504040204" pitchFamily="34" charset="0"/>
                        </a:rPr>
                        <a:t>Issue</a:t>
                      </a:r>
                    </a:p>
                  </a:txBody>
                  <a:tcPr marL="5052" marR="73152" marT="73152" marB="73152">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65000"/>
                      </a:schemeClr>
                    </a:solidFill>
                  </a:tcPr>
                </a:tc>
                <a:tc>
                  <a:txBody>
                    <a:bodyPr/>
                    <a:lstStyle/>
                    <a:p>
                      <a:pPr marL="91440" lvl="0" indent="58420" algn="ctr" rtl="0" fontAlgn="ctr"/>
                      <a:r>
                        <a:rPr lang="en-US" sz="950" b="1" i="0" u="none" strike="noStrike">
                          <a:solidFill>
                            <a:srgbClr val="FFFFFF"/>
                          </a:solidFill>
                          <a:effectLst/>
                          <a:latin typeface="Verdana" panose="020B0604030504040204" pitchFamily="34" charset="0"/>
                          <a:ea typeface="Verdana" panose="020B0604030504040204" pitchFamily="34" charset="0"/>
                          <a:cs typeface="Verdana" panose="020B0604030504040204" pitchFamily="34" charset="0"/>
                        </a:rPr>
                        <a:t>Management</a:t>
                      </a:r>
                      <a:r>
                        <a:rPr lang="en-US" sz="950" b="1" i="0" u="none" strike="noStrike" baseline="0">
                          <a:solidFill>
                            <a:srgbClr val="FFFFFF"/>
                          </a:solidFill>
                          <a:effectLst/>
                          <a:latin typeface="Verdana" panose="020B0604030504040204" pitchFamily="34" charset="0"/>
                          <a:ea typeface="Verdana" panose="020B0604030504040204" pitchFamily="34" charset="0"/>
                          <a:cs typeface="Verdana" panose="020B0604030504040204" pitchFamily="34" charset="0"/>
                        </a:rPr>
                        <a:t> Action Summary</a:t>
                      </a:r>
                      <a:endParaRPr lang="en-US" sz="950" b="1" i="0" u="none" strike="noStrike" baseline="30000">
                        <a:solidFill>
                          <a:srgbClr val="FFFFFF"/>
                        </a:solidFill>
                        <a:effectLst/>
                        <a:latin typeface="Verdana" panose="020B0604030504040204" pitchFamily="34" charset="0"/>
                        <a:ea typeface="Verdana" panose="020B0604030504040204" pitchFamily="34" charset="0"/>
                        <a:cs typeface="Verdana" panose="020B0604030504040204" pitchFamily="34" charset="0"/>
                      </a:endParaRPr>
                    </a:p>
                  </a:txBody>
                  <a:tcPr marL="0" marR="73152" marT="73152" marB="73152">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65000"/>
                      </a:schemeClr>
                    </a:solidFill>
                  </a:tcPr>
                </a:tc>
                <a:tc>
                  <a:txBody>
                    <a:bodyPr/>
                    <a:lstStyle/>
                    <a:p>
                      <a:pPr marL="91440" algn="ctr" fontAlgn="ctr"/>
                      <a:r>
                        <a:rPr lang="en-US" sz="950" b="1" i="0" u="none" strike="noStrike">
                          <a:solidFill>
                            <a:srgbClr val="FFFFFF"/>
                          </a:solidFill>
                          <a:effectLst/>
                          <a:latin typeface="Verdana" panose="020B0604030504040204" pitchFamily="34" charset="0"/>
                          <a:ea typeface="Verdana" panose="020B0604030504040204" pitchFamily="34" charset="0"/>
                          <a:cs typeface="Verdana" panose="020B0604030504040204" pitchFamily="34" charset="0"/>
                        </a:rPr>
                        <a:t>Owner &amp; </a:t>
                      </a:r>
                    </a:p>
                    <a:p>
                      <a:pPr marL="91440" algn="ctr" fontAlgn="ctr"/>
                      <a:r>
                        <a:rPr lang="en-US" sz="950" b="1" i="0" u="none" strike="noStrike">
                          <a:solidFill>
                            <a:srgbClr val="FFFFFF"/>
                          </a:solidFill>
                          <a:effectLst/>
                          <a:latin typeface="Verdana" panose="020B0604030504040204" pitchFamily="34" charset="0"/>
                          <a:ea typeface="Verdana" panose="020B0604030504040204" pitchFamily="34" charset="0"/>
                          <a:cs typeface="Verdana" panose="020B0604030504040204" pitchFamily="34" charset="0"/>
                        </a:rPr>
                        <a:t>Last</a:t>
                      </a:r>
                      <a:r>
                        <a:rPr lang="en-US" sz="950" b="1" i="0" u="none" strike="noStrike" baseline="0">
                          <a:solidFill>
                            <a:srgbClr val="FFFFFF"/>
                          </a:solidFill>
                          <a:effectLst/>
                          <a:latin typeface="Verdana" panose="020B0604030504040204" pitchFamily="34" charset="0"/>
                          <a:ea typeface="Verdana" panose="020B0604030504040204" pitchFamily="34" charset="0"/>
                          <a:cs typeface="Verdana" panose="020B0604030504040204" pitchFamily="34" charset="0"/>
                        </a:rPr>
                        <a:t> Agreed Date</a:t>
                      </a:r>
                      <a:endParaRPr lang="en-US" sz="950" b="1" i="0" u="none" strike="noStrike">
                        <a:solidFill>
                          <a:srgbClr val="FFFFFF"/>
                        </a:solidFill>
                        <a:effectLst/>
                        <a:latin typeface="Verdana" panose="020B0604030504040204" pitchFamily="34" charset="0"/>
                        <a:ea typeface="Verdana" panose="020B0604030504040204" pitchFamily="34" charset="0"/>
                        <a:cs typeface="Verdana" panose="020B0604030504040204" pitchFamily="34" charset="0"/>
                      </a:endParaRPr>
                    </a:p>
                  </a:txBody>
                  <a:tcPr marL="5052" marR="73152" marT="73152" marB="73152">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65000"/>
                      </a:schemeClr>
                    </a:solidFill>
                  </a:tcPr>
                </a:tc>
                <a:tc>
                  <a:txBody>
                    <a:bodyPr/>
                    <a:lstStyle/>
                    <a:p>
                      <a:pPr marL="91440" algn="ctr" defTabSz="685817" rtl="0" eaLnBrk="1" fontAlgn="ctr" latinLnBrk="0" hangingPunct="1"/>
                      <a:r>
                        <a:rPr lang="en-US" sz="950" b="1" i="0" u="none" strike="noStrike" kern="1200">
                          <a:solidFill>
                            <a:srgbClr val="FFFFFF"/>
                          </a:solidFill>
                          <a:effectLst/>
                          <a:latin typeface="Verdana" panose="020B0604030504040204" pitchFamily="34" charset="0"/>
                          <a:ea typeface="Verdana" panose="020B0604030504040204" pitchFamily="34" charset="0"/>
                          <a:cs typeface="+mn-cs"/>
                        </a:rPr>
                        <a:t>Latest Update</a:t>
                      </a:r>
                    </a:p>
                  </a:txBody>
                  <a:tcPr marL="5052" marR="73152" marT="73152" marB="73152">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65000"/>
                      </a:schemeClr>
                    </a:solidFill>
                  </a:tcPr>
                </a:tc>
                <a:extLst>
                  <a:ext uri="{0D108BD9-81ED-4DB2-BD59-A6C34878D82A}">
                    <a16:rowId xmlns:a16="http://schemas.microsoft.com/office/drawing/2014/main" val="10000"/>
                  </a:ext>
                </a:extLst>
              </a:tr>
              <a:tr h="229860">
                <a:tc>
                  <a:txBody>
                    <a:bodyPr/>
                    <a:lstStyle/>
                    <a:p>
                      <a:pPr marL="0" indent="0" algn="ctr" defTabSz="914400" rtl="0" eaLnBrk="1" fontAlgn="ctr" latinLnBrk="0" hangingPunct="1">
                        <a:buFont typeface="+mj-lt"/>
                        <a:buNone/>
                      </a:pPr>
                      <a:r>
                        <a:rPr lang="en-US" sz="950" b="0" i="0" u="none" strike="noStrike" kern="1200">
                          <a:solidFill>
                            <a:srgbClr val="000000"/>
                          </a:solidFill>
                          <a:effectLst/>
                          <a:latin typeface="Verdana" panose="020B0604030504040204" pitchFamily="34" charset="0"/>
                          <a:ea typeface="Verdana" panose="020B0604030504040204" pitchFamily="34" charset="0"/>
                          <a:cs typeface="Verdana" panose="020B0604030504040204" pitchFamily="34" charset="0"/>
                        </a:rPr>
                        <a:t>1</a:t>
                      </a:r>
                    </a:p>
                  </a:txBody>
                  <a:tcPr marL="73152" marR="73152" marT="73152" marB="73152">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just" fontAlgn="b">
                        <a:buNone/>
                      </a:pPr>
                      <a:r>
                        <a:rPr lang="en-US" sz="950" b="0" i="0" u="none" strike="noStrike">
                          <a:solidFill>
                            <a:srgbClr val="000000"/>
                          </a:solidFill>
                          <a:effectLst/>
                          <a:latin typeface="Verdana" panose="020B0604030504040204" pitchFamily="34" charset="0"/>
                          <a:ea typeface="Verdana" panose="020B0604030504040204" pitchFamily="34" charset="0"/>
                        </a:rPr>
                        <a:t>Regulatory Compliance 2025</a:t>
                      </a:r>
                    </a:p>
                  </a:txBody>
                  <a:tcPr marL="73152" marR="73152" marT="73152" marB="73152">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just" fontAlgn="b">
                        <a:buNone/>
                      </a:pPr>
                      <a:r>
                        <a:rPr lang="en-US" sz="950" b="0" i="0" u="none" strike="noStrike">
                          <a:solidFill>
                            <a:srgbClr val="000000"/>
                          </a:solidFill>
                          <a:effectLst/>
                          <a:latin typeface="Verdana" panose="020B0604030504040204" pitchFamily="34" charset="0"/>
                          <a:ea typeface="Verdana" panose="020B0604030504040204" pitchFamily="34" charset="0"/>
                        </a:rPr>
                        <a:t>Weaknesses in Regulations Tracking, Dissemination and Gap Analysis</a:t>
                      </a:r>
                    </a:p>
                  </a:txBody>
                  <a:tcPr marL="73152" marR="73152" marT="73152" marB="73152">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just" fontAlgn="b">
                        <a:buNone/>
                      </a:pPr>
                      <a:r>
                        <a:rPr lang="en-US" sz="950" b="0" i="0" u="none" strike="noStrike">
                          <a:solidFill>
                            <a:srgbClr val="000000"/>
                          </a:solidFill>
                          <a:effectLst/>
                          <a:latin typeface="Verdana" panose="020B0604030504040204" pitchFamily="34" charset="0"/>
                          <a:ea typeface="Verdana" panose="020B0604030504040204" pitchFamily="34" charset="0"/>
                        </a:rPr>
                        <a:t>The regulatory register started November 2023. The regulations after that will date will be updated on the intranet.</a:t>
                      </a:r>
                    </a:p>
                  </a:txBody>
                  <a:tcPr marL="73152" marR="73152" marT="73152" marB="73152">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r>
                        <a:rPr lang="en-US" sz="950" b="0" i="0" u="none" strike="noStrike">
                          <a:solidFill>
                            <a:schemeClr val="tx1"/>
                          </a:solidFill>
                          <a:effectLst/>
                          <a:latin typeface="Verdana" panose="020B0604030504040204" pitchFamily="34" charset="0"/>
                          <a:ea typeface="Verdana" panose="020B0604030504040204" pitchFamily="34" charset="0"/>
                        </a:rPr>
                        <a:t>Venkat Raghavan;</a:t>
                      </a:r>
                    </a:p>
                    <a:p>
                      <a:pPr algn="ctr" fontAlgn="b"/>
                      <a:r>
                        <a:rPr lang="en-US" sz="950" b="0" i="0" u="none" strike="noStrike">
                          <a:solidFill>
                            <a:schemeClr val="tx1"/>
                          </a:solidFill>
                          <a:effectLst/>
                          <a:latin typeface="Verdana" panose="020B0604030504040204" pitchFamily="34" charset="0"/>
                          <a:ea typeface="Verdana" panose="020B0604030504040204" pitchFamily="34" charset="0"/>
                        </a:rPr>
                        <a:t> Nauman Riaz</a:t>
                      </a:r>
                    </a:p>
                    <a:p>
                      <a:pPr algn="ctr" fontAlgn="b"/>
                      <a:endParaRPr lang="en-US" sz="950" b="0" i="0" u="none" strike="noStrike">
                        <a:solidFill>
                          <a:schemeClr val="tx1"/>
                        </a:solidFill>
                        <a:effectLst/>
                        <a:latin typeface="Verdana" panose="020B0604030504040204" pitchFamily="34" charset="0"/>
                        <a:ea typeface="Verdana" panose="020B0604030504040204" pitchFamily="34" charset="0"/>
                      </a:endParaRPr>
                    </a:p>
                    <a:p>
                      <a:pPr algn="ctr" fontAlgn="b"/>
                      <a:r>
                        <a:rPr lang="en-US" sz="950" b="0" i="0" u="none" strike="noStrike">
                          <a:solidFill>
                            <a:schemeClr val="tx1"/>
                          </a:solidFill>
                          <a:effectLst/>
                          <a:latin typeface="Verdana" panose="020B0604030504040204" pitchFamily="34" charset="0"/>
                          <a:ea typeface="Verdana" panose="020B0604030504040204" pitchFamily="34" charset="0"/>
                        </a:rPr>
                        <a:t>31-Jan-26</a:t>
                      </a:r>
                    </a:p>
                  </a:txBody>
                  <a:tcPr marL="73152" marR="73152" marT="73152" marB="73152">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lvl="0" algn="just">
                        <a:lnSpc>
                          <a:spcPct val="100000"/>
                        </a:lnSpc>
                        <a:spcBef>
                          <a:spcPts val="0"/>
                        </a:spcBef>
                        <a:spcAft>
                          <a:spcPts val="0"/>
                        </a:spcAft>
                        <a:buNone/>
                      </a:pPr>
                      <a:r>
                        <a:rPr lang="en-US" sz="950" b="0" i="0" u="none" strike="noStrike" kern="1200" noProof="0">
                          <a:solidFill>
                            <a:srgbClr val="000000"/>
                          </a:solidFill>
                          <a:effectLst/>
                          <a:latin typeface="Verdana"/>
                          <a:ea typeface="Verdana"/>
                          <a:cs typeface="+mn-cs"/>
                        </a:rPr>
                        <a:t>Update and evidences of remediation are still awaited from Action Owner.</a:t>
                      </a:r>
                    </a:p>
                  </a:txBody>
                  <a:tcPr marL="73152" marR="73152" marT="73152" marB="73152">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98130002"/>
                  </a:ext>
                </a:extLst>
              </a:tr>
              <a:tr h="229860">
                <a:tc>
                  <a:txBody>
                    <a:bodyPr/>
                    <a:lstStyle/>
                    <a:p>
                      <a:pPr marL="0" indent="0" algn="ctr" defTabSz="914400" rtl="0" eaLnBrk="1" fontAlgn="ctr" latinLnBrk="0" hangingPunct="1">
                        <a:buFont typeface="+mj-lt"/>
                        <a:buNone/>
                      </a:pPr>
                      <a:r>
                        <a:rPr lang="en-US" sz="950" b="0" i="0" u="none" strike="noStrike" kern="1200">
                          <a:solidFill>
                            <a:srgbClr val="000000"/>
                          </a:solidFill>
                          <a:effectLst/>
                          <a:latin typeface="Verdana" panose="020B0604030504040204" pitchFamily="34" charset="0"/>
                          <a:ea typeface="Verdana" panose="020B0604030504040204" pitchFamily="34" charset="0"/>
                          <a:cs typeface="Verdana" panose="020B0604030504040204" pitchFamily="34" charset="0"/>
                        </a:rPr>
                        <a:t>2</a:t>
                      </a:r>
                    </a:p>
                  </a:txBody>
                  <a:tcPr marL="73152" marR="73152" marT="73152" marB="73152">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just" fontAlgn="b">
                        <a:buNone/>
                      </a:pPr>
                      <a:r>
                        <a:rPr lang="en-US" sz="950" b="0" i="0" u="none" strike="noStrike">
                          <a:solidFill>
                            <a:srgbClr val="000000"/>
                          </a:solidFill>
                          <a:effectLst/>
                          <a:latin typeface="Verdana" panose="020B0604030504040204" pitchFamily="34" charset="0"/>
                          <a:ea typeface="Verdana" panose="020B0604030504040204" pitchFamily="34" charset="0"/>
                        </a:rPr>
                        <a:t>Group Market Conduct</a:t>
                      </a:r>
                    </a:p>
                  </a:txBody>
                  <a:tcPr marL="73152" marR="73152" marT="73152" marB="73152">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just" fontAlgn="b">
                        <a:buNone/>
                      </a:pPr>
                      <a:r>
                        <a:rPr lang="en-US" sz="950" b="0" i="0" u="none" strike="noStrike">
                          <a:solidFill>
                            <a:srgbClr val="000000"/>
                          </a:solidFill>
                          <a:effectLst/>
                          <a:latin typeface="Verdana" panose="020B0604030504040204" pitchFamily="34" charset="0"/>
                          <a:ea typeface="Verdana" panose="020B0604030504040204" pitchFamily="34" charset="0"/>
                        </a:rPr>
                        <a:t>7.2 Closed accounts with balances and final statement</a:t>
                      </a:r>
                    </a:p>
                  </a:txBody>
                  <a:tcPr marL="73152" marR="73152" marT="73152" marB="73152">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just" fontAlgn="b">
                        <a:buNone/>
                      </a:pPr>
                      <a:r>
                        <a:rPr lang="en-US" sz="950" b="0" i="0" u="none" strike="noStrike">
                          <a:solidFill>
                            <a:srgbClr val="000000"/>
                          </a:solidFill>
                          <a:effectLst/>
                          <a:latin typeface="Verdana"/>
                          <a:ea typeface="Verdana"/>
                        </a:rPr>
                        <a:t>Most of the cases highlighted by audit are historical and operations believes the issue is of data quality, possibly due to system migrations over time. We will liaise with IT to identify the necessary actions to be to rectify the outstanding balances.</a:t>
                      </a:r>
                    </a:p>
                  </a:txBody>
                  <a:tcPr marL="73152" marR="73152" marT="73152" marB="73152">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r>
                        <a:rPr lang="en-US" sz="950" b="0" i="0" u="none" strike="noStrike">
                          <a:solidFill>
                            <a:schemeClr val="tx1"/>
                          </a:solidFill>
                          <a:effectLst/>
                          <a:latin typeface="Verdana" panose="020B0604030504040204" pitchFamily="34" charset="0"/>
                          <a:ea typeface="Verdana" panose="020B0604030504040204" pitchFamily="34" charset="0"/>
                        </a:rPr>
                        <a:t>Shehzad Hameed;</a:t>
                      </a:r>
                    </a:p>
                    <a:p>
                      <a:pPr algn="ctr" fontAlgn="b"/>
                      <a:r>
                        <a:rPr lang="en-US" sz="950" b="0" i="0" u="none" strike="noStrike">
                          <a:solidFill>
                            <a:schemeClr val="tx1"/>
                          </a:solidFill>
                          <a:effectLst/>
                          <a:latin typeface="Verdana" panose="020B0604030504040204" pitchFamily="34" charset="0"/>
                          <a:ea typeface="Verdana" panose="020B0604030504040204" pitchFamily="34" charset="0"/>
                        </a:rPr>
                        <a:t>Shahzad Ali Enver</a:t>
                      </a:r>
                    </a:p>
                    <a:p>
                      <a:pPr algn="ctr" fontAlgn="b"/>
                      <a:endParaRPr lang="en-US" sz="950" b="0" i="0" u="none" strike="noStrike">
                        <a:solidFill>
                          <a:schemeClr val="tx1"/>
                        </a:solidFill>
                        <a:effectLst/>
                        <a:latin typeface="Verdana" panose="020B0604030504040204" pitchFamily="34" charset="0"/>
                        <a:ea typeface="Verdana" panose="020B0604030504040204" pitchFamily="34" charset="0"/>
                      </a:endParaRPr>
                    </a:p>
                    <a:p>
                      <a:pPr algn="ctr" fontAlgn="b"/>
                      <a:r>
                        <a:rPr lang="en-US" sz="950" b="0" i="0" u="none" strike="noStrike">
                          <a:solidFill>
                            <a:schemeClr val="tx1"/>
                          </a:solidFill>
                          <a:effectLst/>
                          <a:latin typeface="Verdana" panose="020B0604030504040204" pitchFamily="34" charset="0"/>
                          <a:ea typeface="Verdana" panose="020B0604030504040204" pitchFamily="34" charset="0"/>
                        </a:rPr>
                        <a:t>31-Jan-26</a:t>
                      </a:r>
                    </a:p>
                  </a:txBody>
                  <a:tcPr marL="73152" marR="73152" marT="73152" marB="73152">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lvl="0" algn="just">
                        <a:lnSpc>
                          <a:spcPct val="100000"/>
                        </a:lnSpc>
                        <a:spcBef>
                          <a:spcPts val="0"/>
                        </a:spcBef>
                        <a:spcAft>
                          <a:spcPts val="0"/>
                        </a:spcAft>
                        <a:buNone/>
                      </a:pPr>
                      <a:r>
                        <a:rPr lang="en-US" sz="950" b="0" i="0" u="none" strike="noStrike" kern="1200" baseline="0" noProof="0">
                          <a:solidFill>
                            <a:srgbClr val="000000"/>
                          </a:solidFill>
                          <a:effectLst/>
                          <a:latin typeface="Verdana"/>
                          <a:ea typeface="Verdana"/>
                          <a:cs typeface="+mn-cs"/>
                        </a:rPr>
                        <a:t>IT confirmed that all cases except 1 is pending with vendor and that will be closed by 10/04/2026. Further investigation led to additional cases of similar nature. Business has engaged with IT to for rectification and will seek an extension for closure.</a:t>
                      </a:r>
                      <a:endParaRPr lang="en-US"/>
                    </a:p>
                  </a:txBody>
                  <a:tcPr marL="73152" marR="73152" marT="73152" marB="73152">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67398294"/>
                  </a:ext>
                </a:extLst>
              </a:tr>
              <a:tr h="229860">
                <a:tc>
                  <a:txBody>
                    <a:bodyPr/>
                    <a:lstStyle/>
                    <a:p>
                      <a:pPr marL="0" indent="0" algn="ctr" defTabSz="914400" rtl="0" eaLnBrk="1" fontAlgn="ctr" latinLnBrk="0" hangingPunct="1">
                        <a:buFont typeface="+mj-lt"/>
                        <a:buNone/>
                      </a:pPr>
                      <a:r>
                        <a:rPr lang="en-US" sz="950" b="0" i="0" u="none" strike="noStrike" kern="1200">
                          <a:solidFill>
                            <a:srgbClr val="000000"/>
                          </a:solidFill>
                          <a:effectLst/>
                          <a:latin typeface="Verdana" panose="020B0604030504040204" pitchFamily="34" charset="0"/>
                          <a:ea typeface="Verdana" panose="020B0604030504040204" pitchFamily="34" charset="0"/>
                          <a:cs typeface="Verdana" panose="020B0604030504040204" pitchFamily="34" charset="0"/>
                        </a:rPr>
                        <a:t>3</a:t>
                      </a:r>
                    </a:p>
                  </a:txBody>
                  <a:tcPr marL="73152" marR="73152" marT="73152" marB="73152">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just" fontAlgn="b">
                        <a:buNone/>
                      </a:pPr>
                      <a:r>
                        <a:rPr lang="en-US" sz="950" b="0" i="0" u="none" strike="noStrike">
                          <a:solidFill>
                            <a:srgbClr val="000000"/>
                          </a:solidFill>
                          <a:effectLst/>
                          <a:latin typeface="Verdana" panose="020B0604030504040204" pitchFamily="34" charset="0"/>
                          <a:ea typeface="Verdana" panose="020B0604030504040204" pitchFamily="34" charset="0"/>
                        </a:rPr>
                        <a:t>RAK Business Loans - 2025</a:t>
                      </a:r>
                    </a:p>
                  </a:txBody>
                  <a:tcPr marL="73152" marR="73152" marT="73152" marB="73152">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just" fontAlgn="b">
                        <a:buNone/>
                      </a:pPr>
                      <a:r>
                        <a:rPr lang="en-US" sz="950" b="0" i="0" u="none" strike="noStrike">
                          <a:solidFill>
                            <a:srgbClr val="000000"/>
                          </a:solidFill>
                          <a:effectLst/>
                          <a:latin typeface="Verdana" panose="020B0604030504040204" pitchFamily="34" charset="0"/>
                          <a:ea typeface="Verdana" panose="020B0604030504040204" pitchFamily="34" charset="0"/>
                        </a:rPr>
                        <a:t>8- Quality Assurance (QA)  Review process</a:t>
                      </a:r>
                    </a:p>
                  </a:txBody>
                  <a:tcPr marL="73152" marR="73152" marT="73152" marB="73152">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just" fontAlgn="b">
                        <a:buNone/>
                      </a:pPr>
                      <a:r>
                        <a:rPr lang="en-US" sz="950" b="0" i="0" u="none" strike="noStrike">
                          <a:solidFill>
                            <a:srgbClr val="000000"/>
                          </a:solidFill>
                          <a:effectLst/>
                          <a:latin typeface="Verdana" panose="020B0604030504040204" pitchFamily="34" charset="0"/>
                          <a:ea typeface="Verdana" panose="020B0604030504040204" pitchFamily="34" charset="0"/>
                        </a:rPr>
                        <a:t>We will work on QA process note and RBL QA process to align the two. Given the volume of retail products, the process note needs to be relooked at with management approval.</a:t>
                      </a:r>
                    </a:p>
                  </a:txBody>
                  <a:tcPr marL="73152" marR="73152" marT="73152" marB="73152">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r>
                        <a:rPr lang="en-US" sz="950" b="0" i="0" u="none" strike="noStrike">
                          <a:solidFill>
                            <a:schemeClr val="tx1"/>
                          </a:solidFill>
                          <a:effectLst/>
                          <a:latin typeface="Verdana" panose="020B0604030504040204" pitchFamily="34" charset="0"/>
                          <a:ea typeface="Verdana" panose="020B0604030504040204" pitchFamily="34" charset="0"/>
                        </a:rPr>
                        <a:t>Farhan Mahmood;</a:t>
                      </a:r>
                    </a:p>
                    <a:p>
                      <a:pPr algn="ctr" fontAlgn="b"/>
                      <a:r>
                        <a:rPr lang="en-US" sz="950" b="0" i="0" u="none" strike="noStrike">
                          <a:solidFill>
                            <a:schemeClr val="tx1"/>
                          </a:solidFill>
                          <a:effectLst/>
                          <a:latin typeface="Verdana" panose="020B0604030504040204" pitchFamily="34" charset="0"/>
                          <a:ea typeface="Verdana" panose="020B0604030504040204" pitchFamily="34" charset="0"/>
                        </a:rPr>
                        <a:t>Anuj Agarwal</a:t>
                      </a:r>
                    </a:p>
                    <a:p>
                      <a:pPr algn="ctr" fontAlgn="b"/>
                      <a:endParaRPr lang="en-US" sz="950" b="0" i="0" u="none" strike="noStrike">
                        <a:solidFill>
                          <a:schemeClr val="tx1"/>
                        </a:solidFill>
                        <a:effectLst/>
                        <a:latin typeface="Verdana" panose="020B0604030504040204" pitchFamily="34" charset="0"/>
                        <a:ea typeface="Verdana" panose="020B0604030504040204" pitchFamily="34" charset="0"/>
                      </a:endParaRPr>
                    </a:p>
                    <a:p>
                      <a:pPr algn="ctr" fontAlgn="b"/>
                      <a:r>
                        <a:rPr lang="en-US" sz="950" b="0" i="0" u="none" strike="noStrike">
                          <a:solidFill>
                            <a:schemeClr val="tx1"/>
                          </a:solidFill>
                          <a:effectLst/>
                          <a:latin typeface="Verdana" panose="020B0604030504040204" pitchFamily="34" charset="0"/>
                          <a:ea typeface="Verdana" panose="020B0604030504040204" pitchFamily="34" charset="0"/>
                        </a:rPr>
                        <a:t>31-Jan-26</a:t>
                      </a:r>
                    </a:p>
                  </a:txBody>
                  <a:tcPr marL="73152" marR="73152" marT="73152" marB="73152">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lvl="0" algn="just">
                        <a:lnSpc>
                          <a:spcPct val="100000"/>
                        </a:lnSpc>
                        <a:spcBef>
                          <a:spcPts val="0"/>
                        </a:spcBef>
                        <a:spcAft>
                          <a:spcPts val="0"/>
                        </a:spcAft>
                        <a:buNone/>
                      </a:pPr>
                      <a:r>
                        <a:rPr lang="en-US" sz="950" b="0" i="0" u="none" strike="noStrike" kern="1200" noProof="0">
                          <a:solidFill>
                            <a:srgbClr val="000000"/>
                          </a:solidFill>
                          <a:effectLst/>
                          <a:latin typeface="Verdana"/>
                          <a:ea typeface="Verdana"/>
                          <a:cs typeface="+mn-cs"/>
                        </a:rPr>
                        <a:t>Completed. Under GIA Validation.</a:t>
                      </a:r>
                      <a:endParaRPr lang="en-US" sz="950" b="0" i="0" u="none" strike="noStrike" kern="1200" noProof="0">
                        <a:solidFill>
                          <a:srgbClr val="000000"/>
                        </a:solidFill>
                        <a:effectLst/>
                        <a:latin typeface="Verdana" panose="020B0604030504040204" pitchFamily="34" charset="0"/>
                        <a:ea typeface="Verdana" panose="020B0604030504040204" pitchFamily="34" charset="0"/>
                        <a:cs typeface="+mn-cs"/>
                      </a:endParaRPr>
                    </a:p>
                  </a:txBody>
                  <a:tcPr marL="73152" marR="73152" marT="73152" marB="73152">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8612092"/>
                  </a:ext>
                </a:extLst>
              </a:tr>
            </a:tbl>
          </a:graphicData>
        </a:graphic>
      </p:graphicFrame>
      <p:sp>
        <p:nvSpPr>
          <p:cNvPr id="8" name="Title 1">
            <a:extLst>
              <a:ext uri="{FF2B5EF4-FFF2-40B4-BE49-F238E27FC236}">
                <a16:creationId xmlns:a16="http://schemas.microsoft.com/office/drawing/2014/main" id="{37AB36BC-BA5A-0005-4355-6D1056EAEBDE}"/>
              </a:ext>
            </a:extLst>
          </p:cNvPr>
          <p:cNvSpPr txBox="1">
            <a:spLocks/>
          </p:cNvSpPr>
          <p:nvPr/>
        </p:nvSpPr>
        <p:spPr>
          <a:xfrm>
            <a:off x="0" y="9006"/>
            <a:ext cx="12192000" cy="645751"/>
          </a:xfrm>
          <a:prstGeom prst="rect">
            <a:avLst/>
          </a:prstGeom>
        </p:spPr>
        <p:txBody>
          <a:bodyPr anchor="ctr"/>
          <a:lstStyle>
            <a:lvl1pPr algn="l" rtl="0" eaLnBrk="1" fontAlgn="base" hangingPunct="1">
              <a:spcBef>
                <a:spcPct val="0"/>
              </a:spcBef>
              <a:spcAft>
                <a:spcPct val="0"/>
              </a:spcAft>
              <a:defRPr sz="1200" b="0">
                <a:solidFill>
                  <a:schemeClr val="bg1"/>
                </a:solidFill>
                <a:latin typeface="+mj-lt"/>
                <a:ea typeface="+mj-ea"/>
                <a:cs typeface="+mj-cs"/>
              </a:defRPr>
            </a:lvl1pPr>
            <a:lvl2pPr algn="ctr" rtl="0" eaLnBrk="1" fontAlgn="base" hangingPunct="1">
              <a:spcBef>
                <a:spcPct val="0"/>
              </a:spcBef>
              <a:spcAft>
                <a:spcPct val="0"/>
              </a:spcAft>
              <a:defRPr sz="2400" b="1">
                <a:solidFill>
                  <a:schemeClr val="bg1"/>
                </a:solidFill>
                <a:latin typeface="Verdana" pitchFamily="34" charset="0"/>
                <a:cs typeface="Times New Roman" pitchFamily="18" charset="0"/>
              </a:defRPr>
            </a:lvl2pPr>
            <a:lvl3pPr algn="ctr" rtl="0" eaLnBrk="1" fontAlgn="base" hangingPunct="1">
              <a:spcBef>
                <a:spcPct val="0"/>
              </a:spcBef>
              <a:spcAft>
                <a:spcPct val="0"/>
              </a:spcAft>
              <a:defRPr sz="2400" b="1">
                <a:solidFill>
                  <a:schemeClr val="bg1"/>
                </a:solidFill>
                <a:latin typeface="Verdana" pitchFamily="34" charset="0"/>
                <a:cs typeface="Times New Roman" pitchFamily="18" charset="0"/>
              </a:defRPr>
            </a:lvl3pPr>
            <a:lvl4pPr algn="ctr" rtl="0" eaLnBrk="1" fontAlgn="base" hangingPunct="1">
              <a:spcBef>
                <a:spcPct val="0"/>
              </a:spcBef>
              <a:spcAft>
                <a:spcPct val="0"/>
              </a:spcAft>
              <a:defRPr sz="2400" b="1">
                <a:solidFill>
                  <a:schemeClr val="bg1"/>
                </a:solidFill>
                <a:latin typeface="Verdana" pitchFamily="34" charset="0"/>
                <a:cs typeface="Times New Roman" pitchFamily="18" charset="0"/>
              </a:defRPr>
            </a:lvl4pPr>
            <a:lvl5pPr algn="ctr" rtl="0" eaLnBrk="1" fontAlgn="base" hangingPunct="1">
              <a:spcBef>
                <a:spcPct val="0"/>
              </a:spcBef>
              <a:spcAft>
                <a:spcPct val="0"/>
              </a:spcAft>
              <a:defRPr sz="2400" b="1">
                <a:solidFill>
                  <a:schemeClr val="bg1"/>
                </a:solidFill>
                <a:latin typeface="Verdana" pitchFamily="34" charset="0"/>
                <a:cs typeface="Times New Roman" pitchFamily="18" charset="0"/>
              </a:defRPr>
            </a:lvl5pPr>
            <a:lvl6pPr marL="342900" algn="ctr" rtl="0" eaLnBrk="1" fontAlgn="base" hangingPunct="1">
              <a:spcBef>
                <a:spcPct val="0"/>
              </a:spcBef>
              <a:spcAft>
                <a:spcPct val="0"/>
              </a:spcAft>
              <a:defRPr sz="2400" b="1">
                <a:solidFill>
                  <a:schemeClr val="bg1"/>
                </a:solidFill>
                <a:latin typeface="Verdana" pitchFamily="34" charset="0"/>
                <a:cs typeface="Times New Roman" pitchFamily="18" charset="0"/>
              </a:defRPr>
            </a:lvl6pPr>
            <a:lvl7pPr marL="685800" algn="ctr" rtl="0" eaLnBrk="1" fontAlgn="base" hangingPunct="1">
              <a:spcBef>
                <a:spcPct val="0"/>
              </a:spcBef>
              <a:spcAft>
                <a:spcPct val="0"/>
              </a:spcAft>
              <a:defRPr sz="2400" b="1">
                <a:solidFill>
                  <a:schemeClr val="bg1"/>
                </a:solidFill>
                <a:latin typeface="Verdana" pitchFamily="34" charset="0"/>
                <a:cs typeface="Times New Roman" pitchFamily="18" charset="0"/>
              </a:defRPr>
            </a:lvl7pPr>
            <a:lvl8pPr marL="1028700" algn="ctr" rtl="0" eaLnBrk="1" fontAlgn="base" hangingPunct="1">
              <a:spcBef>
                <a:spcPct val="0"/>
              </a:spcBef>
              <a:spcAft>
                <a:spcPct val="0"/>
              </a:spcAft>
              <a:defRPr sz="2400" b="1">
                <a:solidFill>
                  <a:schemeClr val="bg1"/>
                </a:solidFill>
                <a:latin typeface="Verdana" pitchFamily="34" charset="0"/>
                <a:cs typeface="Times New Roman" pitchFamily="18" charset="0"/>
              </a:defRPr>
            </a:lvl8pPr>
            <a:lvl9pPr marL="1371600" algn="ctr" rtl="0" eaLnBrk="1" fontAlgn="base" hangingPunct="1">
              <a:spcBef>
                <a:spcPct val="0"/>
              </a:spcBef>
              <a:spcAft>
                <a:spcPct val="0"/>
              </a:spcAft>
              <a:defRPr sz="2400" b="1">
                <a:solidFill>
                  <a:schemeClr val="bg1"/>
                </a:solidFill>
                <a:latin typeface="Verdana" pitchFamily="34" charset="0"/>
                <a:cs typeface="Times New Roman" pitchFamily="18" charset="0"/>
              </a:defRPr>
            </a:lvl9pPr>
          </a:lstStyle>
          <a:p>
            <a:r>
              <a:rPr lang="en-US" sz="2000" b="1" kern="0">
                <a:latin typeface="Verdana" panose="020B0604030504040204" pitchFamily="34" charset="0"/>
                <a:ea typeface="Verdana" panose="020B0604030504040204" pitchFamily="34" charset="0"/>
              </a:rPr>
              <a:t>    </a:t>
            </a:r>
            <a:r>
              <a:rPr lang="en-US" sz="2000" kern="0">
                <a:latin typeface="Verdana" panose="020B0604030504040204" pitchFamily="34" charset="0"/>
                <a:ea typeface="Verdana" panose="020B0604030504040204" pitchFamily="34" charset="0"/>
              </a:rPr>
              <a:t>Management Actions Overdue 30 - 90 days -  </a:t>
            </a:r>
            <a:r>
              <a:rPr lang="en-US" sz="2000" b="1" kern="0">
                <a:latin typeface="Verdana" panose="020B0604030504040204" pitchFamily="34" charset="0"/>
                <a:ea typeface="Verdana" panose="020B0604030504040204" pitchFamily="34" charset="0"/>
              </a:rPr>
              <a:t>MEDIUM</a:t>
            </a:r>
            <a:r>
              <a:rPr lang="en-US" sz="2000" kern="0">
                <a:latin typeface="Verdana" panose="020B0604030504040204" pitchFamily="34" charset="0"/>
                <a:ea typeface="Verdana" panose="020B0604030504040204" pitchFamily="34" charset="0"/>
              </a:rPr>
              <a:t> Risk (RAKBANK)</a:t>
            </a:r>
            <a:endParaRPr lang="en-GB" sz="2000" kern="0">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23731031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20049D-5A84-5427-2DB3-395A9277AE28}"/>
            </a:ext>
          </a:extLst>
        </p:cNvPr>
        <p:cNvGrpSpPr/>
        <p:nvPr/>
      </p:nvGrpSpPr>
      <p:grpSpPr>
        <a:xfrm>
          <a:off x="0" y="0"/>
          <a:ext cx="0" cy="0"/>
          <a:chOff x="0" y="0"/>
          <a:chExt cx="0" cy="0"/>
        </a:xfrm>
      </p:grpSpPr>
      <p:sp>
        <p:nvSpPr>
          <p:cNvPr id="24" name="Rectangle 23">
            <a:extLst>
              <a:ext uri="{FF2B5EF4-FFF2-40B4-BE49-F238E27FC236}">
                <a16:creationId xmlns:a16="http://schemas.microsoft.com/office/drawing/2014/main" id="{B985D751-15DE-219A-6665-41BB7EE01FB2}"/>
              </a:ext>
            </a:extLst>
          </p:cNvPr>
          <p:cNvSpPr/>
          <p:nvPr/>
        </p:nvSpPr>
        <p:spPr bwMode="auto">
          <a:xfrm>
            <a:off x="441433" y="664592"/>
            <a:ext cx="11296478" cy="5899329"/>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AE" sz="1900" b="0" i="0" u="none" strike="noStrike" kern="1200" cap="none" spc="0" normalizeH="0" baseline="0" noProof="0">
              <a:ln>
                <a:noFill/>
              </a:ln>
              <a:solidFill>
                <a:prstClr val="black"/>
              </a:solidFill>
              <a:effectLst/>
              <a:uLnTx/>
              <a:uFillTx/>
              <a:latin typeface="Arial" charset="0"/>
              <a:ea typeface="+mn-ea"/>
              <a:cs typeface="Arial" charset="0"/>
            </a:endParaRPr>
          </a:p>
        </p:txBody>
      </p:sp>
      <p:sp>
        <p:nvSpPr>
          <p:cNvPr id="4" name="Title" hidden="1">
            <a:extLst>
              <a:ext uri="{FF2B5EF4-FFF2-40B4-BE49-F238E27FC236}">
                <a16:creationId xmlns:a16="http://schemas.microsoft.com/office/drawing/2014/main" id="{3E5FBBBA-CDD8-BD7F-EC4F-528C94C9010A}"/>
              </a:ext>
            </a:extLst>
          </p:cNvPr>
          <p:cNvSpPr>
            <a:spLocks noGrp="1"/>
          </p:cNvSpPr>
          <p:nvPr>
            <p:ph type="title"/>
          </p:nvPr>
        </p:nvSpPr>
        <p:spPr/>
        <p:txBody>
          <a:bodyPr/>
          <a:lstStyle/>
          <a:p>
            <a:r>
              <a:t>📃Daily Report</a:t>
            </a:r>
          </a:p>
        </p:txBody>
      </p:sp>
      <p:sp>
        <p:nvSpPr>
          <p:cNvPr id="6" name="Title 1">
            <a:extLst>
              <a:ext uri="{FF2B5EF4-FFF2-40B4-BE49-F238E27FC236}">
                <a16:creationId xmlns:a16="http://schemas.microsoft.com/office/drawing/2014/main" id="{AFE9A72F-43FC-687D-D9D6-58B0EBABD3DE}"/>
              </a:ext>
            </a:extLst>
          </p:cNvPr>
          <p:cNvSpPr txBox="1">
            <a:spLocks/>
          </p:cNvSpPr>
          <p:nvPr/>
        </p:nvSpPr>
        <p:spPr>
          <a:xfrm>
            <a:off x="62144" y="13224"/>
            <a:ext cx="12192000" cy="631031"/>
          </a:xfrm>
        </p:spPr>
        <p:txBody>
          <a:bodyPr lIns="91440" tIns="45720" rIns="91440" bIns="45720" anchor="ctr"/>
          <a:lstStyle>
            <a:lvl1pPr algn="l" rtl="0" eaLnBrk="1" fontAlgn="base" hangingPunct="1">
              <a:spcBef>
                <a:spcPct val="0"/>
              </a:spcBef>
              <a:spcAft>
                <a:spcPct val="0"/>
              </a:spcAft>
              <a:defRPr sz="3200" b="0">
                <a:solidFill>
                  <a:schemeClr val="bg1"/>
                </a:solidFill>
                <a:latin typeface="+mj-lt"/>
                <a:ea typeface="+mj-ea"/>
                <a:cs typeface="+mj-cs"/>
              </a:defRPr>
            </a:lvl1pPr>
            <a:lvl2pPr algn="ctr" rtl="0" eaLnBrk="1" fontAlgn="base" hangingPunct="1">
              <a:spcBef>
                <a:spcPct val="0"/>
              </a:spcBef>
              <a:spcAft>
                <a:spcPct val="0"/>
              </a:spcAft>
              <a:defRPr sz="2400" b="1">
                <a:solidFill>
                  <a:schemeClr val="bg1"/>
                </a:solidFill>
                <a:latin typeface="Verdana" pitchFamily="34" charset="0"/>
                <a:cs typeface="Times New Roman" pitchFamily="18" charset="0"/>
              </a:defRPr>
            </a:lvl2pPr>
            <a:lvl3pPr algn="ctr" rtl="0" eaLnBrk="1" fontAlgn="base" hangingPunct="1">
              <a:spcBef>
                <a:spcPct val="0"/>
              </a:spcBef>
              <a:spcAft>
                <a:spcPct val="0"/>
              </a:spcAft>
              <a:defRPr sz="2400" b="1">
                <a:solidFill>
                  <a:schemeClr val="bg1"/>
                </a:solidFill>
                <a:latin typeface="Verdana" pitchFamily="34" charset="0"/>
                <a:cs typeface="Times New Roman" pitchFamily="18" charset="0"/>
              </a:defRPr>
            </a:lvl3pPr>
            <a:lvl4pPr algn="ctr" rtl="0" eaLnBrk="1" fontAlgn="base" hangingPunct="1">
              <a:spcBef>
                <a:spcPct val="0"/>
              </a:spcBef>
              <a:spcAft>
                <a:spcPct val="0"/>
              </a:spcAft>
              <a:defRPr sz="2400" b="1">
                <a:solidFill>
                  <a:schemeClr val="bg1"/>
                </a:solidFill>
                <a:latin typeface="Verdana" pitchFamily="34" charset="0"/>
                <a:cs typeface="Times New Roman" pitchFamily="18" charset="0"/>
              </a:defRPr>
            </a:lvl4pPr>
            <a:lvl5pPr algn="ctr" rtl="0" eaLnBrk="1" fontAlgn="base" hangingPunct="1">
              <a:spcBef>
                <a:spcPct val="0"/>
              </a:spcBef>
              <a:spcAft>
                <a:spcPct val="0"/>
              </a:spcAft>
              <a:defRPr sz="2400" b="1">
                <a:solidFill>
                  <a:schemeClr val="bg1"/>
                </a:solidFill>
                <a:latin typeface="Verdana" pitchFamily="34" charset="0"/>
                <a:cs typeface="Times New Roman" pitchFamily="18" charset="0"/>
              </a:defRPr>
            </a:lvl5pPr>
            <a:lvl6pPr marL="342900" algn="ctr" rtl="0" eaLnBrk="1" fontAlgn="base" hangingPunct="1">
              <a:spcBef>
                <a:spcPct val="0"/>
              </a:spcBef>
              <a:spcAft>
                <a:spcPct val="0"/>
              </a:spcAft>
              <a:defRPr sz="2400" b="1">
                <a:solidFill>
                  <a:schemeClr val="bg1"/>
                </a:solidFill>
                <a:latin typeface="Verdana" pitchFamily="34" charset="0"/>
                <a:cs typeface="Times New Roman" pitchFamily="18" charset="0"/>
              </a:defRPr>
            </a:lvl6pPr>
            <a:lvl7pPr marL="685800" algn="ctr" rtl="0" eaLnBrk="1" fontAlgn="base" hangingPunct="1">
              <a:spcBef>
                <a:spcPct val="0"/>
              </a:spcBef>
              <a:spcAft>
                <a:spcPct val="0"/>
              </a:spcAft>
              <a:defRPr sz="2400" b="1">
                <a:solidFill>
                  <a:schemeClr val="bg1"/>
                </a:solidFill>
                <a:latin typeface="Verdana" pitchFamily="34" charset="0"/>
                <a:cs typeface="Times New Roman" pitchFamily="18" charset="0"/>
              </a:defRPr>
            </a:lvl7pPr>
            <a:lvl8pPr marL="1028700" algn="ctr" rtl="0" eaLnBrk="1" fontAlgn="base" hangingPunct="1">
              <a:spcBef>
                <a:spcPct val="0"/>
              </a:spcBef>
              <a:spcAft>
                <a:spcPct val="0"/>
              </a:spcAft>
              <a:defRPr sz="2400" b="1">
                <a:solidFill>
                  <a:schemeClr val="bg1"/>
                </a:solidFill>
                <a:latin typeface="Verdana" pitchFamily="34" charset="0"/>
                <a:cs typeface="Times New Roman" pitchFamily="18" charset="0"/>
              </a:defRPr>
            </a:lvl8pPr>
            <a:lvl9pPr marL="1371600" algn="ctr" rtl="0" eaLnBrk="1" fontAlgn="base" hangingPunct="1">
              <a:spcBef>
                <a:spcPct val="0"/>
              </a:spcBef>
              <a:spcAft>
                <a:spcPct val="0"/>
              </a:spcAft>
              <a:defRPr sz="2400" b="1">
                <a:solidFill>
                  <a:schemeClr val="bg1"/>
                </a:solidFill>
                <a:latin typeface="Verdana" pitchFamily="34" charset="0"/>
                <a:cs typeface="Times New Roman"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0" cap="none" spc="0" normalizeH="0" baseline="0" noProof="0">
                <a:ln>
                  <a:noFill/>
                </a:ln>
                <a:solidFill>
                  <a:prstClr val="white"/>
                </a:solidFill>
                <a:effectLst/>
                <a:uLnTx/>
                <a:uFillTx/>
                <a:latin typeface="Verdana"/>
                <a:ea typeface="Verdana"/>
                <a:cs typeface="Verdana" panose="020B0604030504040204" pitchFamily="34" charset="0"/>
              </a:rPr>
              <a:t> Risk Trends 				           		               </a:t>
            </a:r>
            <a:endParaRPr kumimoji="0" lang="en-GB" sz="2000" b="0" i="0" u="none" strike="noStrike" kern="0" cap="none" spc="0" normalizeH="0" baseline="0" noProof="0">
              <a:ln>
                <a:noFill/>
              </a:ln>
              <a:solidFill>
                <a:prstClr val="white"/>
              </a:solidFill>
              <a:effectLst/>
              <a:uLnTx/>
              <a:uFillTx/>
              <a:latin typeface="Verdana"/>
              <a:ea typeface="Verdana"/>
              <a:cs typeface="Verdana" panose="020B0604030504040204" pitchFamily="34" charset="0"/>
            </a:endParaRPr>
          </a:p>
        </p:txBody>
      </p:sp>
      <p:sp>
        <p:nvSpPr>
          <p:cNvPr id="2" name="Rectangle 1">
            <a:extLst>
              <a:ext uri="{FF2B5EF4-FFF2-40B4-BE49-F238E27FC236}">
                <a16:creationId xmlns:a16="http://schemas.microsoft.com/office/drawing/2014/main" id="{62D2B483-6999-5F06-01EB-5EEE0F929CE5}"/>
              </a:ext>
            </a:extLst>
          </p:cNvPr>
          <p:cNvSpPr/>
          <p:nvPr/>
        </p:nvSpPr>
        <p:spPr bwMode="auto">
          <a:xfrm>
            <a:off x="62144" y="6664348"/>
            <a:ext cx="1538056" cy="163950"/>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AE" sz="1900" b="0" i="0" u="none" strike="noStrike" kern="1200" cap="none" spc="0" normalizeH="0" baseline="0" noProof="0">
              <a:ln>
                <a:noFill/>
              </a:ln>
              <a:solidFill>
                <a:prstClr val="black"/>
              </a:solidFill>
              <a:effectLst/>
              <a:uLnTx/>
              <a:uFillTx/>
              <a:latin typeface="Arial" charset="0"/>
              <a:ea typeface="+mn-ea"/>
              <a:cs typeface="Arial" charset="0"/>
            </a:endParaRPr>
          </a:p>
        </p:txBody>
      </p:sp>
      <p:sp>
        <p:nvSpPr>
          <p:cNvPr id="5" name="Slide Number Placeholder 3">
            <a:extLst>
              <a:ext uri="{FF2B5EF4-FFF2-40B4-BE49-F238E27FC236}">
                <a16:creationId xmlns:a16="http://schemas.microsoft.com/office/drawing/2014/main" id="{5BB99FE5-C7DF-AC91-5428-04D1857D1860}"/>
              </a:ext>
            </a:extLst>
          </p:cNvPr>
          <p:cNvSpPr txBox="1">
            <a:spLocks/>
          </p:cNvSpPr>
          <p:nvPr/>
        </p:nvSpPr>
        <p:spPr>
          <a:xfrm>
            <a:off x="11562761" y="6624251"/>
            <a:ext cx="914400" cy="233749"/>
          </a:xfrm>
          <a:prstGeom prst="rect">
            <a:avLst/>
          </a:prstGeom>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fld id="{6516E9BE-843C-4425-80E4-36155279AD5E}" type="slidenum">
              <a:rPr kumimoji="0" lang="en-GB" sz="1200" b="1" i="0" u="none" strike="noStrike" kern="1200" cap="none" spc="0" normalizeH="0" baseline="0" noProof="0" smtClean="0">
                <a:ln>
                  <a:noFill/>
                </a:ln>
                <a:solidFill>
                  <a:srgbClr val="2D2926"/>
                </a:solidFill>
                <a:effectLst/>
                <a:uLnTx/>
                <a:uFillTx/>
                <a:latin typeface="Calibri"/>
                <a:ea typeface="+mn-ea"/>
                <a:cs typeface="Arial" charset="0"/>
              </a:rPr>
              <a:pPr marL="0" marR="0" lvl="0" indent="0" algn="ctr" defTabSz="914400" rtl="0" eaLnBrk="1" fontAlgn="base" latinLnBrk="0" hangingPunct="1">
                <a:lnSpc>
                  <a:spcPct val="100000"/>
                </a:lnSpc>
                <a:spcBef>
                  <a:spcPct val="0"/>
                </a:spcBef>
                <a:spcAft>
                  <a:spcPct val="0"/>
                </a:spcAft>
                <a:buClrTx/>
                <a:buSzTx/>
                <a:buFontTx/>
                <a:buNone/>
                <a:tabLst/>
                <a:defRPr/>
              </a:pPr>
              <a:t>17</a:t>
            </a:fld>
            <a:endParaRPr kumimoji="0" lang="en-GB" sz="1200" b="1" i="0" u="none" strike="noStrike" kern="1200" cap="none" spc="0" normalizeH="0" baseline="0" noProof="0" dirty="0">
              <a:ln>
                <a:noFill/>
              </a:ln>
              <a:solidFill>
                <a:srgbClr val="2D2926"/>
              </a:solidFill>
              <a:effectLst/>
              <a:uLnTx/>
              <a:uFillTx/>
              <a:latin typeface="Calibri"/>
              <a:ea typeface="+mn-ea"/>
              <a:cs typeface="Arial" charset="0"/>
            </a:endParaRPr>
          </a:p>
        </p:txBody>
      </p:sp>
      <p:sp>
        <p:nvSpPr>
          <p:cNvPr id="3" name="Text 1">
            <a:extLst>
              <a:ext uri="{FF2B5EF4-FFF2-40B4-BE49-F238E27FC236}">
                <a16:creationId xmlns:a16="http://schemas.microsoft.com/office/drawing/2014/main" id="{430CA98B-28B6-B427-BEC8-1635C4805BEF}"/>
              </a:ext>
            </a:extLst>
          </p:cNvPr>
          <p:cNvSpPr/>
          <p:nvPr/>
        </p:nvSpPr>
        <p:spPr>
          <a:xfrm>
            <a:off x="436920" y="667696"/>
            <a:ext cx="11296478" cy="272474"/>
          </a:xfrm>
          <a:prstGeom prst="rect">
            <a:avLst/>
          </a:prstGeom>
          <a:solidFill>
            <a:schemeClr val="accent5">
              <a:lumMod val="90000"/>
              <a:lumOff val="10000"/>
            </a:schemeClr>
          </a:solidFill>
          <a:ln/>
        </p:spPr>
        <p:txBody>
          <a:bodyPr wrap="square" lIns="0" tIns="0" rIns="0" bIns="0" rtlCol="0" anchor="t"/>
          <a:lstStyle/>
          <a:p>
            <a:pPr marL="0" marR="0" lvl="0" indent="0" algn="ctr" defTabSz="914400" rtl="0" eaLnBrk="1" fontAlgn="base" latinLnBrk="0" hangingPunct="1">
              <a:lnSpc>
                <a:spcPts val="1833"/>
              </a:lnSpc>
              <a:spcBef>
                <a:spcPct val="0"/>
              </a:spcBef>
              <a:spcAft>
                <a:spcPct val="0"/>
              </a:spcAft>
              <a:buClrTx/>
              <a:buSzTx/>
              <a:buFontTx/>
              <a:buNone/>
              <a:tabLst/>
              <a:defRPr/>
            </a:pPr>
            <a:r>
              <a:rPr kumimoji="0" lang="en-US" sz="1150" b="0" i="0" u="none" strike="noStrike" kern="1200" cap="none" spc="0" normalizeH="0" baseline="0" noProof="0">
                <a:ln>
                  <a:noFill/>
                </a:ln>
                <a:solidFill>
                  <a:srgbClr val="FFFFFF"/>
                </a:solidFill>
                <a:effectLst/>
                <a:uLnTx/>
                <a:uFillTx/>
                <a:latin typeface="Verdana"/>
                <a:ea typeface="Verdana"/>
                <a:cs typeface="Roboto Light"/>
              </a:rPr>
              <a:t>Open Action Plan Review &amp; Closure Trends</a:t>
            </a:r>
            <a:endParaRPr kumimoji="0" lang="en-US" sz="1800" b="0" i="0" u="none" strike="noStrike" kern="1200" cap="none" spc="0" normalizeH="0" baseline="0" noProof="0">
              <a:ln>
                <a:noFill/>
              </a:ln>
              <a:solidFill>
                <a:srgbClr val="FFFFFF"/>
              </a:solidFill>
              <a:effectLst/>
              <a:uLnTx/>
              <a:uFillTx/>
              <a:latin typeface="Arial" charset="0"/>
              <a:ea typeface="+mn-ea"/>
              <a:cs typeface="Arial" charset="0"/>
            </a:endParaRPr>
          </a:p>
          <a:p>
            <a:pPr marL="0" marR="0" lvl="0" indent="0" algn="ctr" defTabSz="914400" rtl="0" eaLnBrk="1" fontAlgn="base" latinLnBrk="0" hangingPunct="1">
              <a:lnSpc>
                <a:spcPts val="1833"/>
              </a:lnSpc>
              <a:spcBef>
                <a:spcPct val="0"/>
              </a:spcBef>
              <a:spcAft>
                <a:spcPct val="0"/>
              </a:spcAft>
              <a:buClrTx/>
              <a:buSzTx/>
              <a:buFontTx/>
              <a:buNone/>
              <a:tabLst/>
              <a:defRPr/>
            </a:pPr>
            <a:endParaRPr kumimoji="0" lang="en-US" sz="1167" b="0" i="0" u="none" strike="noStrike" kern="1200" cap="none" spc="0" normalizeH="0" baseline="0" noProof="0">
              <a:ln>
                <a:noFill/>
              </a:ln>
              <a:solidFill>
                <a:srgbClr val="FFFFFF"/>
              </a:solidFill>
              <a:effectLst/>
              <a:uLnTx/>
              <a:uFillTx/>
              <a:latin typeface="Verdana" panose="020B0604030504040204" pitchFamily="34" charset="0"/>
              <a:ea typeface="Verdana" panose="020B0604030504040204" pitchFamily="34" charset="0"/>
              <a:cs typeface="Roboto Light" pitchFamily="34" charset="-120"/>
            </a:endParaRPr>
          </a:p>
          <a:p>
            <a:pPr marL="0" marR="0" lvl="0" indent="0" algn="ctr" defTabSz="914400" rtl="0" eaLnBrk="1" fontAlgn="base" latinLnBrk="0" hangingPunct="1">
              <a:lnSpc>
                <a:spcPts val="1833"/>
              </a:lnSpc>
              <a:spcBef>
                <a:spcPct val="0"/>
              </a:spcBef>
              <a:spcAft>
                <a:spcPct val="0"/>
              </a:spcAft>
              <a:buClrTx/>
              <a:buSzTx/>
              <a:buFontTx/>
              <a:buNone/>
              <a:tabLst/>
              <a:defRPr/>
            </a:pPr>
            <a:endParaRPr kumimoji="0" lang="en-US" sz="1167" b="0" i="0" u="none" strike="noStrike" kern="1200" cap="none" spc="0" normalizeH="0" baseline="0" noProof="0">
              <a:ln>
                <a:noFill/>
              </a:ln>
              <a:solidFill>
                <a:srgbClr val="FFFFFF"/>
              </a:solidFill>
              <a:effectLst/>
              <a:uLnTx/>
              <a:uFillTx/>
              <a:latin typeface="Verdana" panose="020B0604030504040204" pitchFamily="34" charset="0"/>
              <a:ea typeface="Verdana" panose="020B0604030504040204" pitchFamily="34" charset="0"/>
              <a:cs typeface="Arial" charset="0"/>
            </a:endParaRPr>
          </a:p>
        </p:txBody>
      </p:sp>
      <p:pic>
        <p:nvPicPr>
          <p:cNvPr id="9" name="Picture 8">
            <a:extLst>
              <a:ext uri="{FF2B5EF4-FFF2-40B4-BE49-F238E27FC236}">
                <a16:creationId xmlns:a16="http://schemas.microsoft.com/office/drawing/2014/main" id="{E24C71A8-7014-CE7D-96B6-4EA1ED0F1EA9}"/>
              </a:ext>
            </a:extLst>
          </p:cNvPr>
          <p:cNvPicPr>
            <a:picLocks/>
          </p:cNvPicPr>
          <p:nvPr/>
        </p:nvPicPr>
        <p:blipFill>
          <a:blip r:embed="rId3">
            <a:extLst>
              <a:ext uri="{28A0092B-C50C-407E-A947-70E740481C1C}">
                <a14:useLocalDpi xmlns:a14="http://schemas.microsoft.com/office/drawing/2010/main" val="0"/>
              </a:ext>
            </a:extLst>
          </a:blip>
          <a:srcRect/>
          <a:stretch/>
        </p:blipFill>
        <p:spPr>
          <a:xfrm>
            <a:off x="1677584" y="1107943"/>
            <a:ext cx="8961120" cy="3346704"/>
          </a:xfrm>
          <a:prstGeom prst="rect">
            <a:avLst/>
          </a:prstGeom>
        </p:spPr>
      </p:pic>
      <p:sp>
        <p:nvSpPr>
          <p:cNvPr id="13" name="TextBox 12">
            <a:extLst>
              <a:ext uri="{FF2B5EF4-FFF2-40B4-BE49-F238E27FC236}">
                <a16:creationId xmlns:a16="http://schemas.microsoft.com/office/drawing/2014/main" id="{7312FAFF-98E2-2497-5A35-4ECDC078E820}"/>
              </a:ext>
            </a:extLst>
          </p:cNvPr>
          <p:cNvSpPr txBox="1"/>
          <p:nvPr/>
        </p:nvSpPr>
        <p:spPr>
          <a:xfrm>
            <a:off x="1845297" y="4458361"/>
            <a:ext cx="5262877" cy="215444"/>
          </a:xfrm>
          <a:prstGeom prst="rect">
            <a:avLst/>
          </a:prstGeom>
          <a:noFill/>
        </p:spPr>
        <p:txBody>
          <a:bodyPr wrap="square" rtlCol="0" anchor="t">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800" b="1" i="0" u="none" strike="noStrike" kern="1200" cap="none" spc="0" normalizeH="0" baseline="0" noProof="0">
                <a:ln>
                  <a:noFill/>
                </a:ln>
                <a:solidFill>
                  <a:srgbClr val="2D2926"/>
                </a:solidFill>
                <a:effectLst/>
                <a:uLnTx/>
                <a:uFillTx/>
                <a:latin typeface="Verdana" panose="020B0604030504040204" pitchFamily="34" charset="0"/>
                <a:ea typeface="Verdana" panose="020B0604030504040204" pitchFamily="34" charset="0"/>
                <a:cs typeface="Arial" charset="0"/>
              </a:rPr>
              <a:t>* Data Analysis Time Period : 3</a:t>
            </a:r>
            <a:r>
              <a:rPr kumimoji="0" lang="en-US" sz="800" b="1" i="0" u="none" strike="noStrike" kern="1200" cap="none" spc="0" normalizeH="0" baseline="30000" noProof="0">
                <a:ln>
                  <a:noFill/>
                </a:ln>
                <a:solidFill>
                  <a:srgbClr val="2D2926"/>
                </a:solidFill>
                <a:effectLst/>
                <a:uLnTx/>
                <a:uFillTx/>
                <a:latin typeface="Verdana" panose="020B0604030504040204" pitchFamily="34" charset="0"/>
                <a:ea typeface="Verdana" panose="020B0604030504040204" pitchFamily="34" charset="0"/>
                <a:cs typeface="Arial" charset="0"/>
              </a:rPr>
              <a:t>rd</a:t>
            </a:r>
            <a:r>
              <a:rPr kumimoji="0" lang="en-US" sz="800" b="1" i="0" u="none" strike="noStrike" kern="1200" cap="none" spc="0" normalizeH="0" baseline="0" noProof="0">
                <a:ln>
                  <a:noFill/>
                </a:ln>
                <a:solidFill>
                  <a:srgbClr val="2D2926"/>
                </a:solidFill>
                <a:effectLst/>
                <a:uLnTx/>
                <a:uFillTx/>
                <a:latin typeface="Verdana" panose="020B0604030504040204" pitchFamily="34" charset="0"/>
                <a:ea typeface="Verdana" panose="020B0604030504040204" pitchFamily="34" charset="0"/>
                <a:cs typeface="Arial" charset="0"/>
              </a:rPr>
              <a:t> June 2022 to 9</a:t>
            </a:r>
            <a:r>
              <a:rPr kumimoji="0" lang="en-US" sz="800" b="1" i="0" u="none" strike="noStrike" kern="1200" cap="none" spc="0" normalizeH="0" baseline="30000" noProof="0">
                <a:ln>
                  <a:noFill/>
                </a:ln>
                <a:solidFill>
                  <a:srgbClr val="2D2926"/>
                </a:solidFill>
                <a:effectLst/>
                <a:uLnTx/>
                <a:uFillTx/>
                <a:latin typeface="Verdana" panose="020B0604030504040204" pitchFamily="34" charset="0"/>
                <a:ea typeface="Verdana" panose="020B0604030504040204" pitchFamily="34" charset="0"/>
                <a:cs typeface="Arial" charset="0"/>
              </a:rPr>
              <a:t>th</a:t>
            </a:r>
            <a:r>
              <a:rPr kumimoji="0" lang="en-US" sz="800" b="1" i="0" u="none" strike="noStrike" kern="1200" cap="none" spc="0" normalizeH="0" baseline="0" noProof="0">
                <a:ln>
                  <a:noFill/>
                </a:ln>
                <a:solidFill>
                  <a:srgbClr val="2D2926"/>
                </a:solidFill>
                <a:effectLst/>
                <a:uLnTx/>
                <a:uFillTx/>
                <a:latin typeface="Verdana" panose="020B0604030504040204" pitchFamily="34" charset="0"/>
                <a:ea typeface="Verdana" panose="020B0604030504040204" pitchFamily="34" charset="0"/>
                <a:cs typeface="Arial" charset="0"/>
              </a:rPr>
              <a:t> April 2026</a:t>
            </a:r>
          </a:p>
        </p:txBody>
      </p:sp>
      <p:sp>
        <p:nvSpPr>
          <p:cNvPr id="14" name="Rectangle: Rounded Corners 13">
            <a:extLst>
              <a:ext uri="{FF2B5EF4-FFF2-40B4-BE49-F238E27FC236}">
                <a16:creationId xmlns:a16="http://schemas.microsoft.com/office/drawing/2014/main" id="{3A0BC415-C865-903E-44A8-D32A6DA6C82F}"/>
              </a:ext>
            </a:extLst>
          </p:cNvPr>
          <p:cNvSpPr/>
          <p:nvPr/>
        </p:nvSpPr>
        <p:spPr bwMode="auto">
          <a:xfrm>
            <a:off x="616345" y="4918335"/>
            <a:ext cx="11027604" cy="1456961"/>
          </a:xfrm>
          <a:prstGeom prst="roundRect">
            <a:avLst/>
          </a:prstGeom>
          <a:solidFill>
            <a:schemeClr val="bg1">
              <a:lumMod val="95000"/>
            </a:schemeClr>
          </a:solidFill>
          <a:ln w="9525" cap="flat" cmpd="sng" algn="ctr">
            <a:solidFill>
              <a:schemeClr val="bg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900" b="0" i="0" u="none" strike="noStrike" kern="1200" cap="none" spc="0" normalizeH="0" baseline="0" noProof="0">
              <a:ln>
                <a:noFill/>
              </a:ln>
              <a:solidFill>
                <a:srgbClr val="2D2926"/>
              </a:solidFill>
              <a:effectLst/>
              <a:uLnTx/>
              <a:uFillTx/>
              <a:latin typeface="Arial" charset="0"/>
              <a:ea typeface="+mn-ea"/>
              <a:cs typeface="Arial" charset="0"/>
            </a:endParaRPr>
          </a:p>
        </p:txBody>
      </p:sp>
      <p:sp>
        <p:nvSpPr>
          <p:cNvPr id="15" name="TextBox 14">
            <a:extLst>
              <a:ext uri="{FF2B5EF4-FFF2-40B4-BE49-F238E27FC236}">
                <a16:creationId xmlns:a16="http://schemas.microsoft.com/office/drawing/2014/main" id="{7BC53551-56EB-C46E-15B4-88573E61E6ED}"/>
              </a:ext>
            </a:extLst>
          </p:cNvPr>
          <p:cNvSpPr txBox="1"/>
          <p:nvPr/>
        </p:nvSpPr>
        <p:spPr>
          <a:xfrm>
            <a:off x="620859" y="4918336"/>
            <a:ext cx="11112538" cy="1246495"/>
          </a:xfrm>
          <a:prstGeom prst="rect">
            <a:avLst/>
          </a:prstGeom>
          <a:noFill/>
        </p:spPr>
        <p:txBody>
          <a:bodyPr wrap="square" lIns="91440" tIns="45720" rIns="91440" bIns="45720" rtlCol="0" anchor="t">
            <a:spAutoFit/>
          </a:bodyPr>
          <a:lstStyle/>
          <a:p>
            <a:pPr marL="0" marR="0" lvl="0" indent="0" algn="l" defTabSz="914400" rtl="0" eaLnBrk="1" fontAlgn="t" latinLnBrk="0" hangingPunct="1">
              <a:lnSpc>
                <a:spcPct val="150000"/>
              </a:lnSpc>
              <a:spcBef>
                <a:spcPct val="0"/>
              </a:spcBef>
              <a:spcAft>
                <a:spcPct val="0"/>
              </a:spcAft>
              <a:buClrTx/>
              <a:buSzTx/>
              <a:buFontTx/>
              <a:buNone/>
              <a:tabLst/>
              <a:defRPr/>
            </a:pPr>
            <a:r>
              <a:rPr kumimoji="0" lang="en-US" sz="1000" b="1" i="0" u="none" strike="noStrike" kern="1200" cap="none" spc="0" normalizeH="0" baseline="0" noProof="0">
                <a:ln>
                  <a:noFill/>
                </a:ln>
                <a:solidFill>
                  <a:srgbClr val="2D2926"/>
                </a:solidFill>
                <a:effectLst/>
                <a:uLnTx/>
                <a:uFillTx/>
                <a:latin typeface="Verdana" panose="020B0604030504040204" pitchFamily="34" charset="0"/>
                <a:ea typeface="Verdana" panose="020B0604030504040204" pitchFamily="34" charset="0"/>
                <a:cs typeface="Arial" charset="0"/>
              </a:rPr>
              <a:t>Commentary</a:t>
            </a:r>
          </a:p>
          <a:p>
            <a:pPr marL="171450" marR="0" lvl="0" indent="-171450" algn="l" defTabSz="914400" rtl="0" eaLnBrk="1" fontAlgn="t" latinLnBrk="0" hangingPunct="1">
              <a:lnSpc>
                <a:spcPct val="150000"/>
              </a:lnSpc>
              <a:spcBef>
                <a:spcPct val="0"/>
              </a:spcBef>
              <a:spcAft>
                <a:spcPct val="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2D2926"/>
                </a:solidFill>
                <a:effectLst/>
                <a:uLnTx/>
                <a:uFillTx/>
                <a:latin typeface="Verdana"/>
                <a:ea typeface="Verdana"/>
                <a:cs typeface="Arial"/>
              </a:rPr>
              <a:t>Overall risk remediation momentum remains positive, with a ~12% reduction in total open action plans.</a:t>
            </a:r>
            <a:endParaRPr lang="en-US" sz="1000" b="0" i="0" u="none" strike="noStrike" kern="1200" cap="none" spc="0" normalizeH="0" baseline="0" noProof="0">
              <a:ln>
                <a:noFill/>
              </a:ln>
              <a:solidFill>
                <a:srgbClr val="2D2926"/>
              </a:solidFill>
              <a:effectLst/>
              <a:uLnTx/>
              <a:uFillTx/>
              <a:latin typeface="Verdana"/>
              <a:ea typeface="Verdana"/>
              <a:cs typeface="Arial"/>
            </a:endParaRPr>
          </a:p>
          <a:p>
            <a:pPr marL="171450" marR="0" lvl="0" indent="-171450" algn="l" defTabSz="914400" rtl="0" eaLnBrk="1" fontAlgn="t" latinLnBrk="0" hangingPunct="1">
              <a:lnSpc>
                <a:spcPct val="150000"/>
              </a:lnSpc>
              <a:spcBef>
                <a:spcPct val="0"/>
              </a:spcBef>
              <a:spcAft>
                <a:spcPct val="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2D2926"/>
                </a:solidFill>
                <a:effectLst/>
                <a:uLnTx/>
                <a:uFillTx/>
                <a:latin typeface="Verdana"/>
                <a:ea typeface="Verdana"/>
                <a:cs typeface="Arial"/>
              </a:rPr>
              <a:t>Operational and Regulatory risks remain dominant, though materially reduced, indicating effective closures (135 </a:t>
            </a:r>
            <a:r>
              <a:rPr kumimoji="0" lang="en-US" sz="1000" b="0" i="0" u="none" strike="noStrike" kern="1200" cap="none" spc="0" normalizeH="0" baseline="0" noProof="0">
                <a:ln>
                  <a:noFill/>
                </a:ln>
                <a:solidFill>
                  <a:srgbClr val="2D2926"/>
                </a:solidFill>
                <a:effectLst/>
                <a:uLnTx/>
                <a:uFillTx/>
                <a:latin typeface="Verdana"/>
                <a:ea typeface="Verdana"/>
                <a:cs typeface="Arial"/>
                <a:sym typeface="Wingdings" panose="05000000000000000000" pitchFamily="2" charset="2"/>
              </a:rPr>
              <a:t></a:t>
            </a:r>
            <a:r>
              <a:rPr kumimoji="0" lang="en-US" sz="1000" b="0" i="0" u="none" strike="noStrike" kern="1200" cap="none" spc="0" normalizeH="0" baseline="0" noProof="0">
                <a:ln>
                  <a:noFill/>
                </a:ln>
                <a:solidFill>
                  <a:srgbClr val="2D2926"/>
                </a:solidFill>
                <a:effectLst/>
                <a:uLnTx/>
                <a:uFillTx/>
                <a:latin typeface="Verdana"/>
                <a:ea typeface="Verdana"/>
                <a:cs typeface="Arial"/>
              </a:rPr>
              <a:t> 104, ~23% and 61 </a:t>
            </a:r>
            <a:r>
              <a:rPr kumimoji="0" lang="en-US" sz="1000" b="0" i="0" u="none" strike="noStrike" kern="1200" cap="none" spc="0" normalizeH="0" baseline="0" noProof="0">
                <a:ln>
                  <a:noFill/>
                </a:ln>
                <a:solidFill>
                  <a:srgbClr val="2D2926"/>
                </a:solidFill>
                <a:effectLst/>
                <a:uLnTx/>
                <a:uFillTx/>
                <a:latin typeface="Verdana"/>
                <a:ea typeface="Verdana"/>
                <a:cs typeface="Arial"/>
                <a:sym typeface="Wingdings" panose="05000000000000000000" pitchFamily="2" charset="2"/>
              </a:rPr>
              <a:t> </a:t>
            </a:r>
            <a:r>
              <a:rPr kumimoji="0" lang="en-US" sz="1000" b="0" i="0" u="none" strike="noStrike" kern="1200" cap="none" spc="0" normalizeH="0" baseline="0" noProof="0">
                <a:ln>
                  <a:noFill/>
                </a:ln>
                <a:solidFill>
                  <a:srgbClr val="2D2926"/>
                </a:solidFill>
                <a:effectLst/>
                <a:uLnTx/>
                <a:uFillTx/>
                <a:latin typeface="Verdana"/>
                <a:ea typeface="Verdana"/>
                <a:cs typeface="Arial"/>
              </a:rPr>
              <a:t>46, ~25%).</a:t>
            </a:r>
            <a:endParaRPr lang="en-US" sz="1000" b="0" i="0" u="none" strike="noStrike" kern="1200" cap="none" spc="0" normalizeH="0" baseline="0" noProof="0">
              <a:ln>
                <a:noFill/>
              </a:ln>
              <a:solidFill>
                <a:srgbClr val="2D2926"/>
              </a:solidFill>
              <a:effectLst/>
              <a:uLnTx/>
              <a:uFillTx/>
              <a:latin typeface="Verdana"/>
              <a:ea typeface="Verdana"/>
              <a:cs typeface="Arial"/>
            </a:endParaRPr>
          </a:p>
          <a:p>
            <a:pPr marL="171450" marR="0" lvl="0" indent="-171450" algn="l" defTabSz="914400" rtl="0" eaLnBrk="1" fontAlgn="t" latinLnBrk="0" hangingPunct="1">
              <a:lnSpc>
                <a:spcPct val="150000"/>
              </a:lnSpc>
              <a:spcBef>
                <a:spcPct val="0"/>
              </a:spcBef>
              <a:spcAft>
                <a:spcPct val="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2D2926"/>
                </a:solidFill>
                <a:effectLst/>
                <a:uLnTx/>
                <a:uFillTx/>
                <a:latin typeface="Verdana" panose="020B0604030504040204" pitchFamily="34" charset="0"/>
                <a:ea typeface="Verdana" panose="020B0604030504040204" pitchFamily="34" charset="0"/>
                <a:cs typeface="Arial" charset="0"/>
              </a:rPr>
              <a:t>Third‑Party related open issues decreased materially, with open action plans declining from 19 to 6 (~68%).</a:t>
            </a:r>
          </a:p>
          <a:p>
            <a:pPr marL="171450" indent="-171450" fontAlgn="t">
              <a:lnSpc>
                <a:spcPct val="150000"/>
              </a:lnSpc>
              <a:buFont typeface="Arial" panose="020B0604020202020204" pitchFamily="34" charset="0"/>
              <a:buChar char="•"/>
              <a:defRPr/>
            </a:pPr>
            <a:r>
              <a:rPr kumimoji="0" lang="en-US" sz="1000" b="0" i="0" u="none" strike="noStrike" kern="1200" cap="none" spc="0" normalizeH="0" baseline="0" noProof="0">
                <a:ln>
                  <a:noFill/>
                </a:ln>
                <a:solidFill>
                  <a:srgbClr val="2D2926"/>
                </a:solidFill>
                <a:effectLst/>
                <a:uLnTx/>
                <a:uFillTx/>
                <a:latin typeface="Verdana"/>
                <a:ea typeface="Verdana"/>
                <a:cs typeface="Arial"/>
              </a:rPr>
              <a:t>Increases in Credit, Technology, Market &amp; Liquidity, and Financial Crime risks </a:t>
            </a:r>
            <a:r>
              <a:rPr lang="en-US" sz="1000">
                <a:solidFill>
                  <a:srgbClr val="2D2926"/>
                </a:solidFill>
                <a:latin typeface="Verdana"/>
                <a:ea typeface="Verdana"/>
                <a:cs typeface="Arial"/>
              </a:rPr>
              <a:t>reflect audits completions and expanded</a:t>
            </a:r>
            <a:r>
              <a:rPr kumimoji="0" lang="en-US" sz="1000" b="0" i="0" u="none" strike="noStrike" kern="1200" cap="none" spc="0" normalizeH="0" baseline="0" noProof="0">
                <a:ln>
                  <a:noFill/>
                </a:ln>
                <a:solidFill>
                  <a:srgbClr val="2D2926"/>
                </a:solidFill>
                <a:effectLst/>
                <a:uLnTx/>
                <a:uFillTx/>
                <a:latin typeface="Verdana"/>
                <a:ea typeface="Verdana"/>
                <a:cs typeface="Arial"/>
              </a:rPr>
              <a:t> coverage.</a:t>
            </a:r>
            <a:endParaRPr lang="en-US" sz="1000" b="0" i="0" u="none" strike="noStrike" kern="1200" cap="none" spc="0" normalizeH="0" baseline="0" noProof="0">
              <a:ln>
                <a:noFill/>
              </a:ln>
              <a:solidFill>
                <a:srgbClr val="2D2926"/>
              </a:solidFill>
              <a:effectLst/>
              <a:uLnTx/>
              <a:uFillTx/>
              <a:latin typeface="Verdana"/>
              <a:ea typeface="Verdana"/>
              <a:cs typeface="Arial"/>
            </a:endParaRPr>
          </a:p>
        </p:txBody>
      </p:sp>
    </p:spTree>
    <p:extLst>
      <p:ext uri="{BB962C8B-B14F-4D97-AF65-F5344CB8AC3E}">
        <p14:creationId xmlns:p14="http://schemas.microsoft.com/office/powerpoint/2010/main" val="11542556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30361E-5116-4E8C-7B59-08E577D531FC}"/>
            </a:ext>
          </a:extLst>
        </p:cNvPr>
        <p:cNvGrpSpPr/>
        <p:nvPr/>
      </p:nvGrpSpPr>
      <p:grpSpPr>
        <a:xfrm>
          <a:off x="0" y="0"/>
          <a:ext cx="0" cy="0"/>
          <a:chOff x="0" y="0"/>
          <a:chExt cx="0" cy="0"/>
        </a:xfrm>
      </p:grpSpPr>
      <p:sp>
        <p:nvSpPr>
          <p:cNvPr id="24" name="Rectangle 23">
            <a:extLst>
              <a:ext uri="{FF2B5EF4-FFF2-40B4-BE49-F238E27FC236}">
                <a16:creationId xmlns:a16="http://schemas.microsoft.com/office/drawing/2014/main" id="{5B4F7340-8B12-49CA-47E2-8F0C1BF17B0C}"/>
              </a:ext>
            </a:extLst>
          </p:cNvPr>
          <p:cNvSpPr/>
          <p:nvPr/>
        </p:nvSpPr>
        <p:spPr bwMode="auto">
          <a:xfrm>
            <a:off x="475654" y="670888"/>
            <a:ext cx="11272179" cy="5956779"/>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AE" sz="1900" b="0" i="0" u="none" strike="noStrike" kern="1200" cap="none" spc="0" normalizeH="0" baseline="0" noProof="0">
              <a:ln>
                <a:noFill/>
              </a:ln>
              <a:solidFill>
                <a:prstClr val="black"/>
              </a:solidFill>
              <a:effectLst/>
              <a:uLnTx/>
              <a:uFillTx/>
              <a:latin typeface="Arial" charset="0"/>
              <a:ea typeface="+mn-ea"/>
              <a:cs typeface="Arial" charset="0"/>
            </a:endParaRPr>
          </a:p>
        </p:txBody>
      </p:sp>
      <p:sp>
        <p:nvSpPr>
          <p:cNvPr id="4" name="Title" hidden="1">
            <a:extLst>
              <a:ext uri="{FF2B5EF4-FFF2-40B4-BE49-F238E27FC236}">
                <a16:creationId xmlns:a16="http://schemas.microsoft.com/office/drawing/2014/main" id="{7E21234F-3D9F-5F7D-5C8D-955FC07D6CC3}"/>
              </a:ext>
            </a:extLst>
          </p:cNvPr>
          <p:cNvSpPr>
            <a:spLocks noGrp="1"/>
          </p:cNvSpPr>
          <p:nvPr>
            <p:ph type="title"/>
          </p:nvPr>
        </p:nvSpPr>
        <p:spPr/>
        <p:txBody>
          <a:bodyPr/>
          <a:lstStyle/>
          <a:p>
            <a:r>
              <a:t>📃Daily Report</a:t>
            </a:r>
          </a:p>
        </p:txBody>
      </p:sp>
      <p:sp>
        <p:nvSpPr>
          <p:cNvPr id="6" name="Title 1">
            <a:extLst>
              <a:ext uri="{FF2B5EF4-FFF2-40B4-BE49-F238E27FC236}">
                <a16:creationId xmlns:a16="http://schemas.microsoft.com/office/drawing/2014/main" id="{80026683-75AB-0E60-9962-2B4FD373C150}"/>
              </a:ext>
            </a:extLst>
          </p:cNvPr>
          <p:cNvSpPr txBox="1">
            <a:spLocks/>
          </p:cNvSpPr>
          <p:nvPr/>
        </p:nvSpPr>
        <p:spPr>
          <a:xfrm>
            <a:off x="149531" y="29702"/>
            <a:ext cx="12192000" cy="631031"/>
          </a:xfrm>
        </p:spPr>
        <p:txBody>
          <a:bodyPr lIns="91440" tIns="45720" rIns="91440" bIns="45720" anchor="ctr"/>
          <a:lstStyle>
            <a:lvl1pPr algn="l" rtl="0" eaLnBrk="1" fontAlgn="base" hangingPunct="1">
              <a:spcBef>
                <a:spcPct val="0"/>
              </a:spcBef>
              <a:spcAft>
                <a:spcPct val="0"/>
              </a:spcAft>
              <a:defRPr sz="3200" b="0">
                <a:solidFill>
                  <a:schemeClr val="bg1"/>
                </a:solidFill>
                <a:latin typeface="+mj-lt"/>
                <a:ea typeface="+mj-ea"/>
                <a:cs typeface="+mj-cs"/>
              </a:defRPr>
            </a:lvl1pPr>
            <a:lvl2pPr algn="ctr" rtl="0" eaLnBrk="1" fontAlgn="base" hangingPunct="1">
              <a:spcBef>
                <a:spcPct val="0"/>
              </a:spcBef>
              <a:spcAft>
                <a:spcPct val="0"/>
              </a:spcAft>
              <a:defRPr sz="2400" b="1">
                <a:solidFill>
                  <a:schemeClr val="bg1"/>
                </a:solidFill>
                <a:latin typeface="Verdana" pitchFamily="34" charset="0"/>
                <a:cs typeface="Times New Roman" pitchFamily="18" charset="0"/>
              </a:defRPr>
            </a:lvl2pPr>
            <a:lvl3pPr algn="ctr" rtl="0" eaLnBrk="1" fontAlgn="base" hangingPunct="1">
              <a:spcBef>
                <a:spcPct val="0"/>
              </a:spcBef>
              <a:spcAft>
                <a:spcPct val="0"/>
              </a:spcAft>
              <a:defRPr sz="2400" b="1">
                <a:solidFill>
                  <a:schemeClr val="bg1"/>
                </a:solidFill>
                <a:latin typeface="Verdana" pitchFamily="34" charset="0"/>
                <a:cs typeface="Times New Roman" pitchFamily="18" charset="0"/>
              </a:defRPr>
            </a:lvl3pPr>
            <a:lvl4pPr algn="ctr" rtl="0" eaLnBrk="1" fontAlgn="base" hangingPunct="1">
              <a:spcBef>
                <a:spcPct val="0"/>
              </a:spcBef>
              <a:spcAft>
                <a:spcPct val="0"/>
              </a:spcAft>
              <a:defRPr sz="2400" b="1">
                <a:solidFill>
                  <a:schemeClr val="bg1"/>
                </a:solidFill>
                <a:latin typeface="Verdana" pitchFamily="34" charset="0"/>
                <a:cs typeface="Times New Roman" pitchFamily="18" charset="0"/>
              </a:defRPr>
            </a:lvl4pPr>
            <a:lvl5pPr algn="ctr" rtl="0" eaLnBrk="1" fontAlgn="base" hangingPunct="1">
              <a:spcBef>
                <a:spcPct val="0"/>
              </a:spcBef>
              <a:spcAft>
                <a:spcPct val="0"/>
              </a:spcAft>
              <a:defRPr sz="2400" b="1">
                <a:solidFill>
                  <a:schemeClr val="bg1"/>
                </a:solidFill>
                <a:latin typeface="Verdana" pitchFamily="34" charset="0"/>
                <a:cs typeface="Times New Roman" pitchFamily="18" charset="0"/>
              </a:defRPr>
            </a:lvl5pPr>
            <a:lvl6pPr marL="342900" algn="ctr" rtl="0" eaLnBrk="1" fontAlgn="base" hangingPunct="1">
              <a:spcBef>
                <a:spcPct val="0"/>
              </a:spcBef>
              <a:spcAft>
                <a:spcPct val="0"/>
              </a:spcAft>
              <a:defRPr sz="2400" b="1">
                <a:solidFill>
                  <a:schemeClr val="bg1"/>
                </a:solidFill>
                <a:latin typeface="Verdana" pitchFamily="34" charset="0"/>
                <a:cs typeface="Times New Roman" pitchFamily="18" charset="0"/>
              </a:defRPr>
            </a:lvl6pPr>
            <a:lvl7pPr marL="685800" algn="ctr" rtl="0" eaLnBrk="1" fontAlgn="base" hangingPunct="1">
              <a:spcBef>
                <a:spcPct val="0"/>
              </a:spcBef>
              <a:spcAft>
                <a:spcPct val="0"/>
              </a:spcAft>
              <a:defRPr sz="2400" b="1">
                <a:solidFill>
                  <a:schemeClr val="bg1"/>
                </a:solidFill>
                <a:latin typeface="Verdana" pitchFamily="34" charset="0"/>
                <a:cs typeface="Times New Roman" pitchFamily="18" charset="0"/>
              </a:defRPr>
            </a:lvl7pPr>
            <a:lvl8pPr marL="1028700" algn="ctr" rtl="0" eaLnBrk="1" fontAlgn="base" hangingPunct="1">
              <a:spcBef>
                <a:spcPct val="0"/>
              </a:spcBef>
              <a:spcAft>
                <a:spcPct val="0"/>
              </a:spcAft>
              <a:defRPr sz="2400" b="1">
                <a:solidFill>
                  <a:schemeClr val="bg1"/>
                </a:solidFill>
                <a:latin typeface="Verdana" pitchFamily="34" charset="0"/>
                <a:cs typeface="Times New Roman" pitchFamily="18" charset="0"/>
              </a:defRPr>
            </a:lvl8pPr>
            <a:lvl9pPr marL="1371600" algn="ctr" rtl="0" eaLnBrk="1" fontAlgn="base" hangingPunct="1">
              <a:spcBef>
                <a:spcPct val="0"/>
              </a:spcBef>
              <a:spcAft>
                <a:spcPct val="0"/>
              </a:spcAft>
              <a:defRPr sz="2400" b="1">
                <a:solidFill>
                  <a:schemeClr val="bg1"/>
                </a:solidFill>
                <a:latin typeface="Verdana" pitchFamily="34" charset="0"/>
                <a:cs typeface="Times New Roman"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0" cap="none" spc="0" normalizeH="0" baseline="0" noProof="0">
                <a:ln>
                  <a:noFill/>
                </a:ln>
                <a:solidFill>
                  <a:prstClr val="white"/>
                </a:solidFill>
                <a:effectLst/>
                <a:uLnTx/>
                <a:uFillTx/>
                <a:latin typeface="Verdana"/>
                <a:ea typeface="Verdana"/>
                <a:cs typeface="Verdana" panose="020B0604030504040204" pitchFamily="34" charset="0"/>
              </a:rPr>
              <a:t>Risk Trends 				           		               </a:t>
            </a:r>
            <a:endParaRPr kumimoji="0" lang="en-GB" sz="2000" b="0" i="0" u="none" strike="noStrike" kern="0" cap="none" spc="0" normalizeH="0" baseline="0" noProof="0">
              <a:ln>
                <a:noFill/>
              </a:ln>
              <a:solidFill>
                <a:prstClr val="white"/>
              </a:solidFill>
              <a:effectLst/>
              <a:uLnTx/>
              <a:uFillTx/>
              <a:latin typeface="Verdana"/>
              <a:ea typeface="Verdana"/>
              <a:cs typeface="Verdana" panose="020B0604030504040204" pitchFamily="34" charset="0"/>
            </a:endParaRPr>
          </a:p>
        </p:txBody>
      </p:sp>
      <p:sp>
        <p:nvSpPr>
          <p:cNvPr id="2" name="Rectangle 1">
            <a:extLst>
              <a:ext uri="{FF2B5EF4-FFF2-40B4-BE49-F238E27FC236}">
                <a16:creationId xmlns:a16="http://schemas.microsoft.com/office/drawing/2014/main" id="{2DF253E4-87F9-66E4-8C4C-87C31B8FABB9}"/>
              </a:ext>
            </a:extLst>
          </p:cNvPr>
          <p:cNvSpPr/>
          <p:nvPr/>
        </p:nvSpPr>
        <p:spPr bwMode="auto">
          <a:xfrm>
            <a:off x="62144" y="6664348"/>
            <a:ext cx="1538056" cy="163950"/>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AE" sz="1900" b="0" i="0" u="none" strike="noStrike" kern="1200" cap="none" spc="0" normalizeH="0" baseline="0" noProof="0">
              <a:ln>
                <a:noFill/>
              </a:ln>
              <a:solidFill>
                <a:prstClr val="black"/>
              </a:solidFill>
              <a:effectLst/>
              <a:uLnTx/>
              <a:uFillTx/>
              <a:latin typeface="Arial" charset="0"/>
              <a:ea typeface="+mn-ea"/>
              <a:cs typeface="Arial" charset="0"/>
            </a:endParaRPr>
          </a:p>
        </p:txBody>
      </p:sp>
      <p:sp>
        <p:nvSpPr>
          <p:cNvPr id="5" name="Slide Number Placeholder 3">
            <a:extLst>
              <a:ext uri="{FF2B5EF4-FFF2-40B4-BE49-F238E27FC236}">
                <a16:creationId xmlns:a16="http://schemas.microsoft.com/office/drawing/2014/main" id="{E55D9A24-8B52-C74E-402E-DF012AEC4DE2}"/>
              </a:ext>
            </a:extLst>
          </p:cNvPr>
          <p:cNvSpPr txBox="1">
            <a:spLocks/>
          </p:cNvSpPr>
          <p:nvPr/>
        </p:nvSpPr>
        <p:spPr>
          <a:xfrm>
            <a:off x="11607342" y="6624251"/>
            <a:ext cx="914400" cy="233749"/>
          </a:xfrm>
          <a:prstGeom prst="rect">
            <a:avLst/>
          </a:prstGeom>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fld id="{6516E9BE-843C-4425-80E4-36155279AD5E}" type="slidenum">
              <a:rPr kumimoji="0" lang="en-GB" sz="1200" b="1" i="0" u="none" strike="noStrike" kern="1200" cap="none" spc="0" normalizeH="0" baseline="0" noProof="0" smtClean="0">
                <a:ln>
                  <a:noFill/>
                </a:ln>
                <a:solidFill>
                  <a:srgbClr val="2D2926"/>
                </a:solidFill>
                <a:effectLst/>
                <a:uLnTx/>
                <a:uFillTx/>
                <a:latin typeface="Calibri"/>
                <a:ea typeface="+mn-ea"/>
                <a:cs typeface="Arial" charset="0"/>
              </a:rPr>
              <a:pPr marL="0" marR="0" lvl="0" indent="0" algn="ctr" defTabSz="914400" rtl="0" eaLnBrk="1" fontAlgn="base" latinLnBrk="0" hangingPunct="1">
                <a:lnSpc>
                  <a:spcPct val="100000"/>
                </a:lnSpc>
                <a:spcBef>
                  <a:spcPct val="0"/>
                </a:spcBef>
                <a:spcAft>
                  <a:spcPct val="0"/>
                </a:spcAft>
                <a:buClrTx/>
                <a:buSzTx/>
                <a:buFontTx/>
                <a:buNone/>
                <a:tabLst/>
                <a:defRPr/>
              </a:pPr>
              <a:t>18</a:t>
            </a:fld>
            <a:endParaRPr kumimoji="0" lang="en-GB" sz="1200" b="1" i="0" u="none" strike="noStrike" kern="1200" cap="none" spc="0" normalizeH="0" baseline="0" noProof="0" dirty="0">
              <a:ln>
                <a:noFill/>
              </a:ln>
              <a:solidFill>
                <a:srgbClr val="2D2926"/>
              </a:solidFill>
              <a:effectLst/>
              <a:uLnTx/>
              <a:uFillTx/>
              <a:latin typeface="Calibri"/>
              <a:ea typeface="+mn-ea"/>
              <a:cs typeface="Arial" charset="0"/>
            </a:endParaRPr>
          </a:p>
        </p:txBody>
      </p:sp>
      <p:sp>
        <p:nvSpPr>
          <p:cNvPr id="7" name="Text 1">
            <a:extLst>
              <a:ext uri="{FF2B5EF4-FFF2-40B4-BE49-F238E27FC236}">
                <a16:creationId xmlns:a16="http://schemas.microsoft.com/office/drawing/2014/main" id="{F8BED065-7AA1-7503-F94C-5B4AB5CA071F}"/>
              </a:ext>
            </a:extLst>
          </p:cNvPr>
          <p:cNvSpPr/>
          <p:nvPr/>
        </p:nvSpPr>
        <p:spPr>
          <a:xfrm>
            <a:off x="483079" y="666707"/>
            <a:ext cx="11272179" cy="331358"/>
          </a:xfrm>
          <a:prstGeom prst="rect">
            <a:avLst/>
          </a:prstGeom>
          <a:solidFill>
            <a:schemeClr val="accent5">
              <a:lumMod val="90000"/>
              <a:lumOff val="10000"/>
            </a:schemeClr>
          </a:solidFill>
          <a:ln/>
        </p:spPr>
        <p:txBody>
          <a:bodyPr wrap="square" lIns="0" tIns="0" rIns="0" bIns="0" rtlCol="0" anchor="t"/>
          <a:lstStyle/>
          <a:p>
            <a:pPr marL="0" marR="0" lvl="0" indent="0" algn="l" defTabSz="914400" rtl="0" eaLnBrk="1" fontAlgn="base" latinLnBrk="0" hangingPunct="1">
              <a:lnSpc>
                <a:spcPts val="1833"/>
              </a:lnSpc>
              <a:spcBef>
                <a:spcPct val="0"/>
              </a:spcBef>
              <a:spcAft>
                <a:spcPct val="0"/>
              </a:spcAft>
              <a:buClrTx/>
              <a:buSzTx/>
              <a:buFontTx/>
              <a:buNone/>
              <a:tabLst/>
              <a:defRPr/>
            </a:pPr>
            <a:r>
              <a:rPr kumimoji="0" lang="en-US" sz="1150" b="0" i="0" u="none" strike="noStrike" kern="1200" cap="none" spc="0" normalizeH="0" baseline="0" noProof="0">
                <a:ln>
                  <a:noFill/>
                </a:ln>
                <a:solidFill>
                  <a:srgbClr val="FFFFFF"/>
                </a:solidFill>
                <a:effectLst/>
                <a:uLnTx/>
                <a:uFillTx/>
                <a:latin typeface="Verdana"/>
                <a:ea typeface="Verdana"/>
                <a:cs typeface="Roboto Light"/>
              </a:rPr>
              <a:t>Four‑quarter view of action plan progress, overdue trends and recurring themes.</a:t>
            </a:r>
            <a:endParaRPr kumimoji="0" lang="en-US" sz="1200" b="0" i="0" u="none" strike="noStrike" kern="1200" cap="none" spc="0" normalizeH="0" baseline="0" noProof="0">
              <a:ln>
                <a:noFill/>
              </a:ln>
              <a:solidFill>
                <a:srgbClr val="FFFFFF"/>
              </a:solidFill>
              <a:effectLst/>
              <a:uLnTx/>
              <a:uFillTx/>
              <a:latin typeface="Arial" charset="0"/>
              <a:ea typeface="+mn-ea"/>
              <a:cs typeface="Arial" charset="0"/>
            </a:endParaRPr>
          </a:p>
          <a:p>
            <a:pPr marL="0" marR="0" lvl="0" indent="0" algn="ctr" defTabSz="914400" rtl="0" eaLnBrk="1" fontAlgn="base" latinLnBrk="0" hangingPunct="1">
              <a:lnSpc>
                <a:spcPct val="15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charset="0"/>
              <a:ea typeface="+mn-ea"/>
              <a:cs typeface="Arial" charset="0"/>
            </a:endParaRPr>
          </a:p>
          <a:p>
            <a:pPr marL="0" marR="0" lvl="0" indent="0" algn="ctr" defTabSz="914400" rtl="0" eaLnBrk="1" fontAlgn="base" latinLnBrk="0" hangingPunct="1">
              <a:lnSpc>
                <a:spcPts val="1833"/>
              </a:lnSpc>
              <a:spcBef>
                <a:spcPct val="0"/>
              </a:spcBef>
              <a:spcAft>
                <a:spcPct val="0"/>
              </a:spcAft>
              <a:buClrTx/>
              <a:buSzTx/>
              <a:buFontTx/>
              <a:buNone/>
              <a:tabLst/>
              <a:defRPr/>
            </a:pPr>
            <a:endParaRPr kumimoji="0" lang="en-US" sz="1167" b="0" i="0" u="none" strike="noStrike" kern="1200" cap="none" spc="0" normalizeH="0" baseline="0" noProof="0">
              <a:ln>
                <a:noFill/>
              </a:ln>
              <a:solidFill>
                <a:srgbClr val="FFFFFF"/>
              </a:solidFill>
              <a:effectLst/>
              <a:uLnTx/>
              <a:uFillTx/>
              <a:latin typeface="Verdana" panose="020B0604030504040204" pitchFamily="34" charset="0"/>
              <a:ea typeface="Verdana" panose="020B0604030504040204" pitchFamily="34" charset="0"/>
              <a:cs typeface="Roboto Light" pitchFamily="34" charset="-120"/>
            </a:endParaRPr>
          </a:p>
          <a:p>
            <a:pPr marL="0" marR="0" lvl="0" indent="0" algn="ctr" defTabSz="914400" rtl="0" eaLnBrk="1" fontAlgn="base" latinLnBrk="0" hangingPunct="1">
              <a:lnSpc>
                <a:spcPts val="1833"/>
              </a:lnSpc>
              <a:spcBef>
                <a:spcPct val="0"/>
              </a:spcBef>
              <a:spcAft>
                <a:spcPct val="0"/>
              </a:spcAft>
              <a:buClrTx/>
              <a:buSzTx/>
              <a:buFontTx/>
              <a:buNone/>
              <a:tabLst/>
              <a:defRPr/>
            </a:pPr>
            <a:endParaRPr kumimoji="0" lang="en-US" sz="1167" b="0" i="0" u="none" strike="noStrike" kern="1200" cap="none" spc="0" normalizeH="0" baseline="0" noProof="0">
              <a:ln>
                <a:noFill/>
              </a:ln>
              <a:solidFill>
                <a:srgbClr val="FFFFFF"/>
              </a:solidFill>
              <a:effectLst/>
              <a:uLnTx/>
              <a:uFillTx/>
              <a:latin typeface="Verdana" panose="020B0604030504040204" pitchFamily="34" charset="0"/>
              <a:ea typeface="Verdana" panose="020B0604030504040204" pitchFamily="34" charset="0"/>
              <a:cs typeface="Arial" charset="0"/>
            </a:endParaRPr>
          </a:p>
        </p:txBody>
      </p:sp>
      <p:pic>
        <p:nvPicPr>
          <p:cNvPr id="8" name="Picture 7">
            <a:extLst>
              <a:ext uri="{FF2B5EF4-FFF2-40B4-BE49-F238E27FC236}">
                <a16:creationId xmlns:a16="http://schemas.microsoft.com/office/drawing/2014/main" id="{3FCD7723-C79A-FBB2-E07B-173E7ADB1DE9}"/>
              </a:ext>
            </a:extLst>
          </p:cNvPr>
          <p:cNvPicPr>
            <a:picLocks/>
          </p:cNvPicPr>
          <p:nvPr/>
        </p:nvPicPr>
        <p:blipFill>
          <a:blip r:embed="rId3">
            <a:extLst>
              <a:ext uri="{28A0092B-C50C-407E-A947-70E740481C1C}">
                <a14:useLocalDpi xmlns:a14="http://schemas.microsoft.com/office/drawing/2010/main" val="0"/>
              </a:ext>
            </a:extLst>
          </a:blip>
          <a:srcRect/>
          <a:stretch/>
        </p:blipFill>
        <p:spPr>
          <a:xfrm>
            <a:off x="535996" y="1025852"/>
            <a:ext cx="7284030" cy="5362425"/>
          </a:xfrm>
          <a:prstGeom prst="rect">
            <a:avLst/>
          </a:prstGeom>
        </p:spPr>
      </p:pic>
      <p:sp>
        <p:nvSpPr>
          <p:cNvPr id="9" name="Rectangle: Rounded Corners 8">
            <a:extLst>
              <a:ext uri="{FF2B5EF4-FFF2-40B4-BE49-F238E27FC236}">
                <a16:creationId xmlns:a16="http://schemas.microsoft.com/office/drawing/2014/main" id="{54DC3385-9194-B4D2-C8AE-33AC610648C2}"/>
              </a:ext>
            </a:extLst>
          </p:cNvPr>
          <p:cNvSpPr/>
          <p:nvPr/>
        </p:nvSpPr>
        <p:spPr bwMode="auto">
          <a:xfrm>
            <a:off x="7880368" y="1042391"/>
            <a:ext cx="3761539" cy="5345886"/>
          </a:xfrm>
          <a:prstGeom prst="roundRect">
            <a:avLst/>
          </a:prstGeom>
          <a:solidFill>
            <a:schemeClr val="bg1">
              <a:lumMod val="95000"/>
            </a:schemeClr>
          </a:solidFill>
          <a:ln w="9525" cap="flat" cmpd="sng" algn="ctr">
            <a:solidFill>
              <a:schemeClr val="bg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900" b="0" i="0" u="none" strike="noStrike" kern="1200" cap="none" spc="0" normalizeH="0" baseline="0" noProof="0">
              <a:ln>
                <a:noFill/>
              </a:ln>
              <a:solidFill>
                <a:srgbClr val="2D2926"/>
              </a:solidFill>
              <a:effectLst/>
              <a:uLnTx/>
              <a:uFillTx/>
              <a:latin typeface="Arial" charset="0"/>
              <a:ea typeface="+mn-ea"/>
              <a:cs typeface="Arial" charset="0"/>
            </a:endParaRPr>
          </a:p>
        </p:txBody>
      </p:sp>
      <p:sp>
        <p:nvSpPr>
          <p:cNvPr id="10" name="TextBox 9">
            <a:extLst>
              <a:ext uri="{FF2B5EF4-FFF2-40B4-BE49-F238E27FC236}">
                <a16:creationId xmlns:a16="http://schemas.microsoft.com/office/drawing/2014/main" id="{3178C3BA-D36B-BAB7-8A3B-070BD3497047}"/>
              </a:ext>
            </a:extLst>
          </p:cNvPr>
          <p:cNvSpPr txBox="1"/>
          <p:nvPr/>
        </p:nvSpPr>
        <p:spPr>
          <a:xfrm>
            <a:off x="7919541" y="1360843"/>
            <a:ext cx="3728776" cy="4708981"/>
          </a:xfrm>
          <a:prstGeom prst="rect">
            <a:avLst/>
          </a:prstGeom>
          <a:noFill/>
        </p:spPr>
        <p:txBody>
          <a:bodyPr wrap="square" rtlCol="0" anchor="t">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000" b="1" i="0" u="none" strike="noStrike" kern="1200" cap="none" spc="0" normalizeH="0" baseline="0" noProof="0">
                <a:ln>
                  <a:noFill/>
                </a:ln>
                <a:solidFill>
                  <a:srgbClr val="2D2926"/>
                </a:solidFill>
                <a:effectLst/>
                <a:uLnTx/>
                <a:uFillTx/>
                <a:latin typeface="Verdana" panose="020B0604030504040204" pitchFamily="34" charset="0"/>
                <a:ea typeface="Verdana" panose="020B0604030504040204" pitchFamily="34" charset="0"/>
                <a:cs typeface="Arial" charset="0"/>
              </a:rPr>
              <a:t>Commentary</a:t>
            </a: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000" b="1" i="0" u="none" strike="noStrike" kern="1200" cap="none" spc="0" normalizeH="0" baseline="0" noProof="0">
              <a:ln>
                <a:noFill/>
              </a:ln>
              <a:solidFill>
                <a:srgbClr val="2D2926"/>
              </a:solidFill>
              <a:effectLst/>
              <a:uLnTx/>
              <a:uFillTx/>
              <a:latin typeface="Verdana" panose="020B0604030504040204" pitchFamily="34" charset="0"/>
              <a:ea typeface="Verdana" panose="020B0604030504040204" pitchFamily="34" charset="0"/>
              <a:cs typeface="Arial" charset="0"/>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000" b="1" i="0" u="none" strike="noStrike" kern="1200" cap="none" spc="0" normalizeH="0" baseline="0" noProof="0">
                <a:ln>
                  <a:noFill/>
                </a:ln>
                <a:solidFill>
                  <a:srgbClr val="2D2926"/>
                </a:solidFill>
                <a:effectLst/>
                <a:uLnTx/>
                <a:uFillTx/>
                <a:latin typeface="Verdana" panose="020B0604030504040204" pitchFamily="34" charset="0"/>
                <a:ea typeface="Verdana" panose="020B0604030504040204" pitchFamily="34" charset="0"/>
                <a:cs typeface="Arial" charset="0"/>
              </a:rPr>
              <a:t>Action Plan Closure vs Agreed Timelines</a:t>
            </a:r>
          </a:p>
          <a:p>
            <a:pPr marL="85725" marR="0" lvl="0" indent="-85725" algn="just"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2D2926"/>
                </a:solidFill>
                <a:effectLst/>
                <a:uLnTx/>
                <a:uFillTx/>
                <a:latin typeface="Verdana" panose="020B0604030504040204" pitchFamily="34" charset="0"/>
                <a:ea typeface="Verdana" panose="020B0604030504040204" pitchFamily="34" charset="0"/>
                <a:cs typeface="Arial" charset="0"/>
              </a:rPr>
              <a:t>Majority of actions are closed on time or within 30 days, indicating generally effective remediation discipline.</a:t>
            </a:r>
          </a:p>
          <a:p>
            <a:pPr marL="85725" marR="0" lvl="0" indent="-85725" algn="just"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endParaRPr kumimoji="0" lang="en-US" sz="1000" b="0" i="0" u="none" strike="noStrike" kern="1200" cap="none" spc="0" normalizeH="0" baseline="0" noProof="0">
              <a:ln>
                <a:noFill/>
              </a:ln>
              <a:solidFill>
                <a:srgbClr val="2D2926"/>
              </a:solidFill>
              <a:effectLst/>
              <a:uLnTx/>
              <a:uFillTx/>
              <a:latin typeface="Verdana" panose="020B0604030504040204" pitchFamily="34" charset="0"/>
              <a:ea typeface="Verdana" panose="020B0604030504040204" pitchFamily="34" charset="0"/>
              <a:cs typeface="Arial" charset="0"/>
            </a:endParaRPr>
          </a:p>
          <a:p>
            <a:pPr marL="85725" marR="0" lvl="0" indent="-85725" algn="just"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2D2926"/>
                </a:solidFill>
                <a:effectLst/>
                <a:uLnTx/>
                <a:uFillTx/>
                <a:latin typeface="Verdana" panose="020B0604030504040204" pitchFamily="34" charset="0"/>
                <a:ea typeface="Verdana" panose="020B0604030504040204" pitchFamily="34" charset="0"/>
                <a:cs typeface="Arial" charset="0"/>
              </a:rPr>
              <a:t>Delays beyond 60 days remain limited, suggesting slippage is contained and not systemic</a:t>
            </a:r>
            <a:r>
              <a:rPr kumimoji="0" lang="en-US" sz="1000" b="1" i="0" u="none" strike="noStrike" kern="1200" cap="none" spc="0" normalizeH="0" baseline="0" noProof="0">
                <a:ln>
                  <a:noFill/>
                </a:ln>
                <a:solidFill>
                  <a:srgbClr val="2D2926"/>
                </a:solidFill>
                <a:effectLst/>
                <a:uLnTx/>
                <a:uFillTx/>
                <a:latin typeface="Verdana" panose="020B0604030504040204" pitchFamily="34" charset="0"/>
                <a:ea typeface="Verdana" panose="020B0604030504040204" pitchFamily="34" charset="0"/>
                <a:cs typeface="Arial" charset="0"/>
              </a:rPr>
              <a:t>.</a:t>
            </a:r>
          </a:p>
          <a:p>
            <a:pPr marL="0" marR="0" lvl="0" indent="0" algn="just" defTabSz="914400" rtl="0" eaLnBrk="1" fontAlgn="base" latinLnBrk="0" hangingPunct="1">
              <a:lnSpc>
                <a:spcPct val="100000"/>
              </a:lnSpc>
              <a:spcBef>
                <a:spcPct val="0"/>
              </a:spcBef>
              <a:spcAft>
                <a:spcPct val="0"/>
              </a:spcAft>
              <a:buClrTx/>
              <a:buSzTx/>
              <a:buFontTx/>
              <a:buNone/>
              <a:tabLst/>
              <a:defRPr/>
            </a:pPr>
            <a:endParaRPr kumimoji="0" lang="en-US" sz="1000" b="0" i="0" u="none" strike="noStrike" kern="1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Times New Roman" panose="02020603050405020304" pitchFamily="18" charset="0"/>
            </a:endParaRPr>
          </a:p>
          <a:p>
            <a:pPr marL="0" marR="0" lvl="0" indent="0" algn="just" defTabSz="914400" rtl="0" eaLnBrk="1" fontAlgn="base" latinLnBrk="0" hangingPunct="1">
              <a:lnSpc>
                <a:spcPct val="100000"/>
              </a:lnSpc>
              <a:spcBef>
                <a:spcPct val="0"/>
              </a:spcBef>
              <a:spcAft>
                <a:spcPct val="0"/>
              </a:spcAft>
              <a:buClrTx/>
              <a:buSzTx/>
              <a:buFontTx/>
              <a:buNone/>
              <a:tabLst/>
              <a:defRPr/>
            </a:pPr>
            <a:endParaRPr kumimoji="0" lang="en-US" sz="1000" b="0" i="0" u="none" strike="noStrike" kern="1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Times New Roman" panose="02020603050405020304" pitchFamily="18" charset="0"/>
            </a:endParaRPr>
          </a:p>
          <a:p>
            <a:pPr marL="0" marR="0" lvl="0" indent="0" algn="just" defTabSz="914400" rtl="0" eaLnBrk="1" fontAlgn="base" latinLnBrk="0" hangingPunct="1">
              <a:lnSpc>
                <a:spcPct val="100000"/>
              </a:lnSpc>
              <a:spcBef>
                <a:spcPct val="0"/>
              </a:spcBef>
              <a:spcAft>
                <a:spcPct val="0"/>
              </a:spcAft>
              <a:buClrTx/>
              <a:buSzTx/>
              <a:buFontTx/>
              <a:buNone/>
              <a:tabLst/>
              <a:defRPr/>
            </a:pPr>
            <a:r>
              <a:rPr kumimoji="0" lang="en-US" sz="1000" b="1" i="0" u="none" strike="noStrike" kern="1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Times New Roman" panose="02020603050405020304" pitchFamily="18" charset="0"/>
              </a:rPr>
              <a:t>Division‑wise Overdue Trends</a:t>
            </a:r>
            <a:endParaRPr kumimoji="0" lang="en-AE" sz="1000" b="0" i="0" u="none" strike="noStrike" kern="1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Times New Roman" panose="02020603050405020304" pitchFamily="18" charset="0"/>
            </a:endParaRPr>
          </a:p>
          <a:p>
            <a:pPr marL="85725" marR="0" lvl="0" indent="-85725" algn="just"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2D2926"/>
                </a:solidFill>
                <a:effectLst/>
                <a:uLnTx/>
                <a:uFillTx/>
                <a:latin typeface="Verdana" panose="020B0604030504040204" pitchFamily="34" charset="0"/>
                <a:ea typeface="Verdana" panose="020B0604030504040204" pitchFamily="34" charset="0"/>
                <a:cs typeface="Arial" charset="0"/>
              </a:rPr>
              <a:t>Overall overdue trends have declined across most divisions, reflecting improved follow‑up and accountability.</a:t>
            </a:r>
          </a:p>
          <a:p>
            <a:pPr marL="0" marR="0" lvl="0" indent="0" algn="just" defTabSz="914400" rtl="0" eaLnBrk="1" fontAlgn="base" latinLnBrk="0" hangingPunct="1">
              <a:lnSpc>
                <a:spcPct val="100000"/>
              </a:lnSpc>
              <a:spcBef>
                <a:spcPct val="0"/>
              </a:spcBef>
              <a:spcAft>
                <a:spcPct val="0"/>
              </a:spcAft>
              <a:buClrTx/>
              <a:buSzTx/>
              <a:buFontTx/>
              <a:buNone/>
              <a:tabLst/>
              <a:defRPr/>
            </a:pPr>
            <a:endParaRPr kumimoji="0" lang="en-US" sz="1000" b="0" i="0" u="none" strike="noStrike" kern="1200" cap="none" spc="0" normalizeH="0" baseline="0" noProof="0">
              <a:ln>
                <a:noFill/>
              </a:ln>
              <a:solidFill>
                <a:srgbClr val="2D2926"/>
              </a:solidFill>
              <a:effectLst/>
              <a:uLnTx/>
              <a:uFillTx/>
              <a:latin typeface="Verdana" panose="020B0604030504040204" pitchFamily="34" charset="0"/>
              <a:ea typeface="Verdana" panose="020B0604030504040204" pitchFamily="34" charset="0"/>
              <a:cs typeface="Arial" charset="0"/>
            </a:endParaRPr>
          </a:p>
          <a:p>
            <a:pPr marL="85725" marR="0" lvl="0" indent="-85725" algn="just"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2D2926"/>
                </a:solidFill>
                <a:effectLst/>
                <a:uLnTx/>
                <a:uFillTx/>
                <a:latin typeface="Verdana" panose="020B0604030504040204" pitchFamily="34" charset="0"/>
                <a:ea typeface="Verdana" panose="020B0604030504040204" pitchFamily="34" charset="0"/>
                <a:cs typeface="Arial" charset="0"/>
              </a:rPr>
              <a:t>People Experience and GCOO Divisions have noticeable improvement.</a:t>
            </a:r>
          </a:p>
          <a:p>
            <a:pPr marL="85725" marR="0" lvl="0" indent="-85725" algn="just"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endParaRPr kumimoji="0" lang="en-US" sz="1000" b="0" i="0" u="none" strike="noStrike" kern="1200" cap="none" spc="0" normalizeH="0" baseline="0" noProof="0">
              <a:ln>
                <a:noFill/>
              </a:ln>
              <a:solidFill>
                <a:srgbClr val="2D2926"/>
              </a:solidFill>
              <a:effectLst/>
              <a:uLnTx/>
              <a:uFillTx/>
              <a:latin typeface="Verdana" panose="020B0604030504040204" pitchFamily="34" charset="0"/>
              <a:ea typeface="Verdana" panose="020B0604030504040204" pitchFamily="34" charset="0"/>
              <a:cs typeface="Arial" charset="0"/>
            </a:endParaRPr>
          </a:p>
          <a:p>
            <a:pPr marL="85725" marR="0" lvl="0" indent="-85725" algn="just"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endParaRPr kumimoji="0" lang="en-US" sz="1000" b="1" i="0" u="none" strike="noStrike" kern="1200" cap="none" spc="0" normalizeH="0" baseline="0" noProof="0">
              <a:ln>
                <a:noFill/>
              </a:ln>
              <a:solidFill>
                <a:srgbClr val="2D2926"/>
              </a:solidFill>
              <a:effectLst/>
              <a:uLnTx/>
              <a:uFillTx/>
              <a:latin typeface="Verdana" panose="020B0604030504040204" pitchFamily="34" charset="0"/>
              <a:ea typeface="Verdana" panose="020B0604030504040204" pitchFamily="34" charset="0"/>
              <a:cs typeface="Arial" charset="0"/>
            </a:endParaRPr>
          </a:p>
          <a:p>
            <a:pPr marL="0" marR="0" lvl="0" indent="0" algn="just" defTabSz="914400" rtl="0" eaLnBrk="1" fontAlgn="base" latinLnBrk="0" hangingPunct="1">
              <a:lnSpc>
                <a:spcPct val="100000"/>
              </a:lnSpc>
              <a:spcBef>
                <a:spcPct val="0"/>
              </a:spcBef>
              <a:spcAft>
                <a:spcPct val="0"/>
              </a:spcAft>
              <a:buClrTx/>
              <a:buSzTx/>
              <a:buFontTx/>
              <a:buNone/>
              <a:tabLst/>
              <a:defRPr/>
            </a:pPr>
            <a:r>
              <a:rPr kumimoji="0" lang="en-US" sz="1000" b="1" i="0" u="none" strike="noStrike" kern="1200" cap="none" spc="0" normalizeH="0" baseline="0" noProof="0">
                <a:ln>
                  <a:noFill/>
                </a:ln>
                <a:solidFill>
                  <a:srgbClr val="2D2926"/>
                </a:solidFill>
                <a:effectLst/>
                <a:uLnTx/>
                <a:uFillTx/>
                <a:latin typeface="Verdana" panose="020B0604030504040204" pitchFamily="34" charset="0"/>
                <a:ea typeface="Verdana" panose="020B0604030504040204" pitchFamily="34" charset="0"/>
                <a:cs typeface="Arial" charset="0"/>
              </a:rPr>
              <a:t>Thematic Trend Analysis</a:t>
            </a:r>
          </a:p>
          <a:p>
            <a:pPr marL="85725" marR="0" lvl="0" indent="-85725" algn="just"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2D2926"/>
                </a:solidFill>
                <a:effectLst/>
                <a:uLnTx/>
                <a:uFillTx/>
                <a:latin typeface="Verdana" panose="020B0604030504040204" pitchFamily="34" charset="0"/>
                <a:ea typeface="Verdana" panose="020B0604030504040204" pitchFamily="34" charset="0"/>
                <a:cs typeface="Arial" charset="0"/>
              </a:rPr>
              <a:t>Thematic trends indicate improved process maturity.</a:t>
            </a:r>
          </a:p>
          <a:p>
            <a:pPr marL="85725" marR="0" lvl="0" indent="-85725" algn="just"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endParaRPr kumimoji="0" lang="en-US" sz="1000" b="0" i="0" u="none" strike="noStrike" kern="1200" cap="none" spc="0" normalizeH="0" baseline="0" noProof="0">
              <a:ln>
                <a:noFill/>
              </a:ln>
              <a:solidFill>
                <a:srgbClr val="2D2926"/>
              </a:solidFill>
              <a:effectLst/>
              <a:uLnTx/>
              <a:uFillTx/>
              <a:latin typeface="Verdana" panose="020B0604030504040204" pitchFamily="34" charset="0"/>
              <a:ea typeface="Verdana" panose="020B0604030504040204" pitchFamily="34" charset="0"/>
              <a:cs typeface="Arial" charset="0"/>
            </a:endParaRPr>
          </a:p>
          <a:p>
            <a:pPr marL="85725" marR="0" lvl="0" indent="-85725" algn="just"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2D2926"/>
                </a:solidFill>
                <a:effectLst/>
                <a:uLnTx/>
                <a:uFillTx/>
                <a:latin typeface="Verdana" panose="020B0604030504040204" pitchFamily="34" charset="0"/>
                <a:ea typeface="Verdana" panose="020B0604030504040204" pitchFamily="34" charset="0"/>
                <a:cs typeface="Arial" charset="0"/>
              </a:rPr>
              <a:t>Sharp declines in Policy, Process &amp; Procedures, Governance &amp; Framework, Technology &amp; Systems, and Resource Challenges from Q4‑2025 to Q1‑2026.</a:t>
            </a:r>
          </a:p>
          <a:p>
            <a:pPr marL="0" marR="0" lvl="0" indent="0" algn="just" defTabSz="914400" rtl="0" eaLnBrk="1" fontAlgn="base" latinLnBrk="0" hangingPunct="1">
              <a:lnSpc>
                <a:spcPct val="100000"/>
              </a:lnSpc>
              <a:spcBef>
                <a:spcPct val="0"/>
              </a:spcBef>
              <a:spcAft>
                <a:spcPct val="0"/>
              </a:spcAft>
              <a:buClrTx/>
              <a:buSzTx/>
              <a:buFontTx/>
              <a:buNone/>
              <a:tabLst/>
              <a:defRPr/>
            </a:pPr>
            <a:endParaRPr kumimoji="0" lang="en-US" sz="1000" b="0" i="0" u="none" strike="noStrike" kern="1200" cap="none" spc="0" normalizeH="0" baseline="0" noProof="0">
              <a:ln>
                <a:noFill/>
              </a:ln>
              <a:solidFill>
                <a:srgbClr val="2D2926"/>
              </a:solidFill>
              <a:effectLst/>
              <a:uLnTx/>
              <a:uFillTx/>
              <a:latin typeface="Verdana" panose="020B0604030504040204" pitchFamily="34" charset="0"/>
              <a:ea typeface="Verdana" panose="020B0604030504040204" pitchFamily="34" charset="0"/>
              <a:cs typeface="Arial" charset="0"/>
            </a:endParaRPr>
          </a:p>
          <a:p>
            <a:pPr marL="85725" marR="0" lvl="0" indent="-85725" algn="just"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sz="1000" b="0" i="0" u="none" strike="noStrike" kern="1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Times New Roman" panose="02020603050405020304" pitchFamily="18" charset="0"/>
              </a:rPr>
              <a:t>Regulatory Compliance &amp; Reporting also shows  stabilizing trend, aligned with periodic regulatory audit cycles.</a:t>
            </a:r>
            <a:endParaRPr kumimoji="0" lang="en-AE" sz="1000" b="0" i="0" u="none" strike="noStrike" kern="1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Times New Roman" panose="02020603050405020304" pitchFamily="18" charset="0"/>
            </a:endParaRPr>
          </a:p>
        </p:txBody>
      </p:sp>
      <p:sp>
        <p:nvSpPr>
          <p:cNvPr id="14" name="TextBox 13">
            <a:extLst>
              <a:ext uri="{FF2B5EF4-FFF2-40B4-BE49-F238E27FC236}">
                <a16:creationId xmlns:a16="http://schemas.microsoft.com/office/drawing/2014/main" id="{88909507-E7FA-E07E-AF07-140773A89EBE}"/>
              </a:ext>
            </a:extLst>
          </p:cNvPr>
          <p:cNvSpPr txBox="1"/>
          <p:nvPr/>
        </p:nvSpPr>
        <p:spPr>
          <a:xfrm>
            <a:off x="535995" y="6390340"/>
            <a:ext cx="5262877" cy="246221"/>
          </a:xfrm>
          <a:prstGeom prst="rect">
            <a:avLst/>
          </a:prstGeom>
          <a:noFill/>
        </p:spPr>
        <p:txBody>
          <a:bodyPr wrap="square" rtlCol="0" anchor="t">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000" b="1" i="0" u="none" strike="noStrike" kern="1200" cap="none" spc="0" normalizeH="0" baseline="0" noProof="0">
                <a:ln>
                  <a:noFill/>
                </a:ln>
                <a:solidFill>
                  <a:srgbClr val="2D2926"/>
                </a:solidFill>
                <a:effectLst/>
                <a:uLnTx/>
                <a:uFillTx/>
                <a:latin typeface="Verdana" panose="020B0604030504040204" pitchFamily="34" charset="0"/>
                <a:ea typeface="Verdana" panose="020B0604030504040204" pitchFamily="34" charset="0"/>
                <a:cs typeface="Arial" charset="0"/>
              </a:rPr>
              <a:t>* Data Analysis Time Period : 1</a:t>
            </a:r>
            <a:r>
              <a:rPr kumimoji="0" lang="en-US" sz="1000" b="1" i="0" u="none" strike="noStrike" kern="1200" cap="none" spc="0" normalizeH="0" baseline="30000" noProof="0">
                <a:ln>
                  <a:noFill/>
                </a:ln>
                <a:solidFill>
                  <a:srgbClr val="2D2926"/>
                </a:solidFill>
                <a:effectLst/>
                <a:uLnTx/>
                <a:uFillTx/>
                <a:latin typeface="Verdana" panose="020B0604030504040204" pitchFamily="34" charset="0"/>
                <a:ea typeface="Verdana" panose="020B0604030504040204" pitchFamily="34" charset="0"/>
                <a:cs typeface="Arial" charset="0"/>
              </a:rPr>
              <a:t>st</a:t>
            </a:r>
            <a:r>
              <a:rPr kumimoji="0" lang="en-US" sz="1000" b="1" i="0" u="none" strike="noStrike" kern="1200" cap="none" spc="0" normalizeH="0" baseline="0" noProof="0">
                <a:ln>
                  <a:noFill/>
                </a:ln>
                <a:solidFill>
                  <a:srgbClr val="2D2926"/>
                </a:solidFill>
                <a:effectLst/>
                <a:uLnTx/>
                <a:uFillTx/>
                <a:latin typeface="Verdana" panose="020B0604030504040204" pitchFamily="34" charset="0"/>
                <a:ea typeface="Verdana" panose="020B0604030504040204" pitchFamily="34" charset="0"/>
                <a:cs typeface="Arial" charset="0"/>
              </a:rPr>
              <a:t> June 2024 to 09</a:t>
            </a:r>
            <a:r>
              <a:rPr kumimoji="0" lang="en-US" sz="1000" b="1" i="0" u="none" strike="noStrike" kern="1200" cap="none" spc="0" normalizeH="0" baseline="30000" noProof="0">
                <a:ln>
                  <a:noFill/>
                </a:ln>
                <a:solidFill>
                  <a:srgbClr val="2D2926"/>
                </a:solidFill>
                <a:effectLst/>
                <a:uLnTx/>
                <a:uFillTx/>
                <a:latin typeface="Verdana" panose="020B0604030504040204" pitchFamily="34" charset="0"/>
                <a:ea typeface="Verdana" panose="020B0604030504040204" pitchFamily="34" charset="0"/>
                <a:cs typeface="Arial" charset="0"/>
              </a:rPr>
              <a:t>th</a:t>
            </a:r>
            <a:r>
              <a:rPr kumimoji="0" lang="en-US" sz="1000" b="1" i="0" u="none" strike="noStrike" kern="1200" cap="none" spc="0" normalizeH="0" baseline="0" noProof="0">
                <a:ln>
                  <a:noFill/>
                </a:ln>
                <a:solidFill>
                  <a:srgbClr val="2D2926"/>
                </a:solidFill>
                <a:effectLst/>
                <a:uLnTx/>
                <a:uFillTx/>
                <a:latin typeface="Verdana" panose="020B0604030504040204" pitchFamily="34" charset="0"/>
                <a:ea typeface="Verdana" panose="020B0604030504040204" pitchFamily="34" charset="0"/>
                <a:cs typeface="Arial" charset="0"/>
              </a:rPr>
              <a:t> April 2026</a:t>
            </a:r>
          </a:p>
        </p:txBody>
      </p:sp>
    </p:spTree>
    <p:extLst>
      <p:ext uri="{BB962C8B-B14F-4D97-AF65-F5344CB8AC3E}">
        <p14:creationId xmlns:p14="http://schemas.microsoft.com/office/powerpoint/2010/main" val="80803808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411480" y="694944"/>
            <a:ext cx="11368735" cy="18288"/>
          </a:xfrm>
          <a:prstGeom prst="rect">
            <a:avLst/>
          </a:prstGeom>
          <a:solidFill>
            <a:srgbClr val="D9D9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411480" y="822960"/>
            <a:ext cx="4774868" cy="1918228"/>
          </a:xfrm>
          <a:prstGeom prst="roundRect">
            <a:avLst/>
          </a:prstGeom>
          <a:solidFill>
            <a:srgbClr val="FAFAFA"/>
          </a:solidFill>
          <a:ln w="6350">
            <a:solidFill>
              <a:srgbClr val="D9D9D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94360" y="1005840"/>
            <a:ext cx="45720" cy="219456"/>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04088" y="987552"/>
            <a:ext cx="4039888" cy="338554"/>
          </a:xfrm>
          <a:prstGeom prst="rect">
            <a:avLst/>
          </a:prstGeom>
          <a:noFill/>
        </p:spPr>
        <p:txBody>
          <a:bodyPr wrap="none">
            <a:spAutoFit/>
          </a:bodyPr>
          <a:lstStyle/>
          <a:p>
            <a:pPr algn="l"/>
            <a:r>
              <a:rPr sz="1600" b="1" i="0">
                <a:solidFill>
                  <a:srgbClr val="9B0B22"/>
                </a:solidFill>
                <a:latin typeface="Verdana" panose="020B0604030504040204" pitchFamily="34" charset="0"/>
                <a:ea typeface="Verdana" panose="020B0604030504040204" pitchFamily="34" charset="0"/>
              </a:rPr>
              <a:t>Overview of CBUAE Examinations</a:t>
            </a:r>
          </a:p>
        </p:txBody>
      </p:sp>
      <p:sp>
        <p:nvSpPr>
          <p:cNvPr id="10" name="Rectangle 9"/>
          <p:cNvSpPr/>
          <p:nvPr/>
        </p:nvSpPr>
        <p:spPr>
          <a:xfrm>
            <a:off x="649224" y="1353312"/>
            <a:ext cx="365760" cy="29260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spcBef>
                <a:spcPts val="0"/>
              </a:spcBef>
            </a:pPr>
            <a:r>
              <a:rPr sz="1500" b="1" i="0">
                <a:solidFill>
                  <a:srgbClr val="FFFFFF"/>
                </a:solidFill>
                <a:latin typeface="Calibri"/>
              </a:rPr>
              <a:t>9</a:t>
            </a:r>
          </a:p>
        </p:txBody>
      </p:sp>
      <p:sp>
        <p:nvSpPr>
          <p:cNvPr id="11" name="TextBox 10"/>
          <p:cNvSpPr txBox="1"/>
          <p:nvPr/>
        </p:nvSpPr>
        <p:spPr>
          <a:xfrm>
            <a:off x="1097280" y="1389888"/>
            <a:ext cx="3860468" cy="261610"/>
          </a:xfrm>
          <a:prstGeom prst="rect">
            <a:avLst/>
          </a:prstGeom>
          <a:noFill/>
        </p:spPr>
        <p:txBody>
          <a:bodyPr wrap="square">
            <a:spAutoFit/>
          </a:bodyPr>
          <a:lstStyle/>
          <a:p>
            <a:pPr algn="l"/>
            <a:r>
              <a:rPr sz="1100" b="0" i="0" dirty="0">
                <a:solidFill>
                  <a:srgbClr val="333333"/>
                </a:solidFill>
                <a:latin typeface="Verdana" panose="020B0604030504040204" pitchFamily="34" charset="0"/>
                <a:ea typeface="Verdana" panose="020B0604030504040204" pitchFamily="34" charset="0"/>
              </a:rPr>
              <a:t>Completed and actions under validation</a:t>
            </a:r>
          </a:p>
        </p:txBody>
      </p:sp>
      <p:sp>
        <p:nvSpPr>
          <p:cNvPr id="12" name="Rectangle 11"/>
          <p:cNvSpPr/>
          <p:nvPr/>
        </p:nvSpPr>
        <p:spPr>
          <a:xfrm>
            <a:off x="649224" y="1737360"/>
            <a:ext cx="365760" cy="29260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spcBef>
                <a:spcPts val="0"/>
              </a:spcBef>
            </a:pPr>
            <a:r>
              <a:rPr sz="1500" b="1" i="0">
                <a:solidFill>
                  <a:srgbClr val="FFFFFF"/>
                </a:solidFill>
                <a:latin typeface="Calibri"/>
              </a:rPr>
              <a:t>3</a:t>
            </a:r>
          </a:p>
        </p:txBody>
      </p:sp>
      <p:sp>
        <p:nvSpPr>
          <p:cNvPr id="13" name="TextBox 12"/>
          <p:cNvSpPr txBox="1"/>
          <p:nvPr/>
        </p:nvSpPr>
        <p:spPr>
          <a:xfrm>
            <a:off x="1097280" y="1773936"/>
            <a:ext cx="3860468" cy="261610"/>
          </a:xfrm>
          <a:prstGeom prst="rect">
            <a:avLst/>
          </a:prstGeom>
          <a:noFill/>
        </p:spPr>
        <p:txBody>
          <a:bodyPr wrap="square">
            <a:spAutoFit/>
          </a:bodyPr>
          <a:lstStyle/>
          <a:p>
            <a:pPr algn="l"/>
            <a:r>
              <a:rPr lang="en-US" sz="1100" b="0" i="0">
                <a:solidFill>
                  <a:srgbClr val="333333"/>
                </a:solidFill>
                <a:latin typeface="Verdana" panose="020B0604030504040204" pitchFamily="34" charset="0"/>
                <a:ea typeface="Verdana" panose="020B0604030504040204" pitchFamily="34" charset="0"/>
              </a:rPr>
              <a:t>Ongoing reviews</a:t>
            </a:r>
            <a:endParaRPr sz="1100" b="0" i="0">
              <a:solidFill>
                <a:srgbClr val="333333"/>
              </a:solidFill>
              <a:latin typeface="Verdana" panose="020B0604030504040204" pitchFamily="34" charset="0"/>
              <a:ea typeface="Verdana" panose="020B0604030504040204" pitchFamily="34" charset="0"/>
            </a:endParaRPr>
          </a:p>
        </p:txBody>
      </p:sp>
      <p:sp>
        <p:nvSpPr>
          <p:cNvPr id="14" name="Rectangle 13"/>
          <p:cNvSpPr/>
          <p:nvPr/>
        </p:nvSpPr>
        <p:spPr>
          <a:xfrm>
            <a:off x="649224" y="2121408"/>
            <a:ext cx="365760" cy="29260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wrap="none" lIns="91440" tIns="45720" rIns="91440" bIns="45720" rtlCol="0" anchor="ctr"/>
          <a:lstStyle/>
          <a:p>
            <a:pPr algn="ctr">
              <a:spcBef>
                <a:spcPts val="0"/>
              </a:spcBef>
            </a:pPr>
            <a:r>
              <a:rPr lang="en-US" sz="1500" b="1">
                <a:solidFill>
                  <a:srgbClr val="FFFFFF"/>
                </a:solidFill>
                <a:latin typeface="Calibri"/>
                <a:ea typeface="Calibri"/>
                <a:cs typeface="Calibri"/>
              </a:rPr>
              <a:t>4</a:t>
            </a:r>
            <a:endParaRPr lang="en-US" sz="1500" b="1" i="0">
              <a:solidFill>
                <a:srgbClr val="FFFFFF"/>
              </a:solidFill>
              <a:latin typeface="Calibri"/>
              <a:ea typeface="Calibri"/>
              <a:cs typeface="Calibri"/>
            </a:endParaRPr>
          </a:p>
        </p:txBody>
      </p:sp>
      <p:sp>
        <p:nvSpPr>
          <p:cNvPr id="15" name="TextBox 14"/>
          <p:cNvSpPr txBox="1"/>
          <p:nvPr/>
        </p:nvSpPr>
        <p:spPr>
          <a:xfrm>
            <a:off x="1097280" y="2157984"/>
            <a:ext cx="3860468" cy="261610"/>
          </a:xfrm>
          <a:prstGeom prst="rect">
            <a:avLst/>
          </a:prstGeom>
          <a:noFill/>
        </p:spPr>
        <p:txBody>
          <a:bodyPr wrap="square">
            <a:spAutoFit/>
          </a:bodyPr>
          <a:lstStyle/>
          <a:p>
            <a:pPr algn="l"/>
            <a:r>
              <a:rPr sz="1100" b="0" i="0">
                <a:solidFill>
                  <a:srgbClr val="333333"/>
                </a:solidFill>
                <a:latin typeface="Verdana" panose="020B0604030504040204" pitchFamily="34" charset="0"/>
                <a:ea typeface="Verdana" panose="020B0604030504040204" pitchFamily="34" charset="0"/>
              </a:rPr>
              <a:t>Reviews to start</a:t>
            </a:r>
          </a:p>
        </p:txBody>
      </p:sp>
      <p:sp>
        <p:nvSpPr>
          <p:cNvPr id="16" name="TextBox 15"/>
          <p:cNvSpPr txBox="1"/>
          <p:nvPr/>
        </p:nvSpPr>
        <p:spPr>
          <a:xfrm>
            <a:off x="649224" y="2523744"/>
            <a:ext cx="4317668" cy="182880"/>
          </a:xfrm>
          <a:prstGeom prst="rect">
            <a:avLst/>
          </a:prstGeom>
          <a:noFill/>
        </p:spPr>
        <p:txBody>
          <a:bodyPr wrap="square">
            <a:spAutoFit/>
          </a:bodyPr>
          <a:lstStyle/>
          <a:p>
            <a:pPr algn="l"/>
            <a:r>
              <a:rPr sz="700" b="0" i="1">
                <a:solidFill>
                  <a:srgbClr val="666666"/>
                </a:solidFill>
                <a:latin typeface="Calibri"/>
              </a:rPr>
              <a:t>* These include upcoming Market Conduct examinations</a:t>
            </a:r>
          </a:p>
        </p:txBody>
      </p:sp>
      <p:sp>
        <p:nvSpPr>
          <p:cNvPr id="17" name="Rounded Rectangle 16"/>
          <p:cNvSpPr/>
          <p:nvPr/>
        </p:nvSpPr>
        <p:spPr>
          <a:xfrm>
            <a:off x="5387516" y="822960"/>
            <a:ext cx="6392699" cy="1918228"/>
          </a:xfrm>
          <a:prstGeom prst="roundRect">
            <a:avLst/>
          </a:prstGeom>
          <a:solidFill>
            <a:srgbClr val="FAFAFA"/>
          </a:solidFill>
          <a:ln w="6350">
            <a:solidFill>
              <a:srgbClr val="D9D9D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5570396" y="1005840"/>
            <a:ext cx="45720" cy="219456"/>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680124" y="987552"/>
            <a:ext cx="1861407" cy="338554"/>
          </a:xfrm>
          <a:prstGeom prst="rect">
            <a:avLst/>
          </a:prstGeom>
          <a:noFill/>
        </p:spPr>
        <p:txBody>
          <a:bodyPr wrap="none">
            <a:spAutoFit/>
          </a:bodyPr>
          <a:lstStyle/>
          <a:p>
            <a:pPr algn="l"/>
            <a:r>
              <a:rPr sz="1600" b="1" i="0">
                <a:solidFill>
                  <a:srgbClr val="9B0B22"/>
                </a:solidFill>
                <a:latin typeface="Verdana" panose="020B0604030504040204" pitchFamily="34" charset="0"/>
                <a:ea typeface="Verdana" panose="020B0604030504040204" pitchFamily="34" charset="0"/>
              </a:rPr>
              <a:t>GIA Validation</a:t>
            </a:r>
          </a:p>
        </p:txBody>
      </p:sp>
      <p:sp>
        <p:nvSpPr>
          <p:cNvPr id="20" name="TextBox 19"/>
          <p:cNvSpPr txBox="1"/>
          <p:nvPr/>
        </p:nvSpPr>
        <p:spPr>
          <a:xfrm>
            <a:off x="5625260" y="1335024"/>
            <a:ext cx="5917211" cy="998607"/>
          </a:xfrm>
          <a:prstGeom prst="rect">
            <a:avLst/>
          </a:prstGeom>
          <a:noFill/>
        </p:spPr>
        <p:txBody>
          <a:bodyPr wrap="square">
            <a:spAutoFit/>
          </a:bodyPr>
          <a:lstStyle/>
          <a:p>
            <a:pPr algn="just">
              <a:lnSpc>
                <a:spcPts val="1800"/>
              </a:lnSpc>
            </a:pPr>
            <a:r>
              <a:rPr lang="en-US" sz="1100" i="1" dirty="0">
                <a:latin typeface="Verdana" panose="020B0604030504040204" pitchFamily="34" charset="0"/>
                <a:ea typeface="Verdana" panose="020B0604030504040204" pitchFamily="34" charset="0"/>
              </a:rPr>
              <a:t>GIA validation of regulatory actions remains resource-intensive, requiring detailed discussions and testing, evidence verification, and alignment to ensure CBUAE requirements are properly met. GIA is also providing support during establishment of Management action plans.</a:t>
            </a:r>
            <a:endParaRPr sz="1100" i="1" dirty="0">
              <a:latin typeface="Verdana" panose="020B0604030504040204" pitchFamily="34" charset="0"/>
              <a:ea typeface="Verdana" panose="020B0604030504040204" pitchFamily="34" charset="0"/>
            </a:endParaRPr>
          </a:p>
        </p:txBody>
      </p:sp>
      <p:sp>
        <p:nvSpPr>
          <p:cNvPr id="21" name="Rounded Rectangle 20"/>
          <p:cNvSpPr/>
          <p:nvPr/>
        </p:nvSpPr>
        <p:spPr>
          <a:xfrm>
            <a:off x="411480" y="2905780"/>
            <a:ext cx="5911742" cy="3398160"/>
          </a:xfrm>
          <a:prstGeom prst="roundRect">
            <a:avLst/>
          </a:prstGeom>
          <a:solidFill>
            <a:srgbClr val="FAFAFA"/>
          </a:solidFill>
          <a:ln w="6350">
            <a:solidFill>
              <a:srgbClr val="D9D9D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594360" y="3088660"/>
            <a:ext cx="45720" cy="219456"/>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04088" y="3070372"/>
            <a:ext cx="2444900" cy="338554"/>
          </a:xfrm>
          <a:prstGeom prst="rect">
            <a:avLst/>
          </a:prstGeom>
          <a:noFill/>
        </p:spPr>
        <p:txBody>
          <a:bodyPr wrap="none">
            <a:spAutoFit/>
          </a:bodyPr>
          <a:lstStyle/>
          <a:p>
            <a:pPr algn="l"/>
            <a:r>
              <a:rPr sz="1600" b="1" i="0" dirty="0">
                <a:solidFill>
                  <a:srgbClr val="9B0B22"/>
                </a:solidFill>
                <a:latin typeface="Verdana" panose="020B0604030504040204" pitchFamily="34" charset="0"/>
                <a:ea typeface="Verdana" panose="020B0604030504040204" pitchFamily="34" charset="0"/>
              </a:rPr>
              <a:t>Validation Progress</a:t>
            </a:r>
          </a:p>
        </p:txBody>
      </p:sp>
      <p:sp>
        <p:nvSpPr>
          <p:cNvPr id="25" name="TextBox 24"/>
          <p:cNvSpPr txBox="1"/>
          <p:nvPr/>
        </p:nvSpPr>
        <p:spPr>
          <a:xfrm>
            <a:off x="4023360" y="3591580"/>
            <a:ext cx="2071262" cy="1831271"/>
          </a:xfrm>
          <a:prstGeom prst="rect">
            <a:avLst/>
          </a:prstGeom>
          <a:noFill/>
        </p:spPr>
        <p:txBody>
          <a:bodyPr wrap="square">
            <a:spAutoFit/>
          </a:bodyPr>
          <a:lstStyle/>
          <a:p>
            <a:pPr algn="ctr">
              <a:spcAft>
                <a:spcPts val="400"/>
              </a:spcAft>
            </a:pPr>
            <a:r>
              <a:rPr sz="4800" b="1" i="0">
                <a:solidFill>
                  <a:srgbClr val="C8102E"/>
                </a:solidFill>
                <a:latin typeface="Calibri"/>
              </a:rPr>
              <a:t>82%</a:t>
            </a:r>
          </a:p>
          <a:p>
            <a:pPr algn="ctr">
              <a:spcBef>
                <a:spcPts val="200"/>
              </a:spcBef>
              <a:spcAft>
                <a:spcPts val="0"/>
              </a:spcAft>
            </a:pPr>
            <a:r>
              <a:rPr sz="1050" b="0" i="0">
                <a:solidFill>
                  <a:srgbClr val="333333"/>
                </a:solidFill>
                <a:latin typeface="Verdana" panose="020B0604030504040204" pitchFamily="34" charset="0"/>
                <a:ea typeface="Verdana" panose="020B0604030504040204" pitchFamily="34" charset="0"/>
              </a:rPr>
              <a:t>of CBUAE action plans</a:t>
            </a:r>
          </a:p>
          <a:p>
            <a:pPr algn="ctr">
              <a:spcAft>
                <a:spcPts val="1000"/>
              </a:spcAft>
            </a:pPr>
            <a:r>
              <a:rPr sz="1050" b="1" i="0">
                <a:solidFill>
                  <a:srgbClr val="333333"/>
                </a:solidFill>
                <a:latin typeface="Verdana" panose="020B0604030504040204" pitchFamily="34" charset="0"/>
                <a:ea typeface="Verdana" panose="020B0604030504040204" pitchFamily="34" charset="0"/>
              </a:rPr>
              <a:t>validated by GIA</a:t>
            </a:r>
          </a:p>
          <a:p>
            <a:pPr algn="ctr">
              <a:spcBef>
                <a:spcPts val="800"/>
              </a:spcBef>
            </a:pPr>
            <a:r>
              <a:rPr sz="2400" b="1" i="0">
                <a:solidFill>
                  <a:srgbClr val="C8102E"/>
                </a:solidFill>
                <a:latin typeface="Calibri"/>
              </a:rPr>
              <a:t>401</a:t>
            </a:r>
            <a:r>
              <a:rPr sz="1400" b="0" i="0">
                <a:solidFill>
                  <a:srgbClr val="666666"/>
                </a:solidFill>
                <a:latin typeface="Calibri"/>
              </a:rPr>
              <a:t> / </a:t>
            </a:r>
            <a:r>
              <a:rPr sz="2400" b="1" i="0">
                <a:solidFill>
                  <a:srgbClr val="333333"/>
                </a:solidFill>
                <a:latin typeface="Calibri"/>
              </a:rPr>
              <a:t>487</a:t>
            </a:r>
          </a:p>
        </p:txBody>
      </p:sp>
      <p:sp>
        <p:nvSpPr>
          <p:cNvPr id="26" name="Rounded Rectangle 25"/>
          <p:cNvSpPr/>
          <p:nvPr/>
        </p:nvSpPr>
        <p:spPr>
          <a:xfrm>
            <a:off x="6524390" y="2905780"/>
            <a:ext cx="5255825" cy="3398160"/>
          </a:xfrm>
          <a:prstGeom prst="roundRect">
            <a:avLst/>
          </a:prstGeom>
          <a:solidFill>
            <a:srgbClr val="FAFAFA"/>
          </a:solidFill>
          <a:ln w="6350">
            <a:solidFill>
              <a:srgbClr val="D9D9D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6707270" y="3088660"/>
            <a:ext cx="45720" cy="219456"/>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816998" y="3070372"/>
            <a:ext cx="3041217" cy="338554"/>
          </a:xfrm>
          <a:prstGeom prst="rect">
            <a:avLst/>
          </a:prstGeom>
          <a:noFill/>
        </p:spPr>
        <p:txBody>
          <a:bodyPr wrap="none">
            <a:spAutoFit/>
          </a:bodyPr>
          <a:lstStyle/>
          <a:p>
            <a:pPr algn="l"/>
            <a:r>
              <a:rPr sz="1600" b="1" i="0" dirty="0">
                <a:solidFill>
                  <a:srgbClr val="9B0B22"/>
                </a:solidFill>
                <a:latin typeface="Verdana" panose="020B0604030504040204" pitchFamily="34" charset="0"/>
                <a:ea typeface="Verdana" panose="020B0604030504040204" pitchFamily="34" charset="0"/>
              </a:rPr>
              <a:t>Actions Under Validation</a:t>
            </a:r>
          </a:p>
        </p:txBody>
      </p:sp>
      <p:graphicFrame>
        <p:nvGraphicFramePr>
          <p:cNvPr id="29" name="Table 28"/>
          <p:cNvGraphicFramePr>
            <a:graphicFrameLocks noGrp="1"/>
          </p:cNvGraphicFramePr>
          <p:nvPr/>
        </p:nvGraphicFramePr>
        <p:xfrm>
          <a:off x="6707270" y="3477477"/>
          <a:ext cx="4572000" cy="1371600"/>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tblGrid>
              <a:tr h="274320">
                <a:tc>
                  <a:txBody>
                    <a:bodyPr/>
                    <a:lstStyle/>
                    <a:p>
                      <a:pPr algn="l"/>
                      <a:r>
                        <a:rPr sz="1200" b="1">
                          <a:solidFill>
                            <a:srgbClr val="FFFFFF"/>
                          </a:solidFill>
                          <a:latin typeface="Calibri"/>
                        </a:rPr>
                        <a:t>Items</a:t>
                      </a:r>
                    </a:p>
                  </a:txBody>
                  <a:tcPr marL="54864" marR="54864" marT="18288" marB="18288" anchor="ctr">
                    <a:solidFill>
                      <a:srgbClr val="1B4F8A"/>
                    </a:solidFill>
                  </a:tcPr>
                </a:tc>
                <a:tc>
                  <a:txBody>
                    <a:bodyPr/>
                    <a:lstStyle/>
                    <a:p>
                      <a:pPr algn="ctr"/>
                      <a:r>
                        <a:rPr sz="1200" b="1">
                          <a:solidFill>
                            <a:srgbClr val="FFFFFF"/>
                          </a:solidFill>
                          <a:latin typeface="Calibri"/>
                        </a:rPr>
                        <a:t>Number</a:t>
                      </a:r>
                    </a:p>
                  </a:txBody>
                  <a:tcPr marL="54864" marR="54864" marT="18288" marB="18288" anchor="ctr">
                    <a:solidFill>
                      <a:srgbClr val="1B4F8A"/>
                    </a:solidFill>
                  </a:tcPr>
                </a:tc>
                <a:tc>
                  <a:txBody>
                    <a:bodyPr/>
                    <a:lstStyle/>
                    <a:p>
                      <a:pPr algn="ctr"/>
                      <a:r>
                        <a:rPr sz="1200" b="1">
                          <a:solidFill>
                            <a:srgbClr val="FFFFFF"/>
                          </a:solidFill>
                          <a:latin typeface="Calibri"/>
                        </a:rPr>
                        <a:t>Man-</a:t>
                      </a:r>
                      <a:r>
                        <a:rPr lang="en-US" sz="1200" b="1">
                          <a:solidFill>
                            <a:srgbClr val="FFFFFF"/>
                          </a:solidFill>
                          <a:latin typeface="Calibri"/>
                        </a:rPr>
                        <a:t>hours</a:t>
                      </a:r>
                      <a:endParaRPr sz="1200" b="1">
                        <a:solidFill>
                          <a:srgbClr val="FFFFFF"/>
                        </a:solidFill>
                        <a:latin typeface="Calibri"/>
                      </a:endParaRPr>
                    </a:p>
                  </a:txBody>
                  <a:tcPr marL="54864" marR="54864" marT="18288" marB="18288" anchor="ctr">
                    <a:solidFill>
                      <a:srgbClr val="1B4F8A"/>
                    </a:solidFill>
                  </a:tcPr>
                </a:tc>
                <a:extLst>
                  <a:ext uri="{0D108BD9-81ED-4DB2-BD59-A6C34878D82A}">
                    <a16:rowId xmlns:a16="http://schemas.microsoft.com/office/drawing/2014/main" val="10000"/>
                  </a:ext>
                </a:extLst>
              </a:tr>
              <a:tr h="274320">
                <a:tc>
                  <a:txBody>
                    <a:bodyPr/>
                    <a:lstStyle/>
                    <a:p>
                      <a:pPr algn="l"/>
                      <a:r>
                        <a:rPr sz="1100" b="0" dirty="0">
                          <a:solidFill>
                            <a:srgbClr val="333333"/>
                          </a:solidFill>
                          <a:latin typeface="Verdana" panose="020B0604030504040204" pitchFamily="34" charset="0"/>
                          <a:ea typeface="Verdana" panose="020B0604030504040204" pitchFamily="34" charset="0"/>
                        </a:rPr>
                        <a:t>Total actions</a:t>
                      </a:r>
                    </a:p>
                  </a:txBody>
                  <a:tcPr marL="54864" marR="54864" marT="18288" marB="18288" anchor="ctr">
                    <a:solidFill>
                      <a:srgbClr val="FFFFFF"/>
                    </a:solidFill>
                  </a:tcPr>
                </a:tc>
                <a:tc>
                  <a:txBody>
                    <a:bodyPr/>
                    <a:lstStyle/>
                    <a:p>
                      <a:pPr algn="ctr"/>
                      <a:r>
                        <a:rPr sz="1200" b="1">
                          <a:solidFill>
                            <a:srgbClr val="333333"/>
                          </a:solidFill>
                          <a:latin typeface="Calibri"/>
                        </a:rPr>
                        <a:t>487</a:t>
                      </a:r>
                    </a:p>
                  </a:txBody>
                  <a:tcPr marL="54864" marR="54864" marT="18288" marB="18288" anchor="ctr">
                    <a:solidFill>
                      <a:srgbClr val="FFFFFF"/>
                    </a:solidFill>
                  </a:tcPr>
                </a:tc>
                <a:tc>
                  <a:txBody>
                    <a:bodyPr/>
                    <a:lstStyle/>
                    <a:p>
                      <a:pPr algn="ctr"/>
                      <a:r>
                        <a:rPr lang="en-US" sz="1200" b="0">
                          <a:solidFill>
                            <a:srgbClr val="333333"/>
                          </a:solidFill>
                          <a:latin typeface="Calibri"/>
                        </a:rPr>
                        <a:t>3,896</a:t>
                      </a:r>
                    </a:p>
                  </a:txBody>
                  <a:tcPr marL="54864" marR="54864" marT="18288" marB="18288" anchor="ctr">
                    <a:solidFill>
                      <a:srgbClr val="FFFFFF"/>
                    </a:solidFill>
                  </a:tcPr>
                </a:tc>
                <a:extLst>
                  <a:ext uri="{0D108BD9-81ED-4DB2-BD59-A6C34878D82A}">
                    <a16:rowId xmlns:a16="http://schemas.microsoft.com/office/drawing/2014/main" val="10001"/>
                  </a:ext>
                </a:extLst>
              </a:tr>
              <a:tr h="274320">
                <a:tc>
                  <a:txBody>
                    <a:bodyPr/>
                    <a:lstStyle/>
                    <a:p>
                      <a:pPr algn="l"/>
                      <a:r>
                        <a:rPr sz="1100" b="0">
                          <a:solidFill>
                            <a:srgbClr val="333333"/>
                          </a:solidFill>
                          <a:latin typeface="Verdana" panose="020B0604030504040204" pitchFamily="34" charset="0"/>
                          <a:ea typeface="Verdana" panose="020B0604030504040204" pitchFamily="34" charset="0"/>
                        </a:rPr>
                        <a:t>Total actions validated</a:t>
                      </a:r>
                    </a:p>
                  </a:txBody>
                  <a:tcPr marL="54864" marR="54864" marT="18288" marB="18288" anchor="ctr">
                    <a:solidFill>
                      <a:srgbClr val="F5F5F5"/>
                    </a:solidFill>
                  </a:tcPr>
                </a:tc>
                <a:tc>
                  <a:txBody>
                    <a:bodyPr/>
                    <a:lstStyle/>
                    <a:p>
                      <a:pPr algn="ctr"/>
                      <a:r>
                        <a:rPr sz="1200" b="1">
                          <a:solidFill>
                            <a:srgbClr val="333333"/>
                          </a:solidFill>
                          <a:latin typeface="Calibri"/>
                        </a:rPr>
                        <a:t>40</a:t>
                      </a:r>
                      <a:r>
                        <a:rPr lang="en-US" sz="1200" b="1">
                          <a:solidFill>
                            <a:srgbClr val="333333"/>
                          </a:solidFill>
                          <a:latin typeface="Calibri"/>
                        </a:rPr>
                        <a:t>5</a:t>
                      </a:r>
                      <a:endParaRPr sz="1200" b="1">
                        <a:solidFill>
                          <a:srgbClr val="333333"/>
                        </a:solidFill>
                        <a:latin typeface="Calibri"/>
                      </a:endParaRPr>
                    </a:p>
                  </a:txBody>
                  <a:tcPr marL="54864" marR="54864" marT="18288" marB="18288" anchor="ctr">
                    <a:solidFill>
                      <a:srgbClr val="F5F5F5"/>
                    </a:solidFill>
                  </a:tcPr>
                </a:tc>
                <a:tc>
                  <a:txBody>
                    <a:bodyPr/>
                    <a:lstStyle/>
                    <a:p>
                      <a:pPr algn="ctr"/>
                      <a:r>
                        <a:rPr lang="en-US" sz="1200" b="0">
                          <a:solidFill>
                            <a:srgbClr val="333333"/>
                          </a:solidFill>
                          <a:latin typeface="Calibri"/>
                        </a:rPr>
                        <a:t>3,240</a:t>
                      </a:r>
                    </a:p>
                  </a:txBody>
                  <a:tcPr marL="54864" marR="54864" marT="18288" marB="18288" anchor="ctr">
                    <a:solidFill>
                      <a:srgbClr val="F5F5F5"/>
                    </a:solidFill>
                  </a:tcPr>
                </a:tc>
                <a:extLst>
                  <a:ext uri="{0D108BD9-81ED-4DB2-BD59-A6C34878D82A}">
                    <a16:rowId xmlns:a16="http://schemas.microsoft.com/office/drawing/2014/main" val="10002"/>
                  </a:ext>
                </a:extLst>
              </a:tr>
              <a:tr h="274320">
                <a:tc>
                  <a:txBody>
                    <a:bodyPr/>
                    <a:lstStyle/>
                    <a:p>
                      <a:pPr algn="l"/>
                      <a:r>
                        <a:rPr sz="1100" b="0">
                          <a:solidFill>
                            <a:srgbClr val="333333"/>
                          </a:solidFill>
                          <a:latin typeface="Verdana" panose="020B0604030504040204" pitchFamily="34" charset="0"/>
                          <a:ea typeface="Verdana" panose="020B0604030504040204" pitchFamily="34" charset="0"/>
                        </a:rPr>
                        <a:t>Actions validated since last BAC</a:t>
                      </a:r>
                    </a:p>
                  </a:txBody>
                  <a:tcPr marL="54864" marR="54864" marT="18288" marB="18288" anchor="ctr">
                    <a:solidFill>
                      <a:srgbClr val="FFFFFF"/>
                    </a:solidFill>
                  </a:tcPr>
                </a:tc>
                <a:tc>
                  <a:txBody>
                    <a:bodyPr/>
                    <a:lstStyle/>
                    <a:p>
                      <a:pPr algn="ctr"/>
                      <a:r>
                        <a:rPr lang="en-US" sz="1200" b="1">
                          <a:solidFill>
                            <a:srgbClr val="333333"/>
                          </a:solidFill>
                          <a:latin typeface="Calibri"/>
                        </a:rPr>
                        <a:t>58</a:t>
                      </a:r>
                      <a:endParaRPr sz="1200" b="1">
                        <a:solidFill>
                          <a:srgbClr val="333333"/>
                        </a:solidFill>
                        <a:latin typeface="Calibri"/>
                      </a:endParaRPr>
                    </a:p>
                  </a:txBody>
                  <a:tcPr marL="54864" marR="54864" marT="18288" marB="18288" anchor="ctr">
                    <a:solidFill>
                      <a:srgbClr val="FFFFFF"/>
                    </a:solidFill>
                  </a:tcPr>
                </a:tc>
                <a:tc>
                  <a:txBody>
                    <a:bodyPr/>
                    <a:lstStyle/>
                    <a:p>
                      <a:pPr algn="ctr"/>
                      <a:r>
                        <a:rPr lang="en-US" sz="1200" b="0">
                          <a:solidFill>
                            <a:srgbClr val="333333"/>
                          </a:solidFill>
                          <a:latin typeface="Calibri"/>
                        </a:rPr>
                        <a:t>464</a:t>
                      </a:r>
                    </a:p>
                  </a:txBody>
                  <a:tcPr marL="54864" marR="54864" marT="18288" marB="18288" anchor="ctr">
                    <a:solidFill>
                      <a:srgbClr val="FFFFFF"/>
                    </a:solidFill>
                  </a:tcPr>
                </a:tc>
                <a:extLst>
                  <a:ext uri="{0D108BD9-81ED-4DB2-BD59-A6C34878D82A}">
                    <a16:rowId xmlns:a16="http://schemas.microsoft.com/office/drawing/2014/main" val="10003"/>
                  </a:ext>
                </a:extLst>
              </a:tr>
              <a:tr h="274320">
                <a:tc>
                  <a:txBody>
                    <a:bodyPr/>
                    <a:lstStyle/>
                    <a:p>
                      <a:pPr algn="l"/>
                      <a:r>
                        <a:rPr sz="1100" b="0">
                          <a:solidFill>
                            <a:srgbClr val="333333"/>
                          </a:solidFill>
                          <a:latin typeface="Verdana" panose="020B0604030504040204" pitchFamily="34" charset="0"/>
                          <a:ea typeface="Verdana" panose="020B0604030504040204" pitchFamily="34" charset="0"/>
                        </a:rPr>
                        <a:t>Actions to be validated</a:t>
                      </a:r>
                    </a:p>
                  </a:txBody>
                  <a:tcPr marL="54864" marR="54864" marT="18288" marB="18288" anchor="ctr">
                    <a:solidFill>
                      <a:srgbClr val="F5F5F5"/>
                    </a:solidFill>
                  </a:tcPr>
                </a:tc>
                <a:tc>
                  <a:txBody>
                    <a:bodyPr/>
                    <a:lstStyle/>
                    <a:p>
                      <a:pPr algn="ctr"/>
                      <a:r>
                        <a:rPr lang="en-US" sz="1200" b="1">
                          <a:solidFill>
                            <a:srgbClr val="333333"/>
                          </a:solidFill>
                          <a:latin typeface="Calibri"/>
                        </a:rPr>
                        <a:t>86</a:t>
                      </a:r>
                      <a:endParaRPr sz="1200" b="1">
                        <a:solidFill>
                          <a:srgbClr val="333333"/>
                        </a:solidFill>
                        <a:latin typeface="Calibri"/>
                      </a:endParaRPr>
                    </a:p>
                  </a:txBody>
                  <a:tcPr marL="54864" marR="54864" marT="18288" marB="18288" anchor="ctr">
                    <a:solidFill>
                      <a:srgbClr val="F5F5F5"/>
                    </a:solidFill>
                  </a:tcPr>
                </a:tc>
                <a:tc>
                  <a:txBody>
                    <a:bodyPr/>
                    <a:lstStyle/>
                    <a:p>
                      <a:pPr algn="ctr"/>
                      <a:r>
                        <a:rPr lang="en-US" sz="1200" b="0" dirty="0">
                          <a:solidFill>
                            <a:srgbClr val="333333"/>
                          </a:solidFill>
                          <a:latin typeface="Calibri"/>
                        </a:rPr>
                        <a:t>688</a:t>
                      </a:r>
                      <a:endParaRPr sz="1200" b="0" dirty="0">
                        <a:solidFill>
                          <a:srgbClr val="333333"/>
                        </a:solidFill>
                        <a:latin typeface="Calibri"/>
                      </a:endParaRPr>
                    </a:p>
                  </a:txBody>
                  <a:tcPr marL="54864" marR="54864" marT="18288" marB="18288" anchor="ctr">
                    <a:solidFill>
                      <a:srgbClr val="F5F5F5"/>
                    </a:solidFill>
                  </a:tcPr>
                </a:tc>
                <a:extLst>
                  <a:ext uri="{0D108BD9-81ED-4DB2-BD59-A6C34878D82A}">
                    <a16:rowId xmlns:a16="http://schemas.microsoft.com/office/drawing/2014/main" val="10004"/>
                  </a:ext>
                </a:extLst>
              </a:tr>
            </a:tbl>
          </a:graphicData>
        </a:graphic>
      </p:graphicFrame>
      <p:sp>
        <p:nvSpPr>
          <p:cNvPr id="30" name="TextBox 29"/>
          <p:cNvSpPr txBox="1"/>
          <p:nvPr/>
        </p:nvSpPr>
        <p:spPr>
          <a:xfrm>
            <a:off x="6707270" y="4899172"/>
            <a:ext cx="4890065" cy="392095"/>
          </a:xfrm>
          <a:prstGeom prst="rect">
            <a:avLst/>
          </a:prstGeom>
          <a:noFill/>
        </p:spPr>
        <p:txBody>
          <a:bodyPr wrap="square">
            <a:spAutoFit/>
          </a:bodyPr>
          <a:lstStyle/>
          <a:p>
            <a:pPr algn="l">
              <a:lnSpc>
                <a:spcPts val="1200"/>
              </a:lnSpc>
            </a:pPr>
            <a:r>
              <a:rPr sz="900" b="0" i="1" dirty="0">
                <a:solidFill>
                  <a:srgbClr val="666666"/>
                </a:solidFill>
                <a:latin typeface="Calibri"/>
              </a:rPr>
              <a:t>On average, validation of a CBUAE action requires approximately </a:t>
            </a:r>
            <a:r>
              <a:rPr lang="en-US" sz="900" b="0" i="1" dirty="0">
                <a:solidFill>
                  <a:srgbClr val="666666"/>
                </a:solidFill>
                <a:latin typeface="Calibri"/>
              </a:rPr>
              <a:t>8</a:t>
            </a:r>
            <a:r>
              <a:rPr sz="900" b="0" i="1" dirty="0">
                <a:solidFill>
                  <a:srgbClr val="666666"/>
                </a:solidFill>
                <a:latin typeface="Calibri"/>
              </a:rPr>
              <a:t>–10 </a:t>
            </a:r>
            <a:r>
              <a:rPr lang="en-US" sz="900" b="0" i="1" dirty="0">
                <a:solidFill>
                  <a:srgbClr val="666666"/>
                </a:solidFill>
                <a:latin typeface="Calibri"/>
              </a:rPr>
              <a:t>man </a:t>
            </a:r>
            <a:r>
              <a:rPr sz="900" b="0" i="1" dirty="0">
                <a:solidFill>
                  <a:srgbClr val="666666"/>
                </a:solidFill>
                <a:latin typeface="Calibri"/>
              </a:rPr>
              <a:t>hours, including evidence review, discussion with action owners, and internal validation procedures.</a:t>
            </a:r>
          </a:p>
        </p:txBody>
      </p:sp>
      <p:sp>
        <p:nvSpPr>
          <p:cNvPr id="31" name="Rectangle 30"/>
          <p:cNvSpPr/>
          <p:nvPr/>
        </p:nvSpPr>
        <p:spPr>
          <a:xfrm>
            <a:off x="0" y="6537960"/>
            <a:ext cx="12191695" cy="2286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itle 1">
            <a:extLst>
              <a:ext uri="{FF2B5EF4-FFF2-40B4-BE49-F238E27FC236}">
                <a16:creationId xmlns:a16="http://schemas.microsoft.com/office/drawing/2014/main" id="{A305FAFD-BF0C-8FD3-ADA8-D5790CCBE0A7}"/>
              </a:ext>
            </a:extLst>
          </p:cNvPr>
          <p:cNvSpPr txBox="1">
            <a:spLocks/>
          </p:cNvSpPr>
          <p:nvPr/>
        </p:nvSpPr>
        <p:spPr>
          <a:xfrm>
            <a:off x="0" y="9006"/>
            <a:ext cx="12192000" cy="645751"/>
          </a:xfrm>
          <a:prstGeom prst="rect">
            <a:avLst/>
          </a:prstGeom>
        </p:spPr>
        <p:txBody>
          <a:bodyPr anchor="ctr"/>
          <a:lstStyle>
            <a:lvl1pPr algn="l" rtl="0" eaLnBrk="1" fontAlgn="base" hangingPunct="1">
              <a:spcBef>
                <a:spcPct val="0"/>
              </a:spcBef>
              <a:spcAft>
                <a:spcPct val="0"/>
              </a:spcAft>
              <a:defRPr sz="1200" b="0">
                <a:solidFill>
                  <a:schemeClr val="bg1"/>
                </a:solidFill>
                <a:latin typeface="+mj-lt"/>
                <a:ea typeface="+mj-ea"/>
                <a:cs typeface="+mj-cs"/>
              </a:defRPr>
            </a:lvl1pPr>
            <a:lvl2pPr algn="ctr" rtl="0" eaLnBrk="1" fontAlgn="base" hangingPunct="1">
              <a:spcBef>
                <a:spcPct val="0"/>
              </a:spcBef>
              <a:spcAft>
                <a:spcPct val="0"/>
              </a:spcAft>
              <a:defRPr sz="2400" b="1">
                <a:solidFill>
                  <a:schemeClr val="bg1"/>
                </a:solidFill>
                <a:latin typeface="Verdana" pitchFamily="34" charset="0"/>
                <a:cs typeface="Times New Roman" pitchFamily="18" charset="0"/>
              </a:defRPr>
            </a:lvl2pPr>
            <a:lvl3pPr algn="ctr" rtl="0" eaLnBrk="1" fontAlgn="base" hangingPunct="1">
              <a:spcBef>
                <a:spcPct val="0"/>
              </a:spcBef>
              <a:spcAft>
                <a:spcPct val="0"/>
              </a:spcAft>
              <a:defRPr sz="2400" b="1">
                <a:solidFill>
                  <a:schemeClr val="bg1"/>
                </a:solidFill>
                <a:latin typeface="Verdana" pitchFamily="34" charset="0"/>
                <a:cs typeface="Times New Roman" pitchFamily="18" charset="0"/>
              </a:defRPr>
            </a:lvl3pPr>
            <a:lvl4pPr algn="ctr" rtl="0" eaLnBrk="1" fontAlgn="base" hangingPunct="1">
              <a:spcBef>
                <a:spcPct val="0"/>
              </a:spcBef>
              <a:spcAft>
                <a:spcPct val="0"/>
              </a:spcAft>
              <a:defRPr sz="2400" b="1">
                <a:solidFill>
                  <a:schemeClr val="bg1"/>
                </a:solidFill>
                <a:latin typeface="Verdana" pitchFamily="34" charset="0"/>
                <a:cs typeface="Times New Roman" pitchFamily="18" charset="0"/>
              </a:defRPr>
            </a:lvl4pPr>
            <a:lvl5pPr algn="ctr" rtl="0" eaLnBrk="1" fontAlgn="base" hangingPunct="1">
              <a:spcBef>
                <a:spcPct val="0"/>
              </a:spcBef>
              <a:spcAft>
                <a:spcPct val="0"/>
              </a:spcAft>
              <a:defRPr sz="2400" b="1">
                <a:solidFill>
                  <a:schemeClr val="bg1"/>
                </a:solidFill>
                <a:latin typeface="Verdana" pitchFamily="34" charset="0"/>
                <a:cs typeface="Times New Roman" pitchFamily="18" charset="0"/>
              </a:defRPr>
            </a:lvl5pPr>
            <a:lvl6pPr marL="342900" algn="ctr" rtl="0" eaLnBrk="1" fontAlgn="base" hangingPunct="1">
              <a:spcBef>
                <a:spcPct val="0"/>
              </a:spcBef>
              <a:spcAft>
                <a:spcPct val="0"/>
              </a:spcAft>
              <a:defRPr sz="2400" b="1">
                <a:solidFill>
                  <a:schemeClr val="bg1"/>
                </a:solidFill>
                <a:latin typeface="Verdana" pitchFamily="34" charset="0"/>
                <a:cs typeface="Times New Roman" pitchFamily="18" charset="0"/>
              </a:defRPr>
            </a:lvl6pPr>
            <a:lvl7pPr marL="685800" algn="ctr" rtl="0" eaLnBrk="1" fontAlgn="base" hangingPunct="1">
              <a:spcBef>
                <a:spcPct val="0"/>
              </a:spcBef>
              <a:spcAft>
                <a:spcPct val="0"/>
              </a:spcAft>
              <a:defRPr sz="2400" b="1">
                <a:solidFill>
                  <a:schemeClr val="bg1"/>
                </a:solidFill>
                <a:latin typeface="Verdana" pitchFamily="34" charset="0"/>
                <a:cs typeface="Times New Roman" pitchFamily="18" charset="0"/>
              </a:defRPr>
            </a:lvl7pPr>
            <a:lvl8pPr marL="1028700" algn="ctr" rtl="0" eaLnBrk="1" fontAlgn="base" hangingPunct="1">
              <a:spcBef>
                <a:spcPct val="0"/>
              </a:spcBef>
              <a:spcAft>
                <a:spcPct val="0"/>
              </a:spcAft>
              <a:defRPr sz="2400" b="1">
                <a:solidFill>
                  <a:schemeClr val="bg1"/>
                </a:solidFill>
                <a:latin typeface="Verdana" pitchFamily="34" charset="0"/>
                <a:cs typeface="Times New Roman" pitchFamily="18" charset="0"/>
              </a:defRPr>
            </a:lvl8pPr>
            <a:lvl9pPr marL="1371600" algn="ctr" rtl="0" eaLnBrk="1" fontAlgn="base" hangingPunct="1">
              <a:spcBef>
                <a:spcPct val="0"/>
              </a:spcBef>
              <a:spcAft>
                <a:spcPct val="0"/>
              </a:spcAft>
              <a:defRPr sz="2400" b="1">
                <a:solidFill>
                  <a:schemeClr val="bg1"/>
                </a:solidFill>
                <a:latin typeface="Verdana" pitchFamily="34" charset="0"/>
                <a:cs typeface="Times New Roman" pitchFamily="18" charset="0"/>
              </a:defRPr>
            </a:lvl9pPr>
          </a:lstStyle>
          <a:p>
            <a:r>
              <a:rPr lang="en-US" sz="2000" kern="0">
                <a:latin typeface="Verdana" panose="020B0604030504040204" pitchFamily="34" charset="0"/>
                <a:ea typeface="Verdana" panose="020B0604030504040204" pitchFamily="34" charset="0"/>
              </a:rPr>
              <a:t>  CBUAE Action Plan Validation – GIA Update</a:t>
            </a:r>
          </a:p>
        </p:txBody>
      </p:sp>
      <p:sp>
        <p:nvSpPr>
          <p:cNvPr id="35" name="Slide Number Placeholder 3">
            <a:extLst>
              <a:ext uri="{FF2B5EF4-FFF2-40B4-BE49-F238E27FC236}">
                <a16:creationId xmlns:a16="http://schemas.microsoft.com/office/drawing/2014/main" id="{D5AAEC13-BE84-9CA2-C7C0-8C4F97A3C6E4}"/>
              </a:ext>
            </a:extLst>
          </p:cNvPr>
          <p:cNvSpPr txBox="1">
            <a:spLocks/>
          </p:cNvSpPr>
          <p:nvPr/>
        </p:nvSpPr>
        <p:spPr>
          <a:xfrm>
            <a:off x="11506200" y="6624251"/>
            <a:ext cx="914400" cy="233749"/>
          </a:xfrm>
          <a:prstGeom prst="rect">
            <a:avLst/>
          </a:prstGeom>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fld id="{6516E9BE-843C-4425-80E4-36155279AD5E}" type="slidenum">
              <a:rPr kumimoji="0" lang="en-GB" sz="1200" b="1" i="0" u="none" strike="noStrike" kern="1200" cap="none" spc="0" normalizeH="0" baseline="0" noProof="0" smtClean="0">
                <a:ln>
                  <a:noFill/>
                </a:ln>
                <a:solidFill>
                  <a:srgbClr val="2D2926"/>
                </a:solidFill>
                <a:effectLst/>
                <a:uLnTx/>
                <a:uFillTx/>
                <a:latin typeface="Calibri"/>
                <a:ea typeface="+mn-ea"/>
                <a:cs typeface="Arial" charset="0"/>
              </a:rPr>
              <a:pPr marL="0" marR="0" lvl="0" indent="0" algn="ctr" defTabSz="914400" rtl="0" eaLnBrk="1" fontAlgn="base" latinLnBrk="0" hangingPunct="1">
                <a:lnSpc>
                  <a:spcPct val="100000"/>
                </a:lnSpc>
                <a:spcBef>
                  <a:spcPct val="0"/>
                </a:spcBef>
                <a:spcAft>
                  <a:spcPct val="0"/>
                </a:spcAft>
                <a:buClrTx/>
                <a:buSzTx/>
                <a:buFontTx/>
                <a:buNone/>
                <a:tabLst/>
                <a:defRPr/>
              </a:pPr>
              <a:t>19</a:t>
            </a:fld>
            <a:endParaRPr kumimoji="0" lang="en-GB" sz="1200" b="1" i="0" u="none" strike="noStrike" kern="1200" cap="none" spc="0" normalizeH="0" baseline="0" noProof="0" dirty="0">
              <a:ln>
                <a:noFill/>
              </a:ln>
              <a:solidFill>
                <a:srgbClr val="2D2926"/>
              </a:solidFill>
              <a:effectLst/>
              <a:uLnTx/>
              <a:uFillTx/>
              <a:latin typeface="Calibri"/>
              <a:ea typeface="+mn-ea"/>
              <a:cs typeface="Arial" charset="0"/>
            </a:endParaRPr>
          </a:p>
        </p:txBody>
      </p:sp>
      <p:pic>
        <p:nvPicPr>
          <p:cNvPr id="32" name="Picture 31">
            <a:extLst>
              <a:ext uri="{FF2B5EF4-FFF2-40B4-BE49-F238E27FC236}">
                <a16:creationId xmlns:a16="http://schemas.microsoft.com/office/drawing/2014/main" id="{DEA7E7FB-93EE-1C5B-E7AD-42B80669FB22}"/>
              </a:ext>
            </a:extLst>
          </p:cNvPr>
          <p:cNvPicPr>
            <a:picLocks noChangeAspect="1"/>
          </p:cNvPicPr>
          <p:nvPr/>
        </p:nvPicPr>
        <p:blipFill>
          <a:blip r:embed="rId2"/>
          <a:stretch>
            <a:fillRect/>
          </a:stretch>
        </p:blipFill>
        <p:spPr>
          <a:xfrm>
            <a:off x="649224" y="3346704"/>
            <a:ext cx="3292125" cy="2914141"/>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e 5"/>
          <p:cNvGraphicFramePr>
            <a:graphicFrameLocks noGrp="1"/>
          </p:cNvGraphicFramePr>
          <p:nvPr/>
        </p:nvGraphicFramePr>
        <p:xfrm>
          <a:off x="411480" y="914400"/>
          <a:ext cx="11368734" cy="5159110"/>
        </p:xfrm>
        <a:graphic>
          <a:graphicData uri="http://schemas.openxmlformats.org/drawingml/2006/table">
            <a:tbl>
              <a:tblPr firstRow="1" bandRow="1">
                <a:tableStyleId>{5C22544A-7EE6-4342-B048-85BDC9FD1C3A}</a:tableStyleId>
              </a:tblPr>
              <a:tblGrid>
                <a:gridCol w="3840480">
                  <a:extLst>
                    <a:ext uri="{9D8B030D-6E8A-4147-A177-3AD203B41FA5}">
                      <a16:colId xmlns:a16="http://schemas.microsoft.com/office/drawing/2014/main" val="20000"/>
                    </a:ext>
                  </a:extLst>
                </a:gridCol>
                <a:gridCol w="1254709">
                  <a:extLst>
                    <a:ext uri="{9D8B030D-6E8A-4147-A177-3AD203B41FA5}">
                      <a16:colId xmlns:a16="http://schemas.microsoft.com/office/drawing/2014/main" val="20001"/>
                    </a:ext>
                  </a:extLst>
                </a:gridCol>
                <a:gridCol w="1254709">
                  <a:extLst>
                    <a:ext uri="{9D8B030D-6E8A-4147-A177-3AD203B41FA5}">
                      <a16:colId xmlns:a16="http://schemas.microsoft.com/office/drawing/2014/main" val="20002"/>
                    </a:ext>
                  </a:extLst>
                </a:gridCol>
                <a:gridCol w="1254709">
                  <a:extLst>
                    <a:ext uri="{9D8B030D-6E8A-4147-A177-3AD203B41FA5}">
                      <a16:colId xmlns:a16="http://schemas.microsoft.com/office/drawing/2014/main" val="20003"/>
                    </a:ext>
                  </a:extLst>
                </a:gridCol>
                <a:gridCol w="1254709">
                  <a:extLst>
                    <a:ext uri="{9D8B030D-6E8A-4147-A177-3AD203B41FA5}">
                      <a16:colId xmlns:a16="http://schemas.microsoft.com/office/drawing/2014/main" val="20004"/>
                    </a:ext>
                  </a:extLst>
                </a:gridCol>
                <a:gridCol w="1254709">
                  <a:extLst>
                    <a:ext uri="{9D8B030D-6E8A-4147-A177-3AD203B41FA5}">
                      <a16:colId xmlns:a16="http://schemas.microsoft.com/office/drawing/2014/main" val="20005"/>
                    </a:ext>
                  </a:extLst>
                </a:gridCol>
                <a:gridCol w="1254709">
                  <a:extLst>
                    <a:ext uri="{9D8B030D-6E8A-4147-A177-3AD203B41FA5}">
                      <a16:colId xmlns:a16="http://schemas.microsoft.com/office/drawing/2014/main" val="20006"/>
                    </a:ext>
                  </a:extLst>
                </a:gridCol>
              </a:tblGrid>
              <a:tr h="440574">
                <a:tc>
                  <a:txBody>
                    <a:bodyPr/>
                    <a:lstStyle/>
                    <a:p>
                      <a:pPr algn="l">
                        <a:lnSpc>
                          <a:spcPts val="1100"/>
                        </a:lnSpc>
                        <a:spcBef>
                          <a:spcPts val="0"/>
                        </a:spcBef>
                        <a:spcAft>
                          <a:spcPts val="0"/>
                        </a:spcAft>
                      </a:pPr>
                      <a:r>
                        <a:rPr sz="1200" b="0">
                          <a:solidFill>
                            <a:srgbClr val="FFFFFF"/>
                          </a:solidFill>
                          <a:latin typeface="Verdana" panose="020B0604030504040204" pitchFamily="34" charset="0"/>
                          <a:ea typeface="Verdana" panose="020B0604030504040204" pitchFamily="34" charset="0"/>
                        </a:rPr>
                        <a:t>CBUAE Examination</a:t>
                      </a:r>
                    </a:p>
                  </a:txBody>
                  <a:tcPr marL="54864" marR="54864" marT="27432" marB="27432" anchor="ctr">
                    <a:solidFill>
                      <a:srgbClr val="1B4F8A"/>
                    </a:solidFill>
                  </a:tcPr>
                </a:tc>
                <a:tc>
                  <a:txBody>
                    <a:bodyPr/>
                    <a:lstStyle/>
                    <a:p>
                      <a:pPr algn="ctr">
                        <a:lnSpc>
                          <a:spcPts val="1100"/>
                        </a:lnSpc>
                        <a:spcBef>
                          <a:spcPts val="0"/>
                        </a:spcBef>
                        <a:spcAft>
                          <a:spcPts val="0"/>
                        </a:spcAft>
                      </a:pPr>
                      <a:r>
                        <a:rPr sz="1200" b="0">
                          <a:solidFill>
                            <a:srgbClr val="FFFFFF"/>
                          </a:solidFill>
                          <a:latin typeface="Verdana" panose="020B0604030504040204" pitchFamily="34" charset="0"/>
                          <a:ea typeface="Verdana" panose="020B0604030504040204" pitchFamily="34" charset="0"/>
                        </a:rPr>
                        <a:t>#Findings</a:t>
                      </a:r>
                    </a:p>
                  </a:txBody>
                  <a:tcPr marL="54864" marR="54864" marT="27432" marB="27432" anchor="ctr">
                    <a:solidFill>
                      <a:srgbClr val="1B4F8A"/>
                    </a:solidFill>
                  </a:tcPr>
                </a:tc>
                <a:tc>
                  <a:txBody>
                    <a:bodyPr/>
                    <a:lstStyle/>
                    <a:p>
                      <a:pPr algn="ctr">
                        <a:lnSpc>
                          <a:spcPts val="1100"/>
                        </a:lnSpc>
                        <a:spcBef>
                          <a:spcPts val="0"/>
                        </a:spcBef>
                        <a:spcAft>
                          <a:spcPts val="0"/>
                        </a:spcAft>
                      </a:pPr>
                      <a:r>
                        <a:rPr sz="1200" b="0">
                          <a:solidFill>
                            <a:srgbClr val="FFFFFF"/>
                          </a:solidFill>
                          <a:latin typeface="Verdana" panose="020B0604030504040204" pitchFamily="34" charset="0"/>
                          <a:ea typeface="Verdana" panose="020B0604030504040204" pitchFamily="34" charset="0"/>
                        </a:rPr>
                        <a:t>#Actions</a:t>
                      </a:r>
                    </a:p>
                  </a:txBody>
                  <a:tcPr marL="54864" marR="54864" marT="27432" marB="27432" anchor="ctr">
                    <a:solidFill>
                      <a:srgbClr val="1B4F8A"/>
                    </a:solidFill>
                  </a:tcPr>
                </a:tc>
                <a:tc>
                  <a:txBody>
                    <a:bodyPr/>
                    <a:lstStyle/>
                    <a:p>
                      <a:pPr algn="ctr">
                        <a:lnSpc>
                          <a:spcPts val="1100"/>
                        </a:lnSpc>
                        <a:spcBef>
                          <a:spcPts val="0"/>
                        </a:spcBef>
                        <a:spcAft>
                          <a:spcPts val="0"/>
                        </a:spcAft>
                      </a:pPr>
                      <a:r>
                        <a:rPr sz="1200" b="0">
                          <a:solidFill>
                            <a:srgbClr val="FFFFFF"/>
                          </a:solidFill>
                          <a:latin typeface="Verdana" panose="020B0604030504040204" pitchFamily="34" charset="0"/>
                          <a:ea typeface="Verdana" panose="020B0604030504040204" pitchFamily="34" charset="0"/>
                        </a:rPr>
                        <a:t>Resolved by</a:t>
                      </a:r>
                    </a:p>
                    <a:p>
                      <a:pPr algn="ctr">
                        <a:lnSpc>
                          <a:spcPts val="1100"/>
                        </a:lnSpc>
                        <a:spcBef>
                          <a:spcPts val="0"/>
                        </a:spcBef>
                        <a:spcAft>
                          <a:spcPts val="0"/>
                        </a:spcAft>
                      </a:pPr>
                      <a:r>
                        <a:rPr sz="1200" b="0">
                          <a:solidFill>
                            <a:srgbClr val="FFFFFF"/>
                          </a:solidFill>
                          <a:latin typeface="Verdana" panose="020B0604030504040204" pitchFamily="34" charset="0"/>
                          <a:ea typeface="Verdana" panose="020B0604030504040204" pitchFamily="34" charset="0"/>
                        </a:rPr>
                        <a:t>Action Owner &amp;</a:t>
                      </a:r>
                    </a:p>
                    <a:p>
                      <a:pPr algn="ctr">
                        <a:lnSpc>
                          <a:spcPts val="1100"/>
                        </a:lnSpc>
                        <a:spcBef>
                          <a:spcPts val="0"/>
                        </a:spcBef>
                        <a:spcAft>
                          <a:spcPts val="0"/>
                        </a:spcAft>
                      </a:pPr>
                      <a:r>
                        <a:rPr lang="en-US" sz="1200" b="0">
                          <a:solidFill>
                            <a:srgbClr val="FFFFFF"/>
                          </a:solidFill>
                          <a:latin typeface="Verdana" panose="020B0604030504040204" pitchFamily="34" charset="0"/>
                          <a:ea typeface="Verdana" panose="020B0604030504040204" pitchFamily="34" charset="0"/>
                        </a:rPr>
                        <a:t>U</a:t>
                      </a:r>
                      <a:r>
                        <a:rPr sz="1200" b="0">
                          <a:solidFill>
                            <a:srgbClr val="FFFFFF"/>
                          </a:solidFill>
                          <a:latin typeface="Verdana" panose="020B0604030504040204" pitchFamily="34" charset="0"/>
                          <a:ea typeface="Verdana" panose="020B0604030504040204" pitchFamily="34" charset="0"/>
                        </a:rPr>
                        <a:t>pdated in </a:t>
                      </a:r>
                      <a:r>
                        <a:rPr sz="1200" b="0" err="1">
                          <a:solidFill>
                            <a:srgbClr val="FFFFFF"/>
                          </a:solidFill>
                          <a:latin typeface="Verdana" panose="020B0604030504040204" pitchFamily="34" charset="0"/>
                          <a:ea typeface="Verdana" panose="020B0604030504040204" pitchFamily="34" charset="0"/>
                        </a:rPr>
                        <a:t>TeamMate</a:t>
                      </a:r>
                      <a:endParaRPr sz="1200" b="0">
                        <a:solidFill>
                          <a:srgbClr val="FFFFFF"/>
                        </a:solidFill>
                        <a:latin typeface="Verdana" panose="020B0604030504040204" pitchFamily="34" charset="0"/>
                        <a:ea typeface="Verdana" panose="020B0604030504040204" pitchFamily="34" charset="0"/>
                      </a:endParaRPr>
                    </a:p>
                  </a:txBody>
                  <a:tcPr marL="54864" marR="54864" marT="27432" marB="27432" anchor="ctr">
                    <a:solidFill>
                      <a:srgbClr val="1B4F8A"/>
                    </a:solidFill>
                  </a:tcPr>
                </a:tc>
                <a:tc>
                  <a:txBody>
                    <a:bodyPr/>
                    <a:lstStyle/>
                    <a:p>
                      <a:pPr algn="ctr">
                        <a:lnSpc>
                          <a:spcPts val="1100"/>
                        </a:lnSpc>
                        <a:spcBef>
                          <a:spcPts val="0"/>
                        </a:spcBef>
                        <a:spcAft>
                          <a:spcPts val="0"/>
                        </a:spcAft>
                      </a:pPr>
                      <a:r>
                        <a:rPr sz="1200" b="0">
                          <a:solidFill>
                            <a:srgbClr val="FFFFFF"/>
                          </a:solidFill>
                          <a:latin typeface="Verdana" panose="020B0604030504040204" pitchFamily="34" charset="0"/>
                          <a:ea typeface="Verdana" panose="020B0604030504040204" pitchFamily="34" charset="0"/>
                        </a:rPr>
                        <a:t>Under review</a:t>
                      </a:r>
                    </a:p>
                    <a:p>
                      <a:pPr algn="ctr">
                        <a:lnSpc>
                          <a:spcPts val="1100"/>
                        </a:lnSpc>
                        <a:spcBef>
                          <a:spcPts val="0"/>
                        </a:spcBef>
                        <a:spcAft>
                          <a:spcPts val="0"/>
                        </a:spcAft>
                      </a:pPr>
                      <a:r>
                        <a:rPr sz="1200" b="0">
                          <a:solidFill>
                            <a:srgbClr val="FFFFFF"/>
                          </a:solidFill>
                          <a:latin typeface="Verdana" panose="020B0604030504040204" pitchFamily="34" charset="0"/>
                          <a:ea typeface="Verdana" panose="020B0604030504040204" pitchFamily="34" charset="0"/>
                        </a:rPr>
                        <a:t>by GIA</a:t>
                      </a:r>
                    </a:p>
                  </a:txBody>
                  <a:tcPr marL="54864" marR="54864" marT="27432" marB="27432" anchor="ctr">
                    <a:solidFill>
                      <a:srgbClr val="1B4F8A"/>
                    </a:solidFill>
                  </a:tcPr>
                </a:tc>
                <a:tc>
                  <a:txBody>
                    <a:bodyPr/>
                    <a:lstStyle/>
                    <a:p>
                      <a:pPr algn="ctr">
                        <a:lnSpc>
                          <a:spcPts val="1100"/>
                        </a:lnSpc>
                        <a:spcBef>
                          <a:spcPts val="0"/>
                        </a:spcBef>
                        <a:spcAft>
                          <a:spcPts val="0"/>
                        </a:spcAft>
                      </a:pPr>
                      <a:r>
                        <a:rPr sz="1200" b="0">
                          <a:solidFill>
                            <a:srgbClr val="FFFFFF"/>
                          </a:solidFill>
                          <a:latin typeface="Verdana" panose="020B0604030504040204" pitchFamily="34" charset="0"/>
                          <a:ea typeface="Verdana" panose="020B0604030504040204" pitchFamily="34" charset="0"/>
                        </a:rPr>
                        <a:t>Validated</a:t>
                      </a:r>
                    </a:p>
                    <a:p>
                      <a:pPr algn="ctr">
                        <a:lnSpc>
                          <a:spcPts val="1100"/>
                        </a:lnSpc>
                        <a:spcBef>
                          <a:spcPts val="0"/>
                        </a:spcBef>
                        <a:spcAft>
                          <a:spcPts val="0"/>
                        </a:spcAft>
                      </a:pPr>
                      <a:r>
                        <a:rPr sz="1200" b="0">
                          <a:solidFill>
                            <a:srgbClr val="FFFFFF"/>
                          </a:solidFill>
                          <a:latin typeface="Verdana" panose="020B0604030504040204" pitchFamily="34" charset="0"/>
                          <a:ea typeface="Verdana" panose="020B0604030504040204" pitchFamily="34" charset="0"/>
                        </a:rPr>
                        <a:t>by GIA</a:t>
                      </a:r>
                    </a:p>
                  </a:txBody>
                  <a:tcPr marL="54864" marR="54864" marT="27432" marB="27432" anchor="ctr">
                    <a:solidFill>
                      <a:srgbClr val="1B4F8A"/>
                    </a:solidFill>
                  </a:tcPr>
                </a:tc>
                <a:tc>
                  <a:txBody>
                    <a:bodyPr/>
                    <a:lstStyle/>
                    <a:p>
                      <a:pPr algn="ctr">
                        <a:lnSpc>
                          <a:spcPts val="1100"/>
                        </a:lnSpc>
                        <a:spcBef>
                          <a:spcPts val="0"/>
                        </a:spcBef>
                        <a:spcAft>
                          <a:spcPts val="0"/>
                        </a:spcAft>
                      </a:pPr>
                      <a:r>
                        <a:rPr sz="1200" b="0">
                          <a:solidFill>
                            <a:srgbClr val="FFFFFF"/>
                          </a:solidFill>
                          <a:latin typeface="Verdana" panose="020B0604030504040204" pitchFamily="34" charset="0"/>
                          <a:ea typeface="Verdana" panose="020B0604030504040204" pitchFamily="34" charset="0"/>
                        </a:rPr>
                        <a:t>To be </a:t>
                      </a:r>
                      <a:r>
                        <a:rPr lang="en-US" sz="1200" b="0">
                          <a:solidFill>
                            <a:srgbClr val="FFFFFF"/>
                          </a:solidFill>
                          <a:latin typeface="Verdana" panose="020B0604030504040204" pitchFamily="34" charset="0"/>
                          <a:ea typeface="Verdana" panose="020B0604030504040204" pitchFamily="34" charset="0"/>
                        </a:rPr>
                        <a:t>R</a:t>
                      </a:r>
                      <a:r>
                        <a:rPr sz="1200" b="0">
                          <a:solidFill>
                            <a:srgbClr val="FFFFFF"/>
                          </a:solidFill>
                          <a:latin typeface="Verdana" panose="020B0604030504040204" pitchFamily="34" charset="0"/>
                          <a:ea typeface="Verdana" panose="020B0604030504040204" pitchFamily="34" charset="0"/>
                        </a:rPr>
                        <a:t>eviewed</a:t>
                      </a:r>
                    </a:p>
                    <a:p>
                      <a:pPr algn="ctr">
                        <a:lnSpc>
                          <a:spcPts val="1100"/>
                        </a:lnSpc>
                        <a:spcBef>
                          <a:spcPts val="0"/>
                        </a:spcBef>
                        <a:spcAft>
                          <a:spcPts val="0"/>
                        </a:spcAft>
                      </a:pPr>
                      <a:r>
                        <a:rPr sz="1200" b="0">
                          <a:solidFill>
                            <a:srgbClr val="FFFFFF"/>
                          </a:solidFill>
                          <a:latin typeface="Verdana" panose="020B0604030504040204" pitchFamily="34" charset="0"/>
                          <a:ea typeface="Verdana" panose="020B0604030504040204" pitchFamily="34" charset="0"/>
                        </a:rPr>
                        <a:t>&amp; </a:t>
                      </a:r>
                      <a:r>
                        <a:rPr lang="en-US" sz="1200" b="0">
                          <a:solidFill>
                            <a:srgbClr val="FFFFFF"/>
                          </a:solidFill>
                          <a:latin typeface="Verdana" panose="020B0604030504040204" pitchFamily="34" charset="0"/>
                          <a:ea typeface="Verdana" panose="020B0604030504040204" pitchFamily="34" charset="0"/>
                        </a:rPr>
                        <a:t>V</a:t>
                      </a:r>
                      <a:r>
                        <a:rPr sz="1200" b="0">
                          <a:solidFill>
                            <a:srgbClr val="FFFFFF"/>
                          </a:solidFill>
                          <a:latin typeface="Verdana" panose="020B0604030504040204" pitchFamily="34" charset="0"/>
                          <a:ea typeface="Verdana" panose="020B0604030504040204" pitchFamily="34" charset="0"/>
                        </a:rPr>
                        <a:t>alidated</a:t>
                      </a:r>
                    </a:p>
                    <a:p>
                      <a:pPr algn="ctr">
                        <a:lnSpc>
                          <a:spcPts val="1100"/>
                        </a:lnSpc>
                        <a:spcBef>
                          <a:spcPts val="0"/>
                        </a:spcBef>
                        <a:spcAft>
                          <a:spcPts val="0"/>
                        </a:spcAft>
                      </a:pPr>
                      <a:r>
                        <a:rPr sz="1200" b="0">
                          <a:solidFill>
                            <a:srgbClr val="FFFFFF"/>
                          </a:solidFill>
                          <a:latin typeface="Verdana" panose="020B0604030504040204" pitchFamily="34" charset="0"/>
                          <a:ea typeface="Verdana" panose="020B0604030504040204" pitchFamily="34" charset="0"/>
                        </a:rPr>
                        <a:t>by GIA</a:t>
                      </a:r>
                    </a:p>
                  </a:txBody>
                  <a:tcPr marL="54864" marR="54864" marT="27432" marB="27432" anchor="ctr">
                    <a:solidFill>
                      <a:srgbClr val="1B4F8A"/>
                    </a:solidFill>
                  </a:tcPr>
                </a:tc>
                <a:extLst>
                  <a:ext uri="{0D108BD9-81ED-4DB2-BD59-A6C34878D82A}">
                    <a16:rowId xmlns:a16="http://schemas.microsoft.com/office/drawing/2014/main" val="10000"/>
                  </a:ext>
                </a:extLst>
              </a:tr>
              <a:tr h="440574">
                <a:tc>
                  <a:txBody>
                    <a:bodyPr/>
                    <a:lstStyle/>
                    <a:p>
                      <a:pPr algn="l">
                        <a:lnSpc>
                          <a:spcPts val="1100"/>
                        </a:lnSpc>
                        <a:spcBef>
                          <a:spcPts val="0"/>
                        </a:spcBef>
                        <a:spcAft>
                          <a:spcPts val="0"/>
                        </a:spcAft>
                      </a:pPr>
                      <a:r>
                        <a:rPr sz="1100" b="0">
                          <a:solidFill>
                            <a:srgbClr val="333333"/>
                          </a:solidFill>
                          <a:latin typeface="Verdana" panose="020B0604030504040204" pitchFamily="34" charset="0"/>
                          <a:ea typeface="Verdana" panose="020B0604030504040204" pitchFamily="34" charset="0"/>
                        </a:rPr>
                        <a:t>AML/CFT Follow-up Examination 2025</a:t>
                      </a:r>
                    </a:p>
                  </a:txBody>
                  <a:tcPr marL="54864" marR="54864" marT="27432" marB="27432" anchor="ctr">
                    <a:solidFill>
                      <a:srgbClr val="FFFFFF"/>
                    </a:solidFill>
                  </a:tcPr>
                </a:tc>
                <a:tc>
                  <a:txBody>
                    <a:bodyPr/>
                    <a:lstStyle/>
                    <a:p>
                      <a:pPr algn="ctr">
                        <a:lnSpc>
                          <a:spcPts val="1100"/>
                        </a:lnSpc>
                        <a:spcBef>
                          <a:spcPts val="0"/>
                        </a:spcBef>
                        <a:spcAft>
                          <a:spcPts val="0"/>
                        </a:spcAft>
                      </a:pPr>
                      <a:r>
                        <a:rPr sz="1200" b="0">
                          <a:solidFill>
                            <a:srgbClr val="333333"/>
                          </a:solidFill>
                          <a:latin typeface="Calibri"/>
                        </a:rPr>
                        <a:t>23</a:t>
                      </a:r>
                    </a:p>
                  </a:txBody>
                  <a:tcPr marL="54864" marR="54864" marT="27432" marB="27432" anchor="ctr">
                    <a:solidFill>
                      <a:srgbClr val="FFFFFF"/>
                    </a:solidFill>
                  </a:tcPr>
                </a:tc>
                <a:tc>
                  <a:txBody>
                    <a:bodyPr/>
                    <a:lstStyle/>
                    <a:p>
                      <a:pPr algn="ctr">
                        <a:lnSpc>
                          <a:spcPts val="1100"/>
                        </a:lnSpc>
                        <a:spcBef>
                          <a:spcPts val="0"/>
                        </a:spcBef>
                        <a:spcAft>
                          <a:spcPts val="0"/>
                        </a:spcAft>
                      </a:pPr>
                      <a:r>
                        <a:rPr sz="1200" b="0">
                          <a:solidFill>
                            <a:srgbClr val="333333"/>
                          </a:solidFill>
                          <a:latin typeface="Calibri"/>
                        </a:rPr>
                        <a:t>55</a:t>
                      </a:r>
                    </a:p>
                  </a:txBody>
                  <a:tcPr marL="54864" marR="54864" marT="27432" marB="27432" anchor="ctr">
                    <a:solidFill>
                      <a:srgbClr val="FFFFFF"/>
                    </a:solidFill>
                  </a:tcPr>
                </a:tc>
                <a:tc>
                  <a:txBody>
                    <a:bodyPr/>
                    <a:lstStyle/>
                    <a:p>
                      <a:pPr algn="ctr">
                        <a:lnSpc>
                          <a:spcPts val="1100"/>
                        </a:lnSpc>
                        <a:spcBef>
                          <a:spcPts val="0"/>
                        </a:spcBef>
                        <a:spcAft>
                          <a:spcPts val="0"/>
                        </a:spcAft>
                      </a:pPr>
                      <a:r>
                        <a:rPr sz="1200" b="0">
                          <a:solidFill>
                            <a:srgbClr val="333333"/>
                          </a:solidFill>
                          <a:latin typeface="Calibri"/>
                        </a:rPr>
                        <a:t>–</a:t>
                      </a:r>
                    </a:p>
                  </a:txBody>
                  <a:tcPr marL="54864" marR="54864" marT="27432" marB="27432" anchor="ctr">
                    <a:solidFill>
                      <a:srgbClr val="FFFFFF"/>
                    </a:solidFill>
                  </a:tcPr>
                </a:tc>
                <a:tc>
                  <a:txBody>
                    <a:bodyPr/>
                    <a:lstStyle/>
                    <a:p>
                      <a:pPr algn="ctr">
                        <a:lnSpc>
                          <a:spcPts val="1100"/>
                        </a:lnSpc>
                        <a:spcBef>
                          <a:spcPts val="0"/>
                        </a:spcBef>
                        <a:spcAft>
                          <a:spcPts val="0"/>
                        </a:spcAft>
                      </a:pPr>
                      <a:r>
                        <a:rPr sz="1200" b="0">
                          <a:solidFill>
                            <a:srgbClr val="333333"/>
                          </a:solidFill>
                          <a:latin typeface="Calibri"/>
                        </a:rPr>
                        <a:t>7</a:t>
                      </a:r>
                    </a:p>
                  </a:txBody>
                  <a:tcPr marL="54864" marR="54864" marT="27432" marB="27432" anchor="ctr">
                    <a:solidFill>
                      <a:srgbClr val="FFFFFF"/>
                    </a:solidFill>
                  </a:tcPr>
                </a:tc>
                <a:tc>
                  <a:txBody>
                    <a:bodyPr/>
                    <a:lstStyle/>
                    <a:p>
                      <a:pPr algn="ctr">
                        <a:lnSpc>
                          <a:spcPts val="1100"/>
                        </a:lnSpc>
                        <a:spcBef>
                          <a:spcPts val="0"/>
                        </a:spcBef>
                        <a:spcAft>
                          <a:spcPts val="0"/>
                        </a:spcAft>
                      </a:pPr>
                      <a:r>
                        <a:rPr sz="1200" b="0">
                          <a:solidFill>
                            <a:srgbClr val="333333"/>
                          </a:solidFill>
                          <a:latin typeface="Calibri"/>
                        </a:rPr>
                        <a:t>20</a:t>
                      </a:r>
                    </a:p>
                  </a:txBody>
                  <a:tcPr marL="54864" marR="54864" marT="27432" marB="27432" anchor="ctr">
                    <a:solidFill>
                      <a:srgbClr val="FFFFFF"/>
                    </a:solidFill>
                  </a:tcPr>
                </a:tc>
                <a:tc>
                  <a:txBody>
                    <a:bodyPr/>
                    <a:lstStyle/>
                    <a:p>
                      <a:pPr algn="ctr">
                        <a:lnSpc>
                          <a:spcPts val="1100"/>
                        </a:lnSpc>
                        <a:spcBef>
                          <a:spcPts val="0"/>
                        </a:spcBef>
                        <a:spcAft>
                          <a:spcPts val="0"/>
                        </a:spcAft>
                      </a:pPr>
                      <a:r>
                        <a:rPr lang="en-US" sz="1200" b="0">
                          <a:solidFill>
                            <a:srgbClr val="333333"/>
                          </a:solidFill>
                          <a:latin typeface="Calibri"/>
                        </a:rPr>
                        <a:t>35</a:t>
                      </a:r>
                      <a:endParaRPr sz="1200" b="0">
                        <a:solidFill>
                          <a:srgbClr val="333333"/>
                        </a:solidFill>
                        <a:latin typeface="Calibri"/>
                      </a:endParaRPr>
                    </a:p>
                  </a:txBody>
                  <a:tcPr marL="54864" marR="54864" marT="27432" marB="27432" anchor="ctr">
                    <a:solidFill>
                      <a:srgbClr val="FFFFFF"/>
                    </a:solidFill>
                  </a:tcPr>
                </a:tc>
                <a:extLst>
                  <a:ext uri="{0D108BD9-81ED-4DB2-BD59-A6C34878D82A}">
                    <a16:rowId xmlns:a16="http://schemas.microsoft.com/office/drawing/2014/main" val="10001"/>
                  </a:ext>
                </a:extLst>
              </a:tr>
              <a:tr h="440574">
                <a:tc>
                  <a:txBody>
                    <a:bodyPr/>
                    <a:lstStyle/>
                    <a:p>
                      <a:pPr algn="l">
                        <a:lnSpc>
                          <a:spcPts val="1100"/>
                        </a:lnSpc>
                        <a:spcBef>
                          <a:spcPts val="0"/>
                        </a:spcBef>
                        <a:spcAft>
                          <a:spcPts val="0"/>
                        </a:spcAft>
                      </a:pPr>
                      <a:r>
                        <a:rPr sz="1100" b="0">
                          <a:solidFill>
                            <a:srgbClr val="333333"/>
                          </a:solidFill>
                          <a:latin typeface="Verdana" panose="020B0604030504040204" pitchFamily="34" charset="0"/>
                          <a:ea typeface="Verdana" panose="020B0604030504040204" pitchFamily="34" charset="0"/>
                        </a:rPr>
                        <a:t>Market Conduct Limited Scope Examination 2025</a:t>
                      </a:r>
                    </a:p>
                  </a:txBody>
                  <a:tcPr marL="54864" marR="54864" marT="27432" marB="27432" anchor="ctr">
                    <a:solidFill>
                      <a:srgbClr val="F2F2F2"/>
                    </a:solidFill>
                  </a:tcPr>
                </a:tc>
                <a:tc>
                  <a:txBody>
                    <a:bodyPr/>
                    <a:lstStyle/>
                    <a:p>
                      <a:pPr algn="ctr">
                        <a:lnSpc>
                          <a:spcPts val="1100"/>
                        </a:lnSpc>
                        <a:spcBef>
                          <a:spcPts val="0"/>
                        </a:spcBef>
                        <a:spcAft>
                          <a:spcPts val="0"/>
                        </a:spcAft>
                      </a:pPr>
                      <a:r>
                        <a:rPr sz="1200" b="0">
                          <a:solidFill>
                            <a:srgbClr val="333333"/>
                          </a:solidFill>
                          <a:latin typeface="Calibri"/>
                        </a:rPr>
                        <a:t>9</a:t>
                      </a:r>
                    </a:p>
                  </a:txBody>
                  <a:tcPr marL="54864" marR="54864" marT="27432" marB="27432" anchor="ctr">
                    <a:solidFill>
                      <a:srgbClr val="F2F2F2"/>
                    </a:solidFill>
                  </a:tcPr>
                </a:tc>
                <a:tc>
                  <a:txBody>
                    <a:bodyPr/>
                    <a:lstStyle/>
                    <a:p>
                      <a:pPr algn="ctr">
                        <a:lnSpc>
                          <a:spcPts val="1100"/>
                        </a:lnSpc>
                        <a:spcBef>
                          <a:spcPts val="0"/>
                        </a:spcBef>
                        <a:spcAft>
                          <a:spcPts val="0"/>
                        </a:spcAft>
                      </a:pPr>
                      <a:r>
                        <a:rPr sz="1200" b="0">
                          <a:solidFill>
                            <a:srgbClr val="333333"/>
                          </a:solidFill>
                          <a:latin typeface="Calibri"/>
                        </a:rPr>
                        <a:t>54</a:t>
                      </a:r>
                    </a:p>
                  </a:txBody>
                  <a:tcPr marL="54864" marR="54864" marT="27432" marB="27432" anchor="ctr">
                    <a:solidFill>
                      <a:srgbClr val="F2F2F2"/>
                    </a:solidFill>
                  </a:tcPr>
                </a:tc>
                <a:tc>
                  <a:txBody>
                    <a:bodyPr/>
                    <a:lstStyle/>
                    <a:p>
                      <a:pPr algn="ctr">
                        <a:lnSpc>
                          <a:spcPts val="1100"/>
                        </a:lnSpc>
                        <a:spcBef>
                          <a:spcPts val="0"/>
                        </a:spcBef>
                        <a:spcAft>
                          <a:spcPts val="0"/>
                        </a:spcAft>
                      </a:pPr>
                      <a:r>
                        <a:rPr sz="1200" b="0">
                          <a:solidFill>
                            <a:srgbClr val="333333"/>
                          </a:solidFill>
                          <a:latin typeface="Calibri"/>
                        </a:rPr>
                        <a:t>47</a:t>
                      </a:r>
                    </a:p>
                  </a:txBody>
                  <a:tcPr marL="54864" marR="54864" marT="27432" marB="27432" anchor="ctr">
                    <a:solidFill>
                      <a:srgbClr val="F2F2F2"/>
                    </a:solidFill>
                  </a:tcPr>
                </a:tc>
                <a:tc>
                  <a:txBody>
                    <a:bodyPr/>
                    <a:lstStyle/>
                    <a:p>
                      <a:pPr algn="ctr">
                        <a:lnSpc>
                          <a:spcPts val="1100"/>
                        </a:lnSpc>
                        <a:spcBef>
                          <a:spcPts val="0"/>
                        </a:spcBef>
                        <a:spcAft>
                          <a:spcPts val="0"/>
                        </a:spcAft>
                      </a:pPr>
                      <a:r>
                        <a:rPr sz="1200" b="0">
                          <a:solidFill>
                            <a:srgbClr val="333333"/>
                          </a:solidFill>
                          <a:latin typeface="Calibri"/>
                        </a:rPr>
                        <a:t>–</a:t>
                      </a:r>
                    </a:p>
                  </a:txBody>
                  <a:tcPr marL="54864" marR="54864" marT="27432" marB="27432" anchor="ctr">
                    <a:solidFill>
                      <a:srgbClr val="F2F2F2"/>
                    </a:solidFill>
                  </a:tcPr>
                </a:tc>
                <a:tc>
                  <a:txBody>
                    <a:bodyPr/>
                    <a:lstStyle/>
                    <a:p>
                      <a:pPr algn="ctr">
                        <a:lnSpc>
                          <a:spcPts val="1100"/>
                        </a:lnSpc>
                        <a:spcBef>
                          <a:spcPts val="0"/>
                        </a:spcBef>
                        <a:spcAft>
                          <a:spcPts val="0"/>
                        </a:spcAft>
                      </a:pPr>
                      <a:r>
                        <a:rPr sz="1200" b="0">
                          <a:solidFill>
                            <a:srgbClr val="333333"/>
                          </a:solidFill>
                          <a:latin typeface="Calibri"/>
                        </a:rPr>
                        <a:t>47</a:t>
                      </a:r>
                    </a:p>
                  </a:txBody>
                  <a:tcPr marL="54864" marR="54864" marT="27432" marB="27432" anchor="ctr">
                    <a:solidFill>
                      <a:srgbClr val="F2F2F2"/>
                    </a:solidFill>
                  </a:tcPr>
                </a:tc>
                <a:tc>
                  <a:txBody>
                    <a:bodyPr/>
                    <a:lstStyle/>
                    <a:p>
                      <a:pPr algn="ctr">
                        <a:lnSpc>
                          <a:spcPts val="1100"/>
                        </a:lnSpc>
                        <a:spcBef>
                          <a:spcPts val="0"/>
                        </a:spcBef>
                        <a:spcAft>
                          <a:spcPts val="0"/>
                        </a:spcAft>
                      </a:pPr>
                      <a:r>
                        <a:rPr lang="en-US" sz="1200" b="0">
                          <a:solidFill>
                            <a:srgbClr val="333333"/>
                          </a:solidFill>
                          <a:latin typeface="Calibri"/>
                        </a:rPr>
                        <a:t>7</a:t>
                      </a:r>
                      <a:endParaRPr sz="1200" b="0">
                        <a:solidFill>
                          <a:srgbClr val="333333"/>
                        </a:solidFill>
                        <a:latin typeface="Calibri"/>
                      </a:endParaRPr>
                    </a:p>
                  </a:txBody>
                  <a:tcPr marL="54864" marR="54864" marT="27432" marB="27432" anchor="ctr">
                    <a:solidFill>
                      <a:srgbClr val="F2F2F2"/>
                    </a:solidFill>
                  </a:tcPr>
                </a:tc>
                <a:extLst>
                  <a:ext uri="{0D108BD9-81ED-4DB2-BD59-A6C34878D82A}">
                    <a16:rowId xmlns:a16="http://schemas.microsoft.com/office/drawing/2014/main" val="10002"/>
                  </a:ext>
                </a:extLst>
              </a:tr>
              <a:tr h="440574">
                <a:tc>
                  <a:txBody>
                    <a:bodyPr/>
                    <a:lstStyle/>
                    <a:p>
                      <a:pPr algn="l">
                        <a:lnSpc>
                          <a:spcPts val="1100"/>
                        </a:lnSpc>
                        <a:spcBef>
                          <a:spcPts val="0"/>
                        </a:spcBef>
                        <a:spcAft>
                          <a:spcPts val="0"/>
                        </a:spcAft>
                      </a:pPr>
                      <a:r>
                        <a:rPr lang="en-US" sz="1100" b="0">
                          <a:solidFill>
                            <a:srgbClr val="333333"/>
                          </a:solidFill>
                          <a:latin typeface="Verdana" panose="020B0604030504040204" pitchFamily="34" charset="0"/>
                          <a:ea typeface="Verdana" panose="020B0604030504040204" pitchFamily="34" charset="0"/>
                        </a:rPr>
                        <a:t>Market Conduct Limited Scope Examination 2025 – C3 </a:t>
                      </a:r>
                      <a:r>
                        <a:rPr lang="en-US" sz="1100" b="0" err="1">
                          <a:solidFill>
                            <a:srgbClr val="333333"/>
                          </a:solidFill>
                          <a:latin typeface="Verdana" panose="020B0604030504040204" pitchFamily="34" charset="0"/>
                          <a:ea typeface="Verdana" panose="020B0604030504040204" pitchFamily="34" charset="0"/>
                        </a:rPr>
                        <a:t>Edenred</a:t>
                      </a:r>
                      <a:r>
                        <a:rPr lang="en-US" sz="1100" b="0">
                          <a:solidFill>
                            <a:srgbClr val="333333"/>
                          </a:solidFill>
                          <a:latin typeface="Verdana" panose="020B0604030504040204" pitchFamily="34" charset="0"/>
                          <a:ea typeface="Verdana" panose="020B0604030504040204" pitchFamily="34" charset="0"/>
                        </a:rPr>
                        <a:t> Holding Ltd</a:t>
                      </a:r>
                      <a:endParaRPr sz="1100" b="0">
                        <a:solidFill>
                          <a:srgbClr val="333333"/>
                        </a:solidFill>
                        <a:latin typeface="Verdana" panose="020B0604030504040204" pitchFamily="34" charset="0"/>
                        <a:ea typeface="Verdana" panose="020B0604030504040204" pitchFamily="34" charset="0"/>
                      </a:endParaRPr>
                    </a:p>
                  </a:txBody>
                  <a:tcPr marL="54864" marR="54864" marT="27432" marB="27432" anchor="ctr">
                    <a:solidFill>
                      <a:srgbClr val="FFFFFF"/>
                    </a:solidFill>
                  </a:tcPr>
                </a:tc>
                <a:tc>
                  <a:txBody>
                    <a:bodyPr/>
                    <a:lstStyle/>
                    <a:p>
                      <a:pPr algn="ctr">
                        <a:lnSpc>
                          <a:spcPts val="1100"/>
                        </a:lnSpc>
                        <a:spcBef>
                          <a:spcPts val="0"/>
                        </a:spcBef>
                        <a:spcAft>
                          <a:spcPts val="0"/>
                        </a:spcAft>
                      </a:pPr>
                      <a:r>
                        <a:rPr sz="1200" b="0">
                          <a:solidFill>
                            <a:srgbClr val="333333"/>
                          </a:solidFill>
                          <a:latin typeface="Calibri"/>
                        </a:rPr>
                        <a:t>6</a:t>
                      </a:r>
                    </a:p>
                  </a:txBody>
                  <a:tcPr marL="54864" marR="54864" marT="27432" marB="27432" anchor="ctr">
                    <a:solidFill>
                      <a:srgbClr val="FFFFFF"/>
                    </a:solidFill>
                  </a:tcPr>
                </a:tc>
                <a:tc>
                  <a:txBody>
                    <a:bodyPr/>
                    <a:lstStyle/>
                    <a:p>
                      <a:pPr algn="ctr">
                        <a:lnSpc>
                          <a:spcPts val="1100"/>
                        </a:lnSpc>
                        <a:spcBef>
                          <a:spcPts val="0"/>
                        </a:spcBef>
                        <a:spcAft>
                          <a:spcPts val="0"/>
                        </a:spcAft>
                      </a:pPr>
                      <a:r>
                        <a:rPr sz="1200" b="0">
                          <a:solidFill>
                            <a:srgbClr val="333333"/>
                          </a:solidFill>
                          <a:latin typeface="Calibri"/>
                        </a:rPr>
                        <a:t>18</a:t>
                      </a:r>
                    </a:p>
                  </a:txBody>
                  <a:tcPr marL="54864" marR="54864" marT="27432" marB="27432" anchor="ctr">
                    <a:solidFill>
                      <a:srgbClr val="FFFFFF"/>
                    </a:solidFill>
                  </a:tcPr>
                </a:tc>
                <a:tc>
                  <a:txBody>
                    <a:bodyPr/>
                    <a:lstStyle/>
                    <a:p>
                      <a:pPr algn="ctr">
                        <a:lnSpc>
                          <a:spcPts val="1100"/>
                        </a:lnSpc>
                        <a:spcBef>
                          <a:spcPts val="0"/>
                        </a:spcBef>
                        <a:spcAft>
                          <a:spcPts val="0"/>
                        </a:spcAft>
                      </a:pPr>
                      <a:r>
                        <a:rPr sz="1200" b="0">
                          <a:solidFill>
                            <a:srgbClr val="333333"/>
                          </a:solidFill>
                          <a:latin typeface="Calibri"/>
                        </a:rPr>
                        <a:t>16</a:t>
                      </a:r>
                    </a:p>
                  </a:txBody>
                  <a:tcPr marL="54864" marR="54864" marT="27432" marB="27432" anchor="ctr">
                    <a:solidFill>
                      <a:srgbClr val="FFFFFF"/>
                    </a:solidFill>
                  </a:tcPr>
                </a:tc>
                <a:tc>
                  <a:txBody>
                    <a:bodyPr/>
                    <a:lstStyle/>
                    <a:p>
                      <a:pPr algn="ctr">
                        <a:lnSpc>
                          <a:spcPts val="1100"/>
                        </a:lnSpc>
                        <a:spcBef>
                          <a:spcPts val="0"/>
                        </a:spcBef>
                        <a:spcAft>
                          <a:spcPts val="0"/>
                        </a:spcAft>
                      </a:pPr>
                      <a:r>
                        <a:rPr sz="1200" b="0">
                          <a:solidFill>
                            <a:srgbClr val="333333"/>
                          </a:solidFill>
                          <a:latin typeface="Calibri"/>
                        </a:rPr>
                        <a:t>16</a:t>
                      </a:r>
                    </a:p>
                  </a:txBody>
                  <a:tcPr marL="54864" marR="54864" marT="27432" marB="27432" anchor="ctr">
                    <a:solidFill>
                      <a:srgbClr val="FFFFFF"/>
                    </a:solidFill>
                  </a:tcPr>
                </a:tc>
                <a:tc>
                  <a:txBody>
                    <a:bodyPr/>
                    <a:lstStyle/>
                    <a:p>
                      <a:pPr algn="ctr">
                        <a:lnSpc>
                          <a:spcPts val="1100"/>
                        </a:lnSpc>
                        <a:spcBef>
                          <a:spcPts val="0"/>
                        </a:spcBef>
                        <a:spcAft>
                          <a:spcPts val="0"/>
                        </a:spcAft>
                      </a:pPr>
                      <a:r>
                        <a:rPr sz="1200" b="0">
                          <a:solidFill>
                            <a:srgbClr val="333333"/>
                          </a:solidFill>
                          <a:latin typeface="Calibri"/>
                        </a:rPr>
                        <a:t>–</a:t>
                      </a:r>
                    </a:p>
                  </a:txBody>
                  <a:tcPr marL="54864" marR="54864" marT="27432" marB="27432" anchor="ctr">
                    <a:solidFill>
                      <a:srgbClr val="FFFFFF"/>
                    </a:solidFill>
                  </a:tcPr>
                </a:tc>
                <a:tc>
                  <a:txBody>
                    <a:bodyPr/>
                    <a:lstStyle/>
                    <a:p>
                      <a:pPr algn="ctr">
                        <a:lnSpc>
                          <a:spcPts val="1100"/>
                        </a:lnSpc>
                        <a:spcBef>
                          <a:spcPts val="0"/>
                        </a:spcBef>
                        <a:spcAft>
                          <a:spcPts val="0"/>
                        </a:spcAft>
                      </a:pPr>
                      <a:r>
                        <a:rPr sz="1200" b="0">
                          <a:solidFill>
                            <a:srgbClr val="333333"/>
                          </a:solidFill>
                          <a:latin typeface="Calibri"/>
                        </a:rPr>
                        <a:t>1</a:t>
                      </a:r>
                      <a:r>
                        <a:rPr lang="en-US" sz="1200" b="0">
                          <a:solidFill>
                            <a:srgbClr val="333333"/>
                          </a:solidFill>
                          <a:latin typeface="Calibri"/>
                        </a:rPr>
                        <a:t>8</a:t>
                      </a:r>
                      <a:endParaRPr sz="1200" b="0">
                        <a:solidFill>
                          <a:srgbClr val="333333"/>
                        </a:solidFill>
                        <a:latin typeface="Calibri"/>
                      </a:endParaRPr>
                    </a:p>
                  </a:txBody>
                  <a:tcPr marL="54864" marR="54864" marT="27432" marB="27432" anchor="ctr">
                    <a:solidFill>
                      <a:srgbClr val="FFFFFF"/>
                    </a:solidFill>
                  </a:tcPr>
                </a:tc>
                <a:extLst>
                  <a:ext uri="{0D108BD9-81ED-4DB2-BD59-A6C34878D82A}">
                    <a16:rowId xmlns:a16="http://schemas.microsoft.com/office/drawing/2014/main" val="10003"/>
                  </a:ext>
                </a:extLst>
              </a:tr>
              <a:tr h="440574">
                <a:tc>
                  <a:txBody>
                    <a:bodyPr/>
                    <a:lstStyle/>
                    <a:p>
                      <a:pPr algn="l">
                        <a:lnSpc>
                          <a:spcPts val="1100"/>
                        </a:lnSpc>
                        <a:spcBef>
                          <a:spcPts val="0"/>
                        </a:spcBef>
                        <a:spcAft>
                          <a:spcPts val="0"/>
                        </a:spcAft>
                      </a:pPr>
                      <a:r>
                        <a:rPr sz="1100" b="0">
                          <a:solidFill>
                            <a:srgbClr val="333333"/>
                          </a:solidFill>
                          <a:latin typeface="Verdana" panose="020B0604030504040204" pitchFamily="34" charset="0"/>
                          <a:ea typeface="Verdana" panose="020B0604030504040204" pitchFamily="34" charset="0"/>
                        </a:rPr>
                        <a:t>Control Functions Limited Scope Examination 2025</a:t>
                      </a:r>
                    </a:p>
                  </a:txBody>
                  <a:tcPr marL="54864" marR="54864" marT="27432" marB="27432" anchor="ctr">
                    <a:solidFill>
                      <a:srgbClr val="F2F2F2"/>
                    </a:solidFill>
                  </a:tcPr>
                </a:tc>
                <a:tc>
                  <a:txBody>
                    <a:bodyPr/>
                    <a:lstStyle/>
                    <a:p>
                      <a:pPr algn="ctr">
                        <a:lnSpc>
                          <a:spcPts val="1100"/>
                        </a:lnSpc>
                        <a:spcBef>
                          <a:spcPts val="0"/>
                        </a:spcBef>
                        <a:spcAft>
                          <a:spcPts val="0"/>
                        </a:spcAft>
                      </a:pPr>
                      <a:r>
                        <a:rPr sz="1200" b="0">
                          <a:solidFill>
                            <a:srgbClr val="333333"/>
                          </a:solidFill>
                          <a:latin typeface="Calibri"/>
                        </a:rPr>
                        <a:t>14</a:t>
                      </a:r>
                    </a:p>
                  </a:txBody>
                  <a:tcPr marL="54864" marR="54864" marT="27432" marB="27432" anchor="ctr">
                    <a:solidFill>
                      <a:srgbClr val="F2F2F2"/>
                    </a:solidFill>
                  </a:tcPr>
                </a:tc>
                <a:tc>
                  <a:txBody>
                    <a:bodyPr/>
                    <a:lstStyle/>
                    <a:p>
                      <a:pPr algn="ctr">
                        <a:lnSpc>
                          <a:spcPts val="1100"/>
                        </a:lnSpc>
                        <a:spcBef>
                          <a:spcPts val="0"/>
                        </a:spcBef>
                        <a:spcAft>
                          <a:spcPts val="0"/>
                        </a:spcAft>
                      </a:pPr>
                      <a:r>
                        <a:rPr sz="1200" b="0">
                          <a:solidFill>
                            <a:srgbClr val="333333"/>
                          </a:solidFill>
                          <a:latin typeface="Calibri"/>
                        </a:rPr>
                        <a:t>24</a:t>
                      </a:r>
                    </a:p>
                  </a:txBody>
                  <a:tcPr marL="54864" marR="54864" marT="27432" marB="27432" anchor="ctr">
                    <a:solidFill>
                      <a:srgbClr val="F2F2F2"/>
                    </a:solidFill>
                  </a:tcPr>
                </a:tc>
                <a:tc>
                  <a:txBody>
                    <a:bodyPr/>
                    <a:lstStyle/>
                    <a:p>
                      <a:pPr algn="ctr">
                        <a:lnSpc>
                          <a:spcPts val="1100"/>
                        </a:lnSpc>
                        <a:spcBef>
                          <a:spcPts val="0"/>
                        </a:spcBef>
                        <a:spcAft>
                          <a:spcPts val="0"/>
                        </a:spcAft>
                      </a:pPr>
                      <a:r>
                        <a:rPr sz="1200" b="0">
                          <a:solidFill>
                            <a:srgbClr val="333333"/>
                          </a:solidFill>
                          <a:latin typeface="Calibri"/>
                        </a:rPr>
                        <a:t>23</a:t>
                      </a:r>
                    </a:p>
                  </a:txBody>
                  <a:tcPr marL="54864" marR="54864" marT="27432" marB="27432" anchor="ctr">
                    <a:solidFill>
                      <a:srgbClr val="F2F2F2"/>
                    </a:solidFill>
                  </a:tcPr>
                </a:tc>
                <a:tc>
                  <a:txBody>
                    <a:bodyPr/>
                    <a:lstStyle/>
                    <a:p>
                      <a:pPr algn="ctr">
                        <a:lnSpc>
                          <a:spcPts val="1100"/>
                        </a:lnSpc>
                        <a:spcBef>
                          <a:spcPts val="0"/>
                        </a:spcBef>
                        <a:spcAft>
                          <a:spcPts val="0"/>
                        </a:spcAft>
                      </a:pPr>
                      <a:r>
                        <a:rPr sz="1200" b="0">
                          <a:solidFill>
                            <a:srgbClr val="333333"/>
                          </a:solidFill>
                          <a:latin typeface="Calibri"/>
                        </a:rPr>
                        <a:t>–</a:t>
                      </a:r>
                    </a:p>
                  </a:txBody>
                  <a:tcPr marL="54864" marR="54864" marT="27432" marB="27432" anchor="ctr">
                    <a:solidFill>
                      <a:srgbClr val="F2F2F2"/>
                    </a:solidFill>
                  </a:tcPr>
                </a:tc>
                <a:tc>
                  <a:txBody>
                    <a:bodyPr/>
                    <a:lstStyle/>
                    <a:p>
                      <a:pPr algn="ctr">
                        <a:lnSpc>
                          <a:spcPts val="1100"/>
                        </a:lnSpc>
                        <a:spcBef>
                          <a:spcPts val="0"/>
                        </a:spcBef>
                        <a:spcAft>
                          <a:spcPts val="0"/>
                        </a:spcAft>
                      </a:pPr>
                      <a:r>
                        <a:rPr sz="1200" b="0">
                          <a:solidFill>
                            <a:srgbClr val="333333"/>
                          </a:solidFill>
                          <a:latin typeface="Calibri"/>
                        </a:rPr>
                        <a:t>23</a:t>
                      </a:r>
                    </a:p>
                  </a:txBody>
                  <a:tcPr marL="54864" marR="54864" marT="27432" marB="27432" anchor="ctr">
                    <a:solidFill>
                      <a:srgbClr val="F2F2F2"/>
                    </a:solidFill>
                  </a:tcPr>
                </a:tc>
                <a:tc>
                  <a:txBody>
                    <a:bodyPr/>
                    <a:lstStyle/>
                    <a:p>
                      <a:pPr algn="ctr">
                        <a:lnSpc>
                          <a:spcPts val="1100"/>
                        </a:lnSpc>
                        <a:spcBef>
                          <a:spcPts val="0"/>
                        </a:spcBef>
                        <a:spcAft>
                          <a:spcPts val="0"/>
                        </a:spcAft>
                      </a:pPr>
                      <a:r>
                        <a:rPr sz="1200" b="0">
                          <a:solidFill>
                            <a:srgbClr val="333333"/>
                          </a:solidFill>
                          <a:latin typeface="Calibri"/>
                        </a:rPr>
                        <a:t>1</a:t>
                      </a:r>
                    </a:p>
                  </a:txBody>
                  <a:tcPr marL="54864" marR="54864" marT="27432" marB="27432" anchor="ctr">
                    <a:solidFill>
                      <a:srgbClr val="F2F2F2"/>
                    </a:solidFill>
                  </a:tcPr>
                </a:tc>
                <a:extLst>
                  <a:ext uri="{0D108BD9-81ED-4DB2-BD59-A6C34878D82A}">
                    <a16:rowId xmlns:a16="http://schemas.microsoft.com/office/drawing/2014/main" val="10004"/>
                  </a:ext>
                </a:extLst>
              </a:tr>
              <a:tr h="440574">
                <a:tc>
                  <a:txBody>
                    <a:bodyPr/>
                    <a:lstStyle/>
                    <a:p>
                      <a:pPr algn="l">
                        <a:lnSpc>
                          <a:spcPts val="1100"/>
                        </a:lnSpc>
                        <a:spcBef>
                          <a:spcPts val="0"/>
                        </a:spcBef>
                        <a:spcAft>
                          <a:spcPts val="0"/>
                        </a:spcAft>
                      </a:pPr>
                      <a:r>
                        <a:rPr sz="1100" b="0">
                          <a:solidFill>
                            <a:srgbClr val="333333"/>
                          </a:solidFill>
                          <a:latin typeface="Verdana" panose="020B0604030504040204" pitchFamily="34" charset="0"/>
                          <a:ea typeface="Verdana" panose="020B0604030504040204" pitchFamily="34" charset="0"/>
                        </a:rPr>
                        <a:t>Shari’ah Examination 2025</a:t>
                      </a:r>
                    </a:p>
                  </a:txBody>
                  <a:tcPr marL="54864" marR="54864" marT="27432" marB="27432" anchor="ctr">
                    <a:solidFill>
                      <a:srgbClr val="FFFFFF"/>
                    </a:solidFill>
                  </a:tcPr>
                </a:tc>
                <a:tc>
                  <a:txBody>
                    <a:bodyPr/>
                    <a:lstStyle/>
                    <a:p>
                      <a:pPr algn="ctr">
                        <a:lnSpc>
                          <a:spcPts val="1100"/>
                        </a:lnSpc>
                        <a:spcBef>
                          <a:spcPts val="0"/>
                        </a:spcBef>
                        <a:spcAft>
                          <a:spcPts val="0"/>
                        </a:spcAft>
                      </a:pPr>
                      <a:r>
                        <a:rPr sz="1200" b="0">
                          <a:solidFill>
                            <a:srgbClr val="333333"/>
                          </a:solidFill>
                          <a:latin typeface="Calibri"/>
                        </a:rPr>
                        <a:t>6</a:t>
                      </a:r>
                    </a:p>
                  </a:txBody>
                  <a:tcPr marL="54864" marR="54864" marT="27432" marB="27432" anchor="ctr">
                    <a:solidFill>
                      <a:srgbClr val="FFFFFF"/>
                    </a:solidFill>
                  </a:tcPr>
                </a:tc>
                <a:tc>
                  <a:txBody>
                    <a:bodyPr/>
                    <a:lstStyle/>
                    <a:p>
                      <a:pPr algn="ctr">
                        <a:lnSpc>
                          <a:spcPts val="1100"/>
                        </a:lnSpc>
                        <a:spcBef>
                          <a:spcPts val="0"/>
                        </a:spcBef>
                        <a:spcAft>
                          <a:spcPts val="0"/>
                        </a:spcAft>
                      </a:pPr>
                      <a:r>
                        <a:rPr sz="1200" b="0">
                          <a:solidFill>
                            <a:srgbClr val="333333"/>
                          </a:solidFill>
                          <a:latin typeface="Calibri"/>
                        </a:rPr>
                        <a:t>17</a:t>
                      </a:r>
                    </a:p>
                  </a:txBody>
                  <a:tcPr marL="54864" marR="54864" marT="27432" marB="27432" anchor="ctr">
                    <a:solidFill>
                      <a:srgbClr val="FFFFFF"/>
                    </a:solidFill>
                  </a:tcPr>
                </a:tc>
                <a:tc>
                  <a:txBody>
                    <a:bodyPr/>
                    <a:lstStyle/>
                    <a:p>
                      <a:pPr algn="ctr">
                        <a:lnSpc>
                          <a:spcPts val="1100"/>
                        </a:lnSpc>
                        <a:spcBef>
                          <a:spcPts val="0"/>
                        </a:spcBef>
                        <a:spcAft>
                          <a:spcPts val="0"/>
                        </a:spcAft>
                      </a:pPr>
                      <a:r>
                        <a:rPr lang="en-US" sz="1200" b="0">
                          <a:solidFill>
                            <a:srgbClr val="333333"/>
                          </a:solidFill>
                          <a:latin typeface="Calibri"/>
                        </a:rPr>
                        <a:t>8</a:t>
                      </a:r>
                      <a:endParaRPr sz="1200" b="0">
                        <a:solidFill>
                          <a:srgbClr val="333333"/>
                        </a:solidFill>
                        <a:latin typeface="Calibri"/>
                      </a:endParaRPr>
                    </a:p>
                  </a:txBody>
                  <a:tcPr marL="54864" marR="54864" marT="27432" marB="27432" anchor="ctr">
                    <a:solidFill>
                      <a:srgbClr val="FFFFFF"/>
                    </a:solidFill>
                  </a:tcPr>
                </a:tc>
                <a:tc>
                  <a:txBody>
                    <a:bodyPr/>
                    <a:lstStyle/>
                    <a:p>
                      <a:pPr algn="ctr">
                        <a:lnSpc>
                          <a:spcPts val="1100"/>
                        </a:lnSpc>
                        <a:spcBef>
                          <a:spcPts val="0"/>
                        </a:spcBef>
                        <a:spcAft>
                          <a:spcPts val="0"/>
                        </a:spcAft>
                      </a:pPr>
                      <a:r>
                        <a:rPr sz="1200" b="0">
                          <a:solidFill>
                            <a:srgbClr val="333333"/>
                          </a:solidFill>
                          <a:latin typeface="Calibri"/>
                        </a:rPr>
                        <a:t>–</a:t>
                      </a:r>
                    </a:p>
                  </a:txBody>
                  <a:tcPr marL="54864" marR="54864" marT="27432" marB="27432" anchor="ctr">
                    <a:solidFill>
                      <a:srgbClr val="FFFFFF"/>
                    </a:solidFill>
                  </a:tcPr>
                </a:tc>
                <a:tc>
                  <a:txBody>
                    <a:bodyPr/>
                    <a:lstStyle/>
                    <a:p>
                      <a:pPr algn="ctr">
                        <a:lnSpc>
                          <a:spcPts val="1100"/>
                        </a:lnSpc>
                        <a:spcBef>
                          <a:spcPts val="0"/>
                        </a:spcBef>
                        <a:spcAft>
                          <a:spcPts val="0"/>
                        </a:spcAft>
                      </a:pPr>
                      <a:r>
                        <a:rPr sz="1200" b="0">
                          <a:solidFill>
                            <a:srgbClr val="333333"/>
                          </a:solidFill>
                          <a:latin typeface="Calibri"/>
                        </a:rPr>
                        <a:t>–</a:t>
                      </a:r>
                    </a:p>
                  </a:txBody>
                  <a:tcPr marL="54864" marR="54864" marT="27432" marB="27432" anchor="ctr">
                    <a:solidFill>
                      <a:srgbClr val="FFFFFF"/>
                    </a:solidFill>
                  </a:tcPr>
                </a:tc>
                <a:tc>
                  <a:txBody>
                    <a:bodyPr/>
                    <a:lstStyle/>
                    <a:p>
                      <a:pPr algn="ctr">
                        <a:lnSpc>
                          <a:spcPts val="1100"/>
                        </a:lnSpc>
                        <a:spcBef>
                          <a:spcPts val="0"/>
                        </a:spcBef>
                        <a:spcAft>
                          <a:spcPts val="0"/>
                        </a:spcAft>
                      </a:pPr>
                      <a:r>
                        <a:rPr sz="1200" b="0">
                          <a:solidFill>
                            <a:srgbClr val="333333"/>
                          </a:solidFill>
                          <a:latin typeface="Calibri"/>
                        </a:rPr>
                        <a:t>17</a:t>
                      </a:r>
                    </a:p>
                  </a:txBody>
                  <a:tcPr marL="54864" marR="54864" marT="27432" marB="27432" anchor="ctr">
                    <a:solidFill>
                      <a:srgbClr val="FFFFFF"/>
                    </a:solidFill>
                  </a:tcPr>
                </a:tc>
                <a:extLst>
                  <a:ext uri="{0D108BD9-81ED-4DB2-BD59-A6C34878D82A}">
                    <a16:rowId xmlns:a16="http://schemas.microsoft.com/office/drawing/2014/main" val="10005"/>
                  </a:ext>
                </a:extLst>
              </a:tr>
              <a:tr h="440574">
                <a:tc>
                  <a:txBody>
                    <a:bodyPr/>
                    <a:lstStyle/>
                    <a:p>
                      <a:pPr algn="l">
                        <a:lnSpc>
                          <a:spcPts val="1100"/>
                        </a:lnSpc>
                        <a:spcBef>
                          <a:spcPts val="0"/>
                        </a:spcBef>
                        <a:spcAft>
                          <a:spcPts val="0"/>
                        </a:spcAft>
                      </a:pPr>
                      <a:r>
                        <a:rPr sz="1100" b="0">
                          <a:solidFill>
                            <a:srgbClr val="333333"/>
                          </a:solidFill>
                          <a:latin typeface="Verdana" panose="020B0604030504040204" pitchFamily="34" charset="0"/>
                          <a:ea typeface="Verdana" panose="020B0604030504040204" pitchFamily="34" charset="0"/>
                        </a:rPr>
                        <a:t>Pillar 2 capital 2025 examination</a:t>
                      </a:r>
                    </a:p>
                  </a:txBody>
                  <a:tcPr marL="54864" marR="54864" marT="27432" marB="27432" anchor="ctr">
                    <a:solidFill>
                      <a:srgbClr val="F2F2F2"/>
                    </a:solidFill>
                  </a:tcPr>
                </a:tc>
                <a:tc>
                  <a:txBody>
                    <a:bodyPr/>
                    <a:lstStyle/>
                    <a:p>
                      <a:pPr algn="ctr">
                        <a:lnSpc>
                          <a:spcPts val="1100"/>
                        </a:lnSpc>
                        <a:spcBef>
                          <a:spcPts val="0"/>
                        </a:spcBef>
                        <a:spcAft>
                          <a:spcPts val="0"/>
                        </a:spcAft>
                      </a:pPr>
                      <a:r>
                        <a:rPr sz="1200" b="0">
                          <a:solidFill>
                            <a:srgbClr val="333333"/>
                          </a:solidFill>
                          <a:latin typeface="Calibri"/>
                        </a:rPr>
                        <a:t>2</a:t>
                      </a:r>
                    </a:p>
                  </a:txBody>
                  <a:tcPr marL="54864" marR="54864" marT="27432" marB="27432" anchor="ctr">
                    <a:solidFill>
                      <a:srgbClr val="F2F2F2"/>
                    </a:solidFill>
                  </a:tcPr>
                </a:tc>
                <a:tc>
                  <a:txBody>
                    <a:bodyPr/>
                    <a:lstStyle/>
                    <a:p>
                      <a:pPr algn="ctr">
                        <a:lnSpc>
                          <a:spcPts val="1100"/>
                        </a:lnSpc>
                        <a:spcBef>
                          <a:spcPts val="0"/>
                        </a:spcBef>
                        <a:spcAft>
                          <a:spcPts val="0"/>
                        </a:spcAft>
                      </a:pPr>
                      <a:r>
                        <a:rPr sz="1200" b="0">
                          <a:solidFill>
                            <a:srgbClr val="333333"/>
                          </a:solidFill>
                          <a:latin typeface="Calibri"/>
                        </a:rPr>
                        <a:t>3</a:t>
                      </a:r>
                    </a:p>
                  </a:txBody>
                  <a:tcPr marL="54864" marR="54864" marT="27432" marB="27432" anchor="ctr">
                    <a:solidFill>
                      <a:srgbClr val="F2F2F2"/>
                    </a:solidFill>
                  </a:tcPr>
                </a:tc>
                <a:tc>
                  <a:txBody>
                    <a:bodyPr/>
                    <a:lstStyle/>
                    <a:p>
                      <a:pPr algn="ctr">
                        <a:lnSpc>
                          <a:spcPts val="1100"/>
                        </a:lnSpc>
                        <a:spcBef>
                          <a:spcPts val="0"/>
                        </a:spcBef>
                        <a:spcAft>
                          <a:spcPts val="0"/>
                        </a:spcAft>
                      </a:pPr>
                      <a:r>
                        <a:rPr sz="1200" b="0">
                          <a:solidFill>
                            <a:srgbClr val="333333"/>
                          </a:solidFill>
                          <a:latin typeface="Calibri"/>
                        </a:rPr>
                        <a:t>–</a:t>
                      </a:r>
                    </a:p>
                  </a:txBody>
                  <a:tcPr marL="54864" marR="54864" marT="27432" marB="27432" anchor="ctr">
                    <a:solidFill>
                      <a:srgbClr val="F2F2F2"/>
                    </a:solidFill>
                  </a:tcPr>
                </a:tc>
                <a:tc>
                  <a:txBody>
                    <a:bodyPr/>
                    <a:lstStyle/>
                    <a:p>
                      <a:pPr algn="ctr">
                        <a:lnSpc>
                          <a:spcPts val="1100"/>
                        </a:lnSpc>
                        <a:spcBef>
                          <a:spcPts val="0"/>
                        </a:spcBef>
                        <a:spcAft>
                          <a:spcPts val="0"/>
                        </a:spcAft>
                      </a:pPr>
                      <a:r>
                        <a:rPr sz="1200" b="0">
                          <a:solidFill>
                            <a:srgbClr val="333333"/>
                          </a:solidFill>
                          <a:latin typeface="Calibri"/>
                        </a:rPr>
                        <a:t>–</a:t>
                      </a:r>
                    </a:p>
                  </a:txBody>
                  <a:tcPr marL="54864" marR="54864" marT="27432" marB="27432" anchor="ctr">
                    <a:solidFill>
                      <a:srgbClr val="F2F2F2"/>
                    </a:solidFill>
                  </a:tcPr>
                </a:tc>
                <a:tc>
                  <a:txBody>
                    <a:bodyPr/>
                    <a:lstStyle/>
                    <a:p>
                      <a:pPr algn="ctr">
                        <a:lnSpc>
                          <a:spcPts val="1100"/>
                        </a:lnSpc>
                        <a:spcBef>
                          <a:spcPts val="0"/>
                        </a:spcBef>
                        <a:spcAft>
                          <a:spcPts val="0"/>
                        </a:spcAft>
                      </a:pPr>
                      <a:r>
                        <a:rPr sz="1200" b="0">
                          <a:solidFill>
                            <a:srgbClr val="333333"/>
                          </a:solidFill>
                          <a:latin typeface="Calibri"/>
                        </a:rPr>
                        <a:t>–</a:t>
                      </a:r>
                    </a:p>
                  </a:txBody>
                  <a:tcPr marL="54864" marR="54864" marT="27432" marB="27432" anchor="ctr">
                    <a:solidFill>
                      <a:srgbClr val="F2F2F2"/>
                    </a:solidFill>
                  </a:tcPr>
                </a:tc>
                <a:tc>
                  <a:txBody>
                    <a:bodyPr/>
                    <a:lstStyle/>
                    <a:p>
                      <a:pPr algn="ctr">
                        <a:lnSpc>
                          <a:spcPts val="1100"/>
                        </a:lnSpc>
                        <a:spcBef>
                          <a:spcPts val="0"/>
                        </a:spcBef>
                        <a:spcAft>
                          <a:spcPts val="0"/>
                        </a:spcAft>
                      </a:pPr>
                      <a:r>
                        <a:rPr sz="1200" b="0">
                          <a:solidFill>
                            <a:srgbClr val="333333"/>
                          </a:solidFill>
                          <a:latin typeface="Calibri"/>
                        </a:rPr>
                        <a:t>3</a:t>
                      </a:r>
                    </a:p>
                  </a:txBody>
                  <a:tcPr marL="54864" marR="54864" marT="27432" marB="27432" anchor="ctr">
                    <a:solidFill>
                      <a:srgbClr val="F2F2F2"/>
                    </a:solidFill>
                  </a:tcPr>
                </a:tc>
                <a:extLst>
                  <a:ext uri="{0D108BD9-81ED-4DB2-BD59-A6C34878D82A}">
                    <a16:rowId xmlns:a16="http://schemas.microsoft.com/office/drawing/2014/main" val="10006"/>
                  </a:ext>
                </a:extLst>
              </a:tr>
              <a:tr h="440574">
                <a:tc>
                  <a:txBody>
                    <a:bodyPr/>
                    <a:lstStyle/>
                    <a:p>
                      <a:pPr algn="l">
                        <a:lnSpc>
                          <a:spcPts val="1100"/>
                        </a:lnSpc>
                        <a:spcBef>
                          <a:spcPts val="0"/>
                        </a:spcBef>
                        <a:spcAft>
                          <a:spcPts val="0"/>
                        </a:spcAft>
                      </a:pPr>
                      <a:r>
                        <a:rPr sz="1100" b="0">
                          <a:solidFill>
                            <a:srgbClr val="333333"/>
                          </a:solidFill>
                          <a:latin typeface="Verdana" panose="020B0604030504040204" pitchFamily="34" charset="0"/>
                          <a:ea typeface="Verdana" panose="020B0604030504040204" pitchFamily="34" charset="0"/>
                        </a:rPr>
                        <a:t>SCA AMLCFT examination</a:t>
                      </a:r>
                    </a:p>
                  </a:txBody>
                  <a:tcPr marL="54864" marR="54864" marT="27432" marB="27432" anchor="ctr">
                    <a:solidFill>
                      <a:srgbClr val="FFFFFF"/>
                    </a:solidFill>
                  </a:tcPr>
                </a:tc>
                <a:tc>
                  <a:txBody>
                    <a:bodyPr/>
                    <a:lstStyle/>
                    <a:p>
                      <a:pPr algn="ctr">
                        <a:lnSpc>
                          <a:spcPts val="1100"/>
                        </a:lnSpc>
                        <a:spcBef>
                          <a:spcPts val="0"/>
                        </a:spcBef>
                        <a:spcAft>
                          <a:spcPts val="0"/>
                        </a:spcAft>
                      </a:pPr>
                      <a:r>
                        <a:rPr sz="1200" b="0">
                          <a:solidFill>
                            <a:srgbClr val="333333"/>
                          </a:solidFill>
                          <a:latin typeface="Calibri"/>
                        </a:rPr>
                        <a:t>3</a:t>
                      </a:r>
                    </a:p>
                  </a:txBody>
                  <a:tcPr marL="54864" marR="54864" marT="27432" marB="27432" anchor="ctr">
                    <a:solidFill>
                      <a:srgbClr val="FFFFFF"/>
                    </a:solidFill>
                  </a:tcPr>
                </a:tc>
                <a:tc>
                  <a:txBody>
                    <a:bodyPr/>
                    <a:lstStyle/>
                    <a:p>
                      <a:pPr algn="ctr">
                        <a:lnSpc>
                          <a:spcPts val="1100"/>
                        </a:lnSpc>
                        <a:spcBef>
                          <a:spcPts val="0"/>
                        </a:spcBef>
                        <a:spcAft>
                          <a:spcPts val="0"/>
                        </a:spcAft>
                      </a:pPr>
                      <a:r>
                        <a:rPr sz="1200" b="0">
                          <a:solidFill>
                            <a:srgbClr val="333333"/>
                          </a:solidFill>
                          <a:latin typeface="Calibri"/>
                        </a:rPr>
                        <a:t>4</a:t>
                      </a:r>
                    </a:p>
                  </a:txBody>
                  <a:tcPr marL="54864" marR="54864" marT="27432" marB="27432" anchor="ctr">
                    <a:solidFill>
                      <a:srgbClr val="FFFFFF"/>
                    </a:solidFill>
                  </a:tcPr>
                </a:tc>
                <a:tc>
                  <a:txBody>
                    <a:bodyPr/>
                    <a:lstStyle/>
                    <a:p>
                      <a:pPr algn="ctr">
                        <a:lnSpc>
                          <a:spcPts val="1100"/>
                        </a:lnSpc>
                        <a:spcBef>
                          <a:spcPts val="0"/>
                        </a:spcBef>
                        <a:spcAft>
                          <a:spcPts val="0"/>
                        </a:spcAft>
                      </a:pPr>
                      <a:r>
                        <a:rPr sz="1200" b="0">
                          <a:solidFill>
                            <a:srgbClr val="333333"/>
                          </a:solidFill>
                          <a:latin typeface="Calibri"/>
                        </a:rPr>
                        <a:t>1</a:t>
                      </a:r>
                    </a:p>
                  </a:txBody>
                  <a:tcPr marL="54864" marR="54864" marT="27432" marB="27432" anchor="ctr">
                    <a:solidFill>
                      <a:srgbClr val="FFFFFF"/>
                    </a:solidFill>
                  </a:tcPr>
                </a:tc>
                <a:tc>
                  <a:txBody>
                    <a:bodyPr/>
                    <a:lstStyle/>
                    <a:p>
                      <a:pPr algn="ctr">
                        <a:lnSpc>
                          <a:spcPts val="1100"/>
                        </a:lnSpc>
                        <a:spcBef>
                          <a:spcPts val="0"/>
                        </a:spcBef>
                        <a:spcAft>
                          <a:spcPts val="0"/>
                        </a:spcAft>
                      </a:pPr>
                      <a:r>
                        <a:rPr sz="1200" b="0">
                          <a:solidFill>
                            <a:srgbClr val="333333"/>
                          </a:solidFill>
                          <a:latin typeface="Calibri"/>
                        </a:rPr>
                        <a:t>–</a:t>
                      </a:r>
                    </a:p>
                  </a:txBody>
                  <a:tcPr marL="54864" marR="54864" marT="27432" marB="27432" anchor="ctr">
                    <a:solidFill>
                      <a:srgbClr val="FFFFFF"/>
                    </a:solidFill>
                  </a:tcPr>
                </a:tc>
                <a:tc>
                  <a:txBody>
                    <a:bodyPr/>
                    <a:lstStyle/>
                    <a:p>
                      <a:pPr algn="ctr">
                        <a:lnSpc>
                          <a:spcPts val="1100"/>
                        </a:lnSpc>
                        <a:spcBef>
                          <a:spcPts val="0"/>
                        </a:spcBef>
                        <a:spcAft>
                          <a:spcPts val="0"/>
                        </a:spcAft>
                      </a:pPr>
                      <a:r>
                        <a:rPr sz="1200" b="0">
                          <a:solidFill>
                            <a:srgbClr val="333333"/>
                          </a:solidFill>
                          <a:latin typeface="Calibri"/>
                        </a:rPr>
                        <a:t>1</a:t>
                      </a:r>
                    </a:p>
                  </a:txBody>
                  <a:tcPr marL="54864" marR="54864" marT="27432" marB="27432" anchor="ctr">
                    <a:solidFill>
                      <a:srgbClr val="FFFFFF"/>
                    </a:solidFill>
                  </a:tcPr>
                </a:tc>
                <a:tc>
                  <a:txBody>
                    <a:bodyPr/>
                    <a:lstStyle/>
                    <a:p>
                      <a:pPr algn="ctr">
                        <a:lnSpc>
                          <a:spcPts val="1100"/>
                        </a:lnSpc>
                        <a:spcBef>
                          <a:spcPts val="0"/>
                        </a:spcBef>
                        <a:spcAft>
                          <a:spcPts val="0"/>
                        </a:spcAft>
                      </a:pPr>
                      <a:r>
                        <a:rPr sz="1200" b="0">
                          <a:solidFill>
                            <a:srgbClr val="333333"/>
                          </a:solidFill>
                          <a:latin typeface="Calibri"/>
                        </a:rPr>
                        <a:t>3</a:t>
                      </a:r>
                    </a:p>
                  </a:txBody>
                  <a:tcPr marL="54864" marR="54864" marT="27432" marB="27432" anchor="ctr">
                    <a:solidFill>
                      <a:srgbClr val="FFFFFF"/>
                    </a:solidFill>
                  </a:tcPr>
                </a:tc>
                <a:extLst>
                  <a:ext uri="{0D108BD9-81ED-4DB2-BD59-A6C34878D82A}">
                    <a16:rowId xmlns:a16="http://schemas.microsoft.com/office/drawing/2014/main" val="10007"/>
                  </a:ext>
                </a:extLst>
              </a:tr>
              <a:tr h="440574">
                <a:tc>
                  <a:txBody>
                    <a:bodyPr/>
                    <a:lstStyle/>
                    <a:p>
                      <a:pPr algn="l">
                        <a:lnSpc>
                          <a:spcPts val="1100"/>
                        </a:lnSpc>
                        <a:spcBef>
                          <a:spcPts val="0"/>
                        </a:spcBef>
                        <a:spcAft>
                          <a:spcPts val="0"/>
                        </a:spcAft>
                      </a:pPr>
                      <a:r>
                        <a:rPr sz="1100" b="0">
                          <a:solidFill>
                            <a:srgbClr val="333333"/>
                          </a:solidFill>
                          <a:latin typeface="Verdana" panose="020B0604030504040204" pitchFamily="34" charset="0"/>
                          <a:ea typeface="Verdana" panose="020B0604030504040204" pitchFamily="34" charset="0"/>
                        </a:rPr>
                        <a:t>Baseline Examination 2022</a:t>
                      </a:r>
                    </a:p>
                  </a:txBody>
                  <a:tcPr marL="54864" marR="54864" marT="27432" marB="27432" anchor="ctr">
                    <a:solidFill>
                      <a:srgbClr val="F2F2F2"/>
                    </a:solidFill>
                  </a:tcPr>
                </a:tc>
                <a:tc>
                  <a:txBody>
                    <a:bodyPr/>
                    <a:lstStyle/>
                    <a:p>
                      <a:pPr algn="ctr">
                        <a:lnSpc>
                          <a:spcPts val="1100"/>
                        </a:lnSpc>
                        <a:spcBef>
                          <a:spcPts val="0"/>
                        </a:spcBef>
                        <a:spcAft>
                          <a:spcPts val="0"/>
                        </a:spcAft>
                      </a:pPr>
                      <a:r>
                        <a:rPr sz="1200" b="0">
                          <a:solidFill>
                            <a:srgbClr val="333333"/>
                          </a:solidFill>
                          <a:latin typeface="Calibri"/>
                        </a:rPr>
                        <a:t>122</a:t>
                      </a:r>
                    </a:p>
                  </a:txBody>
                  <a:tcPr marL="54864" marR="54864" marT="27432" marB="27432" anchor="ctr">
                    <a:solidFill>
                      <a:srgbClr val="F2F2F2"/>
                    </a:solidFill>
                  </a:tcPr>
                </a:tc>
                <a:tc>
                  <a:txBody>
                    <a:bodyPr/>
                    <a:lstStyle/>
                    <a:p>
                      <a:pPr algn="ctr">
                        <a:lnSpc>
                          <a:spcPts val="1100"/>
                        </a:lnSpc>
                        <a:spcBef>
                          <a:spcPts val="0"/>
                        </a:spcBef>
                        <a:spcAft>
                          <a:spcPts val="0"/>
                        </a:spcAft>
                      </a:pPr>
                      <a:r>
                        <a:rPr sz="1200" b="0">
                          <a:solidFill>
                            <a:srgbClr val="333333"/>
                          </a:solidFill>
                          <a:latin typeface="Calibri"/>
                        </a:rPr>
                        <a:t>299</a:t>
                      </a:r>
                    </a:p>
                  </a:txBody>
                  <a:tcPr marL="54864" marR="54864" marT="27432" marB="27432" anchor="ctr">
                    <a:solidFill>
                      <a:srgbClr val="F2F2F2"/>
                    </a:solidFill>
                  </a:tcPr>
                </a:tc>
                <a:tc>
                  <a:txBody>
                    <a:bodyPr/>
                    <a:lstStyle/>
                    <a:p>
                      <a:pPr algn="ctr">
                        <a:lnSpc>
                          <a:spcPts val="1100"/>
                        </a:lnSpc>
                        <a:spcBef>
                          <a:spcPts val="0"/>
                        </a:spcBef>
                        <a:spcAft>
                          <a:spcPts val="0"/>
                        </a:spcAft>
                      </a:pPr>
                      <a:r>
                        <a:rPr sz="1200" b="0">
                          <a:solidFill>
                            <a:srgbClr val="333333"/>
                          </a:solidFill>
                          <a:latin typeface="Calibri"/>
                        </a:rPr>
                        <a:t>298</a:t>
                      </a:r>
                    </a:p>
                  </a:txBody>
                  <a:tcPr marL="54864" marR="54864" marT="27432" marB="27432" anchor="ctr">
                    <a:solidFill>
                      <a:srgbClr val="F2F2F2"/>
                    </a:solidFill>
                  </a:tcPr>
                </a:tc>
                <a:tc>
                  <a:txBody>
                    <a:bodyPr/>
                    <a:lstStyle/>
                    <a:p>
                      <a:pPr algn="ctr">
                        <a:lnSpc>
                          <a:spcPts val="1100"/>
                        </a:lnSpc>
                        <a:spcBef>
                          <a:spcPts val="0"/>
                        </a:spcBef>
                        <a:spcAft>
                          <a:spcPts val="0"/>
                        </a:spcAft>
                      </a:pPr>
                      <a:r>
                        <a:rPr sz="1200" b="0">
                          <a:solidFill>
                            <a:srgbClr val="333333"/>
                          </a:solidFill>
                          <a:latin typeface="Calibri"/>
                        </a:rPr>
                        <a:t>–</a:t>
                      </a:r>
                    </a:p>
                  </a:txBody>
                  <a:tcPr marL="54864" marR="54864" marT="27432" marB="27432" anchor="ctr">
                    <a:solidFill>
                      <a:srgbClr val="F2F2F2"/>
                    </a:solidFill>
                  </a:tcPr>
                </a:tc>
                <a:tc>
                  <a:txBody>
                    <a:bodyPr/>
                    <a:lstStyle/>
                    <a:p>
                      <a:pPr algn="ctr">
                        <a:lnSpc>
                          <a:spcPts val="1100"/>
                        </a:lnSpc>
                        <a:spcBef>
                          <a:spcPts val="0"/>
                        </a:spcBef>
                        <a:spcAft>
                          <a:spcPts val="0"/>
                        </a:spcAft>
                      </a:pPr>
                      <a:r>
                        <a:rPr sz="1200" b="0">
                          <a:solidFill>
                            <a:srgbClr val="333333"/>
                          </a:solidFill>
                          <a:latin typeface="Calibri"/>
                        </a:rPr>
                        <a:t>298</a:t>
                      </a:r>
                    </a:p>
                  </a:txBody>
                  <a:tcPr marL="54864" marR="54864" marT="27432" marB="27432" anchor="ctr">
                    <a:solidFill>
                      <a:srgbClr val="F2F2F2"/>
                    </a:solidFill>
                  </a:tcPr>
                </a:tc>
                <a:tc>
                  <a:txBody>
                    <a:bodyPr/>
                    <a:lstStyle/>
                    <a:p>
                      <a:pPr algn="ctr">
                        <a:lnSpc>
                          <a:spcPts val="1100"/>
                        </a:lnSpc>
                        <a:spcBef>
                          <a:spcPts val="0"/>
                        </a:spcBef>
                        <a:spcAft>
                          <a:spcPts val="0"/>
                        </a:spcAft>
                      </a:pPr>
                      <a:r>
                        <a:rPr sz="1200" b="0">
                          <a:solidFill>
                            <a:srgbClr val="333333"/>
                          </a:solidFill>
                          <a:latin typeface="Calibri"/>
                        </a:rPr>
                        <a:t>1</a:t>
                      </a:r>
                    </a:p>
                  </a:txBody>
                  <a:tcPr marL="54864" marR="54864" marT="27432" marB="27432" anchor="ctr">
                    <a:solidFill>
                      <a:srgbClr val="F2F2F2"/>
                    </a:solidFill>
                  </a:tcPr>
                </a:tc>
                <a:extLst>
                  <a:ext uri="{0D108BD9-81ED-4DB2-BD59-A6C34878D82A}">
                    <a16:rowId xmlns:a16="http://schemas.microsoft.com/office/drawing/2014/main" val="10008"/>
                  </a:ext>
                </a:extLst>
              </a:tr>
              <a:tr h="440574">
                <a:tc>
                  <a:txBody>
                    <a:bodyPr/>
                    <a:lstStyle/>
                    <a:p>
                      <a:pPr algn="l">
                        <a:lnSpc>
                          <a:spcPts val="1100"/>
                        </a:lnSpc>
                        <a:spcBef>
                          <a:spcPts val="0"/>
                        </a:spcBef>
                        <a:spcAft>
                          <a:spcPts val="0"/>
                        </a:spcAft>
                      </a:pPr>
                      <a:r>
                        <a:rPr sz="1100" b="0">
                          <a:solidFill>
                            <a:srgbClr val="333333"/>
                          </a:solidFill>
                          <a:latin typeface="Verdana" panose="020B0604030504040204" pitchFamily="34" charset="0"/>
                          <a:ea typeface="Verdana" panose="020B0604030504040204" pitchFamily="34" charset="0"/>
                        </a:rPr>
                        <a:t>BRF Thematic Review 2023</a:t>
                      </a:r>
                    </a:p>
                  </a:txBody>
                  <a:tcPr marL="54864" marR="54864" marT="27432" marB="27432" anchor="ctr">
                    <a:solidFill>
                      <a:srgbClr val="FFFFFF"/>
                    </a:solidFill>
                  </a:tcPr>
                </a:tc>
                <a:tc>
                  <a:txBody>
                    <a:bodyPr/>
                    <a:lstStyle/>
                    <a:p>
                      <a:pPr algn="ctr">
                        <a:lnSpc>
                          <a:spcPts val="1100"/>
                        </a:lnSpc>
                        <a:spcBef>
                          <a:spcPts val="0"/>
                        </a:spcBef>
                        <a:spcAft>
                          <a:spcPts val="0"/>
                        </a:spcAft>
                      </a:pPr>
                      <a:r>
                        <a:rPr sz="1200" b="0">
                          <a:solidFill>
                            <a:srgbClr val="333333"/>
                          </a:solidFill>
                          <a:latin typeface="Calibri"/>
                        </a:rPr>
                        <a:t>5</a:t>
                      </a:r>
                    </a:p>
                  </a:txBody>
                  <a:tcPr marL="54864" marR="54864" marT="27432" marB="27432" anchor="ctr">
                    <a:solidFill>
                      <a:srgbClr val="FFFFFF"/>
                    </a:solidFill>
                  </a:tcPr>
                </a:tc>
                <a:tc>
                  <a:txBody>
                    <a:bodyPr/>
                    <a:lstStyle/>
                    <a:p>
                      <a:pPr algn="ctr">
                        <a:lnSpc>
                          <a:spcPts val="1100"/>
                        </a:lnSpc>
                        <a:spcBef>
                          <a:spcPts val="0"/>
                        </a:spcBef>
                        <a:spcAft>
                          <a:spcPts val="0"/>
                        </a:spcAft>
                      </a:pPr>
                      <a:r>
                        <a:rPr sz="1200" b="0">
                          <a:solidFill>
                            <a:srgbClr val="333333"/>
                          </a:solidFill>
                          <a:latin typeface="Calibri"/>
                        </a:rPr>
                        <a:t>13</a:t>
                      </a:r>
                    </a:p>
                  </a:txBody>
                  <a:tcPr marL="54864" marR="54864" marT="27432" marB="27432" anchor="ctr">
                    <a:solidFill>
                      <a:srgbClr val="FFFFFF"/>
                    </a:solidFill>
                  </a:tcPr>
                </a:tc>
                <a:tc>
                  <a:txBody>
                    <a:bodyPr/>
                    <a:lstStyle/>
                    <a:p>
                      <a:pPr algn="ctr">
                        <a:lnSpc>
                          <a:spcPts val="1100"/>
                        </a:lnSpc>
                        <a:spcBef>
                          <a:spcPts val="0"/>
                        </a:spcBef>
                        <a:spcAft>
                          <a:spcPts val="0"/>
                        </a:spcAft>
                      </a:pPr>
                      <a:r>
                        <a:rPr sz="1200" b="0">
                          <a:solidFill>
                            <a:srgbClr val="333333"/>
                          </a:solidFill>
                          <a:latin typeface="Calibri"/>
                        </a:rPr>
                        <a:t>12</a:t>
                      </a:r>
                    </a:p>
                  </a:txBody>
                  <a:tcPr marL="54864" marR="54864" marT="27432" marB="27432" anchor="ctr">
                    <a:solidFill>
                      <a:srgbClr val="FFFFFF"/>
                    </a:solidFill>
                  </a:tcPr>
                </a:tc>
                <a:tc>
                  <a:txBody>
                    <a:bodyPr/>
                    <a:lstStyle/>
                    <a:p>
                      <a:pPr algn="ctr">
                        <a:lnSpc>
                          <a:spcPts val="1100"/>
                        </a:lnSpc>
                        <a:spcBef>
                          <a:spcPts val="0"/>
                        </a:spcBef>
                        <a:spcAft>
                          <a:spcPts val="0"/>
                        </a:spcAft>
                      </a:pPr>
                      <a:r>
                        <a:rPr sz="1200" b="0">
                          <a:solidFill>
                            <a:srgbClr val="333333"/>
                          </a:solidFill>
                          <a:latin typeface="Calibri"/>
                        </a:rPr>
                        <a:t>–</a:t>
                      </a:r>
                    </a:p>
                  </a:txBody>
                  <a:tcPr marL="54864" marR="54864" marT="27432" marB="27432" anchor="ctr">
                    <a:solidFill>
                      <a:srgbClr val="FFFFFF"/>
                    </a:solidFill>
                  </a:tcPr>
                </a:tc>
                <a:tc>
                  <a:txBody>
                    <a:bodyPr/>
                    <a:lstStyle/>
                    <a:p>
                      <a:pPr algn="ctr">
                        <a:lnSpc>
                          <a:spcPts val="1100"/>
                        </a:lnSpc>
                        <a:spcBef>
                          <a:spcPts val="0"/>
                        </a:spcBef>
                        <a:spcAft>
                          <a:spcPts val="0"/>
                        </a:spcAft>
                      </a:pPr>
                      <a:r>
                        <a:rPr sz="1200" b="0">
                          <a:solidFill>
                            <a:srgbClr val="333333"/>
                          </a:solidFill>
                          <a:latin typeface="Calibri"/>
                        </a:rPr>
                        <a:t>12</a:t>
                      </a:r>
                    </a:p>
                  </a:txBody>
                  <a:tcPr marL="54864" marR="54864" marT="27432" marB="27432" anchor="ctr">
                    <a:solidFill>
                      <a:srgbClr val="FFFFFF"/>
                    </a:solidFill>
                  </a:tcPr>
                </a:tc>
                <a:tc>
                  <a:txBody>
                    <a:bodyPr/>
                    <a:lstStyle/>
                    <a:p>
                      <a:pPr algn="ctr">
                        <a:lnSpc>
                          <a:spcPts val="1100"/>
                        </a:lnSpc>
                        <a:spcBef>
                          <a:spcPts val="0"/>
                        </a:spcBef>
                        <a:spcAft>
                          <a:spcPts val="0"/>
                        </a:spcAft>
                      </a:pPr>
                      <a:r>
                        <a:rPr sz="1200" b="0">
                          <a:solidFill>
                            <a:srgbClr val="333333"/>
                          </a:solidFill>
                          <a:latin typeface="Calibri"/>
                        </a:rPr>
                        <a:t>1</a:t>
                      </a:r>
                    </a:p>
                  </a:txBody>
                  <a:tcPr marL="54864" marR="54864" marT="27432" marB="27432" anchor="ctr">
                    <a:solidFill>
                      <a:srgbClr val="FFFFFF"/>
                    </a:solidFill>
                  </a:tcPr>
                </a:tc>
                <a:extLst>
                  <a:ext uri="{0D108BD9-81ED-4DB2-BD59-A6C34878D82A}">
                    <a16:rowId xmlns:a16="http://schemas.microsoft.com/office/drawing/2014/main" val="10009"/>
                  </a:ext>
                </a:extLst>
              </a:tr>
              <a:tr h="440580">
                <a:tc>
                  <a:txBody>
                    <a:bodyPr/>
                    <a:lstStyle/>
                    <a:p>
                      <a:pPr algn="l">
                        <a:lnSpc>
                          <a:spcPts val="1100"/>
                        </a:lnSpc>
                        <a:spcBef>
                          <a:spcPts val="0"/>
                        </a:spcBef>
                        <a:spcAft>
                          <a:spcPts val="0"/>
                        </a:spcAft>
                      </a:pPr>
                      <a:r>
                        <a:rPr sz="1200" b="1">
                          <a:solidFill>
                            <a:schemeClr val="tx1"/>
                          </a:solidFill>
                          <a:latin typeface="Calibri"/>
                        </a:rPr>
                        <a:t>Total</a:t>
                      </a:r>
                    </a:p>
                  </a:txBody>
                  <a:tcPr marL="54864" marR="54864" marT="27432" marB="27432" anchor="ctr">
                    <a:solidFill>
                      <a:srgbClr val="E8E8E8"/>
                    </a:solidFill>
                  </a:tcPr>
                </a:tc>
                <a:tc>
                  <a:txBody>
                    <a:bodyPr/>
                    <a:lstStyle/>
                    <a:p>
                      <a:pPr algn="ctr">
                        <a:lnSpc>
                          <a:spcPts val="1100"/>
                        </a:lnSpc>
                        <a:spcBef>
                          <a:spcPts val="0"/>
                        </a:spcBef>
                        <a:spcAft>
                          <a:spcPts val="0"/>
                        </a:spcAft>
                      </a:pPr>
                      <a:r>
                        <a:rPr sz="1200" b="1">
                          <a:solidFill>
                            <a:schemeClr val="tx1"/>
                          </a:solidFill>
                          <a:latin typeface="Calibri"/>
                        </a:rPr>
                        <a:t>190</a:t>
                      </a:r>
                    </a:p>
                  </a:txBody>
                  <a:tcPr marL="54864" marR="54864" marT="27432" marB="27432" anchor="ctr">
                    <a:solidFill>
                      <a:srgbClr val="E8E8E8"/>
                    </a:solidFill>
                  </a:tcPr>
                </a:tc>
                <a:tc>
                  <a:txBody>
                    <a:bodyPr/>
                    <a:lstStyle/>
                    <a:p>
                      <a:pPr algn="ctr">
                        <a:lnSpc>
                          <a:spcPts val="1100"/>
                        </a:lnSpc>
                        <a:spcBef>
                          <a:spcPts val="0"/>
                        </a:spcBef>
                        <a:spcAft>
                          <a:spcPts val="0"/>
                        </a:spcAft>
                      </a:pPr>
                      <a:r>
                        <a:rPr sz="1200" b="1">
                          <a:solidFill>
                            <a:schemeClr val="tx1"/>
                          </a:solidFill>
                          <a:latin typeface="Calibri"/>
                        </a:rPr>
                        <a:t>487</a:t>
                      </a:r>
                    </a:p>
                  </a:txBody>
                  <a:tcPr marL="54864" marR="54864" marT="27432" marB="27432" anchor="ctr">
                    <a:solidFill>
                      <a:srgbClr val="E8E8E8"/>
                    </a:solidFill>
                  </a:tcPr>
                </a:tc>
                <a:tc>
                  <a:txBody>
                    <a:bodyPr/>
                    <a:lstStyle/>
                    <a:p>
                      <a:pPr algn="ctr">
                        <a:lnSpc>
                          <a:spcPts val="1100"/>
                        </a:lnSpc>
                        <a:spcBef>
                          <a:spcPts val="0"/>
                        </a:spcBef>
                        <a:spcAft>
                          <a:spcPts val="0"/>
                        </a:spcAft>
                      </a:pPr>
                      <a:r>
                        <a:rPr lang="en-US" sz="1200" b="1">
                          <a:solidFill>
                            <a:schemeClr val="tx1"/>
                          </a:solidFill>
                          <a:latin typeface="Calibri"/>
                        </a:rPr>
                        <a:t>405</a:t>
                      </a:r>
                      <a:endParaRPr sz="1200" b="1">
                        <a:solidFill>
                          <a:schemeClr val="tx1"/>
                        </a:solidFill>
                        <a:latin typeface="Calibri"/>
                      </a:endParaRPr>
                    </a:p>
                  </a:txBody>
                  <a:tcPr marL="54864" marR="54864" marT="27432" marB="27432" anchor="ctr">
                    <a:solidFill>
                      <a:srgbClr val="E8E8E8"/>
                    </a:solidFill>
                  </a:tcPr>
                </a:tc>
                <a:tc>
                  <a:txBody>
                    <a:bodyPr/>
                    <a:lstStyle/>
                    <a:p>
                      <a:pPr algn="ctr">
                        <a:lnSpc>
                          <a:spcPts val="1100"/>
                        </a:lnSpc>
                        <a:spcBef>
                          <a:spcPts val="0"/>
                        </a:spcBef>
                        <a:spcAft>
                          <a:spcPts val="0"/>
                        </a:spcAft>
                      </a:pPr>
                      <a:r>
                        <a:rPr sz="1200" b="1">
                          <a:solidFill>
                            <a:schemeClr val="tx1"/>
                          </a:solidFill>
                          <a:latin typeface="Calibri"/>
                        </a:rPr>
                        <a:t>23</a:t>
                      </a:r>
                    </a:p>
                  </a:txBody>
                  <a:tcPr marL="54864" marR="54864" marT="27432" marB="27432" anchor="ctr">
                    <a:solidFill>
                      <a:srgbClr val="E8E8E8"/>
                    </a:solidFill>
                  </a:tcPr>
                </a:tc>
                <a:tc>
                  <a:txBody>
                    <a:bodyPr/>
                    <a:lstStyle/>
                    <a:p>
                      <a:pPr algn="ctr">
                        <a:lnSpc>
                          <a:spcPts val="1100"/>
                        </a:lnSpc>
                        <a:spcBef>
                          <a:spcPts val="0"/>
                        </a:spcBef>
                        <a:spcAft>
                          <a:spcPts val="0"/>
                        </a:spcAft>
                      </a:pPr>
                      <a:r>
                        <a:rPr sz="1200" b="1">
                          <a:solidFill>
                            <a:schemeClr val="tx1"/>
                          </a:solidFill>
                          <a:latin typeface="Calibri"/>
                        </a:rPr>
                        <a:t>401</a:t>
                      </a:r>
                    </a:p>
                  </a:txBody>
                  <a:tcPr marL="54864" marR="54864" marT="27432" marB="27432" anchor="ctr">
                    <a:solidFill>
                      <a:srgbClr val="E8E8E8"/>
                    </a:solidFill>
                  </a:tcPr>
                </a:tc>
                <a:tc>
                  <a:txBody>
                    <a:bodyPr/>
                    <a:lstStyle/>
                    <a:p>
                      <a:pPr algn="ctr">
                        <a:lnSpc>
                          <a:spcPts val="1100"/>
                        </a:lnSpc>
                        <a:spcBef>
                          <a:spcPts val="0"/>
                        </a:spcBef>
                        <a:spcAft>
                          <a:spcPts val="0"/>
                        </a:spcAft>
                      </a:pPr>
                      <a:r>
                        <a:rPr lang="en-US" sz="1200" b="1">
                          <a:solidFill>
                            <a:schemeClr val="tx1"/>
                          </a:solidFill>
                          <a:latin typeface="Calibri"/>
                        </a:rPr>
                        <a:t>86</a:t>
                      </a:r>
                      <a:endParaRPr sz="1200" b="1">
                        <a:solidFill>
                          <a:schemeClr val="tx1"/>
                        </a:solidFill>
                        <a:latin typeface="Calibri"/>
                      </a:endParaRPr>
                    </a:p>
                  </a:txBody>
                  <a:tcPr marL="54864" marR="54864" marT="27432" marB="27432" anchor="ctr">
                    <a:solidFill>
                      <a:srgbClr val="E8E8E8"/>
                    </a:solidFill>
                  </a:tcPr>
                </a:tc>
                <a:extLst>
                  <a:ext uri="{0D108BD9-81ED-4DB2-BD59-A6C34878D82A}">
                    <a16:rowId xmlns:a16="http://schemas.microsoft.com/office/drawing/2014/main" val="10010"/>
                  </a:ext>
                </a:extLst>
              </a:tr>
            </a:tbl>
          </a:graphicData>
        </a:graphic>
      </p:graphicFrame>
      <p:sp>
        <p:nvSpPr>
          <p:cNvPr id="7" name="Rectangle 6"/>
          <p:cNvSpPr/>
          <p:nvPr/>
        </p:nvSpPr>
        <p:spPr>
          <a:xfrm>
            <a:off x="411480" y="5553702"/>
            <a:ext cx="11368735" cy="2286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Verdana" panose="020B0604030504040204" pitchFamily="34" charset="0"/>
              <a:ea typeface="Verdana" panose="020B0604030504040204" pitchFamily="34" charset="0"/>
            </a:endParaRPr>
          </a:p>
        </p:txBody>
      </p:sp>
      <p:sp>
        <p:nvSpPr>
          <p:cNvPr id="8" name="Rectangle 7"/>
          <p:cNvSpPr/>
          <p:nvPr/>
        </p:nvSpPr>
        <p:spPr>
          <a:xfrm>
            <a:off x="0" y="6355080"/>
            <a:ext cx="12191695" cy="2286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Verdana" panose="020B0604030504040204" pitchFamily="34" charset="0"/>
              <a:ea typeface="Verdana" panose="020B0604030504040204" pitchFamily="34" charset="0"/>
            </a:endParaRPr>
          </a:p>
        </p:txBody>
      </p:sp>
      <p:sp>
        <p:nvSpPr>
          <p:cNvPr id="9" name="TextBox 8"/>
          <p:cNvSpPr txBox="1"/>
          <p:nvPr/>
        </p:nvSpPr>
        <p:spPr>
          <a:xfrm>
            <a:off x="411480" y="6409944"/>
            <a:ext cx="11368735" cy="215444"/>
          </a:xfrm>
          <a:prstGeom prst="rect">
            <a:avLst/>
          </a:prstGeom>
          <a:noFill/>
        </p:spPr>
        <p:txBody>
          <a:bodyPr wrap="square">
            <a:spAutoFit/>
          </a:bodyPr>
          <a:lstStyle/>
          <a:p>
            <a:pPr algn="l"/>
            <a:r>
              <a:rPr sz="800" b="0" i="1">
                <a:solidFill>
                  <a:srgbClr val="666666"/>
                </a:solidFill>
                <a:latin typeface="Verdana" panose="020B0604030504040204" pitchFamily="34" charset="0"/>
                <a:ea typeface="Verdana" panose="020B0604030504040204" pitchFamily="34" charset="0"/>
              </a:rPr>
              <a:t>All CBUAE examinations where actions have been completely remediated, validated and closed are not shown in this table.</a:t>
            </a:r>
          </a:p>
        </p:txBody>
      </p:sp>
      <p:sp>
        <p:nvSpPr>
          <p:cNvPr id="5" name="Title 1">
            <a:extLst>
              <a:ext uri="{FF2B5EF4-FFF2-40B4-BE49-F238E27FC236}">
                <a16:creationId xmlns:a16="http://schemas.microsoft.com/office/drawing/2014/main" id="{1D01AAB7-0E15-655F-532C-E8D977780F88}"/>
              </a:ext>
            </a:extLst>
          </p:cNvPr>
          <p:cNvSpPr txBox="1">
            <a:spLocks/>
          </p:cNvSpPr>
          <p:nvPr/>
        </p:nvSpPr>
        <p:spPr>
          <a:xfrm>
            <a:off x="0" y="9006"/>
            <a:ext cx="12192000" cy="645751"/>
          </a:xfrm>
          <a:prstGeom prst="rect">
            <a:avLst/>
          </a:prstGeom>
        </p:spPr>
        <p:txBody>
          <a:bodyPr anchor="ctr"/>
          <a:lstStyle>
            <a:lvl1pPr algn="l" rtl="0" eaLnBrk="1" fontAlgn="base" hangingPunct="1">
              <a:spcBef>
                <a:spcPct val="0"/>
              </a:spcBef>
              <a:spcAft>
                <a:spcPct val="0"/>
              </a:spcAft>
              <a:defRPr sz="1200" b="0">
                <a:solidFill>
                  <a:schemeClr val="bg1"/>
                </a:solidFill>
                <a:latin typeface="+mj-lt"/>
                <a:ea typeface="+mj-ea"/>
                <a:cs typeface="+mj-cs"/>
              </a:defRPr>
            </a:lvl1pPr>
            <a:lvl2pPr algn="ctr" rtl="0" eaLnBrk="1" fontAlgn="base" hangingPunct="1">
              <a:spcBef>
                <a:spcPct val="0"/>
              </a:spcBef>
              <a:spcAft>
                <a:spcPct val="0"/>
              </a:spcAft>
              <a:defRPr sz="2400" b="1">
                <a:solidFill>
                  <a:schemeClr val="bg1"/>
                </a:solidFill>
                <a:latin typeface="Verdana" pitchFamily="34" charset="0"/>
                <a:cs typeface="Times New Roman" pitchFamily="18" charset="0"/>
              </a:defRPr>
            </a:lvl2pPr>
            <a:lvl3pPr algn="ctr" rtl="0" eaLnBrk="1" fontAlgn="base" hangingPunct="1">
              <a:spcBef>
                <a:spcPct val="0"/>
              </a:spcBef>
              <a:spcAft>
                <a:spcPct val="0"/>
              </a:spcAft>
              <a:defRPr sz="2400" b="1">
                <a:solidFill>
                  <a:schemeClr val="bg1"/>
                </a:solidFill>
                <a:latin typeface="Verdana" pitchFamily="34" charset="0"/>
                <a:cs typeface="Times New Roman" pitchFamily="18" charset="0"/>
              </a:defRPr>
            </a:lvl3pPr>
            <a:lvl4pPr algn="ctr" rtl="0" eaLnBrk="1" fontAlgn="base" hangingPunct="1">
              <a:spcBef>
                <a:spcPct val="0"/>
              </a:spcBef>
              <a:spcAft>
                <a:spcPct val="0"/>
              </a:spcAft>
              <a:defRPr sz="2400" b="1">
                <a:solidFill>
                  <a:schemeClr val="bg1"/>
                </a:solidFill>
                <a:latin typeface="Verdana" pitchFamily="34" charset="0"/>
                <a:cs typeface="Times New Roman" pitchFamily="18" charset="0"/>
              </a:defRPr>
            </a:lvl4pPr>
            <a:lvl5pPr algn="ctr" rtl="0" eaLnBrk="1" fontAlgn="base" hangingPunct="1">
              <a:spcBef>
                <a:spcPct val="0"/>
              </a:spcBef>
              <a:spcAft>
                <a:spcPct val="0"/>
              </a:spcAft>
              <a:defRPr sz="2400" b="1">
                <a:solidFill>
                  <a:schemeClr val="bg1"/>
                </a:solidFill>
                <a:latin typeface="Verdana" pitchFamily="34" charset="0"/>
                <a:cs typeface="Times New Roman" pitchFamily="18" charset="0"/>
              </a:defRPr>
            </a:lvl5pPr>
            <a:lvl6pPr marL="342900" algn="ctr" rtl="0" eaLnBrk="1" fontAlgn="base" hangingPunct="1">
              <a:spcBef>
                <a:spcPct val="0"/>
              </a:spcBef>
              <a:spcAft>
                <a:spcPct val="0"/>
              </a:spcAft>
              <a:defRPr sz="2400" b="1">
                <a:solidFill>
                  <a:schemeClr val="bg1"/>
                </a:solidFill>
                <a:latin typeface="Verdana" pitchFamily="34" charset="0"/>
                <a:cs typeface="Times New Roman" pitchFamily="18" charset="0"/>
              </a:defRPr>
            </a:lvl6pPr>
            <a:lvl7pPr marL="685800" algn="ctr" rtl="0" eaLnBrk="1" fontAlgn="base" hangingPunct="1">
              <a:spcBef>
                <a:spcPct val="0"/>
              </a:spcBef>
              <a:spcAft>
                <a:spcPct val="0"/>
              </a:spcAft>
              <a:defRPr sz="2400" b="1">
                <a:solidFill>
                  <a:schemeClr val="bg1"/>
                </a:solidFill>
                <a:latin typeface="Verdana" pitchFamily="34" charset="0"/>
                <a:cs typeface="Times New Roman" pitchFamily="18" charset="0"/>
              </a:defRPr>
            </a:lvl7pPr>
            <a:lvl8pPr marL="1028700" algn="ctr" rtl="0" eaLnBrk="1" fontAlgn="base" hangingPunct="1">
              <a:spcBef>
                <a:spcPct val="0"/>
              </a:spcBef>
              <a:spcAft>
                <a:spcPct val="0"/>
              </a:spcAft>
              <a:defRPr sz="2400" b="1">
                <a:solidFill>
                  <a:schemeClr val="bg1"/>
                </a:solidFill>
                <a:latin typeface="Verdana" pitchFamily="34" charset="0"/>
                <a:cs typeface="Times New Roman" pitchFamily="18" charset="0"/>
              </a:defRPr>
            </a:lvl8pPr>
            <a:lvl9pPr marL="1371600" algn="ctr" rtl="0" eaLnBrk="1" fontAlgn="base" hangingPunct="1">
              <a:spcBef>
                <a:spcPct val="0"/>
              </a:spcBef>
              <a:spcAft>
                <a:spcPct val="0"/>
              </a:spcAft>
              <a:defRPr sz="2400" b="1">
                <a:solidFill>
                  <a:schemeClr val="bg1"/>
                </a:solidFill>
                <a:latin typeface="Verdana" pitchFamily="34" charset="0"/>
                <a:cs typeface="Times New Roman" pitchFamily="18" charset="0"/>
              </a:defRPr>
            </a:lvl9pPr>
          </a:lstStyle>
          <a:p>
            <a:r>
              <a:rPr lang="en-US" sz="2000" kern="0">
                <a:latin typeface="Verdana" panose="020B0604030504040204" pitchFamily="34" charset="0"/>
                <a:ea typeface="Verdana" panose="020B0604030504040204" pitchFamily="34" charset="0"/>
              </a:rPr>
              <a:t>  CBUAE Action Plan Validation – Detailed Breakdown</a:t>
            </a:r>
          </a:p>
        </p:txBody>
      </p:sp>
      <p:sp>
        <p:nvSpPr>
          <p:cNvPr id="12" name="Slide Number Placeholder 3">
            <a:extLst>
              <a:ext uri="{FF2B5EF4-FFF2-40B4-BE49-F238E27FC236}">
                <a16:creationId xmlns:a16="http://schemas.microsoft.com/office/drawing/2014/main" id="{E1831AAE-5A7C-6249-7CEE-1C4406A5E211}"/>
              </a:ext>
            </a:extLst>
          </p:cNvPr>
          <p:cNvSpPr txBox="1">
            <a:spLocks/>
          </p:cNvSpPr>
          <p:nvPr/>
        </p:nvSpPr>
        <p:spPr>
          <a:xfrm>
            <a:off x="11506200" y="6624251"/>
            <a:ext cx="914400" cy="233749"/>
          </a:xfrm>
          <a:prstGeom prst="rect">
            <a:avLst/>
          </a:prstGeom>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fld id="{6516E9BE-843C-4425-80E4-36155279AD5E}" type="slidenum">
              <a:rPr kumimoji="0" lang="en-GB" sz="1200" b="1" i="0" u="none" strike="noStrike" kern="1200" cap="none" spc="0" normalizeH="0" baseline="0" noProof="0" smtClean="0">
                <a:ln>
                  <a:noFill/>
                </a:ln>
                <a:solidFill>
                  <a:srgbClr val="2D2926"/>
                </a:solidFill>
                <a:effectLst/>
                <a:uLnTx/>
                <a:uFillTx/>
                <a:latin typeface="Calibri"/>
                <a:ea typeface="+mn-ea"/>
                <a:cs typeface="Arial" charset="0"/>
              </a:rPr>
              <a:pPr marL="0" marR="0" lvl="0" indent="0" algn="ctr" defTabSz="914400" rtl="0" eaLnBrk="1" fontAlgn="base" latinLnBrk="0" hangingPunct="1">
                <a:lnSpc>
                  <a:spcPct val="100000"/>
                </a:lnSpc>
                <a:spcBef>
                  <a:spcPct val="0"/>
                </a:spcBef>
                <a:spcAft>
                  <a:spcPct val="0"/>
                </a:spcAft>
                <a:buClrTx/>
                <a:buSzTx/>
                <a:buFontTx/>
                <a:buNone/>
                <a:tabLst/>
                <a:defRPr/>
              </a:pPr>
              <a:t>20</a:t>
            </a:fld>
            <a:endParaRPr kumimoji="0" lang="en-GB" sz="1200" b="1" i="0" u="none" strike="noStrike" kern="1200" cap="none" spc="0" normalizeH="0" baseline="0" noProof="0">
              <a:ln>
                <a:noFill/>
              </a:ln>
              <a:solidFill>
                <a:srgbClr val="2D2926"/>
              </a:solidFill>
              <a:effectLst/>
              <a:uLnTx/>
              <a:uFillTx/>
              <a:latin typeface="Calibri"/>
              <a:ea typeface="+mn-ea"/>
              <a:cs typeface="Arial"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Rounded Rectangle 2"/>
          <p:cNvSpPr/>
          <p:nvPr/>
        </p:nvSpPr>
        <p:spPr>
          <a:xfrm>
            <a:off x="457200" y="1142058"/>
            <a:ext cx="5623560" cy="1509626"/>
          </a:xfrm>
          <a:prstGeom prst="roundRect">
            <a:avLst/>
          </a:prstGeom>
          <a:solidFill>
            <a:srgbClr val="F5F5F5"/>
          </a:solidFill>
          <a:ln w="6350">
            <a:solidFill>
              <a:srgbClr val="D9D9D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Verdana" panose="020B0604030504040204" pitchFamily="34" charset="0"/>
              <a:ea typeface="Verdana" panose="020B0604030504040204" pitchFamily="34" charset="0"/>
            </a:endParaRPr>
          </a:p>
        </p:txBody>
      </p:sp>
      <p:sp>
        <p:nvSpPr>
          <p:cNvPr id="4" name="Rectangle 3"/>
          <p:cNvSpPr/>
          <p:nvPr/>
        </p:nvSpPr>
        <p:spPr>
          <a:xfrm>
            <a:off x="457200" y="1169489"/>
            <a:ext cx="45720" cy="1434145"/>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Verdana" panose="020B0604030504040204" pitchFamily="34" charset="0"/>
              <a:ea typeface="Verdana" panose="020B0604030504040204" pitchFamily="34" charset="0"/>
            </a:endParaRPr>
          </a:p>
        </p:txBody>
      </p:sp>
      <p:sp>
        <p:nvSpPr>
          <p:cNvPr id="5" name="TextBox 4"/>
          <p:cNvSpPr txBox="1"/>
          <p:nvPr/>
        </p:nvSpPr>
        <p:spPr>
          <a:xfrm>
            <a:off x="640080" y="1196922"/>
            <a:ext cx="5349240" cy="276999"/>
          </a:xfrm>
          <a:prstGeom prst="rect">
            <a:avLst/>
          </a:prstGeom>
          <a:noFill/>
        </p:spPr>
        <p:txBody>
          <a:bodyPr wrap="square">
            <a:spAutoFit/>
          </a:bodyPr>
          <a:lstStyle/>
          <a:p>
            <a:pPr algn="l">
              <a:defRPr sz="1200" b="1" i="0">
                <a:solidFill>
                  <a:srgbClr val="C00000"/>
                </a:solidFill>
                <a:latin typeface="Calibri"/>
              </a:defRPr>
            </a:pPr>
            <a:r>
              <a:rPr>
                <a:latin typeface="Verdana" panose="020B0604030504040204" pitchFamily="34" charset="0"/>
                <a:ea typeface="Verdana" panose="020B0604030504040204" pitchFamily="34" charset="0"/>
              </a:rPr>
              <a:t>Background</a:t>
            </a:r>
          </a:p>
        </p:txBody>
      </p:sp>
      <p:sp>
        <p:nvSpPr>
          <p:cNvPr id="6" name="Rectangle 5"/>
          <p:cNvSpPr/>
          <p:nvPr/>
        </p:nvSpPr>
        <p:spPr>
          <a:xfrm>
            <a:off x="640080" y="1452953"/>
            <a:ext cx="1371600" cy="45719"/>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Verdana" panose="020B0604030504040204" pitchFamily="34" charset="0"/>
              <a:ea typeface="Verdana" panose="020B0604030504040204" pitchFamily="34" charset="0"/>
            </a:endParaRPr>
          </a:p>
        </p:txBody>
      </p:sp>
      <p:sp>
        <p:nvSpPr>
          <p:cNvPr id="7" name="TextBox 6"/>
          <p:cNvSpPr txBox="1"/>
          <p:nvPr/>
        </p:nvSpPr>
        <p:spPr>
          <a:xfrm>
            <a:off x="640080" y="1686931"/>
            <a:ext cx="5303520" cy="754053"/>
          </a:xfrm>
          <a:prstGeom prst="rect">
            <a:avLst/>
          </a:prstGeom>
          <a:noFill/>
        </p:spPr>
        <p:txBody>
          <a:bodyPr wrap="square">
            <a:spAutoFit/>
          </a:bodyPr>
          <a:lstStyle/>
          <a:p>
            <a:pPr algn="l">
              <a:spcBef>
                <a:spcPts val="250"/>
              </a:spcBef>
              <a:spcAft>
                <a:spcPts val="250"/>
              </a:spcAft>
            </a:pPr>
            <a:r>
              <a:rPr lang="en-US" sz="950" b="0">
                <a:solidFill>
                  <a:srgbClr val="333333"/>
                </a:solidFill>
                <a:latin typeface="Verdana" panose="020B0604030504040204" pitchFamily="34" charset="0"/>
                <a:ea typeface="Verdana" panose="020B0604030504040204" pitchFamily="34" charset="0"/>
              </a:rPr>
              <a:t>•  CBUAE mandated Internal Audit review of unclaimed funds processes and governance and reports its findings to BAC.   </a:t>
            </a:r>
          </a:p>
          <a:p>
            <a:pPr algn="l">
              <a:spcBef>
                <a:spcPts val="250"/>
              </a:spcBef>
              <a:spcAft>
                <a:spcPts val="250"/>
              </a:spcAft>
            </a:pPr>
            <a:r>
              <a:rPr lang="en-US" sz="950" b="0">
                <a:solidFill>
                  <a:srgbClr val="333333"/>
                </a:solidFill>
                <a:latin typeface="Verdana" panose="020B0604030504040204" pitchFamily="34" charset="0"/>
                <a:ea typeface="Verdana" panose="020B0604030504040204" pitchFamily="34" charset="0"/>
              </a:rPr>
              <a:t>•  Scope covers </a:t>
            </a:r>
            <a:r>
              <a:rPr lang="en-US" sz="950" b="0" err="1">
                <a:solidFill>
                  <a:srgbClr val="333333"/>
                </a:solidFill>
                <a:latin typeface="Verdana" panose="020B0604030504040204" pitchFamily="34" charset="0"/>
                <a:ea typeface="Verdana" panose="020B0604030504040204" pitchFamily="34" charset="0"/>
              </a:rPr>
              <a:t>Edenred</a:t>
            </a:r>
            <a:r>
              <a:rPr lang="en-US" sz="950" b="0">
                <a:solidFill>
                  <a:srgbClr val="333333"/>
                </a:solidFill>
                <a:latin typeface="Verdana" panose="020B0604030504040204" pitchFamily="34" charset="0"/>
                <a:ea typeface="Verdana" panose="020B0604030504040204" pitchFamily="34" charset="0"/>
              </a:rPr>
              <a:t> C3 prepaid card program under Mastercard BIN sponsorship</a:t>
            </a:r>
          </a:p>
        </p:txBody>
      </p:sp>
      <p:sp>
        <p:nvSpPr>
          <p:cNvPr id="8" name="Rounded Rectangle 7"/>
          <p:cNvSpPr/>
          <p:nvPr/>
        </p:nvSpPr>
        <p:spPr>
          <a:xfrm>
            <a:off x="6355080" y="1142058"/>
            <a:ext cx="5623560" cy="1509626"/>
          </a:xfrm>
          <a:prstGeom prst="roundRect">
            <a:avLst/>
          </a:prstGeom>
          <a:solidFill>
            <a:srgbClr val="F5F5F5"/>
          </a:solidFill>
          <a:ln w="6350">
            <a:solidFill>
              <a:srgbClr val="D9D9D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Verdana" panose="020B0604030504040204" pitchFamily="34" charset="0"/>
              <a:ea typeface="Verdana" panose="020B0604030504040204" pitchFamily="34" charset="0"/>
            </a:endParaRPr>
          </a:p>
        </p:txBody>
      </p:sp>
      <p:sp>
        <p:nvSpPr>
          <p:cNvPr id="9" name="Rectangle 8"/>
          <p:cNvSpPr/>
          <p:nvPr/>
        </p:nvSpPr>
        <p:spPr>
          <a:xfrm>
            <a:off x="6355080" y="1169489"/>
            <a:ext cx="45720" cy="1434145"/>
          </a:xfrm>
          <a:prstGeom prst="rect">
            <a:avLst/>
          </a:prstGeom>
          <a:solidFill>
            <a:srgbClr val="4D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Verdana" panose="020B0604030504040204" pitchFamily="34" charset="0"/>
              <a:ea typeface="Verdana" panose="020B0604030504040204" pitchFamily="34" charset="0"/>
            </a:endParaRPr>
          </a:p>
        </p:txBody>
      </p:sp>
      <p:sp>
        <p:nvSpPr>
          <p:cNvPr id="10" name="TextBox 9"/>
          <p:cNvSpPr txBox="1"/>
          <p:nvPr/>
        </p:nvSpPr>
        <p:spPr>
          <a:xfrm>
            <a:off x="6537960" y="1196922"/>
            <a:ext cx="5349240" cy="276999"/>
          </a:xfrm>
          <a:prstGeom prst="rect">
            <a:avLst/>
          </a:prstGeom>
          <a:noFill/>
        </p:spPr>
        <p:txBody>
          <a:bodyPr wrap="square">
            <a:spAutoFit/>
          </a:bodyPr>
          <a:lstStyle/>
          <a:p>
            <a:pPr algn="l">
              <a:defRPr sz="1200" b="1" i="0">
                <a:solidFill>
                  <a:srgbClr val="4D4D4D"/>
                </a:solidFill>
                <a:latin typeface="Calibri"/>
              </a:defRPr>
            </a:pPr>
            <a:r>
              <a:rPr>
                <a:latin typeface="Verdana" panose="020B0604030504040204" pitchFamily="34" charset="0"/>
                <a:ea typeface="Verdana" panose="020B0604030504040204" pitchFamily="34" charset="0"/>
              </a:rPr>
              <a:t>Objective</a:t>
            </a:r>
          </a:p>
        </p:txBody>
      </p:sp>
      <p:sp>
        <p:nvSpPr>
          <p:cNvPr id="11" name="Rectangle 10"/>
          <p:cNvSpPr/>
          <p:nvPr/>
        </p:nvSpPr>
        <p:spPr>
          <a:xfrm>
            <a:off x="6537960" y="1452953"/>
            <a:ext cx="1371600" cy="45719"/>
          </a:xfrm>
          <a:prstGeom prst="rect">
            <a:avLst/>
          </a:prstGeom>
          <a:solidFill>
            <a:srgbClr val="4D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Verdana" panose="020B0604030504040204" pitchFamily="34" charset="0"/>
              <a:ea typeface="Verdana" panose="020B0604030504040204" pitchFamily="34" charset="0"/>
            </a:endParaRPr>
          </a:p>
        </p:txBody>
      </p:sp>
      <p:sp>
        <p:nvSpPr>
          <p:cNvPr id="12" name="TextBox 11"/>
          <p:cNvSpPr txBox="1"/>
          <p:nvPr/>
        </p:nvSpPr>
        <p:spPr>
          <a:xfrm>
            <a:off x="6537960" y="1675973"/>
            <a:ext cx="5303520" cy="530915"/>
          </a:xfrm>
          <a:prstGeom prst="rect">
            <a:avLst/>
          </a:prstGeom>
          <a:noFill/>
        </p:spPr>
        <p:txBody>
          <a:bodyPr wrap="square">
            <a:spAutoFit/>
          </a:bodyPr>
          <a:lstStyle/>
          <a:p>
            <a:pPr algn="just">
              <a:spcBef>
                <a:spcPts val="250"/>
              </a:spcBef>
              <a:spcAft>
                <a:spcPts val="250"/>
              </a:spcAft>
            </a:pPr>
            <a:r>
              <a:rPr lang="en-US" sz="950">
                <a:solidFill>
                  <a:srgbClr val="333333"/>
                </a:solidFill>
                <a:latin typeface="Verdana" panose="020B0604030504040204" pitchFamily="34" charset="0"/>
                <a:ea typeface="Verdana" panose="020B0604030504040204" pitchFamily="34" charset="0"/>
              </a:rPr>
              <a:t>T</a:t>
            </a:r>
            <a:r>
              <a:rPr lang="en-US" sz="950" b="0">
                <a:solidFill>
                  <a:srgbClr val="333333"/>
                </a:solidFill>
                <a:latin typeface="Verdana" panose="020B0604030504040204" pitchFamily="34" charset="0"/>
                <a:ea typeface="Verdana" panose="020B0604030504040204" pitchFamily="34" charset="0"/>
              </a:rPr>
              <a:t>o provide independent assurance over the adequacy of the Bank’s governance, oversight, and control framework unclaimed funds, and to assess alignment with applicable regulatory expectations.</a:t>
            </a:r>
            <a:endParaRPr sz="950" b="0">
              <a:solidFill>
                <a:srgbClr val="333333"/>
              </a:solidFill>
              <a:latin typeface="Verdana" panose="020B0604030504040204" pitchFamily="34" charset="0"/>
              <a:ea typeface="Verdana" panose="020B0604030504040204" pitchFamily="34" charset="0"/>
            </a:endParaRPr>
          </a:p>
        </p:txBody>
      </p:sp>
      <p:sp>
        <p:nvSpPr>
          <p:cNvPr id="13" name="Rounded Rectangle 12"/>
          <p:cNvSpPr/>
          <p:nvPr/>
        </p:nvSpPr>
        <p:spPr>
          <a:xfrm>
            <a:off x="457200" y="3121217"/>
            <a:ext cx="5623560" cy="1572768"/>
          </a:xfrm>
          <a:prstGeom prst="roundRect">
            <a:avLst/>
          </a:prstGeom>
          <a:solidFill>
            <a:srgbClr val="F5F5F5"/>
          </a:solidFill>
          <a:ln w="6350">
            <a:solidFill>
              <a:srgbClr val="D9D9D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Verdana" panose="020B0604030504040204" pitchFamily="34" charset="0"/>
              <a:ea typeface="Verdana" panose="020B0604030504040204" pitchFamily="34" charset="0"/>
            </a:endParaRPr>
          </a:p>
        </p:txBody>
      </p:sp>
      <p:sp>
        <p:nvSpPr>
          <p:cNvPr id="14" name="Rectangle 13"/>
          <p:cNvSpPr/>
          <p:nvPr/>
        </p:nvSpPr>
        <p:spPr>
          <a:xfrm>
            <a:off x="457200" y="3148649"/>
            <a:ext cx="45720" cy="1517904"/>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Verdana" panose="020B0604030504040204" pitchFamily="34" charset="0"/>
              <a:ea typeface="Verdana" panose="020B0604030504040204" pitchFamily="34" charset="0"/>
            </a:endParaRPr>
          </a:p>
        </p:txBody>
      </p:sp>
      <p:sp>
        <p:nvSpPr>
          <p:cNvPr id="15" name="TextBox 14"/>
          <p:cNvSpPr txBox="1"/>
          <p:nvPr/>
        </p:nvSpPr>
        <p:spPr>
          <a:xfrm>
            <a:off x="640080" y="3176081"/>
            <a:ext cx="5349240" cy="276999"/>
          </a:xfrm>
          <a:prstGeom prst="rect">
            <a:avLst/>
          </a:prstGeom>
          <a:noFill/>
        </p:spPr>
        <p:txBody>
          <a:bodyPr wrap="square">
            <a:spAutoFit/>
          </a:bodyPr>
          <a:lstStyle/>
          <a:p>
            <a:pPr algn="l">
              <a:defRPr sz="1200" b="1" i="0">
                <a:solidFill>
                  <a:srgbClr val="C00000"/>
                </a:solidFill>
                <a:latin typeface="Calibri"/>
              </a:defRPr>
            </a:pPr>
            <a:r>
              <a:rPr>
                <a:latin typeface="Verdana" panose="020B0604030504040204" pitchFamily="34" charset="0"/>
                <a:ea typeface="Verdana" panose="020B0604030504040204" pitchFamily="34" charset="0"/>
              </a:rPr>
              <a:t>Scope of Review</a:t>
            </a:r>
          </a:p>
        </p:txBody>
      </p:sp>
      <p:sp>
        <p:nvSpPr>
          <p:cNvPr id="16" name="Rectangle 15"/>
          <p:cNvSpPr/>
          <p:nvPr/>
        </p:nvSpPr>
        <p:spPr>
          <a:xfrm>
            <a:off x="640080" y="3432113"/>
            <a:ext cx="1371600" cy="13716"/>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Verdana" panose="020B0604030504040204" pitchFamily="34" charset="0"/>
              <a:ea typeface="Verdana" panose="020B0604030504040204" pitchFamily="34" charset="0"/>
            </a:endParaRPr>
          </a:p>
        </p:txBody>
      </p:sp>
      <p:sp>
        <p:nvSpPr>
          <p:cNvPr id="17" name="TextBox 16"/>
          <p:cNvSpPr txBox="1"/>
          <p:nvPr/>
        </p:nvSpPr>
        <p:spPr>
          <a:xfrm>
            <a:off x="640080" y="3486977"/>
            <a:ext cx="5303520" cy="1133856"/>
          </a:xfrm>
          <a:prstGeom prst="rect">
            <a:avLst/>
          </a:prstGeom>
          <a:noFill/>
        </p:spPr>
        <p:txBody>
          <a:bodyPr wrap="square">
            <a:spAutoFit/>
          </a:bodyPr>
          <a:lstStyle/>
          <a:p>
            <a:pPr algn="l">
              <a:spcBef>
                <a:spcPts val="250"/>
              </a:spcBef>
              <a:spcAft>
                <a:spcPts val="250"/>
              </a:spcAft>
            </a:pPr>
            <a:r>
              <a:rPr sz="950" b="0">
                <a:solidFill>
                  <a:srgbClr val="333333"/>
                </a:solidFill>
                <a:latin typeface="Verdana" panose="020B0604030504040204" pitchFamily="34" charset="0"/>
                <a:ea typeface="Verdana" panose="020B0604030504040204" pitchFamily="34" charset="0"/>
              </a:rPr>
              <a:t>•  Dormancy identification and ageing processes</a:t>
            </a:r>
          </a:p>
          <a:p>
            <a:pPr algn="l">
              <a:spcBef>
                <a:spcPts val="250"/>
              </a:spcBef>
              <a:spcAft>
                <a:spcPts val="250"/>
              </a:spcAft>
            </a:pPr>
            <a:r>
              <a:rPr sz="950" b="0">
                <a:solidFill>
                  <a:srgbClr val="333333"/>
                </a:solidFill>
                <a:latin typeface="Verdana" panose="020B0604030504040204" pitchFamily="34" charset="0"/>
                <a:ea typeface="Verdana" panose="020B0604030504040204" pitchFamily="34" charset="0"/>
              </a:rPr>
              <a:t>•  Governance and oversight framework (Bank and </a:t>
            </a:r>
            <a:r>
              <a:rPr sz="950" b="0" err="1">
                <a:solidFill>
                  <a:srgbClr val="333333"/>
                </a:solidFill>
                <a:latin typeface="Verdana" panose="020B0604030504040204" pitchFamily="34" charset="0"/>
                <a:ea typeface="Verdana" panose="020B0604030504040204" pitchFamily="34" charset="0"/>
              </a:rPr>
              <a:t>Edenred</a:t>
            </a:r>
            <a:r>
              <a:rPr sz="950" b="0">
                <a:solidFill>
                  <a:srgbClr val="333333"/>
                </a:solidFill>
                <a:latin typeface="Verdana" panose="020B0604030504040204" pitchFamily="34" charset="0"/>
                <a:ea typeface="Verdana" panose="020B0604030504040204" pitchFamily="34" charset="0"/>
              </a:rPr>
              <a:t>)</a:t>
            </a:r>
          </a:p>
          <a:p>
            <a:pPr algn="l">
              <a:spcBef>
                <a:spcPts val="250"/>
              </a:spcBef>
              <a:spcAft>
                <a:spcPts val="250"/>
              </a:spcAft>
            </a:pPr>
            <a:r>
              <a:rPr sz="950" b="0">
                <a:solidFill>
                  <a:srgbClr val="333333"/>
                </a:solidFill>
                <a:latin typeface="Verdana" panose="020B0604030504040204" pitchFamily="34" charset="0"/>
                <a:ea typeface="Verdana" panose="020B0604030504040204" pitchFamily="34" charset="0"/>
              </a:rPr>
              <a:t>•  Customer claim validation and refund processing</a:t>
            </a:r>
          </a:p>
          <a:p>
            <a:pPr algn="l">
              <a:spcBef>
                <a:spcPts val="250"/>
              </a:spcBef>
              <a:spcAft>
                <a:spcPts val="250"/>
              </a:spcAft>
            </a:pPr>
            <a:r>
              <a:rPr sz="950" b="0">
                <a:solidFill>
                  <a:srgbClr val="333333"/>
                </a:solidFill>
                <a:latin typeface="Verdana" panose="020B0604030504040204" pitchFamily="34" charset="0"/>
                <a:ea typeface="Verdana" panose="020B0604030504040204" pitchFamily="34" charset="0"/>
              </a:rPr>
              <a:t>•  Regulatory transfers and dormant balance handling</a:t>
            </a:r>
          </a:p>
          <a:p>
            <a:pPr algn="l">
              <a:spcBef>
                <a:spcPts val="250"/>
              </a:spcBef>
              <a:spcAft>
                <a:spcPts val="250"/>
              </a:spcAft>
            </a:pPr>
            <a:r>
              <a:rPr lang="en-US" sz="950" b="0">
                <a:solidFill>
                  <a:srgbClr val="333333"/>
                </a:solidFill>
                <a:latin typeface="Verdana" panose="020B0604030504040204" pitchFamily="34" charset="0"/>
                <a:ea typeface="Verdana" panose="020B0604030504040204" pitchFamily="34" charset="0"/>
              </a:rPr>
              <a:t>• Refund initiation and processing controls</a:t>
            </a:r>
            <a:endParaRPr sz="950" b="0">
              <a:solidFill>
                <a:srgbClr val="333333"/>
              </a:solidFill>
              <a:latin typeface="Verdana" panose="020B0604030504040204" pitchFamily="34" charset="0"/>
              <a:ea typeface="Verdana" panose="020B0604030504040204" pitchFamily="34" charset="0"/>
            </a:endParaRPr>
          </a:p>
        </p:txBody>
      </p:sp>
      <p:sp>
        <p:nvSpPr>
          <p:cNvPr id="18" name="Rounded Rectangle 17"/>
          <p:cNvSpPr/>
          <p:nvPr/>
        </p:nvSpPr>
        <p:spPr>
          <a:xfrm>
            <a:off x="6355080" y="3121217"/>
            <a:ext cx="5623560" cy="1335024"/>
          </a:xfrm>
          <a:prstGeom prst="roundRect">
            <a:avLst/>
          </a:prstGeom>
          <a:solidFill>
            <a:srgbClr val="F5F5F5"/>
          </a:solidFill>
          <a:ln w="6350">
            <a:solidFill>
              <a:srgbClr val="D9D9D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Verdana" panose="020B0604030504040204" pitchFamily="34" charset="0"/>
              <a:ea typeface="Verdana" panose="020B0604030504040204" pitchFamily="34" charset="0"/>
            </a:endParaRPr>
          </a:p>
        </p:txBody>
      </p:sp>
      <p:sp>
        <p:nvSpPr>
          <p:cNvPr id="19" name="Rectangle 18"/>
          <p:cNvSpPr/>
          <p:nvPr/>
        </p:nvSpPr>
        <p:spPr>
          <a:xfrm>
            <a:off x="6355080" y="3148649"/>
            <a:ext cx="45720" cy="1280160"/>
          </a:xfrm>
          <a:prstGeom prst="rect">
            <a:avLst/>
          </a:prstGeom>
          <a:solidFill>
            <a:srgbClr val="4D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Verdana" panose="020B0604030504040204" pitchFamily="34" charset="0"/>
              <a:ea typeface="Verdana" panose="020B0604030504040204" pitchFamily="34" charset="0"/>
            </a:endParaRPr>
          </a:p>
        </p:txBody>
      </p:sp>
      <p:sp>
        <p:nvSpPr>
          <p:cNvPr id="20" name="TextBox 19"/>
          <p:cNvSpPr txBox="1"/>
          <p:nvPr/>
        </p:nvSpPr>
        <p:spPr>
          <a:xfrm>
            <a:off x="6537960" y="3176081"/>
            <a:ext cx="5349240" cy="276999"/>
          </a:xfrm>
          <a:prstGeom prst="rect">
            <a:avLst/>
          </a:prstGeom>
          <a:noFill/>
        </p:spPr>
        <p:txBody>
          <a:bodyPr wrap="square">
            <a:spAutoFit/>
          </a:bodyPr>
          <a:lstStyle/>
          <a:p>
            <a:pPr algn="l">
              <a:defRPr sz="1200" b="1" i="0">
                <a:solidFill>
                  <a:srgbClr val="4D4D4D"/>
                </a:solidFill>
                <a:latin typeface="Calibri"/>
              </a:defRPr>
            </a:pPr>
            <a:r>
              <a:rPr>
                <a:latin typeface="Verdana" panose="020B0604030504040204" pitchFamily="34" charset="0"/>
                <a:ea typeface="Verdana" panose="020B0604030504040204" pitchFamily="34" charset="0"/>
              </a:rPr>
              <a:t>Operating Context</a:t>
            </a:r>
          </a:p>
        </p:txBody>
      </p:sp>
      <p:sp>
        <p:nvSpPr>
          <p:cNvPr id="21" name="Rectangle 20"/>
          <p:cNvSpPr/>
          <p:nvPr/>
        </p:nvSpPr>
        <p:spPr>
          <a:xfrm>
            <a:off x="6537960" y="3432113"/>
            <a:ext cx="1371600" cy="13716"/>
          </a:xfrm>
          <a:prstGeom prst="rect">
            <a:avLst/>
          </a:prstGeom>
          <a:solidFill>
            <a:srgbClr val="4D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Verdana" panose="020B0604030504040204" pitchFamily="34" charset="0"/>
              <a:ea typeface="Verdana" panose="020B0604030504040204" pitchFamily="34" charset="0"/>
            </a:endParaRPr>
          </a:p>
        </p:txBody>
      </p:sp>
      <p:sp>
        <p:nvSpPr>
          <p:cNvPr id="22" name="TextBox 21"/>
          <p:cNvSpPr txBox="1"/>
          <p:nvPr/>
        </p:nvSpPr>
        <p:spPr>
          <a:xfrm>
            <a:off x="6537960" y="3486977"/>
            <a:ext cx="5303520" cy="823302"/>
          </a:xfrm>
          <a:prstGeom prst="rect">
            <a:avLst/>
          </a:prstGeom>
          <a:noFill/>
        </p:spPr>
        <p:txBody>
          <a:bodyPr wrap="square">
            <a:spAutoFit/>
          </a:bodyPr>
          <a:lstStyle/>
          <a:p>
            <a:pPr algn="just">
              <a:spcBef>
                <a:spcPts val="250"/>
              </a:spcBef>
              <a:spcAft>
                <a:spcPts val="250"/>
              </a:spcAft>
            </a:pPr>
            <a:r>
              <a:rPr lang="en-US" sz="950" b="0">
                <a:solidFill>
                  <a:srgbClr val="333333"/>
                </a:solidFill>
                <a:latin typeface="Verdana" panose="020B0604030504040204" pitchFamily="34" charset="0"/>
                <a:ea typeface="Verdana" panose="020B0604030504040204" pitchFamily="34" charset="0"/>
              </a:rPr>
              <a:t>C3 </a:t>
            </a:r>
            <a:r>
              <a:rPr lang="en-US" sz="950" b="0" err="1">
                <a:solidFill>
                  <a:srgbClr val="333333"/>
                </a:solidFill>
                <a:latin typeface="Verdana" panose="020B0604030504040204" pitchFamily="34" charset="0"/>
                <a:ea typeface="Verdana" panose="020B0604030504040204" pitchFamily="34" charset="0"/>
              </a:rPr>
              <a:t>Edenred</a:t>
            </a:r>
            <a:r>
              <a:rPr lang="en-US" sz="950" b="0">
                <a:solidFill>
                  <a:srgbClr val="333333"/>
                </a:solidFill>
                <a:latin typeface="Verdana" panose="020B0604030504040204" pitchFamily="34" charset="0"/>
                <a:ea typeface="Verdana" panose="020B0604030504040204" pitchFamily="34" charset="0"/>
              </a:rPr>
              <a:t> maintains customer information of unclaimed balances and that the Banks procedures commence based on the customer information provided by C3 </a:t>
            </a:r>
            <a:r>
              <a:rPr lang="en-US" sz="950" b="0" err="1">
                <a:solidFill>
                  <a:srgbClr val="333333"/>
                </a:solidFill>
                <a:latin typeface="Verdana" panose="020B0604030504040204" pitchFamily="34" charset="0"/>
                <a:ea typeface="Verdana" panose="020B0604030504040204" pitchFamily="34" charset="0"/>
              </a:rPr>
              <a:t>Edenred</a:t>
            </a:r>
            <a:r>
              <a:rPr lang="en-US" sz="950" b="0">
                <a:solidFill>
                  <a:srgbClr val="333333"/>
                </a:solidFill>
                <a:latin typeface="Verdana" panose="020B0604030504040204" pitchFamily="34" charset="0"/>
                <a:ea typeface="Verdana" panose="020B0604030504040204" pitchFamily="34" charset="0"/>
              </a:rPr>
              <a:t>, Internal Audit reviewed the appropriate procedures, governance arrangements, and oversight mechanisms that are in place at the Bank level and at C3 </a:t>
            </a:r>
            <a:r>
              <a:rPr lang="en-US" sz="950" b="0" err="1">
                <a:solidFill>
                  <a:srgbClr val="333333"/>
                </a:solidFill>
                <a:latin typeface="Verdana" panose="020B0604030504040204" pitchFamily="34" charset="0"/>
                <a:ea typeface="Verdana" panose="020B0604030504040204" pitchFamily="34" charset="0"/>
              </a:rPr>
              <a:t>Edenred</a:t>
            </a:r>
            <a:r>
              <a:rPr lang="en-US" sz="950" b="0">
                <a:solidFill>
                  <a:srgbClr val="333333"/>
                </a:solidFill>
                <a:latin typeface="Verdana" panose="020B0604030504040204" pitchFamily="34" charset="0"/>
                <a:ea typeface="Verdana" panose="020B0604030504040204" pitchFamily="34" charset="0"/>
              </a:rPr>
              <a:t> to manage unclaimed funds. </a:t>
            </a:r>
            <a:endParaRPr sz="950" b="0">
              <a:solidFill>
                <a:srgbClr val="333333"/>
              </a:solidFill>
              <a:latin typeface="Verdana" panose="020B0604030504040204" pitchFamily="34" charset="0"/>
              <a:ea typeface="Verdana" panose="020B0604030504040204" pitchFamily="34" charset="0"/>
            </a:endParaRPr>
          </a:p>
        </p:txBody>
      </p:sp>
      <p:sp>
        <p:nvSpPr>
          <p:cNvPr id="23" name="Rounded Rectangle 22"/>
          <p:cNvSpPr/>
          <p:nvPr/>
        </p:nvSpPr>
        <p:spPr>
          <a:xfrm>
            <a:off x="457200" y="4942855"/>
            <a:ext cx="11277295" cy="457200"/>
          </a:xfrm>
          <a:prstGeom prst="roundRect">
            <a:avLst/>
          </a:prstGeom>
          <a:solidFill>
            <a:srgbClr val="FDEDED"/>
          </a:solidFill>
          <a:ln w="6350">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Verdana" panose="020B0604030504040204" pitchFamily="34" charset="0"/>
              <a:ea typeface="Verdana" panose="020B0604030504040204" pitchFamily="34" charset="0"/>
            </a:endParaRPr>
          </a:p>
        </p:txBody>
      </p:sp>
      <p:sp>
        <p:nvSpPr>
          <p:cNvPr id="24" name="Rectangle 23"/>
          <p:cNvSpPr/>
          <p:nvPr/>
        </p:nvSpPr>
        <p:spPr>
          <a:xfrm>
            <a:off x="640080" y="5061727"/>
            <a:ext cx="164592" cy="164592"/>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Verdana" panose="020B0604030504040204" pitchFamily="34" charset="0"/>
              <a:ea typeface="Verdana" panose="020B0604030504040204" pitchFamily="34" charset="0"/>
            </a:endParaRPr>
          </a:p>
        </p:txBody>
      </p:sp>
      <p:sp>
        <p:nvSpPr>
          <p:cNvPr id="25" name="TextBox 24"/>
          <p:cNvSpPr txBox="1"/>
          <p:nvPr/>
        </p:nvSpPr>
        <p:spPr>
          <a:xfrm>
            <a:off x="640080" y="5061727"/>
            <a:ext cx="164592" cy="261610"/>
          </a:xfrm>
          <a:prstGeom prst="rect">
            <a:avLst/>
          </a:prstGeom>
          <a:noFill/>
        </p:spPr>
        <p:txBody>
          <a:bodyPr wrap="square">
            <a:spAutoFit/>
          </a:bodyPr>
          <a:lstStyle/>
          <a:p>
            <a:pPr algn="ctr">
              <a:defRPr sz="1100" b="1" i="0">
                <a:solidFill>
                  <a:srgbClr val="FFFFFF"/>
                </a:solidFill>
                <a:latin typeface="Calibri"/>
              </a:defRPr>
            </a:pPr>
            <a:r>
              <a:rPr>
                <a:latin typeface="Verdana" panose="020B0604030504040204" pitchFamily="34" charset="0"/>
                <a:ea typeface="Verdana" panose="020B0604030504040204" pitchFamily="34" charset="0"/>
              </a:rPr>
              <a:t>!</a:t>
            </a:r>
          </a:p>
        </p:txBody>
      </p:sp>
      <p:sp>
        <p:nvSpPr>
          <p:cNvPr id="26" name="TextBox 25"/>
          <p:cNvSpPr txBox="1"/>
          <p:nvPr/>
        </p:nvSpPr>
        <p:spPr>
          <a:xfrm>
            <a:off x="960120" y="5016007"/>
            <a:ext cx="10515600" cy="253916"/>
          </a:xfrm>
          <a:prstGeom prst="rect">
            <a:avLst/>
          </a:prstGeom>
          <a:noFill/>
        </p:spPr>
        <p:txBody>
          <a:bodyPr wrap="square">
            <a:spAutoFit/>
          </a:bodyPr>
          <a:lstStyle/>
          <a:p>
            <a:pPr algn="l">
              <a:defRPr sz="1050" b="0" i="1">
                <a:solidFill>
                  <a:srgbClr val="4D4D4D"/>
                </a:solidFill>
                <a:latin typeface="Calibri"/>
              </a:defRPr>
            </a:pPr>
            <a:r>
              <a:rPr>
                <a:latin typeface="Verdana" panose="020B0604030504040204" pitchFamily="34" charset="0"/>
                <a:ea typeface="Verdana" panose="020B0604030504040204" pitchFamily="34" charset="0"/>
              </a:rPr>
              <a:t>Key dependency risk: Operational activities and data are largely managed by </a:t>
            </a:r>
            <a:r>
              <a:rPr err="1">
                <a:latin typeface="Verdana" panose="020B0604030504040204" pitchFamily="34" charset="0"/>
                <a:ea typeface="Verdana" panose="020B0604030504040204" pitchFamily="34" charset="0"/>
              </a:rPr>
              <a:t>Edenred</a:t>
            </a:r>
            <a:r>
              <a:rPr>
                <a:latin typeface="Verdana" panose="020B0604030504040204" pitchFamily="34" charset="0"/>
                <a:ea typeface="Verdana" panose="020B0604030504040204" pitchFamily="34" charset="0"/>
              </a:rPr>
              <a:t>, with limited independent validation at Bank level.</a:t>
            </a:r>
          </a:p>
        </p:txBody>
      </p:sp>
      <p:sp>
        <p:nvSpPr>
          <p:cNvPr id="27" name="Rectangle 26"/>
          <p:cNvSpPr/>
          <p:nvPr/>
        </p:nvSpPr>
        <p:spPr>
          <a:xfrm>
            <a:off x="442112" y="5848296"/>
            <a:ext cx="11277295" cy="365760"/>
          </a:xfrm>
          <a:prstGeom prst="rect">
            <a:avLst/>
          </a:prstGeom>
          <a:solidFill>
            <a:srgbClr val="3D3D3D"/>
          </a:solidFill>
          <a:ln>
            <a:noFill/>
          </a:ln>
        </p:spPr>
        <p:style>
          <a:lnRef idx="1">
            <a:schemeClr val="accent1"/>
          </a:lnRef>
          <a:fillRef idx="3">
            <a:schemeClr val="accent1"/>
          </a:fillRef>
          <a:effectRef idx="2">
            <a:schemeClr val="accent1"/>
          </a:effectRef>
          <a:fontRef idx="minor">
            <a:schemeClr val="lt1"/>
          </a:fontRef>
        </p:style>
        <p:txBody>
          <a:bodyPr wrap="square" lIns="182880" rtlCol="0" anchor="ctr"/>
          <a:lstStyle/>
          <a:p>
            <a:pPr algn="l"/>
            <a:r>
              <a:rPr lang="en-US" sz="900">
                <a:solidFill>
                  <a:srgbClr val="FFFFFF"/>
                </a:solidFill>
                <a:latin typeface="Verdana" panose="020B0604030504040204" pitchFamily="34" charset="0"/>
                <a:ea typeface="Verdana" panose="020B0604030504040204" pitchFamily="34" charset="0"/>
              </a:rPr>
              <a:t>Reference: Please refer to Annexure 8.18 for the Audit Memo</a:t>
            </a:r>
            <a:endParaRPr sz="900">
              <a:solidFill>
                <a:srgbClr val="FFFFFF"/>
              </a:solidFill>
              <a:latin typeface="Verdana" panose="020B0604030504040204" pitchFamily="34" charset="0"/>
              <a:ea typeface="Verdana" panose="020B0604030504040204" pitchFamily="34" charset="0"/>
            </a:endParaRPr>
          </a:p>
        </p:txBody>
      </p:sp>
      <p:sp>
        <p:nvSpPr>
          <p:cNvPr id="31" name="Title 1">
            <a:extLst>
              <a:ext uri="{FF2B5EF4-FFF2-40B4-BE49-F238E27FC236}">
                <a16:creationId xmlns:a16="http://schemas.microsoft.com/office/drawing/2014/main" id="{F2B05469-B19D-6A15-0A90-A5BA42218F21}"/>
              </a:ext>
            </a:extLst>
          </p:cNvPr>
          <p:cNvSpPr txBox="1">
            <a:spLocks/>
          </p:cNvSpPr>
          <p:nvPr/>
        </p:nvSpPr>
        <p:spPr>
          <a:xfrm>
            <a:off x="0" y="164592"/>
            <a:ext cx="12192000" cy="645751"/>
          </a:xfrm>
          <a:prstGeom prst="rect">
            <a:avLst/>
          </a:prstGeom>
        </p:spPr>
        <p:txBody>
          <a:bodyPr anchor="ctr"/>
          <a:lstStyle>
            <a:lvl1pPr algn="l" rtl="0" eaLnBrk="1" fontAlgn="base" hangingPunct="1">
              <a:spcBef>
                <a:spcPct val="0"/>
              </a:spcBef>
              <a:spcAft>
                <a:spcPct val="0"/>
              </a:spcAft>
              <a:defRPr sz="1200" b="0">
                <a:solidFill>
                  <a:schemeClr val="bg1"/>
                </a:solidFill>
                <a:latin typeface="+mj-lt"/>
                <a:ea typeface="+mj-ea"/>
                <a:cs typeface="+mj-cs"/>
              </a:defRPr>
            </a:lvl1pPr>
            <a:lvl2pPr algn="ctr" rtl="0" eaLnBrk="1" fontAlgn="base" hangingPunct="1">
              <a:spcBef>
                <a:spcPct val="0"/>
              </a:spcBef>
              <a:spcAft>
                <a:spcPct val="0"/>
              </a:spcAft>
              <a:defRPr sz="2400" b="1">
                <a:solidFill>
                  <a:schemeClr val="bg1"/>
                </a:solidFill>
                <a:latin typeface="Verdana" pitchFamily="34" charset="0"/>
                <a:cs typeface="Times New Roman" pitchFamily="18" charset="0"/>
              </a:defRPr>
            </a:lvl2pPr>
            <a:lvl3pPr algn="ctr" rtl="0" eaLnBrk="1" fontAlgn="base" hangingPunct="1">
              <a:spcBef>
                <a:spcPct val="0"/>
              </a:spcBef>
              <a:spcAft>
                <a:spcPct val="0"/>
              </a:spcAft>
              <a:defRPr sz="2400" b="1">
                <a:solidFill>
                  <a:schemeClr val="bg1"/>
                </a:solidFill>
                <a:latin typeface="Verdana" pitchFamily="34" charset="0"/>
                <a:cs typeface="Times New Roman" pitchFamily="18" charset="0"/>
              </a:defRPr>
            </a:lvl3pPr>
            <a:lvl4pPr algn="ctr" rtl="0" eaLnBrk="1" fontAlgn="base" hangingPunct="1">
              <a:spcBef>
                <a:spcPct val="0"/>
              </a:spcBef>
              <a:spcAft>
                <a:spcPct val="0"/>
              </a:spcAft>
              <a:defRPr sz="2400" b="1">
                <a:solidFill>
                  <a:schemeClr val="bg1"/>
                </a:solidFill>
                <a:latin typeface="Verdana" pitchFamily="34" charset="0"/>
                <a:cs typeface="Times New Roman" pitchFamily="18" charset="0"/>
              </a:defRPr>
            </a:lvl4pPr>
            <a:lvl5pPr algn="ctr" rtl="0" eaLnBrk="1" fontAlgn="base" hangingPunct="1">
              <a:spcBef>
                <a:spcPct val="0"/>
              </a:spcBef>
              <a:spcAft>
                <a:spcPct val="0"/>
              </a:spcAft>
              <a:defRPr sz="2400" b="1">
                <a:solidFill>
                  <a:schemeClr val="bg1"/>
                </a:solidFill>
                <a:latin typeface="Verdana" pitchFamily="34" charset="0"/>
                <a:cs typeface="Times New Roman" pitchFamily="18" charset="0"/>
              </a:defRPr>
            </a:lvl5pPr>
            <a:lvl6pPr marL="342900" algn="ctr" rtl="0" eaLnBrk="1" fontAlgn="base" hangingPunct="1">
              <a:spcBef>
                <a:spcPct val="0"/>
              </a:spcBef>
              <a:spcAft>
                <a:spcPct val="0"/>
              </a:spcAft>
              <a:defRPr sz="2400" b="1">
                <a:solidFill>
                  <a:schemeClr val="bg1"/>
                </a:solidFill>
                <a:latin typeface="Verdana" pitchFamily="34" charset="0"/>
                <a:cs typeface="Times New Roman" pitchFamily="18" charset="0"/>
              </a:defRPr>
            </a:lvl6pPr>
            <a:lvl7pPr marL="685800" algn="ctr" rtl="0" eaLnBrk="1" fontAlgn="base" hangingPunct="1">
              <a:spcBef>
                <a:spcPct val="0"/>
              </a:spcBef>
              <a:spcAft>
                <a:spcPct val="0"/>
              </a:spcAft>
              <a:defRPr sz="2400" b="1">
                <a:solidFill>
                  <a:schemeClr val="bg1"/>
                </a:solidFill>
                <a:latin typeface="Verdana" pitchFamily="34" charset="0"/>
                <a:cs typeface="Times New Roman" pitchFamily="18" charset="0"/>
              </a:defRPr>
            </a:lvl7pPr>
            <a:lvl8pPr marL="1028700" algn="ctr" rtl="0" eaLnBrk="1" fontAlgn="base" hangingPunct="1">
              <a:spcBef>
                <a:spcPct val="0"/>
              </a:spcBef>
              <a:spcAft>
                <a:spcPct val="0"/>
              </a:spcAft>
              <a:defRPr sz="2400" b="1">
                <a:solidFill>
                  <a:schemeClr val="bg1"/>
                </a:solidFill>
                <a:latin typeface="Verdana" pitchFamily="34" charset="0"/>
                <a:cs typeface="Times New Roman" pitchFamily="18" charset="0"/>
              </a:defRPr>
            </a:lvl8pPr>
            <a:lvl9pPr marL="1371600" algn="ctr" rtl="0" eaLnBrk="1" fontAlgn="base" hangingPunct="1">
              <a:spcBef>
                <a:spcPct val="0"/>
              </a:spcBef>
              <a:spcAft>
                <a:spcPct val="0"/>
              </a:spcAft>
              <a:defRPr sz="2400" b="1">
                <a:solidFill>
                  <a:schemeClr val="bg1"/>
                </a:solidFill>
                <a:latin typeface="Verdana" pitchFamily="34" charset="0"/>
                <a:cs typeface="Times New Roman" pitchFamily="18" charset="0"/>
              </a:defRPr>
            </a:lvl9pPr>
          </a:lstStyle>
          <a:p>
            <a:r>
              <a:rPr lang="en-US" sz="1800" kern="0" dirty="0">
                <a:latin typeface="Verdana" panose="020B0604030504040204" pitchFamily="34" charset="0"/>
                <a:ea typeface="Verdana" panose="020B0604030504040204" pitchFamily="34" charset="0"/>
              </a:rPr>
              <a:t>Key Observations &amp; Conclusion CBUAE Examination </a:t>
            </a:r>
            <a:r>
              <a:rPr lang="en-US" sz="1800" kern="0" dirty="0" err="1">
                <a:latin typeface="Verdana" panose="020B0604030504040204" pitchFamily="34" charset="0"/>
                <a:ea typeface="Verdana" panose="020B0604030504040204" pitchFamily="34" charset="0"/>
              </a:rPr>
              <a:t>Edenred</a:t>
            </a:r>
            <a:r>
              <a:rPr lang="en-US" sz="1800" kern="0" dirty="0">
                <a:latin typeface="Verdana" panose="020B0604030504040204" pitchFamily="34" charset="0"/>
                <a:ea typeface="Verdana" panose="020B0604030504040204" pitchFamily="34" charset="0"/>
              </a:rPr>
              <a:t> – Finding 3 - Action Point C​</a:t>
            </a:r>
          </a:p>
          <a:p>
            <a:r>
              <a:rPr lang="en-US" sz="1000" kern="0" dirty="0">
                <a:latin typeface="Verdana" panose="020B0604030504040204" pitchFamily="34" charset="0"/>
                <a:ea typeface="Verdana" panose="020B0604030504040204" pitchFamily="34" charset="0"/>
              </a:rPr>
              <a:t>Internal Audit Review of Unclaimed Funds</a:t>
            </a:r>
          </a:p>
          <a:p>
            <a:endParaRPr lang="en-US" sz="2000" kern="0" dirty="0">
              <a:latin typeface="Verdana" panose="020B0604030504040204" pitchFamily="34" charset="0"/>
              <a:ea typeface="Verdana" panose="020B0604030504040204" pitchFamily="34" charset="0"/>
            </a:endParaRPr>
          </a:p>
        </p:txBody>
      </p:sp>
      <p:sp>
        <p:nvSpPr>
          <p:cNvPr id="33" name="Rectangle 32">
            <a:extLst>
              <a:ext uri="{FF2B5EF4-FFF2-40B4-BE49-F238E27FC236}">
                <a16:creationId xmlns:a16="http://schemas.microsoft.com/office/drawing/2014/main" id="{065002E3-5146-B4F0-56DD-4B19CEB066D3}"/>
              </a:ext>
            </a:extLst>
          </p:cNvPr>
          <p:cNvSpPr/>
          <p:nvPr/>
        </p:nvSpPr>
        <p:spPr>
          <a:xfrm>
            <a:off x="0" y="6355080"/>
            <a:ext cx="12191695" cy="2286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Verdana" panose="020B0604030504040204" pitchFamily="34" charset="0"/>
              <a:ea typeface="Verdana" panose="020B0604030504040204" pitchFamily="34" charset="0"/>
            </a:endParaRPr>
          </a:p>
        </p:txBody>
      </p:sp>
      <p:sp>
        <p:nvSpPr>
          <p:cNvPr id="2" name="Slide Number Placeholder 3">
            <a:extLst>
              <a:ext uri="{FF2B5EF4-FFF2-40B4-BE49-F238E27FC236}">
                <a16:creationId xmlns:a16="http://schemas.microsoft.com/office/drawing/2014/main" id="{44BE7394-DD03-35E8-67C9-ACC5060AD0C0}"/>
              </a:ext>
            </a:extLst>
          </p:cNvPr>
          <p:cNvSpPr txBox="1">
            <a:spLocks/>
          </p:cNvSpPr>
          <p:nvPr/>
        </p:nvSpPr>
        <p:spPr>
          <a:xfrm>
            <a:off x="11543908" y="6624251"/>
            <a:ext cx="914400" cy="233749"/>
          </a:xfrm>
          <a:prstGeom prst="rect">
            <a:avLst/>
          </a:prstGeom>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fld id="{6516E9BE-843C-4425-80E4-36155279AD5E}" type="slidenum">
              <a:rPr kumimoji="0" lang="en-GB" sz="1200" b="1" i="0" u="none" strike="noStrike" kern="1200" cap="none" spc="0" normalizeH="0" baseline="0" noProof="0" smtClean="0">
                <a:ln>
                  <a:noFill/>
                </a:ln>
                <a:solidFill>
                  <a:srgbClr val="2D2926"/>
                </a:solidFill>
                <a:effectLst/>
                <a:uLnTx/>
                <a:uFillTx/>
                <a:latin typeface="Calibri"/>
                <a:ea typeface="+mn-ea"/>
                <a:cs typeface="Arial" charset="0"/>
              </a:rPr>
              <a:pPr marL="0" marR="0" lvl="0" indent="0" algn="ctr" defTabSz="914400" rtl="0" eaLnBrk="1" fontAlgn="base" latinLnBrk="0" hangingPunct="1">
                <a:lnSpc>
                  <a:spcPct val="100000"/>
                </a:lnSpc>
                <a:spcBef>
                  <a:spcPct val="0"/>
                </a:spcBef>
                <a:spcAft>
                  <a:spcPct val="0"/>
                </a:spcAft>
                <a:buClrTx/>
                <a:buSzTx/>
                <a:buFontTx/>
                <a:buNone/>
                <a:tabLst/>
                <a:defRPr/>
              </a:pPr>
              <a:t>21</a:t>
            </a:fld>
            <a:endParaRPr kumimoji="0" lang="en-GB" sz="1200" b="1" i="0" u="none" strike="noStrike" kern="1200" cap="none" spc="0" normalizeH="0" baseline="0" noProof="0" dirty="0">
              <a:ln>
                <a:noFill/>
              </a:ln>
              <a:solidFill>
                <a:srgbClr val="2D2926"/>
              </a:solidFill>
              <a:effectLst/>
              <a:uLnTx/>
              <a:uFillTx/>
              <a:latin typeface="Calibri"/>
              <a:ea typeface="+mn-ea"/>
              <a:cs typeface="Arial" charset="0"/>
            </a:endParaRPr>
          </a:p>
        </p:txBody>
      </p:sp>
    </p:spTree>
    <p:extLst>
      <p:ext uri="{BB962C8B-B14F-4D97-AF65-F5344CB8AC3E}">
        <p14:creationId xmlns:p14="http://schemas.microsoft.com/office/powerpoint/2010/main" val="37215020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ounded Rectangle 4"/>
          <p:cNvSpPr/>
          <p:nvPr/>
        </p:nvSpPr>
        <p:spPr>
          <a:xfrm>
            <a:off x="457200" y="913926"/>
            <a:ext cx="11277295" cy="2039112"/>
          </a:xfrm>
          <a:prstGeom prst="roundRect">
            <a:avLst/>
          </a:prstGeom>
          <a:solidFill>
            <a:srgbClr val="F5F5F5"/>
          </a:solidFill>
          <a:ln w="6350">
            <a:solidFill>
              <a:srgbClr val="D9D9D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Verdana" panose="020B0604030504040204" pitchFamily="34" charset="0"/>
              <a:ea typeface="Verdana" panose="020B0604030504040204" pitchFamily="34" charset="0"/>
            </a:endParaRPr>
          </a:p>
        </p:txBody>
      </p:sp>
      <p:sp>
        <p:nvSpPr>
          <p:cNvPr id="6" name="Rectangle 5"/>
          <p:cNvSpPr/>
          <p:nvPr/>
        </p:nvSpPr>
        <p:spPr>
          <a:xfrm>
            <a:off x="457200" y="941358"/>
            <a:ext cx="54864" cy="2011680"/>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Verdana" panose="020B0604030504040204" pitchFamily="34" charset="0"/>
              <a:ea typeface="Verdana" panose="020B0604030504040204" pitchFamily="34" charset="0"/>
            </a:endParaRPr>
          </a:p>
        </p:txBody>
      </p:sp>
      <p:sp>
        <p:nvSpPr>
          <p:cNvPr id="7" name="Oval 6"/>
          <p:cNvSpPr/>
          <p:nvPr/>
        </p:nvSpPr>
        <p:spPr>
          <a:xfrm>
            <a:off x="658368" y="1078518"/>
            <a:ext cx="347472" cy="347472"/>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Verdana" panose="020B0604030504040204" pitchFamily="34" charset="0"/>
              <a:ea typeface="Verdana" panose="020B0604030504040204" pitchFamily="34" charset="0"/>
            </a:endParaRPr>
          </a:p>
        </p:txBody>
      </p:sp>
      <p:sp>
        <p:nvSpPr>
          <p:cNvPr id="8" name="TextBox 7"/>
          <p:cNvSpPr txBox="1"/>
          <p:nvPr/>
        </p:nvSpPr>
        <p:spPr>
          <a:xfrm>
            <a:off x="658368" y="1078518"/>
            <a:ext cx="347472" cy="323165"/>
          </a:xfrm>
          <a:prstGeom prst="rect">
            <a:avLst/>
          </a:prstGeom>
          <a:noFill/>
        </p:spPr>
        <p:txBody>
          <a:bodyPr wrap="square">
            <a:spAutoFit/>
          </a:bodyPr>
          <a:lstStyle/>
          <a:p>
            <a:pPr algn="ctr">
              <a:defRPr sz="1500" b="1" i="0">
                <a:solidFill>
                  <a:srgbClr val="FFFFFF"/>
                </a:solidFill>
                <a:latin typeface="Calibri"/>
              </a:defRPr>
            </a:pPr>
            <a:r>
              <a:rPr>
                <a:latin typeface="Verdana" panose="020B0604030504040204" pitchFamily="34" charset="0"/>
                <a:ea typeface="Verdana" panose="020B0604030504040204" pitchFamily="34" charset="0"/>
              </a:rPr>
              <a:t>1</a:t>
            </a:r>
          </a:p>
        </p:txBody>
      </p:sp>
      <p:sp>
        <p:nvSpPr>
          <p:cNvPr id="9" name="TextBox 8"/>
          <p:cNvSpPr txBox="1"/>
          <p:nvPr/>
        </p:nvSpPr>
        <p:spPr>
          <a:xfrm>
            <a:off x="1143000" y="1078518"/>
            <a:ext cx="10362895" cy="292388"/>
          </a:xfrm>
          <a:prstGeom prst="rect">
            <a:avLst/>
          </a:prstGeom>
          <a:noFill/>
        </p:spPr>
        <p:txBody>
          <a:bodyPr wrap="square">
            <a:spAutoFit/>
          </a:bodyPr>
          <a:lstStyle/>
          <a:p>
            <a:pPr algn="l"/>
            <a:r>
              <a:rPr sz="1300" b="1" u="sng">
                <a:solidFill>
                  <a:srgbClr val="333333"/>
                </a:solidFill>
                <a:latin typeface="Verdana" panose="020B0604030504040204" pitchFamily="34" charset="0"/>
                <a:ea typeface="Verdana" panose="020B0604030504040204" pitchFamily="34" charset="0"/>
              </a:rPr>
              <a:t>Bank-level Validation of Customer Claims and Refunds</a:t>
            </a:r>
          </a:p>
        </p:txBody>
      </p:sp>
      <p:sp>
        <p:nvSpPr>
          <p:cNvPr id="10" name="TextBox 9"/>
          <p:cNvSpPr txBox="1"/>
          <p:nvPr/>
        </p:nvSpPr>
        <p:spPr>
          <a:xfrm>
            <a:off x="1143000" y="1462566"/>
            <a:ext cx="10362895" cy="1232260"/>
          </a:xfrm>
          <a:prstGeom prst="rect">
            <a:avLst/>
          </a:prstGeom>
          <a:noFill/>
        </p:spPr>
        <p:txBody>
          <a:bodyPr wrap="square">
            <a:spAutoFit/>
          </a:bodyPr>
          <a:lstStyle/>
          <a:p>
            <a:pPr algn="l">
              <a:lnSpc>
                <a:spcPts val="1500"/>
              </a:lnSpc>
            </a:pPr>
            <a:r>
              <a:rPr lang="en-US" sz="1000" b="0">
                <a:solidFill>
                  <a:srgbClr val="4D4D4D"/>
                </a:solidFill>
                <a:latin typeface="Verdana" panose="020B0604030504040204" pitchFamily="34" charset="0"/>
                <a:ea typeface="Verdana" panose="020B0604030504040204" pitchFamily="34" charset="0"/>
              </a:rPr>
              <a:t>Customer identification, supporting documentation review, and refund processing are operationally performed by </a:t>
            </a:r>
            <a:r>
              <a:rPr lang="en-US" sz="1000" b="0" err="1">
                <a:solidFill>
                  <a:srgbClr val="4D4D4D"/>
                </a:solidFill>
                <a:latin typeface="Verdana" panose="020B0604030504040204" pitchFamily="34" charset="0"/>
                <a:ea typeface="Verdana" panose="020B0604030504040204" pitchFamily="34" charset="0"/>
              </a:rPr>
              <a:t>Edenred</a:t>
            </a:r>
            <a:r>
              <a:rPr lang="en-US" sz="1000" b="0">
                <a:solidFill>
                  <a:srgbClr val="4D4D4D"/>
                </a:solidFill>
                <a:latin typeface="Verdana" panose="020B0604030504040204" pitchFamily="34" charset="0"/>
                <a:ea typeface="Verdana" panose="020B0604030504040204" pitchFamily="34" charset="0"/>
              </a:rPr>
              <a:t> in line with the agreed operating model.  The Bank exercises oversights through defined roles &amp; responsibilities and governance arrangements over third-party process. While this arrangement is supported by defined roles and responsibilities, the Bank does not independently perform validation of these activities.</a:t>
            </a:r>
          </a:p>
          <a:p>
            <a:pPr algn="l">
              <a:lnSpc>
                <a:spcPts val="1500"/>
              </a:lnSpc>
            </a:pPr>
            <a:endParaRPr lang="en-US" sz="1000" b="0">
              <a:solidFill>
                <a:srgbClr val="4D4D4D"/>
              </a:solidFill>
              <a:latin typeface="Verdana" panose="020B0604030504040204" pitchFamily="34" charset="0"/>
              <a:ea typeface="Verdana" panose="020B0604030504040204" pitchFamily="34" charset="0"/>
            </a:endParaRPr>
          </a:p>
          <a:p>
            <a:pPr algn="l">
              <a:lnSpc>
                <a:spcPts val="1500"/>
              </a:lnSpc>
            </a:pPr>
            <a:r>
              <a:rPr lang="en-US" sz="1000" b="0">
                <a:solidFill>
                  <a:srgbClr val="4D4D4D"/>
                </a:solidFill>
                <a:latin typeface="Verdana" panose="020B0604030504040204" pitchFamily="34" charset="0"/>
                <a:ea typeface="Verdana" panose="020B0604030504040204" pitchFamily="34" charset="0"/>
              </a:rPr>
              <a:t>As the cards are hosted on </a:t>
            </a:r>
            <a:r>
              <a:rPr lang="en-US" sz="1000" b="0" err="1">
                <a:solidFill>
                  <a:srgbClr val="4D4D4D"/>
                </a:solidFill>
                <a:latin typeface="Verdana" panose="020B0604030504040204" pitchFamily="34" charset="0"/>
                <a:ea typeface="Verdana" panose="020B0604030504040204" pitchFamily="34" charset="0"/>
              </a:rPr>
              <a:t>Ednered’s</a:t>
            </a:r>
            <a:r>
              <a:rPr lang="en-US" sz="1000" b="0">
                <a:solidFill>
                  <a:srgbClr val="4D4D4D"/>
                </a:solidFill>
                <a:latin typeface="Verdana" panose="020B0604030504040204" pitchFamily="34" charset="0"/>
                <a:ea typeface="Verdana" panose="020B0604030504040204" pitchFamily="34" charset="0"/>
              </a:rPr>
              <a:t> platform and certain operational activities are performed within that environment, the Bank’s assurance over the completeness and accuracy of claim assessments is dependent in part on the quality of the third-party reporting.</a:t>
            </a:r>
          </a:p>
        </p:txBody>
      </p:sp>
      <p:sp>
        <p:nvSpPr>
          <p:cNvPr id="12" name="Rounded Rectangle 11"/>
          <p:cNvSpPr/>
          <p:nvPr/>
        </p:nvSpPr>
        <p:spPr>
          <a:xfrm>
            <a:off x="457200" y="3206890"/>
            <a:ext cx="11277295" cy="1417320"/>
          </a:xfrm>
          <a:prstGeom prst="roundRect">
            <a:avLst/>
          </a:prstGeom>
          <a:solidFill>
            <a:srgbClr val="F5F5F5"/>
          </a:solidFill>
          <a:ln w="6350">
            <a:solidFill>
              <a:srgbClr val="D9D9D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Verdana" panose="020B0604030504040204" pitchFamily="34" charset="0"/>
              <a:ea typeface="Verdana" panose="020B0604030504040204" pitchFamily="34" charset="0"/>
            </a:endParaRPr>
          </a:p>
        </p:txBody>
      </p:sp>
      <p:sp>
        <p:nvSpPr>
          <p:cNvPr id="13" name="Rectangle 12"/>
          <p:cNvSpPr/>
          <p:nvPr/>
        </p:nvSpPr>
        <p:spPr>
          <a:xfrm>
            <a:off x="457200" y="3220606"/>
            <a:ext cx="64008" cy="1417320"/>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Verdana" panose="020B0604030504040204" pitchFamily="34" charset="0"/>
              <a:ea typeface="Verdana" panose="020B0604030504040204" pitchFamily="34" charset="0"/>
            </a:endParaRPr>
          </a:p>
        </p:txBody>
      </p:sp>
      <p:sp>
        <p:nvSpPr>
          <p:cNvPr id="14" name="Oval 13"/>
          <p:cNvSpPr/>
          <p:nvPr/>
        </p:nvSpPr>
        <p:spPr>
          <a:xfrm>
            <a:off x="658368" y="3443701"/>
            <a:ext cx="347472" cy="347472"/>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Verdana" panose="020B0604030504040204" pitchFamily="34" charset="0"/>
              <a:ea typeface="Verdana" panose="020B0604030504040204" pitchFamily="34" charset="0"/>
            </a:endParaRPr>
          </a:p>
        </p:txBody>
      </p:sp>
      <p:sp>
        <p:nvSpPr>
          <p:cNvPr id="15" name="TextBox 14"/>
          <p:cNvSpPr txBox="1"/>
          <p:nvPr/>
        </p:nvSpPr>
        <p:spPr>
          <a:xfrm>
            <a:off x="658368" y="3443701"/>
            <a:ext cx="347472" cy="323165"/>
          </a:xfrm>
          <a:prstGeom prst="rect">
            <a:avLst/>
          </a:prstGeom>
          <a:noFill/>
        </p:spPr>
        <p:txBody>
          <a:bodyPr wrap="square">
            <a:spAutoFit/>
          </a:bodyPr>
          <a:lstStyle/>
          <a:p>
            <a:pPr algn="ctr">
              <a:defRPr sz="1500" b="1" i="0">
                <a:solidFill>
                  <a:srgbClr val="FFFFFF"/>
                </a:solidFill>
                <a:latin typeface="Calibri"/>
              </a:defRPr>
            </a:pPr>
            <a:r>
              <a:rPr>
                <a:latin typeface="Verdana" panose="020B0604030504040204" pitchFamily="34" charset="0"/>
                <a:ea typeface="Verdana" panose="020B0604030504040204" pitchFamily="34" charset="0"/>
              </a:rPr>
              <a:t>2</a:t>
            </a:r>
          </a:p>
        </p:txBody>
      </p:sp>
      <p:sp>
        <p:nvSpPr>
          <p:cNvPr id="16" name="TextBox 15"/>
          <p:cNvSpPr txBox="1"/>
          <p:nvPr/>
        </p:nvSpPr>
        <p:spPr>
          <a:xfrm>
            <a:off x="1143000" y="3443701"/>
            <a:ext cx="10362895" cy="292388"/>
          </a:xfrm>
          <a:prstGeom prst="rect">
            <a:avLst/>
          </a:prstGeom>
          <a:noFill/>
        </p:spPr>
        <p:txBody>
          <a:bodyPr wrap="square">
            <a:spAutoFit/>
          </a:bodyPr>
          <a:lstStyle/>
          <a:p>
            <a:pPr algn="l"/>
            <a:r>
              <a:rPr sz="1300" b="1" u="sng">
                <a:solidFill>
                  <a:srgbClr val="333333"/>
                </a:solidFill>
                <a:latin typeface="Verdana" panose="020B0604030504040204" pitchFamily="34" charset="0"/>
                <a:ea typeface="Verdana" panose="020B0604030504040204" pitchFamily="34" charset="0"/>
              </a:rPr>
              <a:t>Independent Verification of Dormancy Status</a:t>
            </a:r>
          </a:p>
        </p:txBody>
      </p:sp>
      <p:sp>
        <p:nvSpPr>
          <p:cNvPr id="17" name="TextBox 16"/>
          <p:cNvSpPr txBox="1"/>
          <p:nvPr/>
        </p:nvSpPr>
        <p:spPr>
          <a:xfrm>
            <a:off x="1143000" y="3827749"/>
            <a:ext cx="10362895" cy="647934"/>
          </a:xfrm>
          <a:prstGeom prst="rect">
            <a:avLst/>
          </a:prstGeom>
          <a:noFill/>
        </p:spPr>
        <p:txBody>
          <a:bodyPr wrap="square">
            <a:spAutoFit/>
          </a:bodyPr>
          <a:lstStyle/>
          <a:p>
            <a:pPr algn="l">
              <a:lnSpc>
                <a:spcPts val="1500"/>
              </a:lnSpc>
            </a:pPr>
            <a:r>
              <a:rPr lang="en-US" sz="1000" b="0">
                <a:solidFill>
                  <a:srgbClr val="4D4D4D"/>
                </a:solidFill>
                <a:latin typeface="Verdana" panose="020B0604030504040204" pitchFamily="34" charset="0"/>
                <a:ea typeface="Verdana" panose="020B0604030504040204" pitchFamily="34" charset="0"/>
              </a:rPr>
              <a:t>Dormancy identification and ageing calculations are generated based on data originating from the </a:t>
            </a:r>
            <a:r>
              <a:rPr lang="en-US" sz="1000" b="0" err="1">
                <a:solidFill>
                  <a:srgbClr val="4D4D4D"/>
                </a:solidFill>
                <a:latin typeface="Verdana" panose="020B0604030504040204" pitchFamily="34" charset="0"/>
                <a:ea typeface="Verdana" panose="020B0604030504040204" pitchFamily="34" charset="0"/>
              </a:rPr>
              <a:t>Edenred</a:t>
            </a:r>
            <a:r>
              <a:rPr lang="en-US" sz="1000" b="0">
                <a:solidFill>
                  <a:srgbClr val="4D4D4D"/>
                </a:solidFill>
                <a:latin typeface="Verdana" panose="020B0604030504040204" pitchFamily="34" charset="0"/>
                <a:ea typeface="Verdana" panose="020B0604030504040204" pitchFamily="34" charset="0"/>
              </a:rPr>
              <a:t> platform under the current operating model, as the Bank does not have direct access to the underlying system. The Bank relies on third-party reporting and process outputs for this purpose, supported by its governance and review arrangements. </a:t>
            </a:r>
            <a:endParaRPr sz="1000" b="0">
              <a:solidFill>
                <a:srgbClr val="4D4D4D"/>
              </a:solidFill>
              <a:latin typeface="Verdana" panose="020B0604030504040204" pitchFamily="34" charset="0"/>
              <a:ea typeface="Verdana" panose="020B0604030504040204" pitchFamily="34" charset="0"/>
            </a:endParaRPr>
          </a:p>
        </p:txBody>
      </p:sp>
      <p:sp>
        <p:nvSpPr>
          <p:cNvPr id="18" name="Rectangle 17"/>
          <p:cNvSpPr/>
          <p:nvPr/>
        </p:nvSpPr>
        <p:spPr>
          <a:xfrm>
            <a:off x="457200" y="4889486"/>
            <a:ext cx="11277295" cy="292608"/>
          </a:xfrm>
          <a:prstGeom prst="rect">
            <a:avLst/>
          </a:prstGeom>
          <a:solidFill>
            <a:srgbClr val="4D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Verdana" panose="020B0604030504040204" pitchFamily="34" charset="0"/>
              <a:ea typeface="Verdana" panose="020B0604030504040204" pitchFamily="34" charset="0"/>
            </a:endParaRPr>
          </a:p>
        </p:txBody>
      </p:sp>
      <p:sp>
        <p:nvSpPr>
          <p:cNvPr id="19" name="TextBox 18"/>
          <p:cNvSpPr txBox="1"/>
          <p:nvPr/>
        </p:nvSpPr>
        <p:spPr>
          <a:xfrm>
            <a:off x="527609" y="4875770"/>
            <a:ext cx="11002975" cy="292388"/>
          </a:xfrm>
          <a:prstGeom prst="rect">
            <a:avLst/>
          </a:prstGeom>
          <a:noFill/>
        </p:spPr>
        <p:txBody>
          <a:bodyPr wrap="square">
            <a:spAutoFit/>
          </a:bodyPr>
          <a:lstStyle/>
          <a:p>
            <a:pPr algn="l">
              <a:defRPr sz="1300" b="1" i="0">
                <a:solidFill>
                  <a:srgbClr val="FFFFFF"/>
                </a:solidFill>
                <a:latin typeface="Calibri"/>
              </a:defRPr>
            </a:pPr>
            <a:r>
              <a:rPr>
                <a:latin typeface="Verdana" panose="020B0604030504040204" pitchFamily="34" charset="0"/>
                <a:ea typeface="Verdana" panose="020B0604030504040204" pitchFamily="34" charset="0"/>
              </a:rPr>
              <a:t>Conclusion</a:t>
            </a:r>
          </a:p>
        </p:txBody>
      </p:sp>
      <p:sp>
        <p:nvSpPr>
          <p:cNvPr id="20" name="Rounded Rectangle 19"/>
          <p:cNvSpPr/>
          <p:nvPr/>
        </p:nvSpPr>
        <p:spPr>
          <a:xfrm>
            <a:off x="484632" y="5229894"/>
            <a:ext cx="11277295" cy="960120"/>
          </a:xfrm>
          <a:prstGeom prst="roundRect">
            <a:avLst/>
          </a:prstGeom>
          <a:solidFill>
            <a:srgbClr val="FDEDED"/>
          </a:solidFill>
          <a:ln w="6350">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Verdana" panose="020B0604030504040204" pitchFamily="34" charset="0"/>
              <a:ea typeface="Verdana" panose="020B0604030504040204" pitchFamily="34" charset="0"/>
            </a:endParaRPr>
          </a:p>
        </p:txBody>
      </p:sp>
      <p:sp>
        <p:nvSpPr>
          <p:cNvPr id="21" name="Rectangle 20"/>
          <p:cNvSpPr/>
          <p:nvPr/>
        </p:nvSpPr>
        <p:spPr>
          <a:xfrm>
            <a:off x="429768" y="5220396"/>
            <a:ext cx="65907" cy="971517"/>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Verdana" panose="020B0604030504040204" pitchFamily="34" charset="0"/>
              <a:ea typeface="Verdana" panose="020B0604030504040204" pitchFamily="34" charset="0"/>
            </a:endParaRPr>
          </a:p>
        </p:txBody>
      </p:sp>
      <p:sp>
        <p:nvSpPr>
          <p:cNvPr id="22" name="TextBox 21"/>
          <p:cNvSpPr txBox="1"/>
          <p:nvPr/>
        </p:nvSpPr>
        <p:spPr>
          <a:xfrm>
            <a:off x="612647" y="5292783"/>
            <a:ext cx="10820095" cy="913070"/>
          </a:xfrm>
          <a:prstGeom prst="rect">
            <a:avLst/>
          </a:prstGeom>
          <a:noFill/>
        </p:spPr>
        <p:txBody>
          <a:bodyPr wrap="square">
            <a:spAutoFit/>
          </a:bodyPr>
          <a:lstStyle/>
          <a:p>
            <a:pPr marL="171450" indent="-171450" algn="l">
              <a:spcBef>
                <a:spcPts val="400"/>
              </a:spcBef>
              <a:spcAft>
                <a:spcPts val="400"/>
              </a:spcAft>
              <a:buFont typeface="Arial" panose="020B0604020202020204" pitchFamily="34" charset="0"/>
              <a:buChar char="•"/>
            </a:pPr>
            <a:r>
              <a:rPr lang="en-US" sz="1000" b="0">
                <a:solidFill>
                  <a:srgbClr val="333333"/>
                </a:solidFill>
                <a:latin typeface="Verdana" panose="020B0604030504040204" pitchFamily="34" charset="0"/>
                <a:ea typeface="Verdana" panose="020B0604030504040204" pitchFamily="34" charset="0"/>
              </a:rPr>
              <a:t>Compensating controls are in place, supported by regular reporting, Compliance review, and a PB OR field visit (Feb 2026) over the unclaimed balance process.</a:t>
            </a:r>
          </a:p>
          <a:p>
            <a:pPr marL="171450" indent="-171450" algn="l">
              <a:spcBef>
                <a:spcPts val="400"/>
              </a:spcBef>
              <a:spcAft>
                <a:spcPts val="400"/>
              </a:spcAft>
              <a:buFont typeface="Arial" panose="020B0604020202020204" pitchFamily="34" charset="0"/>
              <a:buChar char="•"/>
            </a:pPr>
            <a:r>
              <a:rPr lang="en-US" sz="1000" b="0" err="1">
                <a:solidFill>
                  <a:srgbClr val="333333"/>
                </a:solidFill>
                <a:latin typeface="Verdana" panose="020B0604030504040204" pitchFamily="34" charset="0"/>
                <a:ea typeface="Verdana" panose="020B0604030504040204" pitchFamily="34" charset="0"/>
              </a:rPr>
              <a:t>Edenred</a:t>
            </a:r>
            <a:r>
              <a:rPr lang="en-US" sz="1000" b="0">
                <a:solidFill>
                  <a:srgbClr val="333333"/>
                </a:solidFill>
                <a:latin typeface="Verdana" panose="020B0604030504040204" pitchFamily="34" charset="0"/>
                <a:ea typeface="Verdana" panose="020B0604030504040204" pitchFamily="34" charset="0"/>
              </a:rPr>
              <a:t> has applied for a CBUAE Stored Value Facility (SVF) </a:t>
            </a:r>
            <a:r>
              <a:rPr lang="en-US" sz="1000" b="0" err="1">
                <a:solidFill>
                  <a:srgbClr val="333333"/>
                </a:solidFill>
                <a:latin typeface="Verdana" panose="020B0604030504040204" pitchFamily="34" charset="0"/>
                <a:ea typeface="Verdana" panose="020B0604030504040204" pitchFamily="34" charset="0"/>
              </a:rPr>
              <a:t>licence</a:t>
            </a:r>
            <a:r>
              <a:rPr lang="en-US" sz="1000" b="0">
                <a:solidFill>
                  <a:srgbClr val="333333"/>
                </a:solidFill>
                <a:latin typeface="Verdana" panose="020B0604030504040204" pitchFamily="34" charset="0"/>
                <a:ea typeface="Verdana" panose="020B0604030504040204" pitchFamily="34" charset="0"/>
              </a:rPr>
              <a:t>; once approved, unclaimed balance movements will be managed in line with regulatory requirements.</a:t>
            </a:r>
          </a:p>
          <a:p>
            <a:pPr marL="171450" indent="-171450" algn="l">
              <a:spcBef>
                <a:spcPts val="400"/>
              </a:spcBef>
              <a:spcAft>
                <a:spcPts val="400"/>
              </a:spcAft>
              <a:buFont typeface="Arial" panose="020B0604020202020204" pitchFamily="34" charset="0"/>
              <a:buChar char="•"/>
            </a:pPr>
            <a:r>
              <a:rPr lang="en-US" sz="1000" b="0">
                <a:solidFill>
                  <a:srgbClr val="333333"/>
                </a:solidFill>
                <a:latin typeface="Verdana" panose="020B0604030504040204" pitchFamily="34" charset="0"/>
                <a:ea typeface="Verdana" panose="020B0604030504040204" pitchFamily="34" charset="0"/>
              </a:rPr>
              <a:t>Existing controls are considered adequate in the interim, and GIA will continue to monitor progress and track updates on the SVF </a:t>
            </a:r>
            <a:r>
              <a:rPr lang="en-US" sz="1000" b="0" err="1">
                <a:solidFill>
                  <a:srgbClr val="333333"/>
                </a:solidFill>
                <a:latin typeface="Verdana" panose="020B0604030504040204" pitchFamily="34" charset="0"/>
                <a:ea typeface="Verdana" panose="020B0604030504040204" pitchFamily="34" charset="0"/>
              </a:rPr>
              <a:t>licence</a:t>
            </a:r>
            <a:r>
              <a:rPr lang="en-US" sz="1000" b="0">
                <a:solidFill>
                  <a:srgbClr val="333333"/>
                </a:solidFill>
                <a:latin typeface="Verdana" panose="020B0604030504040204" pitchFamily="34" charset="0"/>
                <a:ea typeface="Verdana" panose="020B0604030504040204" pitchFamily="34" charset="0"/>
              </a:rPr>
              <a:t> status.</a:t>
            </a:r>
          </a:p>
        </p:txBody>
      </p:sp>
      <p:sp>
        <p:nvSpPr>
          <p:cNvPr id="26" name="Title 1">
            <a:extLst>
              <a:ext uri="{FF2B5EF4-FFF2-40B4-BE49-F238E27FC236}">
                <a16:creationId xmlns:a16="http://schemas.microsoft.com/office/drawing/2014/main" id="{2F87D0FF-F1BC-793E-75AC-E9F583255C48}"/>
              </a:ext>
            </a:extLst>
          </p:cNvPr>
          <p:cNvSpPr txBox="1">
            <a:spLocks/>
          </p:cNvSpPr>
          <p:nvPr/>
        </p:nvSpPr>
        <p:spPr>
          <a:xfrm>
            <a:off x="0" y="9006"/>
            <a:ext cx="12192000" cy="645751"/>
          </a:xfrm>
          <a:prstGeom prst="rect">
            <a:avLst/>
          </a:prstGeom>
        </p:spPr>
        <p:txBody>
          <a:bodyPr anchor="ctr"/>
          <a:lstStyle>
            <a:lvl1pPr algn="l" rtl="0" eaLnBrk="1" fontAlgn="base" hangingPunct="1">
              <a:spcBef>
                <a:spcPct val="0"/>
              </a:spcBef>
              <a:spcAft>
                <a:spcPct val="0"/>
              </a:spcAft>
              <a:defRPr sz="1200" b="0">
                <a:solidFill>
                  <a:schemeClr val="bg1"/>
                </a:solidFill>
                <a:latin typeface="+mj-lt"/>
                <a:ea typeface="+mj-ea"/>
                <a:cs typeface="+mj-cs"/>
              </a:defRPr>
            </a:lvl1pPr>
            <a:lvl2pPr algn="ctr" rtl="0" eaLnBrk="1" fontAlgn="base" hangingPunct="1">
              <a:spcBef>
                <a:spcPct val="0"/>
              </a:spcBef>
              <a:spcAft>
                <a:spcPct val="0"/>
              </a:spcAft>
              <a:defRPr sz="2400" b="1">
                <a:solidFill>
                  <a:schemeClr val="bg1"/>
                </a:solidFill>
                <a:latin typeface="Verdana" pitchFamily="34" charset="0"/>
                <a:cs typeface="Times New Roman" pitchFamily="18" charset="0"/>
              </a:defRPr>
            </a:lvl2pPr>
            <a:lvl3pPr algn="ctr" rtl="0" eaLnBrk="1" fontAlgn="base" hangingPunct="1">
              <a:spcBef>
                <a:spcPct val="0"/>
              </a:spcBef>
              <a:spcAft>
                <a:spcPct val="0"/>
              </a:spcAft>
              <a:defRPr sz="2400" b="1">
                <a:solidFill>
                  <a:schemeClr val="bg1"/>
                </a:solidFill>
                <a:latin typeface="Verdana" pitchFamily="34" charset="0"/>
                <a:cs typeface="Times New Roman" pitchFamily="18" charset="0"/>
              </a:defRPr>
            </a:lvl3pPr>
            <a:lvl4pPr algn="ctr" rtl="0" eaLnBrk="1" fontAlgn="base" hangingPunct="1">
              <a:spcBef>
                <a:spcPct val="0"/>
              </a:spcBef>
              <a:spcAft>
                <a:spcPct val="0"/>
              </a:spcAft>
              <a:defRPr sz="2400" b="1">
                <a:solidFill>
                  <a:schemeClr val="bg1"/>
                </a:solidFill>
                <a:latin typeface="Verdana" pitchFamily="34" charset="0"/>
                <a:cs typeface="Times New Roman" pitchFamily="18" charset="0"/>
              </a:defRPr>
            </a:lvl4pPr>
            <a:lvl5pPr algn="ctr" rtl="0" eaLnBrk="1" fontAlgn="base" hangingPunct="1">
              <a:spcBef>
                <a:spcPct val="0"/>
              </a:spcBef>
              <a:spcAft>
                <a:spcPct val="0"/>
              </a:spcAft>
              <a:defRPr sz="2400" b="1">
                <a:solidFill>
                  <a:schemeClr val="bg1"/>
                </a:solidFill>
                <a:latin typeface="Verdana" pitchFamily="34" charset="0"/>
                <a:cs typeface="Times New Roman" pitchFamily="18" charset="0"/>
              </a:defRPr>
            </a:lvl5pPr>
            <a:lvl6pPr marL="342900" algn="ctr" rtl="0" eaLnBrk="1" fontAlgn="base" hangingPunct="1">
              <a:spcBef>
                <a:spcPct val="0"/>
              </a:spcBef>
              <a:spcAft>
                <a:spcPct val="0"/>
              </a:spcAft>
              <a:defRPr sz="2400" b="1">
                <a:solidFill>
                  <a:schemeClr val="bg1"/>
                </a:solidFill>
                <a:latin typeface="Verdana" pitchFamily="34" charset="0"/>
                <a:cs typeface="Times New Roman" pitchFamily="18" charset="0"/>
              </a:defRPr>
            </a:lvl6pPr>
            <a:lvl7pPr marL="685800" algn="ctr" rtl="0" eaLnBrk="1" fontAlgn="base" hangingPunct="1">
              <a:spcBef>
                <a:spcPct val="0"/>
              </a:spcBef>
              <a:spcAft>
                <a:spcPct val="0"/>
              </a:spcAft>
              <a:defRPr sz="2400" b="1">
                <a:solidFill>
                  <a:schemeClr val="bg1"/>
                </a:solidFill>
                <a:latin typeface="Verdana" pitchFamily="34" charset="0"/>
                <a:cs typeface="Times New Roman" pitchFamily="18" charset="0"/>
              </a:defRPr>
            </a:lvl7pPr>
            <a:lvl8pPr marL="1028700" algn="ctr" rtl="0" eaLnBrk="1" fontAlgn="base" hangingPunct="1">
              <a:spcBef>
                <a:spcPct val="0"/>
              </a:spcBef>
              <a:spcAft>
                <a:spcPct val="0"/>
              </a:spcAft>
              <a:defRPr sz="2400" b="1">
                <a:solidFill>
                  <a:schemeClr val="bg1"/>
                </a:solidFill>
                <a:latin typeface="Verdana" pitchFamily="34" charset="0"/>
                <a:cs typeface="Times New Roman" pitchFamily="18" charset="0"/>
              </a:defRPr>
            </a:lvl8pPr>
            <a:lvl9pPr marL="1371600" algn="ctr" rtl="0" eaLnBrk="1" fontAlgn="base" hangingPunct="1">
              <a:spcBef>
                <a:spcPct val="0"/>
              </a:spcBef>
              <a:spcAft>
                <a:spcPct val="0"/>
              </a:spcAft>
              <a:defRPr sz="2400" b="1">
                <a:solidFill>
                  <a:schemeClr val="bg1"/>
                </a:solidFill>
                <a:latin typeface="Verdana" pitchFamily="34" charset="0"/>
                <a:cs typeface="Times New Roman" pitchFamily="18" charset="0"/>
              </a:defRPr>
            </a:lvl9pPr>
          </a:lstStyle>
          <a:p>
            <a:r>
              <a:rPr lang="en-US" sz="2000" kern="0">
                <a:latin typeface="Verdana" panose="020B0604030504040204" pitchFamily="34" charset="0"/>
                <a:ea typeface="Verdana" panose="020B0604030504040204" pitchFamily="34" charset="0"/>
              </a:rPr>
              <a:t>  Key Observations and Conclusion</a:t>
            </a:r>
          </a:p>
        </p:txBody>
      </p:sp>
      <p:sp>
        <p:nvSpPr>
          <p:cNvPr id="2" name="Slide Number Placeholder 3">
            <a:extLst>
              <a:ext uri="{FF2B5EF4-FFF2-40B4-BE49-F238E27FC236}">
                <a16:creationId xmlns:a16="http://schemas.microsoft.com/office/drawing/2014/main" id="{AE27515B-0224-95CC-B7D4-5B9217ADF5E6}"/>
              </a:ext>
            </a:extLst>
          </p:cNvPr>
          <p:cNvSpPr txBox="1">
            <a:spLocks/>
          </p:cNvSpPr>
          <p:nvPr/>
        </p:nvSpPr>
        <p:spPr>
          <a:xfrm>
            <a:off x="11580860" y="6615245"/>
            <a:ext cx="914400" cy="233749"/>
          </a:xfrm>
          <a:prstGeom prst="rect">
            <a:avLst/>
          </a:prstGeom>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fld id="{6516E9BE-843C-4425-80E4-36155279AD5E}" type="slidenum">
              <a:rPr kumimoji="0" lang="en-GB" sz="1200" b="1" i="0" u="none" strike="noStrike" kern="1200" cap="none" spc="0" normalizeH="0" baseline="0" noProof="0" smtClean="0">
                <a:ln>
                  <a:noFill/>
                </a:ln>
                <a:solidFill>
                  <a:srgbClr val="2D2926"/>
                </a:solidFill>
                <a:effectLst/>
                <a:uLnTx/>
                <a:uFillTx/>
                <a:latin typeface="Calibri"/>
                <a:ea typeface="+mn-ea"/>
                <a:cs typeface="Arial" charset="0"/>
              </a:rPr>
              <a:pPr marL="0" marR="0" lvl="0" indent="0" algn="ctr" defTabSz="914400" rtl="0" eaLnBrk="1" fontAlgn="base" latinLnBrk="0" hangingPunct="1">
                <a:lnSpc>
                  <a:spcPct val="100000"/>
                </a:lnSpc>
                <a:spcBef>
                  <a:spcPct val="0"/>
                </a:spcBef>
                <a:spcAft>
                  <a:spcPct val="0"/>
                </a:spcAft>
                <a:buClrTx/>
                <a:buSzTx/>
                <a:buFontTx/>
                <a:buNone/>
                <a:tabLst/>
                <a:defRPr/>
              </a:pPr>
              <a:t>22</a:t>
            </a:fld>
            <a:endParaRPr kumimoji="0" lang="en-GB" sz="1200" b="1" i="0" u="none" strike="noStrike" kern="1200" cap="none" spc="0" normalizeH="0" baseline="0" noProof="0" dirty="0">
              <a:ln>
                <a:noFill/>
              </a:ln>
              <a:solidFill>
                <a:srgbClr val="2D2926"/>
              </a:solidFill>
              <a:effectLst/>
              <a:uLnTx/>
              <a:uFillTx/>
              <a:latin typeface="Calibri"/>
              <a:ea typeface="+mn-ea"/>
              <a:cs typeface="Arial" charset="0"/>
            </a:endParaRPr>
          </a:p>
        </p:txBody>
      </p:sp>
    </p:spTree>
    <p:extLst>
      <p:ext uri="{BB962C8B-B14F-4D97-AF65-F5344CB8AC3E}">
        <p14:creationId xmlns:p14="http://schemas.microsoft.com/office/powerpoint/2010/main" val="378006138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13BB54-6DE2-6AED-BC93-C069F36D9B7B}"/>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5DBC625F-0972-E588-6701-B8277F549A7B}"/>
              </a:ext>
            </a:extLst>
          </p:cNvPr>
          <p:cNvSpPr txBox="1">
            <a:spLocks/>
          </p:cNvSpPr>
          <p:nvPr/>
        </p:nvSpPr>
        <p:spPr>
          <a:xfrm>
            <a:off x="0" y="9006"/>
            <a:ext cx="12192000" cy="645751"/>
          </a:xfrm>
          <a:prstGeom prst="rect">
            <a:avLst/>
          </a:prstGeom>
        </p:spPr>
        <p:txBody>
          <a:bodyPr anchor="ctr"/>
          <a:lstStyle>
            <a:lvl1pPr algn="l" rtl="0" eaLnBrk="1" fontAlgn="base" hangingPunct="1">
              <a:spcBef>
                <a:spcPct val="0"/>
              </a:spcBef>
              <a:spcAft>
                <a:spcPct val="0"/>
              </a:spcAft>
              <a:defRPr sz="1200" b="0">
                <a:solidFill>
                  <a:schemeClr val="bg1"/>
                </a:solidFill>
                <a:latin typeface="+mj-lt"/>
                <a:ea typeface="+mj-ea"/>
                <a:cs typeface="+mj-cs"/>
              </a:defRPr>
            </a:lvl1pPr>
            <a:lvl2pPr algn="ctr" rtl="0" eaLnBrk="1" fontAlgn="base" hangingPunct="1">
              <a:spcBef>
                <a:spcPct val="0"/>
              </a:spcBef>
              <a:spcAft>
                <a:spcPct val="0"/>
              </a:spcAft>
              <a:defRPr sz="2400" b="1">
                <a:solidFill>
                  <a:schemeClr val="bg1"/>
                </a:solidFill>
                <a:latin typeface="Verdana" pitchFamily="34" charset="0"/>
                <a:cs typeface="Times New Roman" pitchFamily="18" charset="0"/>
              </a:defRPr>
            </a:lvl2pPr>
            <a:lvl3pPr algn="ctr" rtl="0" eaLnBrk="1" fontAlgn="base" hangingPunct="1">
              <a:spcBef>
                <a:spcPct val="0"/>
              </a:spcBef>
              <a:spcAft>
                <a:spcPct val="0"/>
              </a:spcAft>
              <a:defRPr sz="2400" b="1">
                <a:solidFill>
                  <a:schemeClr val="bg1"/>
                </a:solidFill>
                <a:latin typeface="Verdana" pitchFamily="34" charset="0"/>
                <a:cs typeface="Times New Roman" pitchFamily="18" charset="0"/>
              </a:defRPr>
            </a:lvl3pPr>
            <a:lvl4pPr algn="ctr" rtl="0" eaLnBrk="1" fontAlgn="base" hangingPunct="1">
              <a:spcBef>
                <a:spcPct val="0"/>
              </a:spcBef>
              <a:spcAft>
                <a:spcPct val="0"/>
              </a:spcAft>
              <a:defRPr sz="2400" b="1">
                <a:solidFill>
                  <a:schemeClr val="bg1"/>
                </a:solidFill>
                <a:latin typeface="Verdana" pitchFamily="34" charset="0"/>
                <a:cs typeface="Times New Roman" pitchFamily="18" charset="0"/>
              </a:defRPr>
            </a:lvl4pPr>
            <a:lvl5pPr algn="ctr" rtl="0" eaLnBrk="1" fontAlgn="base" hangingPunct="1">
              <a:spcBef>
                <a:spcPct val="0"/>
              </a:spcBef>
              <a:spcAft>
                <a:spcPct val="0"/>
              </a:spcAft>
              <a:defRPr sz="2400" b="1">
                <a:solidFill>
                  <a:schemeClr val="bg1"/>
                </a:solidFill>
                <a:latin typeface="Verdana" pitchFamily="34" charset="0"/>
                <a:cs typeface="Times New Roman" pitchFamily="18" charset="0"/>
              </a:defRPr>
            </a:lvl5pPr>
            <a:lvl6pPr marL="342900" algn="ctr" rtl="0" eaLnBrk="1" fontAlgn="base" hangingPunct="1">
              <a:spcBef>
                <a:spcPct val="0"/>
              </a:spcBef>
              <a:spcAft>
                <a:spcPct val="0"/>
              </a:spcAft>
              <a:defRPr sz="2400" b="1">
                <a:solidFill>
                  <a:schemeClr val="bg1"/>
                </a:solidFill>
                <a:latin typeface="Verdana" pitchFamily="34" charset="0"/>
                <a:cs typeface="Times New Roman" pitchFamily="18" charset="0"/>
              </a:defRPr>
            </a:lvl6pPr>
            <a:lvl7pPr marL="685800" algn="ctr" rtl="0" eaLnBrk="1" fontAlgn="base" hangingPunct="1">
              <a:spcBef>
                <a:spcPct val="0"/>
              </a:spcBef>
              <a:spcAft>
                <a:spcPct val="0"/>
              </a:spcAft>
              <a:defRPr sz="2400" b="1">
                <a:solidFill>
                  <a:schemeClr val="bg1"/>
                </a:solidFill>
                <a:latin typeface="Verdana" pitchFamily="34" charset="0"/>
                <a:cs typeface="Times New Roman" pitchFamily="18" charset="0"/>
              </a:defRPr>
            </a:lvl7pPr>
            <a:lvl8pPr marL="1028700" algn="ctr" rtl="0" eaLnBrk="1" fontAlgn="base" hangingPunct="1">
              <a:spcBef>
                <a:spcPct val="0"/>
              </a:spcBef>
              <a:spcAft>
                <a:spcPct val="0"/>
              </a:spcAft>
              <a:defRPr sz="2400" b="1">
                <a:solidFill>
                  <a:schemeClr val="bg1"/>
                </a:solidFill>
                <a:latin typeface="Verdana" pitchFamily="34" charset="0"/>
                <a:cs typeface="Times New Roman" pitchFamily="18" charset="0"/>
              </a:defRPr>
            </a:lvl8pPr>
            <a:lvl9pPr marL="1371600" algn="ctr" rtl="0" eaLnBrk="1" fontAlgn="base" hangingPunct="1">
              <a:spcBef>
                <a:spcPct val="0"/>
              </a:spcBef>
              <a:spcAft>
                <a:spcPct val="0"/>
              </a:spcAft>
              <a:defRPr sz="2400" b="1">
                <a:solidFill>
                  <a:schemeClr val="bg1"/>
                </a:solidFill>
                <a:latin typeface="Verdana" pitchFamily="34" charset="0"/>
                <a:cs typeface="Times New Roman" pitchFamily="18" charset="0"/>
              </a:defRPr>
            </a:lvl9pPr>
          </a:lstStyle>
          <a:p>
            <a:r>
              <a:rPr lang="en-US" sz="2000" kern="0">
                <a:latin typeface="Verdana" panose="020B0604030504040204" pitchFamily="34" charset="0"/>
                <a:ea typeface="Verdana" panose="020B0604030504040204" pitchFamily="34" charset="0"/>
              </a:rPr>
              <a:t>  BAC Satisfaction Survey – FY2025 Results  </a:t>
            </a:r>
          </a:p>
        </p:txBody>
      </p:sp>
      <p:sp>
        <p:nvSpPr>
          <p:cNvPr id="3" name="Shape 4"/>
          <p:cNvSpPr/>
          <p:nvPr/>
        </p:nvSpPr>
        <p:spPr>
          <a:xfrm>
            <a:off x="411480" y="646557"/>
            <a:ext cx="11365992" cy="0"/>
          </a:xfrm>
          <a:prstGeom prst="line">
            <a:avLst/>
          </a:prstGeom>
          <a:noFill/>
          <a:ln w="12700">
            <a:solidFill>
              <a:srgbClr val="DDE1EA"/>
            </a:solidFill>
            <a:prstDash val="solid"/>
          </a:ln>
        </p:spPr>
        <p:txBody>
          <a:bodyPr/>
          <a:lstStyle/>
          <a:p>
            <a:endParaRPr lang="en-AE"/>
          </a:p>
        </p:txBody>
      </p:sp>
      <p:sp>
        <p:nvSpPr>
          <p:cNvPr id="4" name="Shape 5"/>
          <p:cNvSpPr/>
          <p:nvPr/>
        </p:nvSpPr>
        <p:spPr>
          <a:xfrm>
            <a:off x="411480" y="710565"/>
            <a:ext cx="2772918" cy="1005840"/>
          </a:xfrm>
          <a:prstGeom prst="rect">
            <a:avLst/>
          </a:prstGeom>
          <a:solidFill>
            <a:srgbClr val="E8F5EE"/>
          </a:solidFill>
          <a:ln w="12700">
            <a:solidFill>
              <a:srgbClr val="1E7A3A"/>
            </a:solidFill>
            <a:prstDash val="solid"/>
          </a:ln>
        </p:spPr>
        <p:txBody>
          <a:bodyPr/>
          <a:lstStyle/>
          <a:p>
            <a:endParaRPr lang="en-AE"/>
          </a:p>
        </p:txBody>
      </p:sp>
      <p:sp>
        <p:nvSpPr>
          <p:cNvPr id="10" name="Shape 6"/>
          <p:cNvSpPr/>
          <p:nvPr/>
        </p:nvSpPr>
        <p:spPr>
          <a:xfrm>
            <a:off x="411480" y="747141"/>
            <a:ext cx="45720" cy="932688"/>
          </a:xfrm>
          <a:prstGeom prst="rect">
            <a:avLst/>
          </a:prstGeom>
          <a:solidFill>
            <a:srgbClr val="1E7A3A"/>
          </a:solidFill>
          <a:ln w="12700">
            <a:solidFill>
              <a:srgbClr val="1E7A3A"/>
            </a:solidFill>
            <a:prstDash val="solid"/>
          </a:ln>
        </p:spPr>
        <p:txBody>
          <a:bodyPr/>
          <a:lstStyle/>
          <a:p>
            <a:endParaRPr lang="en-AE"/>
          </a:p>
        </p:txBody>
      </p:sp>
      <p:sp>
        <p:nvSpPr>
          <p:cNvPr id="11" name="Text 7"/>
          <p:cNvSpPr/>
          <p:nvPr/>
        </p:nvSpPr>
        <p:spPr>
          <a:xfrm>
            <a:off x="539496" y="783717"/>
            <a:ext cx="868680" cy="658368"/>
          </a:xfrm>
          <a:prstGeom prst="rect">
            <a:avLst/>
          </a:prstGeom>
          <a:noFill/>
          <a:ln/>
        </p:spPr>
        <p:txBody>
          <a:bodyPr wrap="square" lIns="0" tIns="0" rIns="0" bIns="0" rtlCol="0" anchor="ctr"/>
          <a:lstStyle/>
          <a:p>
            <a:pPr marL="0" indent="0" algn="ctr">
              <a:buNone/>
            </a:pPr>
            <a:r>
              <a:rPr lang="en-US" sz="3000" b="1">
                <a:solidFill>
                  <a:srgbClr val="1E7A3A"/>
                </a:solidFill>
                <a:latin typeface="Verdana" pitchFamily="34" charset="0"/>
                <a:ea typeface="Verdana" pitchFamily="34" charset="-122"/>
                <a:cs typeface="Verdana" pitchFamily="34" charset="-120"/>
              </a:rPr>
              <a:t>4/4</a:t>
            </a:r>
            <a:endParaRPr lang="en-US" sz="3000"/>
          </a:p>
        </p:txBody>
      </p:sp>
      <p:sp>
        <p:nvSpPr>
          <p:cNvPr id="12" name="Text 8"/>
          <p:cNvSpPr/>
          <p:nvPr/>
        </p:nvSpPr>
        <p:spPr>
          <a:xfrm>
            <a:off x="1435608" y="838581"/>
            <a:ext cx="1657350" cy="749808"/>
          </a:xfrm>
          <a:prstGeom prst="rect">
            <a:avLst/>
          </a:prstGeom>
          <a:noFill/>
          <a:ln/>
        </p:spPr>
        <p:txBody>
          <a:bodyPr wrap="square" lIns="0" tIns="0" rIns="0" bIns="0" rtlCol="0" anchor="ctr"/>
          <a:lstStyle/>
          <a:p>
            <a:pPr marL="0" indent="0">
              <a:buNone/>
            </a:pPr>
            <a:r>
              <a:rPr lang="en-US" sz="800" b="1">
                <a:solidFill>
                  <a:srgbClr val="1E7A3A"/>
                </a:solidFill>
                <a:latin typeface="Verdana" pitchFamily="34" charset="0"/>
                <a:ea typeface="Verdana" pitchFamily="34" charset="-122"/>
                <a:cs typeface="Verdana" pitchFamily="34" charset="-120"/>
              </a:rPr>
              <a:t>Members rate</a:t>
            </a:r>
            <a:endParaRPr lang="en-US" sz="800"/>
          </a:p>
          <a:p>
            <a:pPr marL="0" indent="0">
              <a:buNone/>
            </a:pPr>
            <a:r>
              <a:rPr lang="en-US" sz="800" b="1">
                <a:solidFill>
                  <a:srgbClr val="1E7A3A"/>
                </a:solidFill>
                <a:latin typeface="Verdana" pitchFamily="34" charset="0"/>
                <a:ea typeface="Verdana" pitchFamily="34" charset="-122"/>
                <a:cs typeface="Verdana" pitchFamily="34" charset="-120"/>
              </a:rPr>
              <a:t>Governance Contribution</a:t>
            </a:r>
            <a:endParaRPr lang="en-US" sz="800"/>
          </a:p>
          <a:p>
            <a:pPr marL="0" indent="0">
              <a:buNone/>
            </a:pPr>
            <a:r>
              <a:rPr lang="en-US" sz="800" b="1">
                <a:solidFill>
                  <a:srgbClr val="1E7A3A"/>
                </a:solidFill>
                <a:latin typeface="Verdana" pitchFamily="34" charset="0"/>
                <a:ea typeface="Verdana" pitchFamily="34" charset="-122"/>
                <a:cs typeface="Verdana" pitchFamily="34" charset="-120"/>
              </a:rPr>
              <a:t>as Significant</a:t>
            </a:r>
            <a:endParaRPr lang="en-US" sz="800"/>
          </a:p>
        </p:txBody>
      </p:sp>
      <p:sp>
        <p:nvSpPr>
          <p:cNvPr id="13" name="Shape 9"/>
          <p:cNvSpPr/>
          <p:nvPr/>
        </p:nvSpPr>
        <p:spPr>
          <a:xfrm>
            <a:off x="3275838" y="710565"/>
            <a:ext cx="2772918" cy="1005840"/>
          </a:xfrm>
          <a:prstGeom prst="rect">
            <a:avLst/>
          </a:prstGeom>
          <a:solidFill>
            <a:srgbClr val="E3ECF8"/>
          </a:solidFill>
          <a:ln w="12700">
            <a:solidFill>
              <a:srgbClr val="1B4F8A"/>
            </a:solidFill>
            <a:prstDash val="solid"/>
          </a:ln>
        </p:spPr>
        <p:txBody>
          <a:bodyPr/>
          <a:lstStyle/>
          <a:p>
            <a:endParaRPr lang="en-AE"/>
          </a:p>
        </p:txBody>
      </p:sp>
      <p:sp>
        <p:nvSpPr>
          <p:cNvPr id="14" name="Shape 10"/>
          <p:cNvSpPr/>
          <p:nvPr/>
        </p:nvSpPr>
        <p:spPr>
          <a:xfrm>
            <a:off x="3275838" y="747141"/>
            <a:ext cx="45720" cy="932688"/>
          </a:xfrm>
          <a:prstGeom prst="rect">
            <a:avLst/>
          </a:prstGeom>
          <a:solidFill>
            <a:srgbClr val="1B4F8A"/>
          </a:solidFill>
          <a:ln w="12700">
            <a:solidFill>
              <a:srgbClr val="1B4F8A"/>
            </a:solidFill>
            <a:prstDash val="solid"/>
          </a:ln>
        </p:spPr>
        <p:txBody>
          <a:bodyPr/>
          <a:lstStyle/>
          <a:p>
            <a:endParaRPr lang="en-AE"/>
          </a:p>
        </p:txBody>
      </p:sp>
      <p:sp>
        <p:nvSpPr>
          <p:cNvPr id="15" name="Text 11"/>
          <p:cNvSpPr/>
          <p:nvPr/>
        </p:nvSpPr>
        <p:spPr>
          <a:xfrm>
            <a:off x="3403854" y="783717"/>
            <a:ext cx="868680" cy="658368"/>
          </a:xfrm>
          <a:prstGeom prst="rect">
            <a:avLst/>
          </a:prstGeom>
          <a:noFill/>
          <a:ln/>
        </p:spPr>
        <p:txBody>
          <a:bodyPr wrap="square" lIns="0" tIns="0" rIns="0" bIns="0" rtlCol="0" anchor="ctr"/>
          <a:lstStyle/>
          <a:p>
            <a:pPr marL="0" indent="0" algn="ctr">
              <a:buNone/>
            </a:pPr>
            <a:r>
              <a:rPr lang="en-US" sz="3000" b="1">
                <a:solidFill>
                  <a:srgbClr val="1B4F8A"/>
                </a:solidFill>
                <a:latin typeface="Verdana" pitchFamily="34" charset="0"/>
                <a:ea typeface="Verdana" pitchFamily="34" charset="-122"/>
                <a:cs typeface="Verdana" pitchFamily="34" charset="-120"/>
              </a:rPr>
              <a:t>4/4</a:t>
            </a:r>
            <a:endParaRPr lang="en-US" sz="3000"/>
          </a:p>
        </p:txBody>
      </p:sp>
      <p:sp>
        <p:nvSpPr>
          <p:cNvPr id="16" name="Text 12"/>
          <p:cNvSpPr/>
          <p:nvPr/>
        </p:nvSpPr>
        <p:spPr>
          <a:xfrm>
            <a:off x="4299966" y="838581"/>
            <a:ext cx="1657350" cy="749808"/>
          </a:xfrm>
          <a:prstGeom prst="rect">
            <a:avLst/>
          </a:prstGeom>
          <a:noFill/>
          <a:ln/>
        </p:spPr>
        <p:txBody>
          <a:bodyPr wrap="square" lIns="0" tIns="0" rIns="0" bIns="0" rtlCol="0" anchor="ctr"/>
          <a:lstStyle/>
          <a:p>
            <a:pPr marL="0" indent="0">
              <a:buNone/>
            </a:pPr>
            <a:r>
              <a:rPr lang="en-US" sz="800" b="1">
                <a:solidFill>
                  <a:srgbClr val="1B4F8A"/>
                </a:solidFill>
                <a:latin typeface="Verdana" pitchFamily="34" charset="0"/>
                <a:ea typeface="Verdana" pitchFamily="34" charset="-122"/>
                <a:cs typeface="Verdana" pitchFamily="34" charset="-120"/>
              </a:rPr>
              <a:t>Members rate</a:t>
            </a:r>
            <a:endParaRPr lang="en-US" sz="800"/>
          </a:p>
          <a:p>
            <a:pPr marL="0" indent="0">
              <a:buNone/>
            </a:pPr>
            <a:r>
              <a:rPr lang="en-US" sz="800" b="1">
                <a:solidFill>
                  <a:srgbClr val="1B4F8A"/>
                </a:solidFill>
                <a:latin typeface="Verdana" pitchFamily="34" charset="0"/>
                <a:ea typeface="Verdana" pitchFamily="34" charset="-122"/>
                <a:cs typeface="Verdana" pitchFamily="34" charset="-120"/>
              </a:rPr>
              <a:t>BAC Communication</a:t>
            </a:r>
            <a:endParaRPr lang="en-US" sz="800"/>
          </a:p>
          <a:p>
            <a:pPr marL="0" indent="0">
              <a:buNone/>
            </a:pPr>
            <a:r>
              <a:rPr lang="en-US" sz="800" b="1">
                <a:solidFill>
                  <a:srgbClr val="1B4F8A"/>
                </a:solidFill>
                <a:latin typeface="Verdana" pitchFamily="34" charset="0"/>
                <a:ea typeface="Verdana" pitchFamily="34" charset="-122"/>
                <a:cs typeface="Verdana" pitchFamily="34" charset="-120"/>
              </a:rPr>
              <a:t>Very Effective or above</a:t>
            </a:r>
            <a:endParaRPr lang="en-US" sz="800"/>
          </a:p>
        </p:txBody>
      </p:sp>
      <p:sp>
        <p:nvSpPr>
          <p:cNvPr id="17" name="Shape 13"/>
          <p:cNvSpPr/>
          <p:nvPr/>
        </p:nvSpPr>
        <p:spPr>
          <a:xfrm>
            <a:off x="6140196" y="710565"/>
            <a:ext cx="2772918" cy="1005840"/>
          </a:xfrm>
          <a:prstGeom prst="rect">
            <a:avLst/>
          </a:prstGeom>
          <a:solidFill>
            <a:srgbClr val="ECEEF2"/>
          </a:solidFill>
          <a:ln w="12700">
            <a:solidFill>
              <a:srgbClr val="243352"/>
            </a:solidFill>
            <a:prstDash val="solid"/>
          </a:ln>
        </p:spPr>
        <p:txBody>
          <a:bodyPr/>
          <a:lstStyle/>
          <a:p>
            <a:endParaRPr lang="en-AE"/>
          </a:p>
        </p:txBody>
      </p:sp>
      <p:sp>
        <p:nvSpPr>
          <p:cNvPr id="18" name="Shape 14"/>
          <p:cNvSpPr/>
          <p:nvPr/>
        </p:nvSpPr>
        <p:spPr>
          <a:xfrm>
            <a:off x="6140196" y="747141"/>
            <a:ext cx="45720" cy="932688"/>
          </a:xfrm>
          <a:prstGeom prst="rect">
            <a:avLst/>
          </a:prstGeom>
          <a:solidFill>
            <a:srgbClr val="243352"/>
          </a:solidFill>
          <a:ln w="12700">
            <a:solidFill>
              <a:srgbClr val="243352"/>
            </a:solidFill>
            <a:prstDash val="solid"/>
          </a:ln>
        </p:spPr>
        <p:txBody>
          <a:bodyPr/>
          <a:lstStyle/>
          <a:p>
            <a:endParaRPr lang="en-AE"/>
          </a:p>
        </p:txBody>
      </p:sp>
      <p:sp>
        <p:nvSpPr>
          <p:cNvPr id="19" name="Text 15"/>
          <p:cNvSpPr/>
          <p:nvPr/>
        </p:nvSpPr>
        <p:spPr>
          <a:xfrm>
            <a:off x="6268212" y="783717"/>
            <a:ext cx="868680" cy="658368"/>
          </a:xfrm>
          <a:prstGeom prst="rect">
            <a:avLst/>
          </a:prstGeom>
          <a:noFill/>
          <a:ln/>
        </p:spPr>
        <p:txBody>
          <a:bodyPr wrap="square" lIns="0" tIns="0" rIns="0" bIns="0" rtlCol="0" anchor="ctr"/>
          <a:lstStyle/>
          <a:p>
            <a:pPr marL="0" indent="0" algn="ctr">
              <a:buNone/>
            </a:pPr>
            <a:r>
              <a:rPr lang="en-US" sz="3000" b="1">
                <a:solidFill>
                  <a:srgbClr val="243352"/>
                </a:solidFill>
                <a:latin typeface="Verdana" pitchFamily="34" charset="0"/>
                <a:ea typeface="Verdana" pitchFamily="34" charset="-122"/>
                <a:cs typeface="Verdana" pitchFamily="34" charset="-120"/>
              </a:rPr>
              <a:t>4/4</a:t>
            </a:r>
            <a:endParaRPr lang="en-US" sz="3000"/>
          </a:p>
        </p:txBody>
      </p:sp>
      <p:sp>
        <p:nvSpPr>
          <p:cNvPr id="20" name="Text 16"/>
          <p:cNvSpPr/>
          <p:nvPr/>
        </p:nvSpPr>
        <p:spPr>
          <a:xfrm>
            <a:off x="7164324" y="838581"/>
            <a:ext cx="1657350" cy="749808"/>
          </a:xfrm>
          <a:prstGeom prst="rect">
            <a:avLst/>
          </a:prstGeom>
          <a:noFill/>
          <a:ln/>
        </p:spPr>
        <p:txBody>
          <a:bodyPr wrap="square" lIns="0" tIns="0" rIns="0" bIns="0" rtlCol="0" anchor="ctr"/>
          <a:lstStyle/>
          <a:p>
            <a:pPr marL="0" indent="0">
              <a:buNone/>
            </a:pPr>
            <a:r>
              <a:rPr lang="en-US" sz="800" b="1">
                <a:solidFill>
                  <a:srgbClr val="243352"/>
                </a:solidFill>
                <a:latin typeface="Verdana" pitchFamily="34" charset="0"/>
                <a:ea typeface="Verdana" pitchFamily="34" charset="-122"/>
                <a:cs typeface="Verdana" pitchFamily="34" charset="-120"/>
              </a:rPr>
              <a:t>Members rate</a:t>
            </a:r>
            <a:endParaRPr lang="en-US" sz="800"/>
          </a:p>
          <a:p>
            <a:pPr marL="0" indent="0">
              <a:buNone/>
            </a:pPr>
            <a:r>
              <a:rPr lang="en-US" sz="800" b="1">
                <a:solidFill>
                  <a:srgbClr val="243352"/>
                </a:solidFill>
                <a:latin typeface="Verdana" pitchFamily="34" charset="0"/>
                <a:ea typeface="Verdana" pitchFamily="34" charset="-122"/>
                <a:cs typeface="Verdana" pitchFamily="34" charset="-120"/>
              </a:rPr>
              <a:t>Audit Independence</a:t>
            </a:r>
            <a:endParaRPr lang="en-US" sz="800"/>
          </a:p>
          <a:p>
            <a:pPr marL="0" indent="0">
              <a:buNone/>
            </a:pPr>
            <a:r>
              <a:rPr lang="en-US" sz="800" b="1">
                <a:solidFill>
                  <a:srgbClr val="243352"/>
                </a:solidFill>
                <a:latin typeface="Verdana" pitchFamily="34" charset="0"/>
                <a:ea typeface="Verdana" pitchFamily="34" charset="-122"/>
                <a:cs typeface="Verdana" pitchFamily="34" charset="-120"/>
              </a:rPr>
              <a:t>as Excellent</a:t>
            </a:r>
            <a:endParaRPr lang="en-US" sz="800"/>
          </a:p>
        </p:txBody>
      </p:sp>
      <p:sp>
        <p:nvSpPr>
          <p:cNvPr id="21" name="Shape 17"/>
          <p:cNvSpPr/>
          <p:nvPr/>
        </p:nvSpPr>
        <p:spPr>
          <a:xfrm>
            <a:off x="9004554" y="710565"/>
            <a:ext cx="2772918" cy="1005840"/>
          </a:xfrm>
          <a:prstGeom prst="rect">
            <a:avLst/>
          </a:prstGeom>
          <a:solidFill>
            <a:srgbClr val="FFF3CD"/>
          </a:solidFill>
          <a:ln w="12700">
            <a:solidFill>
              <a:srgbClr val="7A4F00"/>
            </a:solidFill>
            <a:prstDash val="solid"/>
          </a:ln>
        </p:spPr>
        <p:txBody>
          <a:bodyPr/>
          <a:lstStyle/>
          <a:p>
            <a:endParaRPr lang="en-AE"/>
          </a:p>
        </p:txBody>
      </p:sp>
      <p:sp>
        <p:nvSpPr>
          <p:cNvPr id="22" name="Shape 18"/>
          <p:cNvSpPr/>
          <p:nvPr/>
        </p:nvSpPr>
        <p:spPr>
          <a:xfrm>
            <a:off x="9004554" y="747141"/>
            <a:ext cx="45720" cy="932688"/>
          </a:xfrm>
          <a:prstGeom prst="rect">
            <a:avLst/>
          </a:prstGeom>
          <a:solidFill>
            <a:srgbClr val="7A4F00"/>
          </a:solidFill>
          <a:ln w="12700">
            <a:solidFill>
              <a:srgbClr val="7A4F00"/>
            </a:solidFill>
            <a:prstDash val="solid"/>
          </a:ln>
        </p:spPr>
        <p:txBody>
          <a:bodyPr/>
          <a:lstStyle/>
          <a:p>
            <a:endParaRPr lang="en-AE"/>
          </a:p>
        </p:txBody>
      </p:sp>
      <p:sp>
        <p:nvSpPr>
          <p:cNvPr id="23" name="Text 19"/>
          <p:cNvSpPr/>
          <p:nvPr/>
        </p:nvSpPr>
        <p:spPr>
          <a:xfrm>
            <a:off x="9132570" y="783717"/>
            <a:ext cx="868680" cy="658368"/>
          </a:xfrm>
          <a:prstGeom prst="rect">
            <a:avLst/>
          </a:prstGeom>
          <a:noFill/>
          <a:ln/>
        </p:spPr>
        <p:txBody>
          <a:bodyPr wrap="square" lIns="0" tIns="0" rIns="0" bIns="0" rtlCol="0" anchor="ctr"/>
          <a:lstStyle/>
          <a:p>
            <a:pPr marL="0" indent="0" algn="ctr">
              <a:buNone/>
            </a:pPr>
            <a:r>
              <a:rPr lang="en-US" sz="3000" b="1">
                <a:solidFill>
                  <a:srgbClr val="7A4F00"/>
                </a:solidFill>
                <a:latin typeface="Verdana" pitchFamily="34" charset="0"/>
                <a:ea typeface="Verdana" pitchFamily="34" charset="-122"/>
                <a:cs typeface="Verdana" pitchFamily="34" charset="-120"/>
              </a:rPr>
              <a:t>1</a:t>
            </a:r>
            <a:endParaRPr lang="en-US" sz="3000"/>
          </a:p>
        </p:txBody>
      </p:sp>
      <p:sp>
        <p:nvSpPr>
          <p:cNvPr id="24" name="Text 20"/>
          <p:cNvSpPr/>
          <p:nvPr/>
        </p:nvSpPr>
        <p:spPr>
          <a:xfrm>
            <a:off x="10028682" y="838581"/>
            <a:ext cx="1657350" cy="749808"/>
          </a:xfrm>
          <a:prstGeom prst="rect">
            <a:avLst/>
          </a:prstGeom>
          <a:noFill/>
          <a:ln/>
        </p:spPr>
        <p:txBody>
          <a:bodyPr wrap="square" lIns="0" tIns="0" rIns="0" bIns="0" rtlCol="0" anchor="ctr"/>
          <a:lstStyle/>
          <a:p>
            <a:pPr marL="0" indent="0">
              <a:buNone/>
            </a:pPr>
            <a:r>
              <a:rPr lang="en-US" sz="800" b="1">
                <a:solidFill>
                  <a:srgbClr val="7A4F00"/>
                </a:solidFill>
                <a:latin typeface="Verdana" pitchFamily="34" charset="0"/>
                <a:ea typeface="Verdana" pitchFamily="34" charset="-122"/>
                <a:cs typeface="Verdana" pitchFamily="34" charset="-120"/>
              </a:rPr>
              <a:t>Dimension noted</a:t>
            </a:r>
            <a:endParaRPr lang="en-US" sz="800"/>
          </a:p>
          <a:p>
            <a:pPr marL="0" indent="0">
              <a:buNone/>
            </a:pPr>
            <a:r>
              <a:rPr lang="en-US" sz="800" b="1">
                <a:solidFill>
                  <a:srgbClr val="7A4F00"/>
                </a:solidFill>
                <a:latin typeface="Verdana" pitchFamily="34" charset="0"/>
                <a:ea typeface="Verdana" pitchFamily="34" charset="-122"/>
                <a:cs typeface="Verdana" pitchFamily="34" charset="-120"/>
              </a:rPr>
              <a:t>for attention - Agility</a:t>
            </a:r>
            <a:endParaRPr lang="en-US" sz="800"/>
          </a:p>
        </p:txBody>
      </p:sp>
      <p:sp>
        <p:nvSpPr>
          <p:cNvPr id="25" name="Shape 21"/>
          <p:cNvSpPr/>
          <p:nvPr/>
        </p:nvSpPr>
        <p:spPr>
          <a:xfrm>
            <a:off x="411480" y="1789557"/>
            <a:ext cx="11365992" cy="0"/>
          </a:xfrm>
          <a:prstGeom prst="line">
            <a:avLst/>
          </a:prstGeom>
          <a:noFill/>
          <a:ln w="12700">
            <a:solidFill>
              <a:srgbClr val="DDE1EA"/>
            </a:solidFill>
            <a:prstDash val="solid"/>
          </a:ln>
        </p:spPr>
        <p:txBody>
          <a:bodyPr/>
          <a:lstStyle/>
          <a:p>
            <a:endParaRPr lang="en-AE"/>
          </a:p>
        </p:txBody>
      </p:sp>
      <p:sp>
        <p:nvSpPr>
          <p:cNvPr id="26" name="Shape 22"/>
          <p:cNvSpPr/>
          <p:nvPr/>
        </p:nvSpPr>
        <p:spPr>
          <a:xfrm>
            <a:off x="411480" y="1826133"/>
            <a:ext cx="36576" cy="274320"/>
          </a:xfrm>
          <a:prstGeom prst="rect">
            <a:avLst/>
          </a:prstGeom>
          <a:solidFill>
            <a:srgbClr val="1B2A4A"/>
          </a:solidFill>
          <a:ln w="12700">
            <a:solidFill>
              <a:srgbClr val="1B2A4A"/>
            </a:solidFill>
            <a:prstDash val="solid"/>
          </a:ln>
        </p:spPr>
        <p:txBody>
          <a:bodyPr/>
          <a:lstStyle/>
          <a:p>
            <a:endParaRPr lang="en-AE"/>
          </a:p>
        </p:txBody>
      </p:sp>
      <p:sp>
        <p:nvSpPr>
          <p:cNvPr id="27" name="Text 23"/>
          <p:cNvSpPr/>
          <p:nvPr/>
        </p:nvSpPr>
        <p:spPr>
          <a:xfrm>
            <a:off x="521208" y="1844421"/>
            <a:ext cx="7315200" cy="237744"/>
          </a:xfrm>
          <a:prstGeom prst="rect">
            <a:avLst/>
          </a:prstGeom>
          <a:noFill/>
          <a:ln/>
        </p:spPr>
        <p:txBody>
          <a:bodyPr wrap="square" lIns="0" tIns="0" rIns="0" bIns="0" rtlCol="0" anchor="ctr"/>
          <a:lstStyle/>
          <a:p>
            <a:pPr marL="0" indent="0">
              <a:buNone/>
            </a:pPr>
            <a:r>
              <a:rPr lang="en-US" sz="950" b="1">
                <a:solidFill>
                  <a:srgbClr val="1B2A4A"/>
                </a:solidFill>
                <a:latin typeface="Verdana" pitchFamily="34" charset="0"/>
                <a:ea typeface="Verdana" pitchFamily="34" charset="-122"/>
                <a:cs typeface="Verdana" pitchFamily="34" charset="-120"/>
              </a:rPr>
              <a:t>THEMATIC FEEDBACK &amp; GIA'S 2026 COMMITMENTS</a:t>
            </a:r>
            <a:endParaRPr lang="en-US" sz="950"/>
          </a:p>
        </p:txBody>
      </p:sp>
      <p:sp>
        <p:nvSpPr>
          <p:cNvPr id="29" name="Shape 25"/>
          <p:cNvSpPr/>
          <p:nvPr/>
        </p:nvSpPr>
        <p:spPr>
          <a:xfrm>
            <a:off x="411480" y="2139696"/>
            <a:ext cx="3715512" cy="274320"/>
          </a:xfrm>
          <a:prstGeom prst="rect">
            <a:avLst/>
          </a:prstGeom>
          <a:solidFill>
            <a:srgbClr val="1B2A4A"/>
          </a:solidFill>
          <a:ln w="12700">
            <a:solidFill>
              <a:srgbClr val="1B2A4A"/>
            </a:solidFill>
            <a:prstDash val="solid"/>
          </a:ln>
        </p:spPr>
        <p:txBody>
          <a:bodyPr/>
          <a:lstStyle/>
          <a:p>
            <a:endParaRPr lang="en-AE" sz="900"/>
          </a:p>
        </p:txBody>
      </p:sp>
      <p:sp>
        <p:nvSpPr>
          <p:cNvPr id="30" name="Shape 26"/>
          <p:cNvSpPr/>
          <p:nvPr/>
        </p:nvSpPr>
        <p:spPr>
          <a:xfrm>
            <a:off x="411480" y="2139696"/>
            <a:ext cx="45720" cy="274320"/>
          </a:xfrm>
          <a:prstGeom prst="rect">
            <a:avLst/>
          </a:prstGeom>
          <a:solidFill>
            <a:srgbClr val="C0001A"/>
          </a:solidFill>
          <a:ln w="12700">
            <a:solidFill>
              <a:srgbClr val="C0001A"/>
            </a:solidFill>
            <a:prstDash val="solid"/>
          </a:ln>
        </p:spPr>
        <p:txBody>
          <a:bodyPr/>
          <a:lstStyle/>
          <a:p>
            <a:endParaRPr lang="en-AE" sz="900"/>
          </a:p>
        </p:txBody>
      </p:sp>
      <p:sp>
        <p:nvSpPr>
          <p:cNvPr id="31" name="Shape 27"/>
          <p:cNvSpPr/>
          <p:nvPr/>
        </p:nvSpPr>
        <p:spPr>
          <a:xfrm>
            <a:off x="457200" y="2139696"/>
            <a:ext cx="45720" cy="274320"/>
          </a:xfrm>
          <a:prstGeom prst="rect">
            <a:avLst/>
          </a:prstGeom>
          <a:solidFill>
            <a:srgbClr val="1B2A4A"/>
          </a:solidFill>
          <a:ln w="12700">
            <a:solidFill>
              <a:srgbClr val="1B2A4A"/>
            </a:solidFill>
            <a:prstDash val="solid"/>
          </a:ln>
        </p:spPr>
        <p:txBody>
          <a:bodyPr/>
          <a:lstStyle/>
          <a:p>
            <a:endParaRPr lang="en-AE" sz="900"/>
          </a:p>
        </p:txBody>
      </p:sp>
      <p:sp>
        <p:nvSpPr>
          <p:cNvPr id="32" name="Text 28"/>
          <p:cNvSpPr/>
          <p:nvPr/>
        </p:nvSpPr>
        <p:spPr>
          <a:xfrm>
            <a:off x="539496" y="2139696"/>
            <a:ext cx="3550920" cy="274320"/>
          </a:xfrm>
          <a:prstGeom prst="rect">
            <a:avLst/>
          </a:prstGeom>
          <a:noFill/>
          <a:ln/>
        </p:spPr>
        <p:txBody>
          <a:bodyPr wrap="square" lIns="0" tIns="0" rIns="0" bIns="0" rtlCol="0" anchor="ctr"/>
          <a:lstStyle/>
          <a:p>
            <a:pPr marL="0" indent="0">
              <a:buNone/>
            </a:pPr>
            <a:r>
              <a:rPr lang="en-US" sz="900" b="1">
                <a:solidFill>
                  <a:srgbClr val="FFFFFF"/>
                </a:solidFill>
                <a:latin typeface="Verdana" pitchFamily="34" charset="0"/>
                <a:ea typeface="Verdana" pitchFamily="34" charset="-122"/>
                <a:cs typeface="Verdana" pitchFamily="34" charset="-120"/>
              </a:rPr>
              <a:t>AREAS FOR IMPROVEMENT</a:t>
            </a:r>
            <a:endParaRPr lang="en-US" sz="900"/>
          </a:p>
        </p:txBody>
      </p:sp>
      <p:sp>
        <p:nvSpPr>
          <p:cNvPr id="33" name="Shape 29"/>
          <p:cNvSpPr/>
          <p:nvPr/>
        </p:nvSpPr>
        <p:spPr>
          <a:xfrm>
            <a:off x="411480" y="2414016"/>
            <a:ext cx="3715512" cy="985266"/>
          </a:xfrm>
          <a:prstGeom prst="rect">
            <a:avLst/>
          </a:prstGeom>
          <a:solidFill>
            <a:srgbClr val="FFFFFF"/>
          </a:solidFill>
          <a:ln w="12700">
            <a:solidFill>
              <a:srgbClr val="DDE1EA"/>
            </a:solidFill>
            <a:prstDash val="solid"/>
          </a:ln>
        </p:spPr>
        <p:txBody>
          <a:bodyPr/>
          <a:lstStyle/>
          <a:p>
            <a:endParaRPr lang="en-AE" sz="900"/>
          </a:p>
        </p:txBody>
      </p:sp>
      <p:sp>
        <p:nvSpPr>
          <p:cNvPr id="34" name="Shape 30"/>
          <p:cNvSpPr/>
          <p:nvPr/>
        </p:nvSpPr>
        <p:spPr>
          <a:xfrm>
            <a:off x="411480" y="2459736"/>
            <a:ext cx="36576" cy="893826"/>
          </a:xfrm>
          <a:prstGeom prst="rect">
            <a:avLst/>
          </a:prstGeom>
          <a:solidFill>
            <a:srgbClr val="C0001A"/>
          </a:solidFill>
          <a:ln w="12700">
            <a:solidFill>
              <a:srgbClr val="C0001A"/>
            </a:solidFill>
            <a:prstDash val="solid"/>
          </a:ln>
        </p:spPr>
        <p:txBody>
          <a:bodyPr/>
          <a:lstStyle/>
          <a:p>
            <a:endParaRPr lang="en-AE"/>
          </a:p>
        </p:txBody>
      </p:sp>
      <p:sp>
        <p:nvSpPr>
          <p:cNvPr id="35" name="Text 31"/>
          <p:cNvSpPr/>
          <p:nvPr/>
        </p:nvSpPr>
        <p:spPr>
          <a:xfrm>
            <a:off x="521208" y="2468880"/>
            <a:ext cx="3569208" cy="201168"/>
          </a:xfrm>
          <a:prstGeom prst="rect">
            <a:avLst/>
          </a:prstGeom>
          <a:noFill/>
          <a:ln/>
        </p:spPr>
        <p:txBody>
          <a:bodyPr wrap="square" lIns="0" tIns="0" rIns="0" bIns="0" rtlCol="0" anchor="ctr"/>
          <a:lstStyle/>
          <a:p>
            <a:pPr marL="0" indent="0">
              <a:buNone/>
            </a:pPr>
            <a:r>
              <a:rPr lang="en-US" sz="900" b="1">
                <a:solidFill>
                  <a:srgbClr val="1B2A4A"/>
                </a:solidFill>
                <a:latin typeface="Verdana" pitchFamily="34" charset="0"/>
                <a:ea typeface="Verdana" pitchFamily="34" charset="-122"/>
                <a:cs typeface="Verdana" pitchFamily="34" charset="-120"/>
              </a:rPr>
              <a:t>Business Growth &amp; Emerging Risks</a:t>
            </a:r>
            <a:endParaRPr lang="en-US" sz="900"/>
          </a:p>
        </p:txBody>
      </p:sp>
      <p:sp>
        <p:nvSpPr>
          <p:cNvPr id="36" name="Text 32"/>
          <p:cNvSpPr/>
          <p:nvPr/>
        </p:nvSpPr>
        <p:spPr>
          <a:xfrm>
            <a:off x="521208" y="2670048"/>
            <a:ext cx="3569208" cy="674370"/>
          </a:xfrm>
          <a:prstGeom prst="rect">
            <a:avLst/>
          </a:prstGeom>
          <a:noFill/>
          <a:ln/>
        </p:spPr>
        <p:txBody>
          <a:bodyPr wrap="square" lIns="0" tIns="0" rIns="0" bIns="0" rtlCol="0" anchor="t"/>
          <a:lstStyle/>
          <a:p>
            <a:pPr marL="0" indent="0">
              <a:buNone/>
            </a:pPr>
            <a:r>
              <a:rPr lang="en-US" sz="900">
                <a:solidFill>
                  <a:srgbClr val="2D2D2D"/>
                </a:solidFill>
                <a:latin typeface="Verdana" pitchFamily="34" charset="0"/>
                <a:ea typeface="Verdana" pitchFamily="34" charset="-122"/>
                <a:cs typeface="Verdana" pitchFamily="34" charset="-120"/>
              </a:rPr>
              <a:t>Greater focus on WBG, end-to-end product benchmarking, data management, analytics, fraud and market conduct; assess organisational bandwidth to deliver transformation and remain ahead of regulation.</a:t>
            </a:r>
            <a:endParaRPr lang="en-US" sz="900"/>
          </a:p>
        </p:txBody>
      </p:sp>
      <p:sp>
        <p:nvSpPr>
          <p:cNvPr id="37" name="Shape 33"/>
          <p:cNvSpPr/>
          <p:nvPr/>
        </p:nvSpPr>
        <p:spPr>
          <a:xfrm>
            <a:off x="411480" y="3399282"/>
            <a:ext cx="3715512" cy="985266"/>
          </a:xfrm>
          <a:prstGeom prst="rect">
            <a:avLst/>
          </a:prstGeom>
          <a:solidFill>
            <a:srgbClr val="F7F8FA"/>
          </a:solidFill>
          <a:ln w="12700">
            <a:solidFill>
              <a:srgbClr val="DDE1EA"/>
            </a:solidFill>
            <a:prstDash val="solid"/>
          </a:ln>
        </p:spPr>
        <p:txBody>
          <a:bodyPr/>
          <a:lstStyle/>
          <a:p>
            <a:endParaRPr lang="en-AE"/>
          </a:p>
        </p:txBody>
      </p:sp>
      <p:sp>
        <p:nvSpPr>
          <p:cNvPr id="38" name="Shape 34"/>
          <p:cNvSpPr/>
          <p:nvPr/>
        </p:nvSpPr>
        <p:spPr>
          <a:xfrm>
            <a:off x="411480" y="3445002"/>
            <a:ext cx="36576" cy="893826"/>
          </a:xfrm>
          <a:prstGeom prst="rect">
            <a:avLst/>
          </a:prstGeom>
          <a:solidFill>
            <a:srgbClr val="C0001A"/>
          </a:solidFill>
          <a:ln w="12700">
            <a:solidFill>
              <a:srgbClr val="C0001A"/>
            </a:solidFill>
            <a:prstDash val="solid"/>
          </a:ln>
        </p:spPr>
        <p:txBody>
          <a:bodyPr/>
          <a:lstStyle/>
          <a:p>
            <a:endParaRPr lang="en-AE"/>
          </a:p>
        </p:txBody>
      </p:sp>
      <p:sp>
        <p:nvSpPr>
          <p:cNvPr id="39" name="Text 35"/>
          <p:cNvSpPr/>
          <p:nvPr/>
        </p:nvSpPr>
        <p:spPr>
          <a:xfrm>
            <a:off x="521208" y="3454146"/>
            <a:ext cx="3569208" cy="201168"/>
          </a:xfrm>
          <a:prstGeom prst="rect">
            <a:avLst/>
          </a:prstGeom>
          <a:noFill/>
          <a:ln/>
        </p:spPr>
        <p:txBody>
          <a:bodyPr wrap="square" lIns="0" tIns="0" rIns="0" bIns="0" rtlCol="0" anchor="ctr"/>
          <a:lstStyle/>
          <a:p>
            <a:pPr marL="0" indent="0">
              <a:buNone/>
            </a:pPr>
            <a:r>
              <a:rPr lang="en-US" sz="900" b="1">
                <a:solidFill>
                  <a:srgbClr val="1B2A4A"/>
                </a:solidFill>
                <a:latin typeface="Verdana" pitchFamily="34" charset="0"/>
                <a:ea typeface="Verdana" pitchFamily="34" charset="-122"/>
                <a:cs typeface="Verdana" pitchFamily="34" charset="-120"/>
              </a:rPr>
              <a:t>Quantifying GIA's Value Add</a:t>
            </a:r>
            <a:endParaRPr lang="en-US" sz="900"/>
          </a:p>
        </p:txBody>
      </p:sp>
      <p:sp>
        <p:nvSpPr>
          <p:cNvPr id="40" name="Text 36"/>
          <p:cNvSpPr/>
          <p:nvPr/>
        </p:nvSpPr>
        <p:spPr>
          <a:xfrm>
            <a:off x="521208" y="3655314"/>
            <a:ext cx="3569208" cy="674370"/>
          </a:xfrm>
          <a:prstGeom prst="rect">
            <a:avLst/>
          </a:prstGeom>
          <a:noFill/>
          <a:ln/>
        </p:spPr>
        <p:txBody>
          <a:bodyPr wrap="square" lIns="0" tIns="0" rIns="0" bIns="0" rtlCol="0" anchor="t"/>
          <a:lstStyle/>
          <a:p>
            <a:pPr marL="0" indent="0">
              <a:buNone/>
            </a:pPr>
            <a:r>
              <a:rPr lang="en-US" sz="900">
                <a:solidFill>
                  <a:srgbClr val="2D2D2D"/>
                </a:solidFill>
                <a:latin typeface="Verdana" pitchFamily="34" charset="0"/>
                <a:ea typeface="Verdana" pitchFamily="34" charset="-122"/>
                <a:cs typeface="Verdana" pitchFamily="34" charset="-120"/>
              </a:rPr>
              <a:t>Clearer articulation of GIA's contribution to risk management and control improvement — beyond completion of the audit plan.</a:t>
            </a:r>
            <a:endParaRPr lang="en-US" sz="900"/>
          </a:p>
        </p:txBody>
      </p:sp>
      <p:sp>
        <p:nvSpPr>
          <p:cNvPr id="41" name="Shape 37"/>
          <p:cNvSpPr/>
          <p:nvPr/>
        </p:nvSpPr>
        <p:spPr>
          <a:xfrm>
            <a:off x="411480" y="4384548"/>
            <a:ext cx="3715512" cy="985266"/>
          </a:xfrm>
          <a:prstGeom prst="rect">
            <a:avLst/>
          </a:prstGeom>
          <a:solidFill>
            <a:srgbClr val="FFFFFF"/>
          </a:solidFill>
          <a:ln w="12700">
            <a:solidFill>
              <a:srgbClr val="DDE1EA"/>
            </a:solidFill>
            <a:prstDash val="solid"/>
          </a:ln>
        </p:spPr>
        <p:txBody>
          <a:bodyPr/>
          <a:lstStyle/>
          <a:p>
            <a:endParaRPr lang="en-AE"/>
          </a:p>
        </p:txBody>
      </p:sp>
      <p:sp>
        <p:nvSpPr>
          <p:cNvPr id="42" name="Shape 38"/>
          <p:cNvSpPr/>
          <p:nvPr/>
        </p:nvSpPr>
        <p:spPr>
          <a:xfrm>
            <a:off x="411480" y="4430268"/>
            <a:ext cx="36576" cy="893826"/>
          </a:xfrm>
          <a:prstGeom prst="rect">
            <a:avLst/>
          </a:prstGeom>
          <a:solidFill>
            <a:srgbClr val="C0001A"/>
          </a:solidFill>
          <a:ln w="12700">
            <a:solidFill>
              <a:srgbClr val="C0001A"/>
            </a:solidFill>
            <a:prstDash val="solid"/>
          </a:ln>
        </p:spPr>
        <p:txBody>
          <a:bodyPr/>
          <a:lstStyle/>
          <a:p>
            <a:endParaRPr lang="en-AE"/>
          </a:p>
        </p:txBody>
      </p:sp>
      <p:sp>
        <p:nvSpPr>
          <p:cNvPr id="43" name="Text 39"/>
          <p:cNvSpPr/>
          <p:nvPr/>
        </p:nvSpPr>
        <p:spPr>
          <a:xfrm>
            <a:off x="521208" y="4439412"/>
            <a:ext cx="3569208" cy="201168"/>
          </a:xfrm>
          <a:prstGeom prst="rect">
            <a:avLst/>
          </a:prstGeom>
          <a:noFill/>
          <a:ln/>
        </p:spPr>
        <p:txBody>
          <a:bodyPr wrap="square" lIns="0" tIns="0" rIns="0" bIns="0" rtlCol="0" anchor="ctr"/>
          <a:lstStyle/>
          <a:p>
            <a:pPr marL="0" indent="0">
              <a:buNone/>
            </a:pPr>
            <a:r>
              <a:rPr lang="en-US" sz="900" b="1">
                <a:solidFill>
                  <a:srgbClr val="1B2A4A"/>
                </a:solidFill>
                <a:latin typeface="Verdana" pitchFamily="34" charset="0"/>
                <a:ea typeface="Verdana" pitchFamily="34" charset="-122"/>
                <a:cs typeface="Verdana" pitchFamily="34" charset="-120"/>
              </a:rPr>
              <a:t>Team Capability &amp; Expertise</a:t>
            </a:r>
            <a:endParaRPr lang="en-US" sz="900"/>
          </a:p>
        </p:txBody>
      </p:sp>
      <p:sp>
        <p:nvSpPr>
          <p:cNvPr id="44" name="Text 40"/>
          <p:cNvSpPr/>
          <p:nvPr/>
        </p:nvSpPr>
        <p:spPr>
          <a:xfrm>
            <a:off x="521208" y="4640580"/>
            <a:ext cx="3569208" cy="674370"/>
          </a:xfrm>
          <a:prstGeom prst="rect">
            <a:avLst/>
          </a:prstGeom>
          <a:noFill/>
          <a:ln/>
        </p:spPr>
        <p:txBody>
          <a:bodyPr wrap="square" lIns="0" tIns="0" rIns="0" bIns="0" rtlCol="0" anchor="t"/>
          <a:lstStyle/>
          <a:p>
            <a:pPr marL="0" indent="0">
              <a:buNone/>
            </a:pPr>
            <a:r>
              <a:rPr lang="en-US" sz="900">
                <a:solidFill>
                  <a:srgbClr val="2D2D2D"/>
                </a:solidFill>
                <a:latin typeface="Verdana" pitchFamily="34" charset="0"/>
                <a:ea typeface="Verdana" pitchFamily="34" charset="-122"/>
                <a:cs typeface="Verdana" pitchFamily="34" charset="-120"/>
              </a:rPr>
              <a:t>Ensuring the right level of specialist expertise within GIA to deal with an increasingly complex and evolving business environment.</a:t>
            </a:r>
            <a:endParaRPr lang="en-US" sz="900"/>
          </a:p>
        </p:txBody>
      </p:sp>
      <p:sp>
        <p:nvSpPr>
          <p:cNvPr id="45" name="Shape 41"/>
          <p:cNvSpPr/>
          <p:nvPr/>
        </p:nvSpPr>
        <p:spPr>
          <a:xfrm>
            <a:off x="411480" y="5369814"/>
            <a:ext cx="3715512" cy="985266"/>
          </a:xfrm>
          <a:prstGeom prst="rect">
            <a:avLst/>
          </a:prstGeom>
          <a:solidFill>
            <a:srgbClr val="F7F8FA"/>
          </a:solidFill>
          <a:ln w="12700">
            <a:solidFill>
              <a:srgbClr val="DDE1EA"/>
            </a:solidFill>
            <a:prstDash val="solid"/>
          </a:ln>
        </p:spPr>
        <p:txBody>
          <a:bodyPr/>
          <a:lstStyle/>
          <a:p>
            <a:endParaRPr lang="en-AE"/>
          </a:p>
        </p:txBody>
      </p:sp>
      <p:sp>
        <p:nvSpPr>
          <p:cNvPr id="46" name="Shape 42"/>
          <p:cNvSpPr/>
          <p:nvPr/>
        </p:nvSpPr>
        <p:spPr>
          <a:xfrm>
            <a:off x="411480" y="5415534"/>
            <a:ext cx="36576" cy="893826"/>
          </a:xfrm>
          <a:prstGeom prst="rect">
            <a:avLst/>
          </a:prstGeom>
          <a:solidFill>
            <a:srgbClr val="C0001A"/>
          </a:solidFill>
          <a:ln w="12700">
            <a:solidFill>
              <a:srgbClr val="C0001A"/>
            </a:solidFill>
            <a:prstDash val="solid"/>
          </a:ln>
        </p:spPr>
        <p:txBody>
          <a:bodyPr/>
          <a:lstStyle/>
          <a:p>
            <a:endParaRPr lang="en-AE"/>
          </a:p>
        </p:txBody>
      </p:sp>
      <p:sp>
        <p:nvSpPr>
          <p:cNvPr id="47" name="Text 43"/>
          <p:cNvSpPr/>
          <p:nvPr/>
        </p:nvSpPr>
        <p:spPr>
          <a:xfrm>
            <a:off x="521208" y="5424678"/>
            <a:ext cx="3569208" cy="201168"/>
          </a:xfrm>
          <a:prstGeom prst="rect">
            <a:avLst/>
          </a:prstGeom>
          <a:noFill/>
          <a:ln/>
        </p:spPr>
        <p:txBody>
          <a:bodyPr wrap="square" lIns="0" tIns="0" rIns="0" bIns="0" rtlCol="0" anchor="ctr"/>
          <a:lstStyle/>
          <a:p>
            <a:pPr marL="0" indent="0">
              <a:buNone/>
            </a:pPr>
            <a:r>
              <a:rPr lang="en-US" sz="900" b="1">
                <a:solidFill>
                  <a:srgbClr val="1B2A4A"/>
                </a:solidFill>
                <a:latin typeface="Verdana" pitchFamily="34" charset="0"/>
                <a:ea typeface="Verdana" pitchFamily="34" charset="-122"/>
                <a:cs typeface="Verdana" pitchFamily="34" charset="-120"/>
              </a:rPr>
              <a:t>Technology Risk Coverage</a:t>
            </a:r>
            <a:endParaRPr lang="en-US" sz="900"/>
          </a:p>
        </p:txBody>
      </p:sp>
      <p:sp>
        <p:nvSpPr>
          <p:cNvPr id="48" name="Text 44"/>
          <p:cNvSpPr/>
          <p:nvPr/>
        </p:nvSpPr>
        <p:spPr>
          <a:xfrm>
            <a:off x="521208" y="5625846"/>
            <a:ext cx="3569208" cy="674370"/>
          </a:xfrm>
          <a:prstGeom prst="rect">
            <a:avLst/>
          </a:prstGeom>
          <a:noFill/>
          <a:ln/>
        </p:spPr>
        <p:txBody>
          <a:bodyPr wrap="square" lIns="0" tIns="0" rIns="0" bIns="0" rtlCol="0" anchor="t"/>
          <a:lstStyle/>
          <a:p>
            <a:pPr marL="0" indent="0">
              <a:buNone/>
            </a:pPr>
            <a:r>
              <a:rPr lang="en-US" sz="900">
                <a:solidFill>
                  <a:srgbClr val="2D2D2D"/>
                </a:solidFill>
                <a:latin typeface="Verdana" pitchFamily="34" charset="0"/>
                <a:ea typeface="Verdana" pitchFamily="34" charset="-122"/>
                <a:cs typeface="Verdana" pitchFamily="34" charset="-120"/>
              </a:rPr>
              <a:t>Expanded coverage of IT Disaster Recovery, Digital Currency, and emerging technology risks aligned with the Bank's strategic roadmap and regulatory developments.</a:t>
            </a:r>
            <a:endParaRPr lang="en-US" sz="900"/>
          </a:p>
        </p:txBody>
      </p:sp>
      <p:sp>
        <p:nvSpPr>
          <p:cNvPr id="49" name="Shape 45"/>
          <p:cNvSpPr/>
          <p:nvPr/>
        </p:nvSpPr>
        <p:spPr>
          <a:xfrm>
            <a:off x="4236720" y="2139696"/>
            <a:ext cx="3715512" cy="274320"/>
          </a:xfrm>
          <a:prstGeom prst="rect">
            <a:avLst/>
          </a:prstGeom>
          <a:solidFill>
            <a:srgbClr val="1B2A4A"/>
          </a:solidFill>
          <a:ln w="12700">
            <a:solidFill>
              <a:srgbClr val="1B2A4A"/>
            </a:solidFill>
            <a:prstDash val="solid"/>
          </a:ln>
        </p:spPr>
        <p:txBody>
          <a:bodyPr/>
          <a:lstStyle/>
          <a:p>
            <a:endParaRPr lang="en-AE" sz="900"/>
          </a:p>
        </p:txBody>
      </p:sp>
      <p:sp>
        <p:nvSpPr>
          <p:cNvPr id="50" name="Shape 46"/>
          <p:cNvSpPr/>
          <p:nvPr/>
        </p:nvSpPr>
        <p:spPr>
          <a:xfrm>
            <a:off x="4236720" y="2139696"/>
            <a:ext cx="45720" cy="274320"/>
          </a:xfrm>
          <a:prstGeom prst="rect">
            <a:avLst/>
          </a:prstGeom>
          <a:solidFill>
            <a:srgbClr val="1E7A3A"/>
          </a:solidFill>
          <a:ln w="12700">
            <a:solidFill>
              <a:srgbClr val="1E7A3A"/>
            </a:solidFill>
            <a:prstDash val="solid"/>
          </a:ln>
        </p:spPr>
        <p:txBody>
          <a:bodyPr/>
          <a:lstStyle/>
          <a:p>
            <a:endParaRPr lang="en-AE" sz="900"/>
          </a:p>
        </p:txBody>
      </p:sp>
      <p:sp>
        <p:nvSpPr>
          <p:cNvPr id="51" name="Shape 47"/>
          <p:cNvSpPr/>
          <p:nvPr/>
        </p:nvSpPr>
        <p:spPr>
          <a:xfrm>
            <a:off x="4282440" y="2139696"/>
            <a:ext cx="45720" cy="274320"/>
          </a:xfrm>
          <a:prstGeom prst="rect">
            <a:avLst/>
          </a:prstGeom>
          <a:solidFill>
            <a:srgbClr val="1B2A4A"/>
          </a:solidFill>
          <a:ln w="12700">
            <a:solidFill>
              <a:srgbClr val="1B2A4A"/>
            </a:solidFill>
            <a:prstDash val="solid"/>
          </a:ln>
        </p:spPr>
        <p:txBody>
          <a:bodyPr/>
          <a:lstStyle/>
          <a:p>
            <a:endParaRPr lang="en-AE" sz="900"/>
          </a:p>
        </p:txBody>
      </p:sp>
      <p:sp>
        <p:nvSpPr>
          <p:cNvPr id="52" name="Text 48"/>
          <p:cNvSpPr/>
          <p:nvPr/>
        </p:nvSpPr>
        <p:spPr>
          <a:xfrm>
            <a:off x="4364736" y="2139696"/>
            <a:ext cx="3550920" cy="274320"/>
          </a:xfrm>
          <a:prstGeom prst="rect">
            <a:avLst/>
          </a:prstGeom>
          <a:noFill/>
          <a:ln/>
        </p:spPr>
        <p:txBody>
          <a:bodyPr wrap="square" lIns="0" tIns="0" rIns="0" bIns="0" rtlCol="0" anchor="ctr"/>
          <a:lstStyle/>
          <a:p>
            <a:pPr marL="0" indent="0">
              <a:buNone/>
            </a:pPr>
            <a:r>
              <a:rPr lang="en-US" sz="900" b="1">
                <a:solidFill>
                  <a:srgbClr val="FFFFFF"/>
                </a:solidFill>
                <a:latin typeface="Verdana" pitchFamily="34" charset="0"/>
                <a:ea typeface="Verdana" pitchFamily="34" charset="-122"/>
                <a:cs typeface="Verdana" pitchFamily="34" charset="-120"/>
              </a:rPr>
              <a:t>RECOGNISED STRENGTHS</a:t>
            </a:r>
            <a:endParaRPr lang="en-US" sz="900"/>
          </a:p>
        </p:txBody>
      </p:sp>
      <p:sp>
        <p:nvSpPr>
          <p:cNvPr id="53" name="Shape 49"/>
          <p:cNvSpPr/>
          <p:nvPr/>
        </p:nvSpPr>
        <p:spPr>
          <a:xfrm>
            <a:off x="4236720" y="2414016"/>
            <a:ext cx="3715512" cy="1313688"/>
          </a:xfrm>
          <a:prstGeom prst="rect">
            <a:avLst/>
          </a:prstGeom>
          <a:solidFill>
            <a:srgbClr val="FFFFFF"/>
          </a:solidFill>
          <a:ln w="12700">
            <a:solidFill>
              <a:srgbClr val="DDE1EA"/>
            </a:solidFill>
            <a:prstDash val="solid"/>
          </a:ln>
        </p:spPr>
        <p:txBody>
          <a:bodyPr/>
          <a:lstStyle/>
          <a:p>
            <a:endParaRPr lang="en-AE"/>
          </a:p>
        </p:txBody>
      </p:sp>
      <p:sp>
        <p:nvSpPr>
          <p:cNvPr id="54" name="Shape 50"/>
          <p:cNvSpPr/>
          <p:nvPr/>
        </p:nvSpPr>
        <p:spPr>
          <a:xfrm>
            <a:off x="4236720" y="2459736"/>
            <a:ext cx="36576" cy="1222248"/>
          </a:xfrm>
          <a:prstGeom prst="rect">
            <a:avLst/>
          </a:prstGeom>
          <a:solidFill>
            <a:srgbClr val="1E7A3A"/>
          </a:solidFill>
          <a:ln w="12700">
            <a:solidFill>
              <a:srgbClr val="1E7A3A"/>
            </a:solidFill>
            <a:prstDash val="solid"/>
          </a:ln>
        </p:spPr>
        <p:txBody>
          <a:bodyPr/>
          <a:lstStyle/>
          <a:p>
            <a:endParaRPr lang="en-AE"/>
          </a:p>
        </p:txBody>
      </p:sp>
      <p:sp>
        <p:nvSpPr>
          <p:cNvPr id="55" name="Text 51"/>
          <p:cNvSpPr/>
          <p:nvPr/>
        </p:nvSpPr>
        <p:spPr>
          <a:xfrm>
            <a:off x="4346448" y="2468880"/>
            <a:ext cx="3569208" cy="201168"/>
          </a:xfrm>
          <a:prstGeom prst="rect">
            <a:avLst/>
          </a:prstGeom>
          <a:noFill/>
          <a:ln/>
        </p:spPr>
        <p:txBody>
          <a:bodyPr wrap="square" lIns="0" tIns="0" rIns="0" bIns="0" rtlCol="0" anchor="ctr"/>
          <a:lstStyle/>
          <a:p>
            <a:pPr marL="0" indent="0">
              <a:buNone/>
            </a:pPr>
            <a:r>
              <a:rPr lang="en-US" sz="900" b="1">
                <a:solidFill>
                  <a:srgbClr val="1B2A4A"/>
                </a:solidFill>
                <a:latin typeface="Verdana" pitchFamily="34" charset="0"/>
                <a:ea typeface="Verdana" pitchFamily="34" charset="-122"/>
                <a:cs typeface="Verdana" pitchFamily="34" charset="-120"/>
              </a:rPr>
              <a:t>Leadership &amp; Transformation</a:t>
            </a:r>
            <a:endParaRPr lang="en-US" sz="900"/>
          </a:p>
        </p:txBody>
      </p:sp>
      <p:sp>
        <p:nvSpPr>
          <p:cNvPr id="56" name="Text 52"/>
          <p:cNvSpPr/>
          <p:nvPr/>
        </p:nvSpPr>
        <p:spPr>
          <a:xfrm>
            <a:off x="4346448" y="2670048"/>
            <a:ext cx="3569208" cy="1002792"/>
          </a:xfrm>
          <a:prstGeom prst="rect">
            <a:avLst/>
          </a:prstGeom>
          <a:noFill/>
          <a:ln/>
        </p:spPr>
        <p:txBody>
          <a:bodyPr wrap="square" lIns="0" tIns="0" rIns="0" bIns="0" rtlCol="0" anchor="t"/>
          <a:lstStyle/>
          <a:p>
            <a:pPr marL="0" indent="0">
              <a:buNone/>
            </a:pPr>
            <a:r>
              <a:rPr lang="en-US" sz="900">
                <a:solidFill>
                  <a:srgbClr val="2D2D2D"/>
                </a:solidFill>
                <a:latin typeface="Verdana" pitchFamily="34" charset="0"/>
                <a:ea typeface="Verdana" pitchFamily="34" charset="-122"/>
                <a:cs typeface="Verdana" pitchFamily="34" charset="-120"/>
              </a:rPr>
              <a:t>BAC recognised the significant transformation of GIA under new leadership and the improved quality and alignment of the 2026 audit plan.</a:t>
            </a:r>
            <a:endParaRPr lang="en-US" sz="900"/>
          </a:p>
        </p:txBody>
      </p:sp>
      <p:sp>
        <p:nvSpPr>
          <p:cNvPr id="57" name="Shape 53"/>
          <p:cNvSpPr/>
          <p:nvPr/>
        </p:nvSpPr>
        <p:spPr>
          <a:xfrm>
            <a:off x="4236720" y="3727704"/>
            <a:ext cx="3715512" cy="1313688"/>
          </a:xfrm>
          <a:prstGeom prst="rect">
            <a:avLst/>
          </a:prstGeom>
          <a:solidFill>
            <a:srgbClr val="F7F8FA"/>
          </a:solidFill>
          <a:ln w="12700">
            <a:solidFill>
              <a:srgbClr val="DDE1EA"/>
            </a:solidFill>
            <a:prstDash val="solid"/>
          </a:ln>
        </p:spPr>
        <p:txBody>
          <a:bodyPr/>
          <a:lstStyle/>
          <a:p>
            <a:endParaRPr lang="en-AE"/>
          </a:p>
        </p:txBody>
      </p:sp>
      <p:sp>
        <p:nvSpPr>
          <p:cNvPr id="58" name="Shape 54"/>
          <p:cNvSpPr/>
          <p:nvPr/>
        </p:nvSpPr>
        <p:spPr>
          <a:xfrm>
            <a:off x="4236720" y="3773424"/>
            <a:ext cx="36576" cy="1222248"/>
          </a:xfrm>
          <a:prstGeom prst="rect">
            <a:avLst/>
          </a:prstGeom>
          <a:solidFill>
            <a:srgbClr val="1E7A3A"/>
          </a:solidFill>
          <a:ln w="12700">
            <a:solidFill>
              <a:srgbClr val="1E7A3A"/>
            </a:solidFill>
            <a:prstDash val="solid"/>
          </a:ln>
        </p:spPr>
        <p:txBody>
          <a:bodyPr/>
          <a:lstStyle/>
          <a:p>
            <a:endParaRPr lang="en-AE"/>
          </a:p>
        </p:txBody>
      </p:sp>
      <p:sp>
        <p:nvSpPr>
          <p:cNvPr id="59" name="Text 55"/>
          <p:cNvSpPr/>
          <p:nvPr/>
        </p:nvSpPr>
        <p:spPr>
          <a:xfrm>
            <a:off x="4346448" y="3782568"/>
            <a:ext cx="3569208" cy="201168"/>
          </a:xfrm>
          <a:prstGeom prst="rect">
            <a:avLst/>
          </a:prstGeom>
          <a:noFill/>
          <a:ln/>
        </p:spPr>
        <p:txBody>
          <a:bodyPr wrap="square" lIns="0" tIns="0" rIns="0" bIns="0" rtlCol="0" anchor="ctr"/>
          <a:lstStyle/>
          <a:p>
            <a:pPr marL="0" indent="0">
              <a:buNone/>
            </a:pPr>
            <a:r>
              <a:rPr lang="en-US" sz="900" b="1">
                <a:solidFill>
                  <a:srgbClr val="1B2A4A"/>
                </a:solidFill>
                <a:latin typeface="Verdana" pitchFamily="34" charset="0"/>
                <a:ea typeface="Verdana" pitchFamily="34" charset="-122"/>
                <a:cs typeface="Verdana" pitchFamily="34" charset="-120"/>
              </a:rPr>
              <a:t>Communication with BAC</a:t>
            </a:r>
            <a:endParaRPr lang="en-US" sz="900"/>
          </a:p>
        </p:txBody>
      </p:sp>
      <p:sp>
        <p:nvSpPr>
          <p:cNvPr id="60" name="Text 56"/>
          <p:cNvSpPr/>
          <p:nvPr/>
        </p:nvSpPr>
        <p:spPr>
          <a:xfrm>
            <a:off x="4346448" y="3983736"/>
            <a:ext cx="3569208" cy="1002792"/>
          </a:xfrm>
          <a:prstGeom prst="rect">
            <a:avLst/>
          </a:prstGeom>
          <a:noFill/>
          <a:ln/>
        </p:spPr>
        <p:txBody>
          <a:bodyPr wrap="square" lIns="0" tIns="0" rIns="0" bIns="0" rtlCol="0" anchor="t"/>
          <a:lstStyle/>
          <a:p>
            <a:pPr marL="0" indent="0">
              <a:buNone/>
            </a:pPr>
            <a:r>
              <a:rPr lang="en-US" sz="900">
                <a:solidFill>
                  <a:srgbClr val="2D2D2D"/>
                </a:solidFill>
                <a:latin typeface="Verdana" pitchFamily="34" charset="0"/>
                <a:ea typeface="Verdana" pitchFamily="34" charset="-122"/>
                <a:cs typeface="Verdana" pitchFamily="34" charset="-120"/>
              </a:rPr>
              <a:t>Strong quality of audit discussions and communication with the BAC — commended as a continued strength to build on.</a:t>
            </a:r>
            <a:endParaRPr lang="en-US" sz="900"/>
          </a:p>
        </p:txBody>
      </p:sp>
      <p:sp>
        <p:nvSpPr>
          <p:cNvPr id="61" name="Shape 57"/>
          <p:cNvSpPr/>
          <p:nvPr/>
        </p:nvSpPr>
        <p:spPr>
          <a:xfrm>
            <a:off x="4236720" y="5041392"/>
            <a:ext cx="3715512" cy="1313688"/>
          </a:xfrm>
          <a:prstGeom prst="rect">
            <a:avLst/>
          </a:prstGeom>
          <a:solidFill>
            <a:srgbClr val="FFFFFF"/>
          </a:solidFill>
          <a:ln w="12700">
            <a:solidFill>
              <a:srgbClr val="DDE1EA"/>
            </a:solidFill>
            <a:prstDash val="solid"/>
          </a:ln>
        </p:spPr>
        <p:txBody>
          <a:bodyPr/>
          <a:lstStyle/>
          <a:p>
            <a:endParaRPr lang="en-AE"/>
          </a:p>
        </p:txBody>
      </p:sp>
      <p:sp>
        <p:nvSpPr>
          <p:cNvPr id="62" name="Shape 58"/>
          <p:cNvSpPr/>
          <p:nvPr/>
        </p:nvSpPr>
        <p:spPr>
          <a:xfrm>
            <a:off x="4236720" y="5087112"/>
            <a:ext cx="36576" cy="1222248"/>
          </a:xfrm>
          <a:prstGeom prst="rect">
            <a:avLst/>
          </a:prstGeom>
          <a:solidFill>
            <a:srgbClr val="1E7A3A"/>
          </a:solidFill>
          <a:ln w="12700">
            <a:solidFill>
              <a:srgbClr val="1E7A3A"/>
            </a:solidFill>
            <a:prstDash val="solid"/>
          </a:ln>
        </p:spPr>
        <p:txBody>
          <a:bodyPr/>
          <a:lstStyle/>
          <a:p>
            <a:endParaRPr lang="en-AE"/>
          </a:p>
        </p:txBody>
      </p:sp>
      <p:sp>
        <p:nvSpPr>
          <p:cNvPr id="63" name="Text 59"/>
          <p:cNvSpPr/>
          <p:nvPr/>
        </p:nvSpPr>
        <p:spPr>
          <a:xfrm>
            <a:off x="4346448" y="5096256"/>
            <a:ext cx="3569208" cy="201168"/>
          </a:xfrm>
          <a:prstGeom prst="rect">
            <a:avLst/>
          </a:prstGeom>
          <a:noFill/>
          <a:ln/>
        </p:spPr>
        <p:txBody>
          <a:bodyPr wrap="square" lIns="0" tIns="0" rIns="0" bIns="0" rtlCol="0" anchor="ctr"/>
          <a:lstStyle/>
          <a:p>
            <a:pPr marL="0" indent="0">
              <a:buNone/>
            </a:pPr>
            <a:r>
              <a:rPr lang="en-US" sz="900" b="1">
                <a:solidFill>
                  <a:srgbClr val="1B2A4A"/>
                </a:solidFill>
                <a:latin typeface="Verdana" pitchFamily="34" charset="0"/>
                <a:ea typeface="Verdana" pitchFamily="34" charset="-122"/>
                <a:cs typeface="Verdana" pitchFamily="34" charset="-120"/>
              </a:rPr>
              <a:t>Audit Performance &amp; Alignment</a:t>
            </a:r>
            <a:endParaRPr lang="en-US" sz="900"/>
          </a:p>
        </p:txBody>
      </p:sp>
      <p:sp>
        <p:nvSpPr>
          <p:cNvPr id="64" name="Text 60"/>
          <p:cNvSpPr/>
          <p:nvPr/>
        </p:nvSpPr>
        <p:spPr>
          <a:xfrm>
            <a:off x="4346448" y="5297424"/>
            <a:ext cx="3569208" cy="1002792"/>
          </a:xfrm>
          <a:prstGeom prst="rect">
            <a:avLst/>
          </a:prstGeom>
          <a:noFill/>
          <a:ln/>
        </p:spPr>
        <p:txBody>
          <a:bodyPr wrap="square" lIns="0" tIns="0" rIns="0" bIns="0" rtlCol="0" anchor="t"/>
          <a:lstStyle/>
          <a:p>
            <a:pPr marL="0" indent="0">
              <a:buNone/>
            </a:pPr>
            <a:r>
              <a:rPr lang="en-US" sz="900">
                <a:solidFill>
                  <a:srgbClr val="2D2D2D"/>
                </a:solidFill>
                <a:latin typeface="Verdana" pitchFamily="34" charset="0"/>
                <a:ea typeface="Verdana" pitchFamily="34" charset="-122"/>
                <a:cs typeface="Verdana" pitchFamily="34" charset="-120"/>
              </a:rPr>
              <a:t>Overall audit performance and alignment with key risks rated positively; clarity in presentations highlighted as a strength by members.</a:t>
            </a:r>
            <a:endParaRPr lang="en-US" sz="900"/>
          </a:p>
        </p:txBody>
      </p:sp>
      <p:sp>
        <p:nvSpPr>
          <p:cNvPr id="65" name="Shape 61"/>
          <p:cNvSpPr/>
          <p:nvPr/>
        </p:nvSpPr>
        <p:spPr>
          <a:xfrm>
            <a:off x="8061960" y="2139696"/>
            <a:ext cx="3715512" cy="274320"/>
          </a:xfrm>
          <a:prstGeom prst="rect">
            <a:avLst/>
          </a:prstGeom>
          <a:solidFill>
            <a:srgbClr val="1B2A4A"/>
          </a:solidFill>
          <a:ln w="12700">
            <a:solidFill>
              <a:srgbClr val="1B2A4A"/>
            </a:solidFill>
            <a:prstDash val="solid"/>
          </a:ln>
        </p:spPr>
        <p:txBody>
          <a:bodyPr/>
          <a:lstStyle/>
          <a:p>
            <a:endParaRPr lang="en-AE" sz="900"/>
          </a:p>
        </p:txBody>
      </p:sp>
      <p:sp>
        <p:nvSpPr>
          <p:cNvPr id="66" name="Shape 62"/>
          <p:cNvSpPr/>
          <p:nvPr/>
        </p:nvSpPr>
        <p:spPr>
          <a:xfrm>
            <a:off x="8061960" y="2139696"/>
            <a:ext cx="45720" cy="274320"/>
          </a:xfrm>
          <a:prstGeom prst="rect">
            <a:avLst/>
          </a:prstGeom>
          <a:solidFill>
            <a:srgbClr val="1B2A4A"/>
          </a:solidFill>
          <a:ln w="12700">
            <a:solidFill>
              <a:srgbClr val="1B2A4A"/>
            </a:solidFill>
            <a:prstDash val="solid"/>
          </a:ln>
        </p:spPr>
        <p:txBody>
          <a:bodyPr/>
          <a:lstStyle/>
          <a:p>
            <a:endParaRPr lang="en-AE" sz="900"/>
          </a:p>
        </p:txBody>
      </p:sp>
      <p:sp>
        <p:nvSpPr>
          <p:cNvPr id="67" name="Shape 63"/>
          <p:cNvSpPr/>
          <p:nvPr/>
        </p:nvSpPr>
        <p:spPr>
          <a:xfrm>
            <a:off x="8107680" y="2139696"/>
            <a:ext cx="45720" cy="274320"/>
          </a:xfrm>
          <a:prstGeom prst="rect">
            <a:avLst/>
          </a:prstGeom>
          <a:solidFill>
            <a:srgbClr val="1B2A4A"/>
          </a:solidFill>
          <a:ln w="12700">
            <a:solidFill>
              <a:srgbClr val="1B2A4A"/>
            </a:solidFill>
            <a:prstDash val="solid"/>
          </a:ln>
        </p:spPr>
        <p:txBody>
          <a:bodyPr/>
          <a:lstStyle/>
          <a:p>
            <a:endParaRPr lang="en-AE" sz="900"/>
          </a:p>
        </p:txBody>
      </p:sp>
      <p:sp>
        <p:nvSpPr>
          <p:cNvPr id="68" name="Text 64"/>
          <p:cNvSpPr/>
          <p:nvPr/>
        </p:nvSpPr>
        <p:spPr>
          <a:xfrm>
            <a:off x="8189976" y="2139696"/>
            <a:ext cx="3550920" cy="274320"/>
          </a:xfrm>
          <a:prstGeom prst="rect">
            <a:avLst/>
          </a:prstGeom>
          <a:noFill/>
          <a:ln/>
        </p:spPr>
        <p:txBody>
          <a:bodyPr wrap="square" lIns="0" tIns="0" rIns="0" bIns="0" rtlCol="0" anchor="ctr"/>
          <a:lstStyle/>
          <a:p>
            <a:pPr marL="0" indent="0">
              <a:buNone/>
            </a:pPr>
            <a:r>
              <a:rPr lang="en-US" sz="900" b="1">
                <a:solidFill>
                  <a:srgbClr val="FFFFFF"/>
                </a:solidFill>
                <a:latin typeface="Verdana" pitchFamily="34" charset="0"/>
                <a:ea typeface="Verdana" pitchFamily="34" charset="-122"/>
                <a:cs typeface="Verdana" pitchFamily="34" charset="-120"/>
              </a:rPr>
              <a:t>GIA'S 2026 COMMITMENTS</a:t>
            </a:r>
            <a:endParaRPr lang="en-US" sz="900"/>
          </a:p>
        </p:txBody>
      </p:sp>
      <p:sp>
        <p:nvSpPr>
          <p:cNvPr id="69" name="Shape 65"/>
          <p:cNvSpPr/>
          <p:nvPr/>
        </p:nvSpPr>
        <p:spPr>
          <a:xfrm>
            <a:off x="8061960" y="2414015"/>
            <a:ext cx="3715512" cy="1203367"/>
          </a:xfrm>
          <a:prstGeom prst="rect">
            <a:avLst/>
          </a:prstGeom>
          <a:solidFill>
            <a:srgbClr val="FFFFFF"/>
          </a:solidFill>
          <a:ln w="12700">
            <a:solidFill>
              <a:srgbClr val="DDE1EA"/>
            </a:solidFill>
            <a:prstDash val="solid"/>
          </a:ln>
        </p:spPr>
        <p:txBody>
          <a:bodyPr/>
          <a:lstStyle/>
          <a:p>
            <a:endParaRPr lang="en-AE"/>
          </a:p>
        </p:txBody>
      </p:sp>
      <p:sp>
        <p:nvSpPr>
          <p:cNvPr id="70" name="Shape 66"/>
          <p:cNvSpPr/>
          <p:nvPr/>
        </p:nvSpPr>
        <p:spPr>
          <a:xfrm>
            <a:off x="8061960" y="2459736"/>
            <a:ext cx="36576" cy="1097280"/>
          </a:xfrm>
          <a:prstGeom prst="rect">
            <a:avLst/>
          </a:prstGeom>
          <a:solidFill>
            <a:srgbClr val="1B2A4A"/>
          </a:solidFill>
          <a:ln w="12700">
            <a:solidFill>
              <a:srgbClr val="1B2A4A"/>
            </a:solidFill>
            <a:prstDash val="solid"/>
          </a:ln>
        </p:spPr>
        <p:txBody>
          <a:bodyPr/>
          <a:lstStyle/>
          <a:p>
            <a:endParaRPr lang="en-AE"/>
          </a:p>
        </p:txBody>
      </p:sp>
      <p:sp>
        <p:nvSpPr>
          <p:cNvPr id="71" name="Text 67"/>
          <p:cNvSpPr/>
          <p:nvPr/>
        </p:nvSpPr>
        <p:spPr>
          <a:xfrm>
            <a:off x="8171688" y="2448332"/>
            <a:ext cx="3569208" cy="201168"/>
          </a:xfrm>
          <a:prstGeom prst="rect">
            <a:avLst/>
          </a:prstGeom>
          <a:noFill/>
          <a:ln/>
        </p:spPr>
        <p:txBody>
          <a:bodyPr wrap="square" lIns="0" tIns="0" rIns="0" bIns="0" rtlCol="0" anchor="ctr"/>
          <a:lstStyle/>
          <a:p>
            <a:pPr marL="0" indent="0">
              <a:buNone/>
            </a:pPr>
            <a:r>
              <a:rPr lang="en-US" sz="900" b="1">
                <a:solidFill>
                  <a:srgbClr val="1B2A4A"/>
                </a:solidFill>
                <a:latin typeface="Verdana" pitchFamily="34" charset="0"/>
                <a:ea typeface="Verdana" pitchFamily="34" charset="-122"/>
                <a:cs typeface="Verdana" pitchFamily="34" charset="-120"/>
              </a:rPr>
              <a:t>Business Growth &amp; Emerging Risks</a:t>
            </a:r>
            <a:endParaRPr lang="en-US" sz="900"/>
          </a:p>
        </p:txBody>
      </p:sp>
      <p:sp>
        <p:nvSpPr>
          <p:cNvPr id="72" name="Text 68"/>
          <p:cNvSpPr/>
          <p:nvPr/>
        </p:nvSpPr>
        <p:spPr>
          <a:xfrm>
            <a:off x="8171688" y="2649499"/>
            <a:ext cx="3569208" cy="958795"/>
          </a:xfrm>
          <a:prstGeom prst="rect">
            <a:avLst/>
          </a:prstGeom>
          <a:noFill/>
          <a:ln/>
        </p:spPr>
        <p:txBody>
          <a:bodyPr wrap="square" lIns="0" tIns="0" rIns="0" bIns="0" rtlCol="0" anchor="t"/>
          <a:lstStyle/>
          <a:p>
            <a:pPr marL="0" indent="0">
              <a:buNone/>
            </a:pPr>
            <a:r>
              <a:rPr lang="en-US" sz="900">
                <a:solidFill>
                  <a:srgbClr val="2D2D2D"/>
                </a:solidFill>
                <a:latin typeface="Verdana" pitchFamily="34" charset="0"/>
                <a:ea typeface="Verdana" pitchFamily="34" charset="-122"/>
                <a:cs typeface="Verdana" pitchFamily="34" charset="-120"/>
              </a:rPr>
              <a:t>FY2026 plan includes enhanced WBG and product-focused audits, increased emerging risk coverage, and delivery capacity consideration during audit scoping for major transformation and regulatory initiatives. Market conduct reviews are also now embedded as part of Product Audits. Fraud risk was added to the 2026 audit and will remain under GIA’S radar.  </a:t>
            </a:r>
            <a:endParaRPr lang="en-US" sz="900"/>
          </a:p>
        </p:txBody>
      </p:sp>
      <p:sp>
        <p:nvSpPr>
          <p:cNvPr id="73" name="Shape 69"/>
          <p:cNvSpPr/>
          <p:nvPr/>
        </p:nvSpPr>
        <p:spPr>
          <a:xfrm>
            <a:off x="8061960" y="3624282"/>
            <a:ext cx="3715512" cy="893827"/>
          </a:xfrm>
          <a:prstGeom prst="rect">
            <a:avLst/>
          </a:prstGeom>
          <a:solidFill>
            <a:srgbClr val="F7F8FA"/>
          </a:solidFill>
          <a:ln w="12700">
            <a:solidFill>
              <a:srgbClr val="DDE1EA"/>
            </a:solidFill>
            <a:prstDash val="solid"/>
          </a:ln>
        </p:spPr>
        <p:txBody>
          <a:bodyPr/>
          <a:lstStyle/>
          <a:p>
            <a:endParaRPr lang="en-AE" sz="900"/>
          </a:p>
        </p:txBody>
      </p:sp>
      <p:sp>
        <p:nvSpPr>
          <p:cNvPr id="74" name="Shape 70"/>
          <p:cNvSpPr/>
          <p:nvPr/>
        </p:nvSpPr>
        <p:spPr>
          <a:xfrm>
            <a:off x="8061960" y="3640208"/>
            <a:ext cx="36576" cy="731520"/>
          </a:xfrm>
          <a:prstGeom prst="rect">
            <a:avLst/>
          </a:prstGeom>
          <a:solidFill>
            <a:srgbClr val="1B2A4A"/>
          </a:solidFill>
          <a:ln w="12700">
            <a:solidFill>
              <a:srgbClr val="1B2A4A"/>
            </a:solidFill>
            <a:prstDash val="solid"/>
          </a:ln>
        </p:spPr>
        <p:txBody>
          <a:bodyPr/>
          <a:lstStyle/>
          <a:p>
            <a:endParaRPr lang="en-AE"/>
          </a:p>
        </p:txBody>
      </p:sp>
      <p:sp>
        <p:nvSpPr>
          <p:cNvPr id="75" name="Text 71"/>
          <p:cNvSpPr/>
          <p:nvPr/>
        </p:nvSpPr>
        <p:spPr>
          <a:xfrm>
            <a:off x="8171688" y="3628804"/>
            <a:ext cx="3569208" cy="201168"/>
          </a:xfrm>
          <a:prstGeom prst="rect">
            <a:avLst/>
          </a:prstGeom>
          <a:noFill/>
          <a:ln/>
        </p:spPr>
        <p:txBody>
          <a:bodyPr wrap="square" lIns="0" tIns="0" rIns="0" bIns="0" rtlCol="0" anchor="ctr"/>
          <a:lstStyle/>
          <a:p>
            <a:pPr marL="0" indent="0">
              <a:buNone/>
            </a:pPr>
            <a:r>
              <a:rPr lang="en-US" sz="900" b="1">
                <a:solidFill>
                  <a:srgbClr val="1B2A4A"/>
                </a:solidFill>
                <a:latin typeface="Verdana" pitchFamily="34" charset="0"/>
                <a:ea typeface="Verdana" pitchFamily="34" charset="-122"/>
                <a:cs typeface="Verdana" pitchFamily="34" charset="-120"/>
              </a:rPr>
              <a:t>Quantifying Value Add</a:t>
            </a:r>
            <a:endParaRPr lang="en-US" sz="900"/>
          </a:p>
        </p:txBody>
      </p:sp>
      <p:sp>
        <p:nvSpPr>
          <p:cNvPr id="76" name="Text 72"/>
          <p:cNvSpPr/>
          <p:nvPr/>
        </p:nvSpPr>
        <p:spPr>
          <a:xfrm>
            <a:off x="8171688" y="3819698"/>
            <a:ext cx="3569208" cy="674370"/>
          </a:xfrm>
          <a:prstGeom prst="rect">
            <a:avLst/>
          </a:prstGeom>
          <a:noFill/>
          <a:ln/>
        </p:spPr>
        <p:txBody>
          <a:bodyPr wrap="square" lIns="0" tIns="0" rIns="0" bIns="0" rtlCol="0" anchor="t"/>
          <a:lstStyle/>
          <a:p>
            <a:pPr marL="0" indent="0">
              <a:buNone/>
            </a:pPr>
            <a:r>
              <a:rPr lang="en-US" sz="900">
                <a:solidFill>
                  <a:srgbClr val="2D2D2D"/>
                </a:solidFill>
                <a:latin typeface="Verdana" pitchFamily="34" charset="0"/>
                <a:ea typeface="Verdana" pitchFamily="34" charset="-122"/>
                <a:cs typeface="Verdana" pitchFamily="34" charset="-120"/>
              </a:rPr>
              <a:t>2026 reporting enhancements focus on concise executive summaries, clearer articulation of value-added insights, and direct linkage of audit outcomes to risk and control improvement.</a:t>
            </a:r>
            <a:endParaRPr lang="en-US" sz="900"/>
          </a:p>
        </p:txBody>
      </p:sp>
      <p:sp>
        <p:nvSpPr>
          <p:cNvPr id="77" name="Shape 73"/>
          <p:cNvSpPr/>
          <p:nvPr/>
        </p:nvSpPr>
        <p:spPr>
          <a:xfrm>
            <a:off x="8061960" y="4384548"/>
            <a:ext cx="3715512" cy="985266"/>
          </a:xfrm>
          <a:prstGeom prst="rect">
            <a:avLst/>
          </a:prstGeom>
          <a:solidFill>
            <a:srgbClr val="FFFFFF"/>
          </a:solidFill>
          <a:ln w="12700">
            <a:solidFill>
              <a:srgbClr val="DDE1EA"/>
            </a:solidFill>
            <a:prstDash val="solid"/>
          </a:ln>
        </p:spPr>
        <p:txBody>
          <a:bodyPr/>
          <a:lstStyle/>
          <a:p>
            <a:endParaRPr lang="en-AE"/>
          </a:p>
        </p:txBody>
      </p:sp>
      <p:sp>
        <p:nvSpPr>
          <p:cNvPr id="78" name="Shape 74"/>
          <p:cNvSpPr/>
          <p:nvPr/>
        </p:nvSpPr>
        <p:spPr>
          <a:xfrm>
            <a:off x="8061960" y="4430268"/>
            <a:ext cx="36576" cy="893826"/>
          </a:xfrm>
          <a:prstGeom prst="rect">
            <a:avLst/>
          </a:prstGeom>
          <a:solidFill>
            <a:srgbClr val="1B2A4A"/>
          </a:solidFill>
          <a:ln w="12700">
            <a:solidFill>
              <a:srgbClr val="1B2A4A"/>
            </a:solidFill>
            <a:prstDash val="solid"/>
          </a:ln>
        </p:spPr>
        <p:txBody>
          <a:bodyPr/>
          <a:lstStyle/>
          <a:p>
            <a:endParaRPr lang="en-AE"/>
          </a:p>
        </p:txBody>
      </p:sp>
      <p:sp>
        <p:nvSpPr>
          <p:cNvPr id="79" name="Text 75"/>
          <p:cNvSpPr/>
          <p:nvPr/>
        </p:nvSpPr>
        <p:spPr>
          <a:xfrm>
            <a:off x="8171688" y="4439412"/>
            <a:ext cx="3569208" cy="201168"/>
          </a:xfrm>
          <a:prstGeom prst="rect">
            <a:avLst/>
          </a:prstGeom>
          <a:noFill/>
          <a:ln/>
        </p:spPr>
        <p:txBody>
          <a:bodyPr wrap="square" lIns="0" tIns="0" rIns="0" bIns="0" rtlCol="0" anchor="ctr"/>
          <a:lstStyle/>
          <a:p>
            <a:pPr marL="0" indent="0">
              <a:buNone/>
            </a:pPr>
            <a:r>
              <a:rPr lang="en-US" sz="900" b="1">
                <a:solidFill>
                  <a:srgbClr val="1B2A4A"/>
                </a:solidFill>
                <a:latin typeface="Verdana" pitchFamily="34" charset="0"/>
                <a:ea typeface="Verdana" pitchFamily="34" charset="-122"/>
                <a:cs typeface="Verdana" pitchFamily="34" charset="-120"/>
              </a:rPr>
              <a:t>Team Capability</a:t>
            </a:r>
            <a:endParaRPr lang="en-US" sz="900"/>
          </a:p>
        </p:txBody>
      </p:sp>
      <p:sp>
        <p:nvSpPr>
          <p:cNvPr id="80" name="Text 76"/>
          <p:cNvSpPr/>
          <p:nvPr/>
        </p:nvSpPr>
        <p:spPr>
          <a:xfrm>
            <a:off x="8171688" y="4640580"/>
            <a:ext cx="3569208" cy="674370"/>
          </a:xfrm>
          <a:prstGeom prst="rect">
            <a:avLst/>
          </a:prstGeom>
          <a:noFill/>
          <a:ln/>
        </p:spPr>
        <p:txBody>
          <a:bodyPr wrap="square" lIns="0" tIns="0" rIns="0" bIns="0" rtlCol="0" anchor="t"/>
          <a:lstStyle/>
          <a:p>
            <a:pPr marL="0" indent="0">
              <a:buNone/>
            </a:pPr>
            <a:r>
              <a:rPr lang="en-US" sz="900">
                <a:solidFill>
                  <a:srgbClr val="2D2D2D"/>
                </a:solidFill>
                <a:latin typeface="Verdana" pitchFamily="34" charset="0"/>
                <a:ea typeface="Verdana" pitchFamily="34" charset="-122"/>
                <a:cs typeface="Verdana" pitchFamily="34" charset="-120"/>
              </a:rPr>
              <a:t>Targeted capability-building continues in 2026, supported by specialist training and focused BAC communication on key risk themes and emerging issues. Staff skill and competency assessment will be refreshed periodically to identify any needed additional skills and expertise. </a:t>
            </a:r>
            <a:endParaRPr lang="en-US" sz="900"/>
          </a:p>
        </p:txBody>
      </p:sp>
      <p:sp>
        <p:nvSpPr>
          <p:cNvPr id="81" name="Shape 77"/>
          <p:cNvSpPr/>
          <p:nvPr/>
        </p:nvSpPr>
        <p:spPr>
          <a:xfrm>
            <a:off x="8061960" y="5369814"/>
            <a:ext cx="3715512" cy="985266"/>
          </a:xfrm>
          <a:prstGeom prst="rect">
            <a:avLst/>
          </a:prstGeom>
          <a:solidFill>
            <a:srgbClr val="F7F8FA"/>
          </a:solidFill>
          <a:ln w="12700">
            <a:solidFill>
              <a:srgbClr val="DDE1EA"/>
            </a:solidFill>
            <a:prstDash val="solid"/>
          </a:ln>
        </p:spPr>
        <p:txBody>
          <a:bodyPr/>
          <a:lstStyle/>
          <a:p>
            <a:endParaRPr lang="en-AE" sz="900"/>
          </a:p>
        </p:txBody>
      </p:sp>
      <p:sp>
        <p:nvSpPr>
          <p:cNvPr id="82" name="Shape 78"/>
          <p:cNvSpPr/>
          <p:nvPr/>
        </p:nvSpPr>
        <p:spPr>
          <a:xfrm>
            <a:off x="8061960" y="5415534"/>
            <a:ext cx="36576" cy="893826"/>
          </a:xfrm>
          <a:prstGeom prst="rect">
            <a:avLst/>
          </a:prstGeom>
          <a:solidFill>
            <a:srgbClr val="1B2A4A"/>
          </a:solidFill>
          <a:ln w="12700">
            <a:solidFill>
              <a:srgbClr val="1B2A4A"/>
            </a:solidFill>
            <a:prstDash val="solid"/>
          </a:ln>
        </p:spPr>
        <p:txBody>
          <a:bodyPr/>
          <a:lstStyle/>
          <a:p>
            <a:endParaRPr lang="en-AE"/>
          </a:p>
        </p:txBody>
      </p:sp>
      <p:sp>
        <p:nvSpPr>
          <p:cNvPr id="83" name="Text 79"/>
          <p:cNvSpPr/>
          <p:nvPr/>
        </p:nvSpPr>
        <p:spPr>
          <a:xfrm>
            <a:off x="8171688" y="5424678"/>
            <a:ext cx="3569208" cy="201168"/>
          </a:xfrm>
          <a:prstGeom prst="rect">
            <a:avLst/>
          </a:prstGeom>
          <a:noFill/>
          <a:ln/>
        </p:spPr>
        <p:txBody>
          <a:bodyPr wrap="square" lIns="0" tIns="0" rIns="0" bIns="0" rtlCol="0" anchor="ctr"/>
          <a:lstStyle/>
          <a:p>
            <a:pPr marL="0" indent="0">
              <a:buNone/>
            </a:pPr>
            <a:r>
              <a:rPr lang="en-US" sz="900" b="1">
                <a:solidFill>
                  <a:srgbClr val="1B2A4A"/>
                </a:solidFill>
                <a:latin typeface="Verdana" pitchFamily="34" charset="0"/>
                <a:ea typeface="Verdana" pitchFamily="34" charset="-122"/>
                <a:cs typeface="Verdana" pitchFamily="34" charset="-120"/>
              </a:rPr>
              <a:t>Technology Risk Coverage</a:t>
            </a:r>
            <a:endParaRPr lang="en-US" sz="900"/>
          </a:p>
        </p:txBody>
      </p:sp>
      <p:sp>
        <p:nvSpPr>
          <p:cNvPr id="84" name="Text 80"/>
          <p:cNvSpPr/>
          <p:nvPr/>
        </p:nvSpPr>
        <p:spPr>
          <a:xfrm>
            <a:off x="8171688" y="5625846"/>
            <a:ext cx="3569208" cy="674370"/>
          </a:xfrm>
          <a:prstGeom prst="rect">
            <a:avLst/>
          </a:prstGeom>
          <a:noFill/>
          <a:ln/>
        </p:spPr>
        <p:txBody>
          <a:bodyPr wrap="square" lIns="0" tIns="0" rIns="0" bIns="0" rtlCol="0" anchor="t"/>
          <a:lstStyle/>
          <a:p>
            <a:pPr marL="0" indent="0">
              <a:buNone/>
            </a:pPr>
            <a:r>
              <a:rPr lang="en-US" sz="900">
                <a:solidFill>
                  <a:srgbClr val="2D2D2D"/>
                </a:solidFill>
                <a:latin typeface="Verdana" pitchFamily="34" charset="0"/>
                <a:ea typeface="Verdana" pitchFamily="34" charset="-122"/>
                <a:cs typeface="Verdana" pitchFamily="34" charset="-120"/>
              </a:rPr>
              <a:t>The 2026 audit plan includes targeted coverage of IT resilience, DR, and emerging technologies, aligned with the Bank's technology roadmap and regulatory developments. Targeted audit coverage of Digital Assets has been included in the 2026 audit plan.</a:t>
            </a:r>
            <a:endParaRPr lang="en-US" sz="900"/>
          </a:p>
        </p:txBody>
      </p:sp>
      <p:sp>
        <p:nvSpPr>
          <p:cNvPr id="85" name="Shape 81"/>
          <p:cNvSpPr/>
          <p:nvPr/>
        </p:nvSpPr>
        <p:spPr>
          <a:xfrm>
            <a:off x="411480" y="6373368"/>
            <a:ext cx="11365992" cy="0"/>
          </a:xfrm>
          <a:prstGeom prst="line">
            <a:avLst/>
          </a:prstGeom>
          <a:noFill/>
          <a:ln w="12700">
            <a:solidFill>
              <a:srgbClr val="DDE1EA"/>
            </a:solidFill>
            <a:prstDash val="solid"/>
          </a:ln>
        </p:spPr>
        <p:txBody>
          <a:bodyPr/>
          <a:lstStyle/>
          <a:p>
            <a:endParaRPr lang="en-AE"/>
          </a:p>
        </p:txBody>
      </p:sp>
      <p:sp>
        <p:nvSpPr>
          <p:cNvPr id="87" name="Text 3"/>
          <p:cNvSpPr/>
          <p:nvPr/>
        </p:nvSpPr>
        <p:spPr>
          <a:xfrm>
            <a:off x="429768" y="6427470"/>
            <a:ext cx="11365992" cy="201168"/>
          </a:xfrm>
          <a:prstGeom prst="rect">
            <a:avLst/>
          </a:prstGeom>
          <a:noFill/>
          <a:ln/>
        </p:spPr>
        <p:txBody>
          <a:bodyPr wrap="square" lIns="0" tIns="0" rIns="0" bIns="0" rtlCol="0" anchor="ctr"/>
          <a:lstStyle/>
          <a:p>
            <a:pPr marL="0" indent="0">
              <a:buNone/>
            </a:pPr>
            <a:r>
              <a:rPr lang="en-US" sz="800" i="1">
                <a:solidFill>
                  <a:srgbClr val="6B7690"/>
                </a:solidFill>
                <a:latin typeface="Verdana" pitchFamily="34" charset="0"/>
                <a:ea typeface="Verdana" pitchFamily="34" charset="-122"/>
                <a:cs typeface="Verdana" pitchFamily="34" charset="-120"/>
              </a:rPr>
              <a:t>4 BAC members surveyed  ·  Results aggregated to preserve member confidentiality </a:t>
            </a:r>
            <a:endParaRPr lang="en-US" sz="800"/>
          </a:p>
        </p:txBody>
      </p:sp>
      <p:sp>
        <p:nvSpPr>
          <p:cNvPr id="88" name="Slide Number Placeholder 3">
            <a:extLst>
              <a:ext uri="{FF2B5EF4-FFF2-40B4-BE49-F238E27FC236}">
                <a16:creationId xmlns:a16="http://schemas.microsoft.com/office/drawing/2014/main" id="{BE862BCF-2D13-C562-F617-BFCF368D0D2D}"/>
              </a:ext>
            </a:extLst>
          </p:cNvPr>
          <p:cNvSpPr txBox="1">
            <a:spLocks/>
          </p:cNvSpPr>
          <p:nvPr/>
        </p:nvSpPr>
        <p:spPr>
          <a:xfrm>
            <a:off x="11572188" y="6615245"/>
            <a:ext cx="914400" cy="233749"/>
          </a:xfrm>
          <a:prstGeom prst="rect">
            <a:avLst/>
          </a:prstGeom>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fld id="{6516E9BE-843C-4425-80E4-36155279AD5E}" type="slidenum">
              <a:rPr kumimoji="0" lang="en-GB" sz="1200" b="1" i="0" u="none" strike="noStrike" kern="1200" cap="none" spc="0" normalizeH="0" baseline="0" noProof="0" smtClean="0">
                <a:ln>
                  <a:noFill/>
                </a:ln>
                <a:solidFill>
                  <a:srgbClr val="2D2926"/>
                </a:solidFill>
                <a:effectLst/>
                <a:uLnTx/>
                <a:uFillTx/>
                <a:latin typeface="Calibri"/>
                <a:ea typeface="+mn-ea"/>
                <a:cs typeface="Arial" charset="0"/>
              </a:rPr>
              <a:pPr marL="0" marR="0" lvl="0" indent="0" algn="ctr" defTabSz="914400" rtl="0" eaLnBrk="1" fontAlgn="base" latinLnBrk="0" hangingPunct="1">
                <a:lnSpc>
                  <a:spcPct val="100000"/>
                </a:lnSpc>
                <a:spcBef>
                  <a:spcPct val="0"/>
                </a:spcBef>
                <a:spcAft>
                  <a:spcPct val="0"/>
                </a:spcAft>
                <a:buClrTx/>
                <a:buSzTx/>
                <a:buFontTx/>
                <a:buNone/>
                <a:tabLst/>
                <a:defRPr/>
              </a:pPr>
              <a:t>23</a:t>
            </a:fld>
            <a:endParaRPr kumimoji="0" lang="en-GB" sz="1200" b="1" i="0" u="none" strike="noStrike" kern="1200" cap="none" spc="0" normalizeH="0" baseline="0" noProof="0" dirty="0">
              <a:ln>
                <a:noFill/>
              </a:ln>
              <a:solidFill>
                <a:srgbClr val="2D2926"/>
              </a:solidFill>
              <a:effectLst/>
              <a:uLnTx/>
              <a:uFillTx/>
              <a:latin typeface="Calibri"/>
              <a:ea typeface="+mn-ea"/>
              <a:cs typeface="Arial" charset="0"/>
            </a:endParaRPr>
          </a:p>
        </p:txBody>
      </p:sp>
    </p:spTree>
    <p:extLst>
      <p:ext uri="{BB962C8B-B14F-4D97-AF65-F5344CB8AC3E}">
        <p14:creationId xmlns:p14="http://schemas.microsoft.com/office/powerpoint/2010/main" val="21839883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DZM2bqDxQIOBWziIghVoeQ"/>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DZM2bqDxQIOBWziIghVoeQ"/>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DZM2bqDxQIOBWziIghVoeQ"/>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5.xml><?xml version="1.0" encoding="utf-8"?>
<p:tagLst xmlns:a="http://schemas.openxmlformats.org/drawingml/2006/main" xmlns:r="http://schemas.openxmlformats.org/officeDocument/2006/relationships" xmlns:p="http://schemas.openxmlformats.org/presentationml/2006/main">
  <p:tag name="THINKCELLSHAPEDONOTDELETE" val="tDZM2bqDxQIOBWziIghVoeQ"/>
</p:tagLst>
</file>

<file path=ppt/tags/tag4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6.xml><?xml version="1.0" encoding="utf-8"?>
<p:tagLst xmlns:a="http://schemas.openxmlformats.org/drawingml/2006/main" xmlns:r="http://schemas.openxmlformats.org/officeDocument/2006/relationships" xmlns:p="http://schemas.openxmlformats.org/presentationml/2006/main">
  <p:tag name="THINKCELLSHAPEDONOTDELETE" val="tDZM2bqDxQIOBWziIghVoeQ"/>
</p:tagLst>
</file>

<file path=ppt/tags/tag5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8.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6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8.xml><?xml version="1.0" encoding="utf-8"?>
<p:tagLst xmlns:a="http://schemas.openxmlformats.org/drawingml/2006/main" xmlns:r="http://schemas.openxmlformats.org/officeDocument/2006/relationships" xmlns:p="http://schemas.openxmlformats.org/presentationml/2006/main">
  <p:tag name="THINKCELLSHAPEDONOTDELETE" val="tDZM2bqDxQIOBWziIghVoeQ"/>
</p:tagLst>
</file>

<file path=ppt/tags/tag6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8.xml><?xml version="1.0" encoding="utf-8"?>
<p:tagLst xmlns:a="http://schemas.openxmlformats.org/drawingml/2006/main" xmlns:r="http://schemas.openxmlformats.org/officeDocument/2006/relationships" xmlns:p="http://schemas.openxmlformats.org/presentationml/2006/main">
  <p:tag name="THINKCELLSHAPEDONOTDELETE" val="tDZM2bqDxQIOBWziIghVoeQ"/>
</p:tagLst>
</file>

<file path=ppt/tags/tag7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7.xml><?xml version="1.0" encoding="utf-8"?>
<p:tagLst xmlns:a="http://schemas.openxmlformats.org/drawingml/2006/main" xmlns:r="http://schemas.openxmlformats.org/officeDocument/2006/relationships" xmlns:p="http://schemas.openxmlformats.org/presentationml/2006/main">
  <p:tag name="THINKCELLSHAPEDONOTDELETE" val="tDZM2bqDxQIOBWziIghVoeQ"/>
</p:tagLst>
</file>

<file path=ppt/tags/tag8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7.xml><?xml version="1.0" encoding="utf-8"?>
<p:tagLst xmlns:a="http://schemas.openxmlformats.org/drawingml/2006/main" xmlns:r="http://schemas.openxmlformats.org/officeDocument/2006/relationships" xmlns:p="http://schemas.openxmlformats.org/presentationml/2006/main">
  <p:tag name="THINKCELLSHAPEDONOTDELETE" val="tDZM2bqDxQIOBWziIghVoeQ"/>
</p:tagLst>
</file>

<file path=ppt/tags/tag9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9.xml><?xml version="1.0" encoding="utf-8"?>
<p:tagLst xmlns:a="http://schemas.openxmlformats.org/drawingml/2006/main" xmlns:r="http://schemas.openxmlformats.org/officeDocument/2006/relationships" xmlns:p="http://schemas.openxmlformats.org/presentationml/2006/main">
  <p:tag name="THINKCELLSHAPEDONOTDELETE" val="tDZM2bqDxQIOBWziIghVoeQ"/>
</p:tagLst>
</file>

<file path=ppt/tags/tag1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1.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3.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1.xml><?xml version="1.0" encoding="utf-8"?>
<p:tagLst xmlns:a="http://schemas.openxmlformats.org/drawingml/2006/main" xmlns:r="http://schemas.openxmlformats.org/officeDocument/2006/relationships" xmlns:p="http://schemas.openxmlformats.org/presentationml/2006/main">
  <p:tag name="THINKCELLSHAPEDONOTDELETE" val="tDZM2bqDxQIOBWziIghVoeQ"/>
</p:tagLst>
</file>

<file path=ppt/tags/tag1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1.xml><?xml version="1.0" encoding="utf-8"?>
<p:tagLst xmlns:a="http://schemas.openxmlformats.org/drawingml/2006/main" xmlns:r="http://schemas.openxmlformats.org/officeDocument/2006/relationships" xmlns:p="http://schemas.openxmlformats.org/presentationml/2006/main">
  <p:tag name="THINKCELLSHAPEDONOTDELETE" val="tDZM2bqDxQIOBWziIghVoeQ"/>
</p:tagLst>
</file>

<file path=ppt/tags/tag1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0.xml><?xml version="1.0" encoding="utf-8"?>
<p:tagLst xmlns:a="http://schemas.openxmlformats.org/drawingml/2006/main" xmlns:r="http://schemas.openxmlformats.org/officeDocument/2006/relationships" xmlns:p="http://schemas.openxmlformats.org/presentationml/2006/main">
  <p:tag name="THINKCELLSHAPEDONOTDELETE" val="tDZM2bqDxQIOBWziIghVoeQ"/>
</p:tagLst>
</file>

<file path=ppt/tags/tag14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0.xml><?xml version="1.0" encoding="utf-8"?>
<p:tagLst xmlns:a="http://schemas.openxmlformats.org/drawingml/2006/main" xmlns:r="http://schemas.openxmlformats.org/officeDocument/2006/relationships" xmlns:p="http://schemas.openxmlformats.org/presentationml/2006/main">
  <p:tag name="THINKCELLSHAPEDONOTDELETE" val="tDZM2bqDxQIOBWziIghVoeQ"/>
</p:tagLst>
</file>

<file path=ppt/tags/tag15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Theme1">
  <a:themeElements>
    <a:clrScheme name="Group Strategy Color Scheme">
      <a:dk1>
        <a:srgbClr val="2D2926"/>
      </a:dk1>
      <a:lt1>
        <a:srgbClr val="FFFFFF"/>
      </a:lt1>
      <a:dk2>
        <a:srgbClr val="C00000"/>
      </a:dk2>
      <a:lt2>
        <a:srgbClr val="000000"/>
      </a:lt2>
      <a:accent1>
        <a:srgbClr val="FFFFFF"/>
      </a:accent1>
      <a:accent2>
        <a:srgbClr val="9D928B"/>
      </a:accent2>
      <a:accent3>
        <a:srgbClr val="AB8A54"/>
      </a:accent3>
      <a:accent4>
        <a:srgbClr val="3F3F3F"/>
      </a:accent4>
      <a:accent5>
        <a:srgbClr val="003860"/>
      </a:accent5>
      <a:accent6>
        <a:srgbClr val="FFD430"/>
      </a:accent6>
      <a:hlink>
        <a:srgbClr val="0000FF"/>
      </a:hlink>
      <a:folHlink>
        <a:srgbClr val="7F7F7F"/>
      </a:folHlink>
    </a:clrScheme>
    <a:fontScheme name="Group Strategy Font Settings">
      <a:majorFont>
        <a:latin typeface="Calibri"/>
        <a:ea typeface=""/>
        <a:cs typeface=""/>
      </a:majorFont>
      <a:minorFont>
        <a:latin typeface="Calibri"/>
        <a:ea typeface=""/>
        <a:cs typeface=""/>
      </a:minorFont>
    </a:fontScheme>
    <a:fmtScheme name="Angle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20400000"/>
            </a:lightRig>
          </a:scene3d>
          <a:sp3d contourW="6350">
            <a:bevelT w="41275" h="19050" prst="angle"/>
            <a:contourClr>
              <a:schemeClr val="phClr">
                <a:shade val="25000"/>
                <a:satMod val="15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altLang="en-US" sz="19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altLang="en-US" sz="1900" b="0" i="0" u="none" strike="noStrike" cap="none" normalizeH="0" baseline="0" smtClean="0">
            <a:ln>
              <a:noFill/>
            </a:ln>
            <a:solidFill>
              <a:schemeClr val="tx1"/>
            </a:solidFill>
            <a:effectLst/>
            <a:latin typeface="Arial" charset="0"/>
          </a:defRPr>
        </a:defPPr>
      </a:lstStyle>
    </a:lnDef>
    <a:txDef>
      <a:spPr>
        <a:noFill/>
      </a:spPr>
      <a:bodyPr wrap="square" rtlCol="0" anchor="t">
        <a:spAutoFit/>
      </a:bodyPr>
      <a:lstStyle>
        <a:defPPr>
          <a:defRPr dirty="0" err="1" smtClean="0">
            <a:latin typeface="Calibri" panose="020F0502020204030204" pitchFamily="34" charset="0"/>
          </a:defRPr>
        </a:defPPr>
      </a:lstStyle>
    </a:txDef>
  </a:objectDefaults>
  <a:extraClrSchemeLst>
    <a:extraClrScheme>
      <a:clrScheme name="1_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1_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1_Default Design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1_Default Design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1_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1_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1_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Theme1" id="{75DC6AC7-544E-4B09-AAC8-02F09D48B55E}" vid="{62EEB129-718C-45FB-9AD5-D257F928597D}"/>
    </a:ext>
  </a:extLst>
</a:theme>
</file>

<file path=ppt/theme/theme2.xml><?xml version="1.0" encoding="utf-8"?>
<a:theme xmlns:a="http://schemas.openxmlformats.org/drawingml/2006/main" name="Group Strategy Template 2019">
  <a:themeElements>
    <a:clrScheme name="Group Strategy Color Scheme">
      <a:dk1>
        <a:srgbClr val="2D2926"/>
      </a:dk1>
      <a:lt1>
        <a:srgbClr val="FFFFFF"/>
      </a:lt1>
      <a:dk2>
        <a:srgbClr val="C00000"/>
      </a:dk2>
      <a:lt2>
        <a:srgbClr val="000000"/>
      </a:lt2>
      <a:accent1>
        <a:srgbClr val="FFFFFF"/>
      </a:accent1>
      <a:accent2>
        <a:srgbClr val="9D928B"/>
      </a:accent2>
      <a:accent3>
        <a:srgbClr val="AB8A54"/>
      </a:accent3>
      <a:accent4>
        <a:srgbClr val="3F3F3F"/>
      </a:accent4>
      <a:accent5>
        <a:srgbClr val="003860"/>
      </a:accent5>
      <a:accent6>
        <a:srgbClr val="FFD430"/>
      </a:accent6>
      <a:hlink>
        <a:srgbClr val="0000FF"/>
      </a:hlink>
      <a:folHlink>
        <a:srgbClr val="7F7F7F"/>
      </a:folHlink>
    </a:clrScheme>
    <a:fontScheme name="Group Strategy Font Settings">
      <a:majorFont>
        <a:latin typeface="Calibri"/>
        <a:ea typeface=""/>
        <a:cs typeface=""/>
      </a:majorFont>
      <a:minorFont>
        <a:latin typeface="Calibri"/>
        <a:ea typeface=""/>
        <a:cs typeface=""/>
      </a:minorFont>
    </a:fontScheme>
    <a:fmtScheme name="Angle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20400000"/>
            </a:lightRig>
          </a:scene3d>
          <a:sp3d contourW="6350">
            <a:bevelT w="41275" h="19050" prst="angle"/>
            <a:contourClr>
              <a:schemeClr val="phClr">
                <a:shade val="25000"/>
                <a:satMod val="15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altLang="en-US" sz="19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altLang="en-US" sz="1900" b="0" i="0" u="none" strike="noStrike" cap="none" normalizeH="0" baseline="0" smtClean="0">
            <a:ln>
              <a:noFill/>
            </a:ln>
            <a:solidFill>
              <a:schemeClr val="tx1"/>
            </a:solidFill>
            <a:effectLst/>
            <a:latin typeface="Arial" charset="0"/>
          </a:defRPr>
        </a:defPPr>
      </a:lstStyle>
    </a:lnDef>
    <a:txDef>
      <a:spPr>
        <a:noFill/>
      </a:spPr>
      <a:bodyPr wrap="square" lIns="0" tIns="0" rIns="0" bIns="0" rtlCol="0" anchor="t">
        <a:noAutofit/>
      </a:bodyPr>
      <a:lstStyle>
        <a:defPPr>
          <a:buClr>
            <a:srgbClr val="C00000"/>
          </a:buClr>
          <a:defRPr sz="1600" dirty="0" smtClean="0">
            <a:latin typeface="Calibri" panose="020F0502020204030204" pitchFamily="34" charset="0"/>
          </a:defRPr>
        </a:defPPr>
      </a:lstStyle>
    </a:txDef>
  </a:objectDefaults>
  <a:extraClrSchemeLst>
    <a:extraClrScheme>
      <a:clrScheme name="1_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1_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1_Default Design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1_Default Design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1_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1_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1_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Group Strategy Template 2019" id="{9745A5BC-9F30-47DF-B568-2921C665BFAB}" vid="{E69A3F49-0FDF-4CF2-B309-CD0B30A61F46}"/>
    </a:ext>
  </a:extLst>
</a:theme>
</file>

<file path=ppt/theme/theme3.xml><?xml version="1.0" encoding="utf-8"?>
<a:theme xmlns:a="http://schemas.openxmlformats.org/drawingml/2006/main" name="1_Group Strategy Template 2018">
  <a:themeElements>
    <a:clrScheme name="Group Strategy Color Scheme">
      <a:dk1>
        <a:srgbClr val="2D2926"/>
      </a:dk1>
      <a:lt1>
        <a:srgbClr val="FFFFFF"/>
      </a:lt1>
      <a:dk2>
        <a:srgbClr val="C00000"/>
      </a:dk2>
      <a:lt2>
        <a:srgbClr val="000000"/>
      </a:lt2>
      <a:accent1>
        <a:srgbClr val="FFFFFF"/>
      </a:accent1>
      <a:accent2>
        <a:srgbClr val="9D928B"/>
      </a:accent2>
      <a:accent3>
        <a:srgbClr val="AB8A54"/>
      </a:accent3>
      <a:accent4>
        <a:srgbClr val="3F3F3F"/>
      </a:accent4>
      <a:accent5>
        <a:srgbClr val="003860"/>
      </a:accent5>
      <a:accent6>
        <a:srgbClr val="FFD430"/>
      </a:accent6>
      <a:hlink>
        <a:srgbClr val="0000FF"/>
      </a:hlink>
      <a:folHlink>
        <a:srgbClr val="7F7F7F"/>
      </a:folHlink>
    </a:clrScheme>
    <a:fontScheme name="Group Strategy Font Settings">
      <a:majorFont>
        <a:latin typeface="Calibri"/>
        <a:ea typeface=""/>
        <a:cs typeface=""/>
      </a:majorFont>
      <a:minorFont>
        <a:latin typeface="Calibri"/>
        <a:ea typeface=""/>
        <a:cs typeface=""/>
      </a:minorFont>
    </a:fontScheme>
    <a:fmtScheme name="Angle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20400000"/>
            </a:lightRig>
          </a:scene3d>
          <a:sp3d contourW="6350">
            <a:bevelT w="41275" h="19050" prst="angle"/>
            <a:contourClr>
              <a:schemeClr val="phClr">
                <a:shade val="25000"/>
                <a:satMod val="15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altLang="en-US" sz="19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altLang="en-US" sz="1900" b="0" i="0" u="none" strike="noStrike" cap="none" normalizeH="0" baseline="0" smtClean="0">
            <a:ln>
              <a:noFill/>
            </a:ln>
            <a:solidFill>
              <a:schemeClr val="tx1"/>
            </a:solidFill>
            <a:effectLst/>
            <a:latin typeface="Arial" charset="0"/>
          </a:defRPr>
        </a:defPPr>
      </a:lstStyle>
    </a:lnDef>
    <a:txDef>
      <a:spPr>
        <a:noFill/>
      </a:spPr>
      <a:bodyPr wrap="square" rtlCol="0" anchor="t">
        <a:spAutoFit/>
      </a:bodyPr>
      <a:lstStyle>
        <a:defPPr>
          <a:defRPr dirty="0" err="1" smtClean="0">
            <a:latin typeface="Calibri" panose="020F0502020204030204" pitchFamily="34" charset="0"/>
          </a:defRPr>
        </a:defPPr>
      </a:lstStyle>
    </a:txDef>
  </a:objectDefaults>
  <a:extraClrSchemeLst>
    <a:extraClrScheme>
      <a:clrScheme name="1_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1_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1_Default Design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1_Default Design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1_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1_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1_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Group Strategy Template 2018" id="{9A5857FB-2629-4894-A457-A1A0029D7F10}" vid="{56B52F06-FAF6-44E4-83BA-166A81BEB7AF}"/>
    </a:ext>
  </a:extLst>
</a:theme>
</file>

<file path=ppt/theme/theme4.xml><?xml version="1.0" encoding="utf-8"?>
<a:theme xmlns:a="http://schemas.openxmlformats.org/drawingml/2006/main" name="2_Group Strategy Template 2018">
  <a:themeElements>
    <a:clrScheme name="Group Strategy Color Scheme">
      <a:dk1>
        <a:srgbClr val="2D2926"/>
      </a:dk1>
      <a:lt1>
        <a:srgbClr val="FFFFFF"/>
      </a:lt1>
      <a:dk2>
        <a:srgbClr val="C00000"/>
      </a:dk2>
      <a:lt2>
        <a:srgbClr val="000000"/>
      </a:lt2>
      <a:accent1>
        <a:srgbClr val="FFFFFF"/>
      </a:accent1>
      <a:accent2>
        <a:srgbClr val="9D928B"/>
      </a:accent2>
      <a:accent3>
        <a:srgbClr val="AB8A54"/>
      </a:accent3>
      <a:accent4>
        <a:srgbClr val="3F3F3F"/>
      </a:accent4>
      <a:accent5>
        <a:srgbClr val="003860"/>
      </a:accent5>
      <a:accent6>
        <a:srgbClr val="FFD430"/>
      </a:accent6>
      <a:hlink>
        <a:srgbClr val="0000FF"/>
      </a:hlink>
      <a:folHlink>
        <a:srgbClr val="7F7F7F"/>
      </a:folHlink>
    </a:clrScheme>
    <a:fontScheme name="Group Strategy Font Settings">
      <a:majorFont>
        <a:latin typeface="Calibri"/>
        <a:ea typeface=""/>
        <a:cs typeface=""/>
      </a:majorFont>
      <a:minorFont>
        <a:latin typeface="Calibri"/>
        <a:ea typeface=""/>
        <a:cs typeface=""/>
      </a:minorFont>
    </a:fontScheme>
    <a:fmtScheme name="Angle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20400000"/>
            </a:lightRig>
          </a:scene3d>
          <a:sp3d contourW="6350">
            <a:bevelT w="41275" h="19050" prst="angle"/>
            <a:contourClr>
              <a:schemeClr val="phClr">
                <a:shade val="25000"/>
                <a:satMod val="15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altLang="en-US" sz="19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altLang="en-US" sz="1900" b="0" i="0" u="none" strike="noStrike" cap="none" normalizeH="0" baseline="0" smtClean="0">
            <a:ln>
              <a:noFill/>
            </a:ln>
            <a:solidFill>
              <a:schemeClr val="tx1"/>
            </a:solidFill>
            <a:effectLst/>
            <a:latin typeface="Arial" charset="0"/>
          </a:defRPr>
        </a:defPPr>
      </a:lstStyle>
    </a:lnDef>
    <a:txDef>
      <a:spPr>
        <a:noFill/>
      </a:spPr>
      <a:bodyPr wrap="square" rtlCol="0" anchor="t">
        <a:spAutoFit/>
      </a:bodyPr>
      <a:lstStyle>
        <a:defPPr>
          <a:defRPr dirty="0" err="1" smtClean="0">
            <a:latin typeface="Calibri" panose="020F0502020204030204" pitchFamily="34" charset="0"/>
          </a:defRPr>
        </a:defPPr>
      </a:lstStyle>
    </a:txDef>
  </a:objectDefaults>
  <a:extraClrSchemeLst>
    <a:extraClrScheme>
      <a:clrScheme name="1_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1_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1_Default Design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1_Default Design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1_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1_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1_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Group Strategy Template 2018" id="{9A5857FB-2629-4894-A457-A1A0029D7F10}" vid="{56B52F06-FAF6-44E4-83BA-166A81BEB7AF}"/>
    </a:ext>
  </a:extLst>
</a:theme>
</file>

<file path=ppt/theme/theme5.xml><?xml version="1.0" encoding="utf-8"?>
<a:theme xmlns:a="http://schemas.openxmlformats.org/drawingml/2006/main" name="1_Group Strategy Template 2019">
  <a:themeElements>
    <a:clrScheme name="Group Strategy Color Scheme">
      <a:dk1>
        <a:srgbClr val="2D2926"/>
      </a:dk1>
      <a:lt1>
        <a:srgbClr val="FFFFFF"/>
      </a:lt1>
      <a:dk2>
        <a:srgbClr val="C00000"/>
      </a:dk2>
      <a:lt2>
        <a:srgbClr val="000000"/>
      </a:lt2>
      <a:accent1>
        <a:srgbClr val="FFFFFF"/>
      </a:accent1>
      <a:accent2>
        <a:srgbClr val="9D928B"/>
      </a:accent2>
      <a:accent3>
        <a:srgbClr val="AB8A54"/>
      </a:accent3>
      <a:accent4>
        <a:srgbClr val="3F3F3F"/>
      </a:accent4>
      <a:accent5>
        <a:srgbClr val="003860"/>
      </a:accent5>
      <a:accent6>
        <a:srgbClr val="FFD430"/>
      </a:accent6>
      <a:hlink>
        <a:srgbClr val="0000FF"/>
      </a:hlink>
      <a:folHlink>
        <a:srgbClr val="7F7F7F"/>
      </a:folHlink>
    </a:clrScheme>
    <a:fontScheme name="Group Strategy Font Settings">
      <a:majorFont>
        <a:latin typeface="Calibri"/>
        <a:ea typeface=""/>
        <a:cs typeface=""/>
      </a:majorFont>
      <a:minorFont>
        <a:latin typeface="Calibri"/>
        <a:ea typeface=""/>
        <a:cs typeface=""/>
      </a:minorFont>
    </a:fontScheme>
    <a:fmtScheme name="Angle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20400000"/>
            </a:lightRig>
          </a:scene3d>
          <a:sp3d contourW="6350">
            <a:bevelT w="41275" h="19050" prst="angle"/>
            <a:contourClr>
              <a:schemeClr val="phClr">
                <a:shade val="25000"/>
                <a:satMod val="15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altLang="en-US" sz="19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altLang="en-US" sz="1900" b="0" i="0" u="none" strike="noStrike" cap="none" normalizeH="0" baseline="0" smtClean="0">
            <a:ln>
              <a:noFill/>
            </a:ln>
            <a:solidFill>
              <a:schemeClr val="tx1"/>
            </a:solidFill>
            <a:effectLst/>
            <a:latin typeface="Arial" charset="0"/>
          </a:defRPr>
        </a:defPPr>
      </a:lstStyle>
    </a:lnDef>
    <a:txDef>
      <a:spPr>
        <a:noFill/>
      </a:spPr>
      <a:bodyPr wrap="square" rtlCol="0" anchor="t">
        <a:spAutoFit/>
      </a:bodyPr>
      <a:lstStyle>
        <a:defPPr>
          <a:defRPr dirty="0" err="1" smtClean="0">
            <a:latin typeface="Calibri" panose="020F0502020204030204" pitchFamily="34" charset="0"/>
          </a:defRPr>
        </a:defPPr>
      </a:lstStyle>
    </a:txDef>
  </a:objectDefaults>
  <a:extraClrSchemeLst>
    <a:extraClrScheme>
      <a:clrScheme name="1_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1_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1_Default Design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1_Default Design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1_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1_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1_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Group Strategy Template 2019" id="{9745A5BC-9F30-47DF-B568-2921C665BFAB}" vid="{E69A3F49-0FDF-4CF2-B309-CD0B30A61F46}"/>
    </a:ext>
  </a:extLst>
</a:theme>
</file>

<file path=ppt/theme/theme6.xml><?xml version="1.0" encoding="utf-8"?>
<a:theme xmlns:a="http://schemas.openxmlformats.org/drawingml/2006/main" name="3_Group Strategy Template 2018">
  <a:themeElements>
    <a:clrScheme name="Group Strategy Color Scheme">
      <a:dk1>
        <a:srgbClr val="2D2926"/>
      </a:dk1>
      <a:lt1>
        <a:srgbClr val="FFFFFF"/>
      </a:lt1>
      <a:dk2>
        <a:srgbClr val="C00000"/>
      </a:dk2>
      <a:lt2>
        <a:srgbClr val="000000"/>
      </a:lt2>
      <a:accent1>
        <a:srgbClr val="FFFFFF"/>
      </a:accent1>
      <a:accent2>
        <a:srgbClr val="9D928B"/>
      </a:accent2>
      <a:accent3>
        <a:srgbClr val="AB8A54"/>
      </a:accent3>
      <a:accent4>
        <a:srgbClr val="3F3F3F"/>
      </a:accent4>
      <a:accent5>
        <a:srgbClr val="003860"/>
      </a:accent5>
      <a:accent6>
        <a:srgbClr val="FFD430"/>
      </a:accent6>
      <a:hlink>
        <a:srgbClr val="0000FF"/>
      </a:hlink>
      <a:folHlink>
        <a:srgbClr val="7F7F7F"/>
      </a:folHlink>
    </a:clrScheme>
    <a:fontScheme name="Group Strategy Font Settings">
      <a:majorFont>
        <a:latin typeface="Calibri"/>
        <a:ea typeface=""/>
        <a:cs typeface=""/>
      </a:majorFont>
      <a:minorFont>
        <a:latin typeface="Calibri"/>
        <a:ea typeface=""/>
        <a:cs typeface=""/>
      </a:minorFont>
    </a:fontScheme>
    <a:fmtScheme name="Angle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20400000"/>
            </a:lightRig>
          </a:scene3d>
          <a:sp3d contourW="6350">
            <a:bevelT w="41275" h="19050" prst="angle"/>
            <a:contourClr>
              <a:schemeClr val="phClr">
                <a:shade val="25000"/>
                <a:satMod val="15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altLang="en-US" sz="19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altLang="en-US" sz="1900" b="0" i="0" u="none" strike="noStrike" cap="none" normalizeH="0" baseline="0" smtClean="0">
            <a:ln>
              <a:noFill/>
            </a:ln>
            <a:solidFill>
              <a:schemeClr val="tx1"/>
            </a:solidFill>
            <a:effectLst/>
            <a:latin typeface="Arial" charset="0"/>
          </a:defRPr>
        </a:defPPr>
      </a:lstStyle>
    </a:lnDef>
    <a:txDef>
      <a:spPr>
        <a:noFill/>
      </a:spPr>
      <a:bodyPr wrap="square" rtlCol="0" anchor="t">
        <a:spAutoFit/>
      </a:bodyPr>
      <a:lstStyle>
        <a:defPPr>
          <a:defRPr dirty="0" err="1" smtClean="0">
            <a:latin typeface="Calibri" panose="020F0502020204030204" pitchFamily="34" charset="0"/>
          </a:defRPr>
        </a:defPPr>
      </a:lstStyle>
    </a:txDef>
  </a:objectDefaults>
  <a:extraClrSchemeLst>
    <a:extraClrScheme>
      <a:clrScheme name="1_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1_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1_Default Design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1_Default Design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1_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1_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1_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Group Strategy Template 2018" id="{9A5857FB-2629-4894-A457-A1A0029D7F10}" vid="{56B52F06-FAF6-44E4-83BA-166A81BEB7AF}"/>
    </a:ext>
  </a:extLst>
</a:theme>
</file>

<file path=ppt/theme/theme7.xml><?xml version="1.0" encoding="utf-8"?>
<a:theme xmlns:a="http://schemas.openxmlformats.org/drawingml/2006/main" name="Theme2023">
  <a:themeElements>
    <a:clrScheme name="Group Strategy Color Scheme">
      <a:dk1>
        <a:srgbClr val="2D2926"/>
      </a:dk1>
      <a:lt1>
        <a:srgbClr val="FFFFFF"/>
      </a:lt1>
      <a:dk2>
        <a:srgbClr val="C00000"/>
      </a:dk2>
      <a:lt2>
        <a:srgbClr val="000000"/>
      </a:lt2>
      <a:accent1>
        <a:srgbClr val="FFFFFF"/>
      </a:accent1>
      <a:accent2>
        <a:srgbClr val="9D928B"/>
      </a:accent2>
      <a:accent3>
        <a:srgbClr val="AB8A54"/>
      </a:accent3>
      <a:accent4>
        <a:srgbClr val="3F3F3F"/>
      </a:accent4>
      <a:accent5>
        <a:srgbClr val="003860"/>
      </a:accent5>
      <a:accent6>
        <a:srgbClr val="FFD430"/>
      </a:accent6>
      <a:hlink>
        <a:srgbClr val="0000FF"/>
      </a:hlink>
      <a:folHlink>
        <a:srgbClr val="7F7F7F"/>
      </a:folHlink>
    </a:clrScheme>
    <a:fontScheme name="Group Strategy Font Settings">
      <a:majorFont>
        <a:latin typeface="Calibri"/>
        <a:ea typeface=""/>
        <a:cs typeface=""/>
      </a:majorFont>
      <a:minorFont>
        <a:latin typeface="Calibri"/>
        <a:ea typeface=""/>
        <a:cs typeface=""/>
      </a:minorFont>
    </a:fontScheme>
    <a:fmtScheme name="Angle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20400000"/>
            </a:lightRig>
          </a:scene3d>
          <a:sp3d contourW="6350">
            <a:bevelT w="41275" h="19050" prst="angle"/>
            <a:contourClr>
              <a:schemeClr val="phClr">
                <a:shade val="25000"/>
                <a:satMod val="15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altLang="en-US" sz="19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altLang="en-US" sz="1900" b="0" i="0" u="none" strike="noStrike" cap="none" normalizeH="0" baseline="0" smtClean="0">
            <a:ln>
              <a:noFill/>
            </a:ln>
            <a:solidFill>
              <a:schemeClr val="tx1"/>
            </a:solidFill>
            <a:effectLst/>
            <a:latin typeface="Arial" charset="0"/>
          </a:defRPr>
        </a:defPPr>
      </a:lstStyle>
    </a:lnDef>
    <a:txDef>
      <a:spPr>
        <a:noFill/>
      </a:spPr>
      <a:bodyPr wrap="square" rtlCol="0" anchor="t">
        <a:spAutoFit/>
      </a:bodyPr>
      <a:lstStyle>
        <a:defPPr>
          <a:defRPr dirty="0" err="1" smtClean="0">
            <a:latin typeface="Calibri" panose="020F0502020204030204" pitchFamily="34" charset="0"/>
          </a:defRPr>
        </a:defPPr>
      </a:lstStyle>
    </a:txDef>
  </a:objectDefaults>
  <a:extraClrSchemeLst>
    <a:extraClrScheme>
      <a:clrScheme name="1_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1_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1_Default Design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1_Default Design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1_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1_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1_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Theme2023" id="{DA31EDB5-69CD-4396-A5EC-1242DFEE6836}" vid="{3CA5FAAC-E4F5-43B2-A593-863DD8B586A5}"/>
    </a:ext>
  </a:extLst>
</a:theme>
</file>

<file path=ppt/theme/theme8.xml><?xml version="1.0" encoding="utf-8"?>
<a:theme xmlns:a="http://schemas.openxmlformats.org/drawingml/2006/main" name="4_Group Strategy Template 2018">
  <a:themeElements>
    <a:clrScheme name="Group Strategy Color Scheme">
      <a:dk1>
        <a:srgbClr val="2D2926"/>
      </a:dk1>
      <a:lt1>
        <a:srgbClr val="FFFFFF"/>
      </a:lt1>
      <a:dk2>
        <a:srgbClr val="C00000"/>
      </a:dk2>
      <a:lt2>
        <a:srgbClr val="000000"/>
      </a:lt2>
      <a:accent1>
        <a:srgbClr val="FFFFFF"/>
      </a:accent1>
      <a:accent2>
        <a:srgbClr val="9D928B"/>
      </a:accent2>
      <a:accent3>
        <a:srgbClr val="AB8A54"/>
      </a:accent3>
      <a:accent4>
        <a:srgbClr val="3F3F3F"/>
      </a:accent4>
      <a:accent5>
        <a:srgbClr val="003860"/>
      </a:accent5>
      <a:accent6>
        <a:srgbClr val="FFD430"/>
      </a:accent6>
      <a:hlink>
        <a:srgbClr val="0000FF"/>
      </a:hlink>
      <a:folHlink>
        <a:srgbClr val="7F7F7F"/>
      </a:folHlink>
    </a:clrScheme>
    <a:fontScheme name="Group Strategy Font Settings">
      <a:majorFont>
        <a:latin typeface="Calibri"/>
        <a:ea typeface=""/>
        <a:cs typeface=""/>
      </a:majorFont>
      <a:minorFont>
        <a:latin typeface="Calibri"/>
        <a:ea typeface=""/>
        <a:cs typeface=""/>
      </a:minorFont>
    </a:fontScheme>
    <a:fmtScheme name="Angle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20400000"/>
            </a:lightRig>
          </a:scene3d>
          <a:sp3d contourW="6350">
            <a:bevelT w="41275" h="19050" prst="angle"/>
            <a:contourClr>
              <a:schemeClr val="phClr">
                <a:shade val="25000"/>
                <a:satMod val="15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altLang="en-US" sz="19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altLang="en-US" sz="1900" b="0" i="0" u="none" strike="noStrike" cap="none" normalizeH="0" baseline="0" smtClean="0">
            <a:ln>
              <a:noFill/>
            </a:ln>
            <a:solidFill>
              <a:schemeClr val="tx1"/>
            </a:solidFill>
            <a:effectLst/>
            <a:latin typeface="Arial" charset="0"/>
          </a:defRPr>
        </a:defPPr>
      </a:lstStyle>
    </a:lnDef>
    <a:txDef>
      <a:spPr>
        <a:noFill/>
      </a:spPr>
      <a:bodyPr wrap="square" rtlCol="0" anchor="t">
        <a:spAutoFit/>
      </a:bodyPr>
      <a:lstStyle>
        <a:defPPr>
          <a:defRPr dirty="0" err="1" smtClean="0">
            <a:latin typeface="Calibri" panose="020F0502020204030204" pitchFamily="34" charset="0"/>
          </a:defRPr>
        </a:defPPr>
      </a:lstStyle>
    </a:txDef>
  </a:objectDefaults>
  <a:extraClrSchemeLst>
    <a:extraClrScheme>
      <a:clrScheme name="1_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1_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1_Default Design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1_Default Design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1_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1_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1_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Group Strategy Template 2018" id="{9A5857FB-2629-4894-A457-A1A0029D7F10}" vid="{56B52F06-FAF6-44E4-83BA-166A81BEB7AF}"/>
    </a:ext>
  </a:extLst>
</a:theme>
</file>

<file path=ppt/theme/theme9.xml><?xml version="1.0" encoding="utf-8"?>
<a:theme xmlns:a="http://schemas.openxmlformats.org/drawingml/2006/main" name="5_Group Strategy Template 2018">
  <a:themeElements>
    <a:clrScheme name="Group Strategy Color Scheme">
      <a:dk1>
        <a:srgbClr val="2D2926"/>
      </a:dk1>
      <a:lt1>
        <a:srgbClr val="FFFFFF"/>
      </a:lt1>
      <a:dk2>
        <a:srgbClr val="C00000"/>
      </a:dk2>
      <a:lt2>
        <a:srgbClr val="000000"/>
      </a:lt2>
      <a:accent1>
        <a:srgbClr val="FFFFFF"/>
      </a:accent1>
      <a:accent2>
        <a:srgbClr val="9D928B"/>
      </a:accent2>
      <a:accent3>
        <a:srgbClr val="AB8A54"/>
      </a:accent3>
      <a:accent4>
        <a:srgbClr val="3F3F3F"/>
      </a:accent4>
      <a:accent5>
        <a:srgbClr val="003860"/>
      </a:accent5>
      <a:accent6>
        <a:srgbClr val="FFD430"/>
      </a:accent6>
      <a:hlink>
        <a:srgbClr val="0000FF"/>
      </a:hlink>
      <a:folHlink>
        <a:srgbClr val="7F7F7F"/>
      </a:folHlink>
    </a:clrScheme>
    <a:fontScheme name="Group Strategy Font Settings">
      <a:majorFont>
        <a:latin typeface="Calibri"/>
        <a:ea typeface=""/>
        <a:cs typeface=""/>
      </a:majorFont>
      <a:minorFont>
        <a:latin typeface="Calibri"/>
        <a:ea typeface=""/>
        <a:cs typeface=""/>
      </a:minorFont>
    </a:fontScheme>
    <a:fmtScheme name="Angle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20400000"/>
            </a:lightRig>
          </a:scene3d>
          <a:sp3d contourW="6350">
            <a:bevelT w="41275" h="19050" prst="angle"/>
            <a:contourClr>
              <a:schemeClr val="phClr">
                <a:shade val="25000"/>
                <a:satMod val="15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altLang="en-US" sz="19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altLang="en-US" sz="1900" b="0" i="0" u="none" strike="noStrike" cap="none" normalizeH="0" baseline="0" smtClean="0">
            <a:ln>
              <a:noFill/>
            </a:ln>
            <a:solidFill>
              <a:schemeClr val="tx1"/>
            </a:solidFill>
            <a:effectLst/>
            <a:latin typeface="Arial" charset="0"/>
          </a:defRPr>
        </a:defPPr>
      </a:lstStyle>
    </a:lnDef>
    <a:txDef>
      <a:spPr>
        <a:noFill/>
      </a:spPr>
      <a:bodyPr wrap="square" rtlCol="0" anchor="t">
        <a:spAutoFit/>
      </a:bodyPr>
      <a:lstStyle>
        <a:defPPr>
          <a:defRPr dirty="0" err="1" smtClean="0">
            <a:latin typeface="Calibri" panose="020F0502020204030204" pitchFamily="34" charset="0"/>
          </a:defRPr>
        </a:defPPr>
      </a:lstStyle>
    </a:txDef>
  </a:objectDefaults>
  <a:extraClrSchemeLst>
    <a:extraClrScheme>
      <a:clrScheme name="1_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1_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1_Default Design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1_Default Design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1_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1_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1_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Group Strategy Template 2018" id="{9A5857FB-2629-4894-A457-A1A0029D7F10}" vid="{56B52F06-FAF6-44E4-83BA-166A81BEB7AF}"/>
    </a:ext>
  </a:extLst>
</a:theme>
</file>

<file path=ppt/theme/theme10.xml><?xml version="1.0" encoding="utf-8"?>
<a:theme xmlns:a="http://schemas.openxmlformats.org/drawingml/2006/main" name="2_Group Strategy Template 2019">
  <a:themeElements>
    <a:clrScheme name="Group Strategy Color Scheme">
      <a:dk1>
        <a:srgbClr val="2D2926"/>
      </a:dk1>
      <a:lt1>
        <a:srgbClr val="FFFFFF"/>
      </a:lt1>
      <a:dk2>
        <a:srgbClr val="C00000"/>
      </a:dk2>
      <a:lt2>
        <a:srgbClr val="000000"/>
      </a:lt2>
      <a:accent1>
        <a:srgbClr val="FFFFFF"/>
      </a:accent1>
      <a:accent2>
        <a:srgbClr val="9D928B"/>
      </a:accent2>
      <a:accent3>
        <a:srgbClr val="AB8A54"/>
      </a:accent3>
      <a:accent4>
        <a:srgbClr val="3F3F3F"/>
      </a:accent4>
      <a:accent5>
        <a:srgbClr val="003860"/>
      </a:accent5>
      <a:accent6>
        <a:srgbClr val="FFD430"/>
      </a:accent6>
      <a:hlink>
        <a:srgbClr val="0000FF"/>
      </a:hlink>
      <a:folHlink>
        <a:srgbClr val="7F7F7F"/>
      </a:folHlink>
    </a:clrScheme>
    <a:fontScheme name="Group Strategy Font Settings">
      <a:majorFont>
        <a:latin typeface="Calibri"/>
        <a:ea typeface=""/>
        <a:cs typeface=""/>
      </a:majorFont>
      <a:minorFont>
        <a:latin typeface="Calibri"/>
        <a:ea typeface=""/>
        <a:cs typeface=""/>
      </a:minorFont>
    </a:fontScheme>
    <a:fmtScheme name="Angle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20400000"/>
            </a:lightRig>
          </a:scene3d>
          <a:sp3d contourW="6350">
            <a:bevelT w="41275" h="19050" prst="angle"/>
            <a:contourClr>
              <a:schemeClr val="phClr">
                <a:shade val="25000"/>
                <a:satMod val="15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altLang="en-US" sz="19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altLang="en-US" sz="1900" b="0" i="0" u="none" strike="noStrike" cap="none" normalizeH="0" baseline="0" smtClean="0">
            <a:ln>
              <a:noFill/>
            </a:ln>
            <a:solidFill>
              <a:schemeClr val="tx1"/>
            </a:solidFill>
            <a:effectLst/>
            <a:latin typeface="Arial" charset="0"/>
          </a:defRPr>
        </a:defPPr>
      </a:lstStyle>
    </a:lnDef>
    <a:txDef>
      <a:spPr>
        <a:noFill/>
      </a:spPr>
      <a:bodyPr wrap="square" rtlCol="0" anchor="t">
        <a:spAutoFit/>
      </a:bodyPr>
      <a:lstStyle>
        <a:defPPr>
          <a:defRPr dirty="0" err="1" smtClean="0">
            <a:latin typeface="Calibri" panose="020F0502020204030204" pitchFamily="34" charset="0"/>
          </a:defRPr>
        </a:defPPr>
      </a:lstStyle>
    </a:txDef>
  </a:objectDefaults>
  <a:extraClrSchemeLst>
    <a:extraClrScheme>
      <a:clrScheme name="1_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1_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1_Default Design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1_Default Design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1_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1_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1_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Group Strategy Template 2019" id="{9745A5BC-9F30-47DF-B568-2921C665BFAB}" vid="{E69A3F49-0FDF-4CF2-B309-CD0B30A61F46}"/>
    </a:ext>
  </a:extLst>
</a:theme>
</file>

<file path=ppt/theme/theme11.xml><?xml version="1.0" encoding="utf-8"?>
<a:theme xmlns:a="http://schemas.openxmlformats.org/drawingml/2006/main" name="6_Group Strategy Template 2018">
  <a:themeElements>
    <a:clrScheme name="Group Strategy Color Scheme">
      <a:dk1>
        <a:srgbClr val="2D2926"/>
      </a:dk1>
      <a:lt1>
        <a:srgbClr val="FFFFFF"/>
      </a:lt1>
      <a:dk2>
        <a:srgbClr val="C00000"/>
      </a:dk2>
      <a:lt2>
        <a:srgbClr val="000000"/>
      </a:lt2>
      <a:accent1>
        <a:srgbClr val="FFFFFF"/>
      </a:accent1>
      <a:accent2>
        <a:srgbClr val="9D928B"/>
      </a:accent2>
      <a:accent3>
        <a:srgbClr val="AB8A54"/>
      </a:accent3>
      <a:accent4>
        <a:srgbClr val="3F3F3F"/>
      </a:accent4>
      <a:accent5>
        <a:srgbClr val="003860"/>
      </a:accent5>
      <a:accent6>
        <a:srgbClr val="FFD430"/>
      </a:accent6>
      <a:hlink>
        <a:srgbClr val="0000FF"/>
      </a:hlink>
      <a:folHlink>
        <a:srgbClr val="7F7F7F"/>
      </a:folHlink>
    </a:clrScheme>
    <a:fontScheme name="Group Strategy Font Settings">
      <a:majorFont>
        <a:latin typeface="Calibri"/>
        <a:ea typeface=""/>
        <a:cs typeface=""/>
      </a:majorFont>
      <a:minorFont>
        <a:latin typeface="Calibri"/>
        <a:ea typeface=""/>
        <a:cs typeface=""/>
      </a:minorFont>
    </a:fontScheme>
    <a:fmtScheme name="Angle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20400000"/>
            </a:lightRig>
          </a:scene3d>
          <a:sp3d contourW="6350">
            <a:bevelT w="41275" h="19050" prst="angle"/>
            <a:contourClr>
              <a:schemeClr val="phClr">
                <a:shade val="25000"/>
                <a:satMod val="15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altLang="en-US" sz="19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altLang="en-US" sz="1900" b="0" i="0" u="none" strike="noStrike" cap="none" normalizeH="0" baseline="0" smtClean="0">
            <a:ln>
              <a:noFill/>
            </a:ln>
            <a:solidFill>
              <a:schemeClr val="tx1"/>
            </a:solidFill>
            <a:effectLst/>
            <a:latin typeface="Arial" charset="0"/>
          </a:defRPr>
        </a:defPPr>
      </a:lstStyle>
    </a:lnDef>
    <a:txDef>
      <a:spPr>
        <a:noFill/>
      </a:spPr>
      <a:bodyPr wrap="square" rtlCol="0" anchor="t">
        <a:spAutoFit/>
      </a:bodyPr>
      <a:lstStyle>
        <a:defPPr>
          <a:defRPr dirty="0" err="1" smtClean="0">
            <a:latin typeface="Calibri" panose="020F0502020204030204" pitchFamily="34" charset="0"/>
          </a:defRPr>
        </a:defPPr>
      </a:lstStyle>
    </a:txDef>
  </a:objectDefaults>
  <a:extraClrSchemeLst>
    <a:extraClrScheme>
      <a:clrScheme name="1_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1_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1_Default Design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1_Default Design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1_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1_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1_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Group Strategy Template 2018" id="{9A5857FB-2629-4894-A457-A1A0029D7F10}" vid="{56B52F06-FAF6-44E4-83BA-166A81BEB7AF}"/>
    </a:ext>
  </a:extLst>
</a:theme>
</file>

<file path=ppt/theme/theme12.xml><?xml version="1.0" encoding="utf-8"?>
<a:theme xmlns:a="http://schemas.openxmlformats.org/drawingml/2006/main" name="1_Theme1">
  <a:themeElements>
    <a:clrScheme name="Group Strategy Color Scheme">
      <a:dk1>
        <a:srgbClr val="2D2926"/>
      </a:dk1>
      <a:lt1>
        <a:srgbClr val="FFFFFF"/>
      </a:lt1>
      <a:dk2>
        <a:srgbClr val="C00000"/>
      </a:dk2>
      <a:lt2>
        <a:srgbClr val="000000"/>
      </a:lt2>
      <a:accent1>
        <a:srgbClr val="FFFFFF"/>
      </a:accent1>
      <a:accent2>
        <a:srgbClr val="9D928B"/>
      </a:accent2>
      <a:accent3>
        <a:srgbClr val="AB8A54"/>
      </a:accent3>
      <a:accent4>
        <a:srgbClr val="3F3F3F"/>
      </a:accent4>
      <a:accent5>
        <a:srgbClr val="003860"/>
      </a:accent5>
      <a:accent6>
        <a:srgbClr val="FFD430"/>
      </a:accent6>
      <a:hlink>
        <a:srgbClr val="0000FF"/>
      </a:hlink>
      <a:folHlink>
        <a:srgbClr val="7F7F7F"/>
      </a:folHlink>
    </a:clrScheme>
    <a:fontScheme name="Group Strategy Font Settings">
      <a:majorFont>
        <a:latin typeface="Calibri"/>
        <a:ea typeface=""/>
        <a:cs typeface=""/>
      </a:majorFont>
      <a:minorFont>
        <a:latin typeface="Calibri"/>
        <a:ea typeface=""/>
        <a:cs typeface=""/>
      </a:minorFont>
    </a:fontScheme>
    <a:fmtScheme name="Angle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20400000"/>
            </a:lightRig>
          </a:scene3d>
          <a:sp3d contourW="6350">
            <a:bevelT w="41275" h="19050" prst="angle"/>
            <a:contourClr>
              <a:schemeClr val="phClr">
                <a:shade val="25000"/>
                <a:satMod val="15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altLang="en-US" sz="19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altLang="en-US" sz="1900" b="0" i="0" u="none" strike="noStrike" cap="none" normalizeH="0" baseline="0" smtClean="0">
            <a:ln>
              <a:noFill/>
            </a:ln>
            <a:solidFill>
              <a:schemeClr val="tx1"/>
            </a:solidFill>
            <a:effectLst/>
            <a:latin typeface="Arial" charset="0"/>
          </a:defRPr>
        </a:defPPr>
      </a:lstStyle>
    </a:lnDef>
    <a:txDef>
      <a:spPr>
        <a:noFill/>
      </a:spPr>
      <a:bodyPr wrap="square" rtlCol="0" anchor="t">
        <a:spAutoFit/>
      </a:bodyPr>
      <a:lstStyle>
        <a:defPPr>
          <a:defRPr dirty="0" err="1" smtClean="0">
            <a:latin typeface="Calibri" panose="020F0502020204030204" pitchFamily="34" charset="0"/>
          </a:defRPr>
        </a:defPPr>
      </a:lstStyle>
    </a:txDef>
  </a:objectDefaults>
  <a:extraClrSchemeLst>
    <a:extraClrScheme>
      <a:clrScheme name="1_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1_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1_Default Design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1_Default Design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1_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1_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1_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Theme1" id="{75DC6AC7-544E-4B09-AAC8-02F09D48B55E}" vid="{62EEB129-718C-45FB-9AD5-D257F928597D}"/>
    </a:ext>
  </a:extLst>
</a:theme>
</file>

<file path=ppt/theme/theme13.xml><?xml version="1.0" encoding="utf-8"?>
<a:theme xmlns:a="http://schemas.openxmlformats.org/drawingml/2006/main" name="Group Strat Template_for circulation 2018">
  <a:themeElements>
    <a:clrScheme name="Custom 2">
      <a:dk1>
        <a:sysClr val="windowText" lastClr="000000"/>
      </a:dk1>
      <a:lt1>
        <a:sysClr val="window" lastClr="FFFFFF"/>
      </a:lt1>
      <a:dk2>
        <a:srgbClr val="323232"/>
      </a:dk2>
      <a:lt2>
        <a:srgbClr val="E5C243"/>
      </a:lt2>
      <a:accent1>
        <a:srgbClr val="800000"/>
      </a:accent1>
      <a:accent2>
        <a:srgbClr val="960000"/>
      </a:accent2>
      <a:accent3>
        <a:srgbClr val="C00000"/>
      </a:accent3>
      <a:accent4>
        <a:srgbClr val="FFBFBF"/>
      </a:accent4>
      <a:accent5>
        <a:srgbClr val="FF7C80"/>
      </a:accent5>
      <a:accent6>
        <a:srgbClr val="777777"/>
      </a:accent6>
      <a:hlink>
        <a:srgbClr val="6B9F25"/>
      </a:hlink>
      <a:folHlink>
        <a:srgbClr val="0070C0"/>
      </a:folHlink>
    </a:clrScheme>
    <a:fontScheme name="Group Strategy Font Settings">
      <a:majorFont>
        <a:latin typeface="Calibri"/>
        <a:ea typeface=""/>
        <a:cs typeface=""/>
      </a:majorFont>
      <a:minorFont>
        <a:latin typeface="Calibri"/>
        <a:ea typeface=""/>
        <a:cs typeface=""/>
      </a:minorFont>
    </a:fontScheme>
    <a:fmtScheme name="Angle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20400000"/>
            </a:lightRig>
          </a:scene3d>
          <a:sp3d contourW="6350">
            <a:bevelT w="41275" h="19050" prst="angle"/>
            <a:contourClr>
              <a:schemeClr val="phClr">
                <a:shade val="25000"/>
                <a:satMod val="15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altLang="en-US" sz="19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altLang="en-US" sz="1900" b="0" i="0" u="none" strike="noStrike" cap="none" normalizeH="0" baseline="0" smtClean="0">
            <a:ln>
              <a:noFill/>
            </a:ln>
            <a:solidFill>
              <a:schemeClr val="tx1"/>
            </a:solidFill>
            <a:effectLst/>
            <a:latin typeface="Arial" charset="0"/>
          </a:defRPr>
        </a:defPPr>
      </a:lstStyle>
    </a:lnDef>
    <a:txDef>
      <a:spPr>
        <a:noFill/>
      </a:spPr>
      <a:bodyPr wrap="square" rtlCol="0" anchor="t">
        <a:spAutoFit/>
      </a:bodyPr>
      <a:lstStyle>
        <a:defPPr>
          <a:defRPr dirty="0" err="1" smtClean="0">
            <a:latin typeface="Calibri" panose="020F0502020204030204" pitchFamily="34" charset="0"/>
          </a:defRPr>
        </a:defPPr>
      </a:lstStyle>
    </a:txDef>
  </a:objectDefaults>
  <a:extraClrSchemeLst>
    <a:extraClrScheme>
      <a:clrScheme name="1_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1_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1_Default Design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1_Default Design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1_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1_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1_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Presentation1" id="{AD273B9B-03F4-4210-A24A-CB5459F4E342}" vid="{5299C5F6-3B09-4BCB-8FB1-352DE92DEB48}"/>
    </a:ext>
  </a:extLst>
</a:theme>
</file>

<file path=ppt/theme/theme14.xml><?xml version="1.0" encoding="utf-8"?>
<a:theme xmlns:a="http://schemas.openxmlformats.org/drawingml/2006/main" name="7_Group Strategy Template 2018">
  <a:themeElements>
    <a:clrScheme name="Group Strategy Color Scheme">
      <a:dk1>
        <a:srgbClr val="2D2926"/>
      </a:dk1>
      <a:lt1>
        <a:srgbClr val="FFFFFF"/>
      </a:lt1>
      <a:dk2>
        <a:srgbClr val="C00000"/>
      </a:dk2>
      <a:lt2>
        <a:srgbClr val="000000"/>
      </a:lt2>
      <a:accent1>
        <a:srgbClr val="FFFFFF"/>
      </a:accent1>
      <a:accent2>
        <a:srgbClr val="9D928B"/>
      </a:accent2>
      <a:accent3>
        <a:srgbClr val="AB8A54"/>
      </a:accent3>
      <a:accent4>
        <a:srgbClr val="3F3F3F"/>
      </a:accent4>
      <a:accent5>
        <a:srgbClr val="003860"/>
      </a:accent5>
      <a:accent6>
        <a:srgbClr val="FFD430"/>
      </a:accent6>
      <a:hlink>
        <a:srgbClr val="0000FF"/>
      </a:hlink>
      <a:folHlink>
        <a:srgbClr val="7F7F7F"/>
      </a:folHlink>
    </a:clrScheme>
    <a:fontScheme name="Group Strategy Font Settings">
      <a:majorFont>
        <a:latin typeface="Calibri"/>
        <a:ea typeface=""/>
        <a:cs typeface=""/>
      </a:majorFont>
      <a:minorFont>
        <a:latin typeface="Calibri"/>
        <a:ea typeface=""/>
        <a:cs typeface=""/>
      </a:minorFont>
    </a:fontScheme>
    <a:fmtScheme name="Angle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20400000"/>
            </a:lightRig>
          </a:scene3d>
          <a:sp3d contourW="6350">
            <a:bevelT w="41275" h="19050" prst="angle"/>
            <a:contourClr>
              <a:schemeClr val="phClr">
                <a:shade val="25000"/>
                <a:satMod val="15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altLang="en-US" sz="19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altLang="en-US" sz="1900" b="0" i="0" u="none" strike="noStrike" cap="none" normalizeH="0" baseline="0" smtClean="0">
            <a:ln>
              <a:noFill/>
            </a:ln>
            <a:solidFill>
              <a:schemeClr val="tx1"/>
            </a:solidFill>
            <a:effectLst/>
            <a:latin typeface="Arial" charset="0"/>
          </a:defRPr>
        </a:defPPr>
      </a:lstStyle>
    </a:lnDef>
    <a:txDef>
      <a:spPr>
        <a:noFill/>
      </a:spPr>
      <a:bodyPr wrap="square" rtlCol="0" anchor="t">
        <a:spAutoFit/>
      </a:bodyPr>
      <a:lstStyle>
        <a:defPPr>
          <a:defRPr dirty="0" err="1" smtClean="0">
            <a:latin typeface="Calibri" panose="020F0502020204030204" pitchFamily="34" charset="0"/>
          </a:defRPr>
        </a:defPPr>
      </a:lstStyle>
    </a:txDef>
  </a:objectDefaults>
  <a:extraClrSchemeLst>
    <a:extraClrScheme>
      <a:clrScheme name="1_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1_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1_Default Design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1_Default Design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1_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1_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1_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Group Strategy Template 2018" id="{9A5857FB-2629-4894-A457-A1A0029D7F10}" vid="{56B52F06-FAF6-44E4-83BA-166A81BEB7AF}"/>
    </a:ext>
  </a:extLst>
</a:theme>
</file>

<file path=ppt/theme/theme1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6.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_rels/item6.xml.rels><?xml version="1.0" encoding="UTF-8" standalone="yes"?>
<Relationships xmlns="http://schemas.openxmlformats.org/package/2006/relationships"><Relationship Id="rId1" Type="http://schemas.openxmlformats.org/officeDocument/2006/relationships/customXmlProps" Target="itemProps6.xml"/></Relationships>
</file>

<file path=customXml/_rels/item7.xml.rels><?xml version="1.0" encoding="UTF-8" standalone="yes"?>
<Relationships xmlns="http://schemas.openxmlformats.org/package/2006/relationships"><Relationship Id="rId1" Type="http://schemas.openxmlformats.org/officeDocument/2006/relationships/customXmlProps" Target="itemProps7.xml"/></Relationships>
</file>

<file path=customXml/item1.xml><?xml version="1.0" encoding="utf-8"?>
<XMLData TextToDisplay="%CLASSIFICATIONDATETIME%">03:54 18/07/2021</XMLData>
</file>

<file path=customXml/item2.xml><?xml version="1.0" encoding="utf-8"?>
<XMLData TextToDisplay="%DOCUMENTGUID%">{00000000-0000-0000-0000-000000000000}</XMLData>
</file>

<file path=customXml/item3.xml><?xml version="1.0" encoding="utf-8"?>
<p:properties xmlns:p="http://schemas.microsoft.com/office/2006/metadata/properties" xmlns:xsi="http://www.w3.org/2001/XMLSchema-instance" xmlns:pc="http://schemas.microsoft.com/office/infopath/2007/PartnerControls">
  <documentManagement>
    <_activity xmlns="5f9c0b94-0e4d-4c33-82de-f0012496c1f5" xsi:nil="true"/>
  </documentManagement>
</p:properties>
</file>

<file path=customXml/item4.xml><?xml version="1.0" encoding="utf-8"?>
<XMLData TextToDisplay="RightsWATCHMark">4|RAK-Rakbank All-Highly Confidential|{00000000-0000-0000-0000-000000000000}</XMLData>
</file>

<file path=customXml/item5.xml><?xml version="1.0" encoding="utf-8"?>
<?mso-contentType ?>
<FormTemplates xmlns="http://schemas.microsoft.com/sharepoint/v3/contenttype/forms">
  <Display>DocumentLibraryForm</Display>
  <Edit>DocumentLibraryForm</Edit>
  <New>DocumentLibraryForm</New>
</FormTemplates>
</file>

<file path=customXml/item6.xml><?xml version="1.0" encoding="utf-8"?>
<GTBClassification>
  <attrValue xml:space="preserve">RAKBANK-Highly Confidential</attrValue>
  <customPropName>RAKBANK Classification</customPropName>
  <timestamp>6/10/2022 12:01:09 PM</timestamp>
  <userName>WATANI_RAK\lideepa</userName>
  <computerName>RBDT5710.rakbank.co.ae</computerName>
  <guid>{377e721d-07e7-4b8b-827a-8d3f72f92e66}</guid>
  <hdr>
    <align>center</align>
    <r>
      <fontName>verdana</fontName>
      <fontColor>000000</fontColor>
      <fontSize>10</fontSize>
      <b/>
      <text xml:space="preserve">Classification:</text>
    </r>
    <r>
      <fontName>verdana</fontName>
      <fontColor>000000</fontColor>
      <fontSize>10</fontSize>
      <text xml:space="preserve"> </text>
    </r>
    <r>
      <fontName>verdana</fontName>
      <fontColor>FF0000</fontColor>
      <fontSize>10</fontSize>
      <b/>
      <text xml:space="preserve">RAKBANK-Highly Confidential</text>
    </r>
  </hdr>
</GTBClassification>
</file>

<file path=customXml/item7.xml><?xml version="1.0" encoding="utf-8"?>
<ct:contentTypeSchema xmlns:ct="http://schemas.microsoft.com/office/2006/metadata/contentType" xmlns:ma="http://schemas.microsoft.com/office/2006/metadata/properties/metaAttributes" ct:_="" ma:_="" ma:contentTypeName="Document" ma:contentTypeID="0x0101000D3DD599063B414A848B4EF975C2C987" ma:contentTypeVersion="15" ma:contentTypeDescription="Create a new document." ma:contentTypeScope="" ma:versionID="b95fb7487ddc799ad78d507f4772dab2">
  <xsd:schema xmlns:xsd="http://www.w3.org/2001/XMLSchema" xmlns:xs="http://www.w3.org/2001/XMLSchema" xmlns:p="http://schemas.microsoft.com/office/2006/metadata/properties" xmlns:ns3="5f9c0b94-0e4d-4c33-82de-f0012496c1f5" xmlns:ns4="fbd54e62-b71a-40f5-873d-a350bc99153a" targetNamespace="http://schemas.microsoft.com/office/2006/metadata/properties" ma:root="true" ma:fieldsID="9ea1c62af13b1e2cd1e279eec0854f9a" ns3:_="" ns4:_="">
    <xsd:import namespace="5f9c0b94-0e4d-4c33-82de-f0012496c1f5"/>
    <xsd:import namespace="fbd54e62-b71a-40f5-873d-a350bc99153a"/>
    <xsd:element name="properties">
      <xsd:complexType>
        <xsd:sequence>
          <xsd:element name="documentManagement">
            <xsd:complexType>
              <xsd:all>
                <xsd:element ref="ns3:MediaServiceMetadata" minOccurs="0"/>
                <xsd:element ref="ns3:MediaServiceFastMetadata" minOccurs="0"/>
                <xsd:element ref="ns3:MediaServiceSearchProperties" minOccurs="0"/>
                <xsd:element ref="ns3:MediaServiceObjectDetectorVersions" minOccurs="0"/>
                <xsd:element ref="ns3:MediaServiceSystemTags" minOccurs="0"/>
                <xsd:element ref="ns3:MediaServiceGenerationTime" minOccurs="0"/>
                <xsd:element ref="ns3:MediaServiceEventHashCode" minOccurs="0"/>
                <xsd:element ref="ns3:MediaServiceOCR" minOccurs="0"/>
                <xsd:element ref="ns3:MediaServiceDateTaken" minOccurs="0"/>
                <xsd:element ref="ns3:_activity" minOccurs="0"/>
                <xsd:element ref="ns4:SharedWithUsers" minOccurs="0"/>
                <xsd:element ref="ns4:SharedWithDetails" minOccurs="0"/>
                <xsd:element ref="ns4:SharingHintHash" minOccurs="0"/>
                <xsd:element ref="ns3:MediaServiceLocation"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f9c0b94-0e4d-4c33-82de-f0012496c1f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SystemTags" ma:index="12" nillable="true" ma:displayName="MediaServiceSystemTags" ma:hidden="true" ma:internalName="MediaServiceSystemTags" ma:readOnly="true">
      <xsd:simpleType>
        <xsd:restriction base="dms:Note"/>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DateTaken" ma:index="16" nillable="true" ma:displayName="MediaServiceDateTaken" ma:hidden="true" ma:indexed="true" ma:internalName="MediaServiceDateTaken" ma:readOnly="true">
      <xsd:simpleType>
        <xsd:restriction base="dms:Text"/>
      </xsd:simpleType>
    </xsd:element>
    <xsd:element name="_activity" ma:index="17" nillable="true" ma:displayName="_activity" ma:hidden="true" ma:internalName="_activity">
      <xsd:simpleType>
        <xsd:restriction base="dms:Note"/>
      </xsd:simpleType>
    </xsd:element>
    <xsd:element name="MediaServiceLocation" ma:index="21" nillable="true" ma:displayName="Location" ma:indexed="true" ma:internalName="MediaServiceLocation" ma:readOnly="true">
      <xsd:simpleType>
        <xsd:restriction base="dms:Text"/>
      </xsd:simpleType>
    </xsd:element>
    <xsd:element name="MediaLengthInSeconds" ma:index="22"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fbd54e62-b71a-40f5-873d-a350bc99153a"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SharingHintHash" ma:index="20"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B5AFE45-E976-4E47-B3D3-9613D715E4AF}">
  <ds:schemaRefs/>
</ds:datastoreItem>
</file>

<file path=customXml/itemProps2.xml><?xml version="1.0" encoding="utf-8"?>
<ds:datastoreItem xmlns:ds="http://schemas.openxmlformats.org/officeDocument/2006/customXml" ds:itemID="{A131A57E-91B0-44F4-ABA9-72D4EC5FAAD2}">
  <ds:schemaRefs/>
</ds:datastoreItem>
</file>

<file path=customXml/itemProps3.xml><?xml version="1.0" encoding="utf-8"?>
<ds:datastoreItem xmlns:ds="http://schemas.openxmlformats.org/officeDocument/2006/customXml" ds:itemID="{DCAB1933-B3DB-49A4-89CE-5EF75E9EB4E5}">
  <ds:schemaRefs>
    <ds:schemaRef ds:uri="http://purl.org/dc/terms/"/>
    <ds:schemaRef ds:uri="http://purl.org/dc/elements/1.1/"/>
    <ds:schemaRef ds:uri="http://schemas.microsoft.com/office/2006/documentManagement/types"/>
    <ds:schemaRef ds:uri="http://www.w3.org/XML/1998/namespace"/>
    <ds:schemaRef ds:uri="http://purl.org/dc/dcmitype/"/>
    <ds:schemaRef ds:uri="5f9c0b94-0e4d-4c33-82de-f0012496c1f5"/>
    <ds:schemaRef ds:uri="http://schemas.microsoft.com/office/2006/metadata/properties"/>
    <ds:schemaRef ds:uri="http://schemas.microsoft.com/office/infopath/2007/PartnerControls"/>
    <ds:schemaRef ds:uri="http://schemas.openxmlformats.org/package/2006/metadata/core-properties"/>
    <ds:schemaRef ds:uri="fbd54e62-b71a-40f5-873d-a350bc99153a"/>
  </ds:schemaRefs>
</ds:datastoreItem>
</file>

<file path=customXml/itemProps4.xml><?xml version="1.0" encoding="utf-8"?>
<ds:datastoreItem xmlns:ds="http://schemas.openxmlformats.org/officeDocument/2006/customXml" ds:itemID="{8CEAECC4-1B31-4191-8B41-6BE80E7474EF}">
  <ds:schemaRefs/>
</ds:datastoreItem>
</file>

<file path=customXml/itemProps5.xml><?xml version="1.0" encoding="utf-8"?>
<ds:datastoreItem xmlns:ds="http://schemas.openxmlformats.org/officeDocument/2006/customXml" ds:itemID="{9284F659-D363-47BB-9A05-DD842B27DEB4}">
  <ds:schemaRefs>
    <ds:schemaRef ds:uri="http://schemas.microsoft.com/sharepoint/v3/contenttype/forms"/>
  </ds:schemaRefs>
</ds:datastoreItem>
</file>

<file path=customXml/itemProps6.xml><?xml version="1.0" encoding="utf-8"?>
<ds:datastoreItem xmlns:ds="http://schemas.openxmlformats.org/officeDocument/2006/customXml" ds:itemID="{45D45FB5-C097-49BA-A413-538C5F9CA62B}">
  <ds:schemaRefs/>
</ds:datastoreItem>
</file>

<file path=customXml/itemProps7.xml><?xml version="1.0" encoding="utf-8"?>
<ds:datastoreItem xmlns:ds="http://schemas.openxmlformats.org/officeDocument/2006/customXml" ds:itemID="{D48D4023-B089-4D60-BD4A-483A77156743}">
  <ds:schemaRefs>
    <ds:schemaRef ds:uri="5f9c0b94-0e4d-4c33-82de-f0012496c1f5"/>
    <ds:schemaRef ds:uri="fbd54e62-b71a-40f5-873d-a350bc99153a"/>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Theme1</Template>
  <TotalTime>78</TotalTime>
  <Words>6327</Words>
  <Application>Microsoft Office PowerPoint</Application>
  <PresentationFormat>Widescreen</PresentationFormat>
  <Paragraphs>903</Paragraphs>
  <Slides>23</Slides>
  <Notes>14</Notes>
  <HiddenSlides>0</HiddenSlides>
  <MMClips>0</MMClips>
  <ScaleCrop>false</ScaleCrop>
  <HeadingPairs>
    <vt:vector size="8" baseType="variant">
      <vt:variant>
        <vt:lpstr>Fonts Used</vt:lpstr>
      </vt:variant>
      <vt:variant>
        <vt:i4>7</vt:i4>
      </vt:variant>
      <vt:variant>
        <vt:lpstr>Theme</vt:lpstr>
      </vt:variant>
      <vt:variant>
        <vt:i4>14</vt:i4>
      </vt:variant>
      <vt:variant>
        <vt:lpstr>Embedded OLE Servers</vt:lpstr>
      </vt:variant>
      <vt:variant>
        <vt:i4>1</vt:i4>
      </vt:variant>
      <vt:variant>
        <vt:lpstr>Slide Titles</vt:lpstr>
      </vt:variant>
      <vt:variant>
        <vt:i4>23</vt:i4>
      </vt:variant>
    </vt:vector>
  </HeadingPairs>
  <TitlesOfParts>
    <vt:vector size="45" baseType="lpstr">
      <vt:lpstr>Arial</vt:lpstr>
      <vt:lpstr>Calibri</vt:lpstr>
      <vt:lpstr>Courier New</vt:lpstr>
      <vt:lpstr>Times New Roman</vt:lpstr>
      <vt:lpstr>Trebuchet MS</vt:lpstr>
      <vt:lpstr>Verdana</vt:lpstr>
      <vt:lpstr>Wingdings</vt:lpstr>
      <vt:lpstr>Theme1</vt:lpstr>
      <vt:lpstr>Group Strategy Template 2019</vt:lpstr>
      <vt:lpstr>1_Group Strategy Template 2018</vt:lpstr>
      <vt:lpstr>2_Group Strategy Template 2018</vt:lpstr>
      <vt:lpstr>1_Group Strategy Template 2019</vt:lpstr>
      <vt:lpstr>3_Group Strategy Template 2018</vt:lpstr>
      <vt:lpstr>Theme2023</vt:lpstr>
      <vt:lpstr>4_Group Strategy Template 2018</vt:lpstr>
      <vt:lpstr>5_Group Strategy Template 2018</vt:lpstr>
      <vt:lpstr>2_Group Strategy Template 2019</vt:lpstr>
      <vt:lpstr>6_Group Strategy Template 2018</vt:lpstr>
      <vt:lpstr>1_Theme1</vt:lpstr>
      <vt:lpstr>Group Strat Template_for circulation 2018</vt:lpstr>
      <vt:lpstr>7_Group Strategy Template 2018</vt:lpstr>
      <vt:lpstr>think-cell Slide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Open Management Actions – Aging Analysis (RAKBANK excl. RAKislamic &amp; RAKINSURANCE) </vt:lpstr>
      <vt:lpstr>PowerPoint Presentation</vt:lpstr>
      <vt:lpstr>PowerPoint Presentation</vt:lpstr>
      <vt:lpstr>PowerPoint Presentation</vt:lpstr>
      <vt:lpstr>PowerPoint Presentation</vt:lpstr>
      <vt:lpstr>📃Daily Report</vt:lpstr>
      <vt:lpstr>📃Daily Report</vt:lpstr>
      <vt:lpstr>PowerPoint Presentation</vt:lpstr>
      <vt:lpstr>PowerPoint Presentation</vt:lpstr>
      <vt:lpstr>PowerPoint Presentation</vt:lpstr>
      <vt:lpstr>PowerPoint Presentation</vt:lpstr>
      <vt:lpstr>PowerPoint Presentation</vt:lpstr>
    </vt:vector>
  </TitlesOfParts>
  <Company>Relationship marketing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MAC</dc:title>
  <dc:creator>Nicola.Thompson@rakbank.ae</dc:creator>
  <cp:lastModifiedBy>Sameer Yusuf Tayeb Chandiwala</cp:lastModifiedBy>
  <cp:revision>7</cp:revision>
  <cp:lastPrinted>2025-12-08T11:47:40Z</cp:lastPrinted>
  <dcterms:created xsi:type="dcterms:W3CDTF">2007-05-09T13:59:27Z</dcterms:created>
  <dcterms:modified xsi:type="dcterms:W3CDTF">2026-04-17T09:49:55Z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RightsWATCHMark">
    <vt:lpwstr>4|RAK-Rakbank All-Highly Confidential|{00000000-0000-0000-0000-000000000000}</vt:lpwstr>
  </property>
  <property fmtid="{D5CDD505-2E9C-101B-9397-08002B2CF9AE}" pid="3" name="RAKBANK Classification">
    <vt:lpwstr>RAKBANK-Highly Confidential</vt:lpwstr>
  </property>
  <property fmtid="{D5CDD505-2E9C-101B-9397-08002B2CF9AE}" pid="4" name="ClassifiedBy">
    <vt:lpwstr>WATANI_RAK\lideepa</vt:lpwstr>
  </property>
  <property fmtid="{D5CDD505-2E9C-101B-9397-08002B2CF9AE}" pid="5" name="ClassificationHost">
    <vt:lpwstr>RBDT5710.rakbank.co.ae</vt:lpwstr>
  </property>
  <property fmtid="{D5CDD505-2E9C-101B-9397-08002B2CF9AE}" pid="6" name="ClassificationDate">
    <vt:lpwstr>6/10/2022 12:01:09 PM</vt:lpwstr>
  </property>
  <property fmtid="{D5CDD505-2E9C-101B-9397-08002B2CF9AE}" pid="7" name="ClassificationGUID">
    <vt:lpwstr>{377e721d-07e7-4b8b-827a-8d3f72f92e66}</vt:lpwstr>
  </property>
  <property fmtid="{D5CDD505-2E9C-101B-9397-08002B2CF9AE}" pid="8" name="ContentTypeId">
    <vt:lpwstr>0x0101000D3DD599063B414A848B4EF975C2C987</vt:lpwstr>
  </property>
  <property fmtid="{D5CDD505-2E9C-101B-9397-08002B2CF9AE}" pid="9" name="MSIP_Label_f4caaae9-1fd3-4a6f-9bb5-0c6a696d7195_Enabled">
    <vt:lpwstr>true</vt:lpwstr>
  </property>
  <property fmtid="{D5CDD505-2E9C-101B-9397-08002B2CF9AE}" pid="10" name="MSIP_Label_f4caaae9-1fd3-4a6f-9bb5-0c6a696d7195_SetDate">
    <vt:lpwstr>2025-04-13T05:48:27Z</vt:lpwstr>
  </property>
  <property fmtid="{D5CDD505-2E9C-101B-9397-08002B2CF9AE}" pid="11" name="MSIP_Label_f4caaae9-1fd3-4a6f-9bb5-0c6a696d7195_Method">
    <vt:lpwstr>Privileged</vt:lpwstr>
  </property>
  <property fmtid="{D5CDD505-2E9C-101B-9397-08002B2CF9AE}" pid="12" name="MSIP_Label_f4caaae9-1fd3-4a6f-9bb5-0c6a696d7195_Name">
    <vt:lpwstr>RAKBANK-Confidential for files</vt:lpwstr>
  </property>
  <property fmtid="{D5CDD505-2E9C-101B-9397-08002B2CF9AE}" pid="13" name="MSIP_Label_f4caaae9-1fd3-4a6f-9bb5-0c6a696d7195_SiteId">
    <vt:lpwstr>fbb70b95-2828-4ce3-90d5-c6e1ff243618</vt:lpwstr>
  </property>
  <property fmtid="{D5CDD505-2E9C-101B-9397-08002B2CF9AE}" pid="14" name="MSIP_Label_f4caaae9-1fd3-4a6f-9bb5-0c6a696d7195_ActionId">
    <vt:lpwstr>e1d1d4a2-bab8-4c03-9a39-00331e157036</vt:lpwstr>
  </property>
  <property fmtid="{D5CDD505-2E9C-101B-9397-08002B2CF9AE}" pid="15" name="MSIP_Label_f4caaae9-1fd3-4a6f-9bb5-0c6a696d7195_ContentBits">
    <vt:lpwstr>2</vt:lpwstr>
  </property>
  <property fmtid="{D5CDD505-2E9C-101B-9397-08002B2CF9AE}" pid="16" name="ClassificationContentMarkingFooterLocations">
    <vt:lpwstr>Theme1:5\Group Strategy Template 2019:5\1_Group Strategy Template 2018:5\2_Group Strategy Template 2018:5\1_Group Strategy Template 2019:5\3_Group Strategy Template 2018:5\Theme2023:5\4_Group Strategy Template 2018:5\5_Group Strategy Template 2018:5\2_Group Strategy Template 2019:5\6_Group Strategy Template 2018:5\1_Theme1:5\Group Strat Template_for circulation 2018:5</vt:lpwstr>
  </property>
  <property fmtid="{D5CDD505-2E9C-101B-9397-08002B2CF9AE}" pid="17" name="ClassificationContentMarkingFooterText">
    <vt:lpwstr>Classification: RAKBANK-Confidential</vt:lpwstr>
  </property>
</Properties>
</file>